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8" autoAdjust="0"/>
    <p:restoredTop sz="94660"/>
  </p:normalViewPr>
  <p:slideViewPr>
    <p:cSldViewPr snapToGrid="0">
      <p:cViewPr varScale="1">
        <p:scale>
          <a:sx n="98" d="100"/>
          <a:sy n="98" d="100"/>
        </p:scale>
        <p:origin x="72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BC192-991A-E011-5570-3601B66C1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16202-32DB-04D7-4D4B-40FB7FC53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342C5-63F3-493C-8536-9B0765D6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BBA7D-3D11-8ECA-CE96-608C7880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12064-E53D-29A8-FD71-D4E40E54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2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F317-3F01-5180-2EE9-4A505E11D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7367A-9088-A960-E216-1BBBD0073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99F09-0AD6-D1AC-A46E-9DE1E9CEE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B44D2-27FD-898C-A0BA-E078728C2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950E5-3037-5E02-2BA6-07EE47608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5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3D2F-B2F9-38C2-1A4F-F4607531C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0CB7E-B2CC-7FF5-56F0-D37479361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F094F-A60C-2545-315B-0762A260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6C953-278C-6837-F979-F93BBAB5D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15E34-0917-9A47-DEF6-9897C23D8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66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181E3-898F-F9C2-2256-B84612B71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792AC-BDDD-49A1-C2BD-DCCB9FAF7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A4C89-7925-C377-CB0E-0A37060E5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D0547-9EDB-89E2-7644-930126950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700A0-BA06-0193-942A-87751992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8CD62-5656-E58A-BCDF-5992A2C7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31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73E3-CB3F-4DD7-93F0-DD4B371BC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1883E-E804-015A-2A8C-07B6D9180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3DBB-D058-F783-A1DC-5F26826DB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D08AE-6C15-4087-41D7-5E43268BD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B3C54C-6B04-FB9E-46B6-32316B9FF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ECD98-3A24-0593-D310-0258EC0A7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D6BCE3-F15D-A484-8477-D18006739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90DA9-88C2-2FC7-7F73-D6F06AA30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9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0DDC8-CE4C-3F67-8BB0-09428C4C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F7B6E-FC7D-1FF5-E22C-F2A41EC6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72F66D-DC4F-CB97-3AEC-C0C9E79A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C60181-FEF4-2956-1909-234E506CC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3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AD2A5-6AE5-417E-B3C5-DB708255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2DF789-3CAC-D554-A604-1BD5059EA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FCA4D-A58B-9701-E928-00146255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67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C1657-1863-0BB9-117B-C14FE0D61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7923C-86F8-70BD-2089-684BBC0E4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0B649-836F-A341-8E5E-11D93A575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B6F78-4754-48D4-3DDF-DD08A524B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0634D-C5F5-58AD-3F08-6686F5DD3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63453-8C4A-59C4-52B1-1F61F91BB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2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3BDF2-7601-33E6-8BA9-1C51D456A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A41A9B-68CC-74A0-2D39-300DD48ABD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4DC97-0E1A-0E5C-E515-9C0710243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6F779-D163-3A68-F849-AAFA9099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C6170-4A09-09B3-4FA8-EB16A68C9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11C8B-B110-39D9-AA58-AF293066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1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D3CD-B23F-DCF2-98CC-F1673BB36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1B731-8FD6-80C5-212F-FE39FF8E0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5DB6F-F251-6A6C-F348-BDF1BA16A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FD937-BBD9-1AB6-0CB4-8FB338CE5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E017B-C21B-0E46-0B00-13E026D9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1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CC8A4-19A1-D5D3-014E-04DE86A90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150046-4E19-DC88-258C-825A6CB37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FAB8F-1A08-6A8C-7441-EA7DE2BE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49C86-BA9A-7828-C32F-636873D95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CE8C1-56CC-3F15-13DF-B826492E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47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4F251-8157-9829-D941-689247460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52C88-FB1F-CE47-53DA-1AC374651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B66B3-92D4-6E7F-76CD-A331EBD2A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423A9-3967-400C-9CE0-7B1FE7C64F10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04D1A-F9AC-9D30-E318-935F4E834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9383E-B7BD-BBFC-105E-B7E228FF8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93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1" name="Group 1080">
            <a:extLst>
              <a:ext uri="{FF2B5EF4-FFF2-40B4-BE49-F238E27FC236}">
                <a16:creationId xmlns:a16="http://schemas.microsoft.com/office/drawing/2014/main" id="{F144E182-B51B-0325-79EF-25926F611B99}"/>
              </a:ext>
            </a:extLst>
          </p:cNvPr>
          <p:cNvGrpSpPr/>
          <p:nvPr/>
        </p:nvGrpSpPr>
        <p:grpSpPr>
          <a:xfrm>
            <a:off x="161063" y="474814"/>
            <a:ext cx="6711696" cy="6281737"/>
            <a:chOff x="1231107" y="512763"/>
            <a:chExt cx="6214269" cy="6281737"/>
          </a:xfrm>
        </p:grpSpPr>
        <p:sp>
          <p:nvSpPr>
            <p:cNvPr id="883" name="Line 379">
              <a:extLst>
                <a:ext uri="{FF2B5EF4-FFF2-40B4-BE49-F238E27FC236}">
                  <a16:creationId xmlns:a16="http://schemas.microsoft.com/office/drawing/2014/main" id="{CBDE4AEF-4A5A-BBBF-E3B3-5CD7FF18B0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6107113"/>
              <a:ext cx="554513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4" name="Line 380">
              <a:extLst>
                <a:ext uri="{FF2B5EF4-FFF2-40B4-BE49-F238E27FC236}">
                  <a16:creationId xmlns:a16="http://schemas.microsoft.com/office/drawing/2014/main" id="{E8E6DF59-71DC-3F6C-8C3E-D162E0DC57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522288"/>
              <a:ext cx="554513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5" name="Line 381">
              <a:extLst>
                <a:ext uri="{FF2B5EF4-FFF2-40B4-BE49-F238E27FC236}">
                  <a16:creationId xmlns:a16="http://schemas.microsoft.com/office/drawing/2014/main" id="{76DE2A9C-4A8C-3028-455C-1A44D4BC5B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8850" y="6051550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6" name="Line 382">
              <a:extLst>
                <a:ext uri="{FF2B5EF4-FFF2-40B4-BE49-F238E27FC236}">
                  <a16:creationId xmlns:a16="http://schemas.microsoft.com/office/drawing/2014/main" id="{5A335E48-0C2F-0CB4-55BB-ACBA4AC683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9075" y="6051550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7" name="Line 383">
              <a:extLst>
                <a:ext uri="{FF2B5EF4-FFF2-40B4-BE49-F238E27FC236}">
                  <a16:creationId xmlns:a16="http://schemas.microsoft.com/office/drawing/2014/main" id="{595AE8FE-D157-6509-B486-1D291D6C90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8850" y="522288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8" name="Line 384">
              <a:extLst>
                <a:ext uri="{FF2B5EF4-FFF2-40B4-BE49-F238E27FC236}">
                  <a16:creationId xmlns:a16="http://schemas.microsoft.com/office/drawing/2014/main" id="{8555CF7A-F643-0EEA-5FED-1E3D5BF32B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9075" y="522288"/>
              <a:ext cx="0" cy="555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9" name="Line 385">
              <a:extLst>
                <a:ext uri="{FF2B5EF4-FFF2-40B4-BE49-F238E27FC236}">
                  <a16:creationId xmlns:a16="http://schemas.microsoft.com/office/drawing/2014/main" id="{9A24D960-3E2C-69FC-7E56-73AAC075F5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1988" y="6080125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0" name="Line 386">
              <a:extLst>
                <a:ext uri="{FF2B5EF4-FFF2-40B4-BE49-F238E27FC236}">
                  <a16:creationId xmlns:a16="http://schemas.microsoft.com/office/drawing/2014/main" id="{BD6C1833-AEAA-B080-CD5C-8FE0565B1F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89150" y="6080125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1" name="Line 387">
              <a:extLst>
                <a:ext uri="{FF2B5EF4-FFF2-40B4-BE49-F238E27FC236}">
                  <a16:creationId xmlns:a16="http://schemas.microsoft.com/office/drawing/2014/main" id="{66471156-8E5D-F724-8149-02C522F44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8850" y="6080125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2" name="Line 388">
              <a:extLst>
                <a:ext uri="{FF2B5EF4-FFF2-40B4-BE49-F238E27FC236}">
                  <a16:creationId xmlns:a16="http://schemas.microsoft.com/office/drawing/2014/main" id="{689121E4-760E-7FA0-F7B1-1EBACD4209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4363" y="6080125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3" name="Line 389">
              <a:extLst>
                <a:ext uri="{FF2B5EF4-FFF2-40B4-BE49-F238E27FC236}">
                  <a16:creationId xmlns:a16="http://schemas.microsoft.com/office/drawing/2014/main" id="{95968A34-8571-963F-CEB7-0AC9FB5D77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4113" y="6080125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4" name="Line 390">
              <a:extLst>
                <a:ext uri="{FF2B5EF4-FFF2-40B4-BE49-F238E27FC236}">
                  <a16:creationId xmlns:a16="http://schemas.microsoft.com/office/drawing/2014/main" id="{899766DE-1EA4-42F0-BD9B-AF9B6BAE18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8288" y="6080125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5" name="Line 391">
              <a:extLst>
                <a:ext uri="{FF2B5EF4-FFF2-40B4-BE49-F238E27FC236}">
                  <a16:creationId xmlns:a16="http://schemas.microsoft.com/office/drawing/2014/main" id="{C511EEA1-3AE2-46DA-D4FB-AEF9FCAABF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5150" y="6080125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6" name="Line 392">
              <a:extLst>
                <a:ext uri="{FF2B5EF4-FFF2-40B4-BE49-F238E27FC236}">
                  <a16:creationId xmlns:a16="http://schemas.microsoft.com/office/drawing/2014/main" id="{ECEA364F-FDFB-31E1-38B1-1CE2AE0328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18038" y="6080125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7" name="Line 393">
              <a:extLst>
                <a:ext uri="{FF2B5EF4-FFF2-40B4-BE49-F238E27FC236}">
                  <a16:creationId xmlns:a16="http://schemas.microsoft.com/office/drawing/2014/main" id="{A597AE08-461B-ECA2-426E-6F248EA594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24413" y="6080125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8" name="Line 394">
              <a:extLst>
                <a:ext uri="{FF2B5EF4-FFF2-40B4-BE49-F238E27FC236}">
                  <a16:creationId xmlns:a16="http://schemas.microsoft.com/office/drawing/2014/main" id="{F3F75DE5-F2F1-0303-AF68-15F2C5A73F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02213" y="6080125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9" name="Line 395">
              <a:extLst>
                <a:ext uri="{FF2B5EF4-FFF2-40B4-BE49-F238E27FC236}">
                  <a16:creationId xmlns:a16="http://schemas.microsoft.com/office/drawing/2014/main" id="{EFFE4D8D-EEF1-AABA-0AE0-2093A3349C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59375" y="6080125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0" name="Line 396">
              <a:extLst>
                <a:ext uri="{FF2B5EF4-FFF2-40B4-BE49-F238E27FC236}">
                  <a16:creationId xmlns:a16="http://schemas.microsoft.com/office/drawing/2014/main" id="{68647F57-BD57-0A7F-0DC8-8DFD485AB0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9075" y="6080125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1" name="Line 397">
              <a:extLst>
                <a:ext uri="{FF2B5EF4-FFF2-40B4-BE49-F238E27FC236}">
                  <a16:creationId xmlns:a16="http://schemas.microsoft.com/office/drawing/2014/main" id="{862EFAF6-CC08-B3F8-7D24-BB4C7F41EB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24588" y="6080125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2" name="Line 398">
              <a:extLst>
                <a:ext uri="{FF2B5EF4-FFF2-40B4-BE49-F238E27FC236}">
                  <a16:creationId xmlns:a16="http://schemas.microsoft.com/office/drawing/2014/main" id="{EE60552D-77C6-D8E6-9BF5-8521912D30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65925" y="6080125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3" name="Line 399">
              <a:extLst>
                <a:ext uri="{FF2B5EF4-FFF2-40B4-BE49-F238E27FC236}">
                  <a16:creationId xmlns:a16="http://schemas.microsoft.com/office/drawing/2014/main" id="{6D3C2514-4B57-3DAB-5150-F1457CA62D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48513" y="6080125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4" name="Line 400">
              <a:extLst>
                <a:ext uri="{FF2B5EF4-FFF2-40B4-BE49-F238E27FC236}">
                  <a16:creationId xmlns:a16="http://schemas.microsoft.com/office/drawing/2014/main" id="{BEAAF555-31FC-6779-F0A2-55DF014797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45375" y="6080125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5" name="Line 401">
              <a:extLst>
                <a:ext uri="{FF2B5EF4-FFF2-40B4-BE49-F238E27FC236}">
                  <a16:creationId xmlns:a16="http://schemas.microsoft.com/office/drawing/2014/main" id="{2D846D9A-B6E4-4F68-7E06-BF65E71BE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1988" y="522288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6" name="Line 402">
              <a:extLst>
                <a:ext uri="{FF2B5EF4-FFF2-40B4-BE49-F238E27FC236}">
                  <a16:creationId xmlns:a16="http://schemas.microsoft.com/office/drawing/2014/main" id="{271E7F8C-9101-F9D3-FC39-028B194565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9150" y="522288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7" name="Line 403">
              <a:extLst>
                <a:ext uri="{FF2B5EF4-FFF2-40B4-BE49-F238E27FC236}">
                  <a16:creationId xmlns:a16="http://schemas.microsoft.com/office/drawing/2014/main" id="{9EFD1100-F082-D604-6BDE-AD1313823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8850" y="522288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8" name="Line 404">
              <a:extLst>
                <a:ext uri="{FF2B5EF4-FFF2-40B4-BE49-F238E27FC236}">
                  <a16:creationId xmlns:a16="http://schemas.microsoft.com/office/drawing/2014/main" id="{7CCF6D78-FEB3-96AD-2FD9-06E2E7CEC9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4363" y="522288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9" name="Line 405">
              <a:extLst>
                <a:ext uri="{FF2B5EF4-FFF2-40B4-BE49-F238E27FC236}">
                  <a16:creationId xmlns:a16="http://schemas.microsoft.com/office/drawing/2014/main" id="{C6BF5D55-9665-D432-4128-60AD96516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4113" y="522288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0" name="Line 406">
              <a:extLst>
                <a:ext uri="{FF2B5EF4-FFF2-40B4-BE49-F238E27FC236}">
                  <a16:creationId xmlns:a16="http://schemas.microsoft.com/office/drawing/2014/main" id="{248D616B-50A0-9E68-6F9F-025309767A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8288" y="522288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1" name="Line 407">
              <a:extLst>
                <a:ext uri="{FF2B5EF4-FFF2-40B4-BE49-F238E27FC236}">
                  <a16:creationId xmlns:a16="http://schemas.microsoft.com/office/drawing/2014/main" id="{404BCD94-FE0A-989D-987C-6B51FEA09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5150" y="522288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2" name="Line 408">
              <a:extLst>
                <a:ext uri="{FF2B5EF4-FFF2-40B4-BE49-F238E27FC236}">
                  <a16:creationId xmlns:a16="http://schemas.microsoft.com/office/drawing/2014/main" id="{50C8E7BC-9AF4-F855-D2C7-9A829AE38C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8038" y="522288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3" name="Line 409">
              <a:extLst>
                <a:ext uri="{FF2B5EF4-FFF2-40B4-BE49-F238E27FC236}">
                  <a16:creationId xmlns:a16="http://schemas.microsoft.com/office/drawing/2014/main" id="{5EACDC29-C823-76C8-91ED-C15F7DC8AF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4413" y="522288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4" name="Line 410">
              <a:extLst>
                <a:ext uri="{FF2B5EF4-FFF2-40B4-BE49-F238E27FC236}">
                  <a16:creationId xmlns:a16="http://schemas.microsoft.com/office/drawing/2014/main" id="{CBAE4BBE-BC1E-D851-5F88-BEBC5167D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2213" y="522288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5" name="Line 411">
              <a:extLst>
                <a:ext uri="{FF2B5EF4-FFF2-40B4-BE49-F238E27FC236}">
                  <a16:creationId xmlns:a16="http://schemas.microsoft.com/office/drawing/2014/main" id="{E2894D13-108B-8BBD-C42E-99A1B903F7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9375" y="522288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6" name="Line 412">
              <a:extLst>
                <a:ext uri="{FF2B5EF4-FFF2-40B4-BE49-F238E27FC236}">
                  <a16:creationId xmlns:a16="http://schemas.microsoft.com/office/drawing/2014/main" id="{8AF66755-5BEA-A25C-6914-A519EDF5ED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9075" y="522288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7" name="Line 413">
              <a:extLst>
                <a:ext uri="{FF2B5EF4-FFF2-40B4-BE49-F238E27FC236}">
                  <a16:creationId xmlns:a16="http://schemas.microsoft.com/office/drawing/2014/main" id="{3A8F162E-0CD6-C774-D0E6-BFCA5DE419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4588" y="522288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8" name="Line 414">
              <a:extLst>
                <a:ext uri="{FF2B5EF4-FFF2-40B4-BE49-F238E27FC236}">
                  <a16:creationId xmlns:a16="http://schemas.microsoft.com/office/drawing/2014/main" id="{6583BEE0-B91D-120C-2AA3-E2552D22C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5925" y="522288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9" name="Line 415">
              <a:extLst>
                <a:ext uri="{FF2B5EF4-FFF2-40B4-BE49-F238E27FC236}">
                  <a16:creationId xmlns:a16="http://schemas.microsoft.com/office/drawing/2014/main" id="{B288D1FE-E55E-7A20-A33A-C692CB6C0E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8513" y="522288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0" name="Line 416">
              <a:extLst>
                <a:ext uri="{FF2B5EF4-FFF2-40B4-BE49-F238E27FC236}">
                  <a16:creationId xmlns:a16="http://schemas.microsoft.com/office/drawing/2014/main" id="{FBB67E80-7C6E-3E96-BE01-B111719894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45375" y="522288"/>
              <a:ext cx="0" cy="269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1" name="Rectangle 417">
              <a:extLst>
                <a:ext uri="{FF2B5EF4-FFF2-40B4-BE49-F238E27FC236}">
                  <a16:creationId xmlns:a16="http://schemas.microsoft.com/office/drawing/2014/main" id="{24E80346-0662-80EB-CB11-E49B22216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5338" y="6226175"/>
              <a:ext cx="26511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22" name="Rectangle 418">
              <a:extLst>
                <a:ext uri="{FF2B5EF4-FFF2-40B4-BE49-F238E27FC236}">
                  <a16:creationId xmlns:a16="http://schemas.microsoft.com/office/drawing/2014/main" id="{D0028905-1B8B-B9DC-59A7-1F0951EC9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7425" y="6170613"/>
              <a:ext cx="18256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23" name="Rectangle 419">
              <a:extLst>
                <a:ext uri="{FF2B5EF4-FFF2-40B4-BE49-F238E27FC236}">
                  <a16:creationId xmlns:a16="http://schemas.microsoft.com/office/drawing/2014/main" id="{6BEEF003-F42E-5702-80C2-11CB310C8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0800" y="6226175"/>
              <a:ext cx="26511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24" name="Rectangle 420">
              <a:extLst>
                <a:ext uri="{FF2B5EF4-FFF2-40B4-BE49-F238E27FC236}">
                  <a16:creationId xmlns:a16="http://schemas.microsoft.com/office/drawing/2014/main" id="{618F7BEA-6853-E71F-5C13-A5D5583CD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2888" y="6170613"/>
              <a:ext cx="18256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25" name="Rectangle 421">
              <a:extLst>
                <a:ext uri="{FF2B5EF4-FFF2-40B4-BE49-F238E27FC236}">
                  <a16:creationId xmlns:a16="http://schemas.microsoft.com/office/drawing/2014/main" id="{2C787024-5B8D-27E8-9413-2E772D07F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2713" y="6483350"/>
              <a:ext cx="1655763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cycles per pixel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26" name="Line 422">
              <a:extLst>
                <a:ext uri="{FF2B5EF4-FFF2-40B4-BE49-F238E27FC236}">
                  <a16:creationId xmlns:a16="http://schemas.microsoft.com/office/drawing/2014/main" id="{92D4974B-6D6E-0CD2-C985-0F8B29E05E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0238" y="522288"/>
              <a:ext cx="0" cy="558482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7" name="Line 423">
              <a:extLst>
                <a:ext uri="{FF2B5EF4-FFF2-40B4-BE49-F238E27FC236}">
                  <a16:creationId xmlns:a16="http://schemas.microsoft.com/office/drawing/2014/main" id="{B6E8CAF6-2C5C-CEF8-29A0-6946592655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45375" y="522288"/>
              <a:ext cx="0" cy="558482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8" name="Line 424">
              <a:extLst>
                <a:ext uri="{FF2B5EF4-FFF2-40B4-BE49-F238E27FC236}">
                  <a16:creationId xmlns:a16="http://schemas.microsoft.com/office/drawing/2014/main" id="{600A0DE5-4BDA-6B6C-B3DD-AD2A10167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5103813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9" name="Line 425">
              <a:extLst>
                <a:ext uri="{FF2B5EF4-FFF2-40B4-BE49-F238E27FC236}">
                  <a16:creationId xmlns:a16="http://schemas.microsoft.com/office/drawing/2014/main" id="{7E005B13-2820-ECC8-DE65-DF4DF6A6F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3986213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0" name="Line 426">
              <a:extLst>
                <a:ext uri="{FF2B5EF4-FFF2-40B4-BE49-F238E27FC236}">
                  <a16:creationId xmlns:a16="http://schemas.microsoft.com/office/drawing/2014/main" id="{63B2A6BE-903E-7D39-75D9-2E83A0B5F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2870200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1" name="Line 427">
              <a:extLst>
                <a:ext uri="{FF2B5EF4-FFF2-40B4-BE49-F238E27FC236}">
                  <a16:creationId xmlns:a16="http://schemas.microsoft.com/office/drawing/2014/main" id="{08862ED0-4369-AB1A-BFE4-692051C1FB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1752600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2" name="Line 428">
              <a:extLst>
                <a:ext uri="{FF2B5EF4-FFF2-40B4-BE49-F238E27FC236}">
                  <a16:creationId xmlns:a16="http://schemas.microsoft.com/office/drawing/2014/main" id="{B1070E51-1934-E833-EBB8-6748297A1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636588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3" name="Line 429">
              <a:extLst>
                <a:ext uri="{FF2B5EF4-FFF2-40B4-BE49-F238E27FC236}">
                  <a16:creationId xmlns:a16="http://schemas.microsoft.com/office/drawing/2014/main" id="{76296F19-B941-1AD6-F23B-82F182303E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89813" y="5103813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4" name="Line 430">
              <a:extLst>
                <a:ext uri="{FF2B5EF4-FFF2-40B4-BE49-F238E27FC236}">
                  <a16:creationId xmlns:a16="http://schemas.microsoft.com/office/drawing/2014/main" id="{CF1B8087-17F3-F363-3461-AFDA007FAC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89813" y="3986213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5" name="Line 431">
              <a:extLst>
                <a:ext uri="{FF2B5EF4-FFF2-40B4-BE49-F238E27FC236}">
                  <a16:creationId xmlns:a16="http://schemas.microsoft.com/office/drawing/2014/main" id="{36E5B210-189D-FCA5-2015-38092E1E7C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89813" y="2870200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6" name="Line 432">
              <a:extLst>
                <a:ext uri="{FF2B5EF4-FFF2-40B4-BE49-F238E27FC236}">
                  <a16:creationId xmlns:a16="http://schemas.microsoft.com/office/drawing/2014/main" id="{5C7DF95B-A084-AC00-2496-07EAAE8136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89813" y="1752600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7" name="Line 433">
              <a:extLst>
                <a:ext uri="{FF2B5EF4-FFF2-40B4-BE49-F238E27FC236}">
                  <a16:creationId xmlns:a16="http://schemas.microsoft.com/office/drawing/2014/main" id="{E6A8E694-AF7C-488D-DE90-5F7AC52D0B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89813" y="636588"/>
              <a:ext cx="555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8" name="Line 434">
              <a:extLst>
                <a:ext uri="{FF2B5EF4-FFF2-40B4-BE49-F238E27FC236}">
                  <a16:creationId xmlns:a16="http://schemas.microsoft.com/office/drawing/2014/main" id="{5A60600C-EB47-9D1B-2D85-B89F1152D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588486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9" name="Line 435">
              <a:extLst>
                <a:ext uri="{FF2B5EF4-FFF2-40B4-BE49-F238E27FC236}">
                  <a16:creationId xmlns:a16="http://schemas.microsoft.com/office/drawing/2014/main" id="{EB53070F-9C1F-B300-A73E-12B4BF11F3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568801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0" name="Line 436">
              <a:extLst>
                <a:ext uri="{FF2B5EF4-FFF2-40B4-BE49-F238E27FC236}">
                  <a16:creationId xmlns:a16="http://schemas.microsoft.com/office/drawing/2014/main" id="{380388A7-C53E-6E94-1AFB-3CBF11E7A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554831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1" name="Line 437">
              <a:extLst>
                <a:ext uri="{FF2B5EF4-FFF2-40B4-BE49-F238E27FC236}">
                  <a16:creationId xmlns:a16="http://schemas.microsoft.com/office/drawing/2014/main" id="{1E4269B4-0C5A-73BA-2B1A-943C3107D5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544036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2" name="Line 438">
              <a:extLst>
                <a:ext uri="{FF2B5EF4-FFF2-40B4-BE49-F238E27FC236}">
                  <a16:creationId xmlns:a16="http://schemas.microsoft.com/office/drawing/2014/main" id="{72FE9C7E-285E-A52C-4CCB-6FF46B7BCD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535146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3" name="Line 439">
              <a:extLst>
                <a:ext uri="{FF2B5EF4-FFF2-40B4-BE49-F238E27FC236}">
                  <a16:creationId xmlns:a16="http://schemas.microsoft.com/office/drawing/2014/main" id="{28A1834C-706D-C2D3-BBC8-9C568D9082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52768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4" name="Line 440">
              <a:extLst>
                <a:ext uri="{FF2B5EF4-FFF2-40B4-BE49-F238E27FC236}">
                  <a16:creationId xmlns:a16="http://schemas.microsoft.com/office/drawing/2014/main" id="{5953B74D-0DA7-51BA-D270-01D2ED1BB4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521176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5" name="Line 441">
              <a:extLst>
                <a:ext uri="{FF2B5EF4-FFF2-40B4-BE49-F238E27FC236}">
                  <a16:creationId xmlns:a16="http://schemas.microsoft.com/office/drawing/2014/main" id="{A2C8F964-CDD4-83BB-0B53-CF62A83C7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515461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6" name="Line 442">
              <a:extLst>
                <a:ext uri="{FF2B5EF4-FFF2-40B4-BE49-F238E27FC236}">
                  <a16:creationId xmlns:a16="http://schemas.microsoft.com/office/drawing/2014/main" id="{F84CD537-EA5D-BA10-7324-54F725AA5D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510381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7" name="Line 443">
              <a:extLst>
                <a:ext uri="{FF2B5EF4-FFF2-40B4-BE49-F238E27FC236}">
                  <a16:creationId xmlns:a16="http://schemas.microsoft.com/office/drawing/2014/main" id="{9125BBF2-95D2-7B8D-7867-5C70C328D9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476726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8" name="Line 444">
              <a:extLst>
                <a:ext uri="{FF2B5EF4-FFF2-40B4-BE49-F238E27FC236}">
                  <a16:creationId xmlns:a16="http://schemas.microsoft.com/office/drawing/2014/main" id="{BA114185-2CCB-248A-B71C-5C8F4AFC5A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457200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9" name="Line 445">
              <a:extLst>
                <a:ext uri="{FF2B5EF4-FFF2-40B4-BE49-F238E27FC236}">
                  <a16:creationId xmlns:a16="http://schemas.microsoft.com/office/drawing/2014/main" id="{67B0921E-E71F-C388-BA9C-174ACDB900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443230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0" name="Line 446">
              <a:extLst>
                <a:ext uri="{FF2B5EF4-FFF2-40B4-BE49-F238E27FC236}">
                  <a16:creationId xmlns:a16="http://schemas.microsoft.com/office/drawing/2014/main" id="{43F1C54C-8495-7CBC-4FED-ED1406497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432276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1" name="Line 447">
              <a:extLst>
                <a:ext uri="{FF2B5EF4-FFF2-40B4-BE49-F238E27FC236}">
                  <a16:creationId xmlns:a16="http://schemas.microsoft.com/office/drawing/2014/main" id="{FD6B8147-5124-4023-E0E8-2565C7C85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42354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2" name="Line 448">
              <a:extLst>
                <a:ext uri="{FF2B5EF4-FFF2-40B4-BE49-F238E27FC236}">
                  <a16:creationId xmlns:a16="http://schemas.microsoft.com/office/drawing/2014/main" id="{1CAC9D79-40A4-5F7F-B36C-23143EAB1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41592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3" name="Line 449">
              <a:extLst>
                <a:ext uri="{FF2B5EF4-FFF2-40B4-BE49-F238E27FC236}">
                  <a16:creationId xmlns:a16="http://schemas.microsoft.com/office/drawing/2014/main" id="{E2246734-1325-C49C-6548-4D8ADB2D46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40957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4" name="Line 450">
              <a:extLst>
                <a:ext uri="{FF2B5EF4-FFF2-40B4-BE49-F238E27FC236}">
                  <a16:creationId xmlns:a16="http://schemas.microsoft.com/office/drawing/2014/main" id="{61D389DE-FA09-0B96-22CC-5710FC4D94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403860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5" name="Line 451">
              <a:extLst>
                <a:ext uri="{FF2B5EF4-FFF2-40B4-BE49-F238E27FC236}">
                  <a16:creationId xmlns:a16="http://schemas.microsoft.com/office/drawing/2014/main" id="{855FE8B3-77BC-686A-0C7E-34A4FF0CA4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398621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6" name="Line 452">
              <a:extLst>
                <a:ext uri="{FF2B5EF4-FFF2-40B4-BE49-F238E27FC236}">
                  <a16:creationId xmlns:a16="http://schemas.microsoft.com/office/drawing/2014/main" id="{A961626C-358E-23B0-CC02-338781B961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36512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7" name="Line 453">
              <a:extLst>
                <a:ext uri="{FF2B5EF4-FFF2-40B4-BE49-F238E27FC236}">
                  <a16:creationId xmlns:a16="http://schemas.microsoft.com/office/drawing/2014/main" id="{F2619C87-70AE-4055-37A1-15781480AD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345440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8" name="Line 454">
              <a:extLst>
                <a:ext uri="{FF2B5EF4-FFF2-40B4-BE49-F238E27FC236}">
                  <a16:creationId xmlns:a16="http://schemas.microsoft.com/office/drawing/2014/main" id="{90EAE19B-B4E1-7925-2F33-9F6A2D4EF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331470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9" name="Line 455">
              <a:extLst>
                <a:ext uri="{FF2B5EF4-FFF2-40B4-BE49-F238E27FC236}">
                  <a16:creationId xmlns:a16="http://schemas.microsoft.com/office/drawing/2014/main" id="{96E2DE0F-FC85-90AF-FF9F-689576D41B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32067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0" name="Line 456">
              <a:extLst>
                <a:ext uri="{FF2B5EF4-FFF2-40B4-BE49-F238E27FC236}">
                  <a16:creationId xmlns:a16="http://schemas.microsoft.com/office/drawing/2014/main" id="{619EF05E-7676-4695-712B-821E98C835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31178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1" name="Line 457">
              <a:extLst>
                <a:ext uri="{FF2B5EF4-FFF2-40B4-BE49-F238E27FC236}">
                  <a16:creationId xmlns:a16="http://schemas.microsoft.com/office/drawing/2014/main" id="{D96564E8-FE2E-EA5C-AE14-A4F797C169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304323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2" name="Line 458">
              <a:extLst>
                <a:ext uri="{FF2B5EF4-FFF2-40B4-BE49-F238E27FC236}">
                  <a16:creationId xmlns:a16="http://schemas.microsoft.com/office/drawing/2014/main" id="{B080498F-BE8C-0A5B-F884-AA38C20D62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29781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3" name="Line 459">
              <a:extLst>
                <a:ext uri="{FF2B5EF4-FFF2-40B4-BE49-F238E27FC236}">
                  <a16:creationId xmlns:a16="http://schemas.microsoft.com/office/drawing/2014/main" id="{83C62DFB-EFA0-4A54-8A0D-79EC011AB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292100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4" name="Line 460">
              <a:extLst>
                <a:ext uri="{FF2B5EF4-FFF2-40B4-BE49-F238E27FC236}">
                  <a16:creationId xmlns:a16="http://schemas.microsoft.com/office/drawing/2014/main" id="{097A0194-2A3B-B861-BABA-128CC5B890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287020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5" name="Line 461">
              <a:extLst>
                <a:ext uri="{FF2B5EF4-FFF2-40B4-BE49-F238E27FC236}">
                  <a16:creationId xmlns:a16="http://schemas.microsoft.com/office/drawing/2014/main" id="{D65FC03E-A93A-C45C-D885-4949852AB7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25336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6" name="Line 462">
              <a:extLst>
                <a:ext uri="{FF2B5EF4-FFF2-40B4-BE49-F238E27FC236}">
                  <a16:creationId xmlns:a16="http://schemas.microsoft.com/office/drawing/2014/main" id="{F24C592F-51D2-099C-1386-B43840E47A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233680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7" name="Line 463">
              <a:extLst>
                <a:ext uri="{FF2B5EF4-FFF2-40B4-BE49-F238E27FC236}">
                  <a16:creationId xmlns:a16="http://schemas.microsoft.com/office/drawing/2014/main" id="{030C7FD9-22CA-D1C3-DC4F-0D9EC1784E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219710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8" name="Line 464">
              <a:extLst>
                <a:ext uri="{FF2B5EF4-FFF2-40B4-BE49-F238E27FC236}">
                  <a16:creationId xmlns:a16="http://schemas.microsoft.com/office/drawing/2014/main" id="{E9D321CE-11DE-605D-D3B6-AE5E6A01D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20891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9" name="Line 465">
              <a:extLst>
                <a:ext uri="{FF2B5EF4-FFF2-40B4-BE49-F238E27FC236}">
                  <a16:creationId xmlns:a16="http://schemas.microsoft.com/office/drawing/2014/main" id="{A79F1DFF-9EE1-5630-5A77-4209C63E2F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20002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0" name="Line 466">
              <a:extLst>
                <a:ext uri="{FF2B5EF4-FFF2-40B4-BE49-F238E27FC236}">
                  <a16:creationId xmlns:a16="http://schemas.microsoft.com/office/drawing/2014/main" id="{948E0EBA-1C4E-689C-24EB-EABA6542A9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192563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1" name="Line 467">
              <a:extLst>
                <a:ext uri="{FF2B5EF4-FFF2-40B4-BE49-F238E27FC236}">
                  <a16:creationId xmlns:a16="http://schemas.microsoft.com/office/drawing/2014/main" id="{84C81B81-B266-023A-8F00-3716DAF08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18605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2" name="Line 468">
              <a:extLst>
                <a:ext uri="{FF2B5EF4-FFF2-40B4-BE49-F238E27FC236}">
                  <a16:creationId xmlns:a16="http://schemas.microsoft.com/office/drawing/2014/main" id="{45EECEE3-FB02-21B0-F418-27791489E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180340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3" name="Line 469">
              <a:extLst>
                <a:ext uri="{FF2B5EF4-FFF2-40B4-BE49-F238E27FC236}">
                  <a16:creationId xmlns:a16="http://schemas.microsoft.com/office/drawing/2014/main" id="{78F9352C-C159-20E5-4DF2-3400E09E3B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175260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4" name="Line 470">
              <a:extLst>
                <a:ext uri="{FF2B5EF4-FFF2-40B4-BE49-F238E27FC236}">
                  <a16:creationId xmlns:a16="http://schemas.microsoft.com/office/drawing/2014/main" id="{A1339E83-2541-FA2C-6246-D8713D085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14160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5" name="Line 471">
              <a:extLst>
                <a:ext uri="{FF2B5EF4-FFF2-40B4-BE49-F238E27FC236}">
                  <a16:creationId xmlns:a16="http://schemas.microsoft.com/office/drawing/2014/main" id="{5D7ABDBA-0088-CC0C-E718-8EE8A51EAE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122078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6" name="Line 472">
              <a:extLst>
                <a:ext uri="{FF2B5EF4-FFF2-40B4-BE49-F238E27FC236}">
                  <a16:creationId xmlns:a16="http://schemas.microsoft.com/office/drawing/2014/main" id="{2492F787-510E-F779-51BB-784EB09863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108108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7" name="Line 473">
              <a:extLst>
                <a:ext uri="{FF2B5EF4-FFF2-40B4-BE49-F238E27FC236}">
                  <a16:creationId xmlns:a16="http://schemas.microsoft.com/office/drawing/2014/main" id="{D22F94C4-0633-9585-01C9-4811951F0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9715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8" name="Line 474">
              <a:extLst>
                <a:ext uri="{FF2B5EF4-FFF2-40B4-BE49-F238E27FC236}">
                  <a16:creationId xmlns:a16="http://schemas.microsoft.com/office/drawing/2014/main" id="{312FDFE0-7B0E-11EB-94C2-2CDA40C9C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88423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9" name="Line 475">
              <a:extLst>
                <a:ext uri="{FF2B5EF4-FFF2-40B4-BE49-F238E27FC236}">
                  <a16:creationId xmlns:a16="http://schemas.microsoft.com/office/drawing/2014/main" id="{5816345B-F591-7799-5B5E-F2D3CCA8C4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80803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0" name="Line 476">
              <a:extLst>
                <a:ext uri="{FF2B5EF4-FFF2-40B4-BE49-F238E27FC236}">
                  <a16:creationId xmlns:a16="http://schemas.microsoft.com/office/drawing/2014/main" id="{9778B296-AB47-60AA-F121-E4C111816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74453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1" name="Line 477">
              <a:extLst>
                <a:ext uri="{FF2B5EF4-FFF2-40B4-BE49-F238E27FC236}">
                  <a16:creationId xmlns:a16="http://schemas.microsoft.com/office/drawing/2014/main" id="{9BBABADE-C00D-DE82-6D17-01A489569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68738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2" name="Line 478">
              <a:extLst>
                <a:ext uri="{FF2B5EF4-FFF2-40B4-BE49-F238E27FC236}">
                  <a16:creationId xmlns:a16="http://schemas.microsoft.com/office/drawing/2014/main" id="{9903207D-CBC9-BC1A-BF50-091C1D0DD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63658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3" name="Line 479">
              <a:extLst>
                <a:ext uri="{FF2B5EF4-FFF2-40B4-BE49-F238E27FC236}">
                  <a16:creationId xmlns:a16="http://schemas.microsoft.com/office/drawing/2014/main" id="{60EE4881-C300-849E-063D-2471F4D711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5884863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4" name="Line 480">
              <a:extLst>
                <a:ext uri="{FF2B5EF4-FFF2-40B4-BE49-F238E27FC236}">
                  <a16:creationId xmlns:a16="http://schemas.microsoft.com/office/drawing/2014/main" id="{4A073CFE-2862-BFEB-DEC9-9A22EADC3D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5688013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5" name="Line 481">
              <a:extLst>
                <a:ext uri="{FF2B5EF4-FFF2-40B4-BE49-F238E27FC236}">
                  <a16:creationId xmlns:a16="http://schemas.microsoft.com/office/drawing/2014/main" id="{B8625F4B-130E-57B7-3746-AB406614ED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5548313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6" name="Line 482">
              <a:extLst>
                <a:ext uri="{FF2B5EF4-FFF2-40B4-BE49-F238E27FC236}">
                  <a16:creationId xmlns:a16="http://schemas.microsoft.com/office/drawing/2014/main" id="{C5AA30B3-98BF-FED9-6F3A-D5C291527A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5440363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7" name="Line 483">
              <a:extLst>
                <a:ext uri="{FF2B5EF4-FFF2-40B4-BE49-F238E27FC236}">
                  <a16:creationId xmlns:a16="http://schemas.microsoft.com/office/drawing/2014/main" id="{1D7E2FB9-445B-65CF-CC55-8E49A43F9C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5351463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8" name="Line 484">
              <a:extLst>
                <a:ext uri="{FF2B5EF4-FFF2-40B4-BE49-F238E27FC236}">
                  <a16:creationId xmlns:a16="http://schemas.microsoft.com/office/drawing/2014/main" id="{BF20FC39-9C96-5CF2-1565-C2B229F2AF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527685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9" name="Line 485">
              <a:extLst>
                <a:ext uri="{FF2B5EF4-FFF2-40B4-BE49-F238E27FC236}">
                  <a16:creationId xmlns:a16="http://schemas.microsoft.com/office/drawing/2014/main" id="{FFFDB59A-1251-12A1-5E17-2663DC43A9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5211763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0" name="Line 486">
              <a:extLst>
                <a:ext uri="{FF2B5EF4-FFF2-40B4-BE49-F238E27FC236}">
                  <a16:creationId xmlns:a16="http://schemas.microsoft.com/office/drawing/2014/main" id="{9D2FF6C6-3A7F-B0DB-AEA7-C70D4871E4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5154613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1" name="Line 487">
              <a:extLst>
                <a:ext uri="{FF2B5EF4-FFF2-40B4-BE49-F238E27FC236}">
                  <a16:creationId xmlns:a16="http://schemas.microsoft.com/office/drawing/2014/main" id="{E00F82F1-A7F4-A5D7-8EC6-E0C1E8A272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5103813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2" name="Line 488">
              <a:extLst>
                <a:ext uri="{FF2B5EF4-FFF2-40B4-BE49-F238E27FC236}">
                  <a16:creationId xmlns:a16="http://schemas.microsoft.com/office/drawing/2014/main" id="{F8E0DEA7-5DFD-3720-9347-0EF79D3E42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4767263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3" name="Line 489">
              <a:extLst>
                <a:ext uri="{FF2B5EF4-FFF2-40B4-BE49-F238E27FC236}">
                  <a16:creationId xmlns:a16="http://schemas.microsoft.com/office/drawing/2014/main" id="{AC018037-4F45-C11A-6D64-DF75D74B35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457200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4" name="Line 490">
              <a:extLst>
                <a:ext uri="{FF2B5EF4-FFF2-40B4-BE49-F238E27FC236}">
                  <a16:creationId xmlns:a16="http://schemas.microsoft.com/office/drawing/2014/main" id="{54F8E2BF-500A-23BE-5448-B224DC870A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443230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5" name="Line 491">
              <a:extLst>
                <a:ext uri="{FF2B5EF4-FFF2-40B4-BE49-F238E27FC236}">
                  <a16:creationId xmlns:a16="http://schemas.microsoft.com/office/drawing/2014/main" id="{E586151F-1A46-A07F-BC7D-3C6F1A7953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4322763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6" name="Line 492">
              <a:extLst>
                <a:ext uri="{FF2B5EF4-FFF2-40B4-BE49-F238E27FC236}">
                  <a16:creationId xmlns:a16="http://schemas.microsoft.com/office/drawing/2014/main" id="{0E29019D-0050-8A76-883A-BF22DC2DD7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423545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7" name="Line 493">
              <a:extLst>
                <a:ext uri="{FF2B5EF4-FFF2-40B4-BE49-F238E27FC236}">
                  <a16:creationId xmlns:a16="http://schemas.microsoft.com/office/drawing/2014/main" id="{7C75E7CA-098E-54AF-993F-4CE8F33B08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415925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8" name="Line 494">
              <a:extLst>
                <a:ext uri="{FF2B5EF4-FFF2-40B4-BE49-F238E27FC236}">
                  <a16:creationId xmlns:a16="http://schemas.microsoft.com/office/drawing/2014/main" id="{CDE6C007-85BC-C1F6-ED5C-2D101D44A2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409575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9" name="Line 495">
              <a:extLst>
                <a:ext uri="{FF2B5EF4-FFF2-40B4-BE49-F238E27FC236}">
                  <a16:creationId xmlns:a16="http://schemas.microsoft.com/office/drawing/2014/main" id="{204B20B7-02B5-2C4D-09A3-81BF4321DD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403860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0" name="Line 496">
              <a:extLst>
                <a:ext uri="{FF2B5EF4-FFF2-40B4-BE49-F238E27FC236}">
                  <a16:creationId xmlns:a16="http://schemas.microsoft.com/office/drawing/2014/main" id="{95DBA347-9CAE-D0A2-3740-7D855819F0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3986213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1" name="Line 497">
              <a:extLst>
                <a:ext uri="{FF2B5EF4-FFF2-40B4-BE49-F238E27FC236}">
                  <a16:creationId xmlns:a16="http://schemas.microsoft.com/office/drawing/2014/main" id="{083A3156-7883-DF6A-BBA3-BD860197DB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365125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2" name="Line 498">
              <a:extLst>
                <a:ext uri="{FF2B5EF4-FFF2-40B4-BE49-F238E27FC236}">
                  <a16:creationId xmlns:a16="http://schemas.microsoft.com/office/drawing/2014/main" id="{E19A6039-71B2-34C2-4084-422B6AB967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345440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3" name="Line 499">
              <a:extLst>
                <a:ext uri="{FF2B5EF4-FFF2-40B4-BE49-F238E27FC236}">
                  <a16:creationId xmlns:a16="http://schemas.microsoft.com/office/drawing/2014/main" id="{B7981BD8-3BD7-C4E3-B572-C3FACCBB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331470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4" name="Line 500">
              <a:extLst>
                <a:ext uri="{FF2B5EF4-FFF2-40B4-BE49-F238E27FC236}">
                  <a16:creationId xmlns:a16="http://schemas.microsoft.com/office/drawing/2014/main" id="{60D30D2A-C8F9-09E2-6CE1-9456CB9D73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320675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5" name="Line 501">
              <a:extLst>
                <a:ext uri="{FF2B5EF4-FFF2-40B4-BE49-F238E27FC236}">
                  <a16:creationId xmlns:a16="http://schemas.microsoft.com/office/drawing/2014/main" id="{1AF4BD80-AA83-D8AF-C98A-7938FFA054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311785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6" name="Line 502">
              <a:extLst>
                <a:ext uri="{FF2B5EF4-FFF2-40B4-BE49-F238E27FC236}">
                  <a16:creationId xmlns:a16="http://schemas.microsoft.com/office/drawing/2014/main" id="{6C728D80-D609-8CAF-6B60-79FF283C6C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3043238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7" name="Line 503">
              <a:extLst>
                <a:ext uri="{FF2B5EF4-FFF2-40B4-BE49-F238E27FC236}">
                  <a16:creationId xmlns:a16="http://schemas.microsoft.com/office/drawing/2014/main" id="{F58FA16D-B4F5-15C3-778C-DEDABC5387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297815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8" name="Line 504">
              <a:extLst>
                <a:ext uri="{FF2B5EF4-FFF2-40B4-BE49-F238E27FC236}">
                  <a16:creationId xmlns:a16="http://schemas.microsoft.com/office/drawing/2014/main" id="{095F6D61-406F-18CB-CEC0-EF53E5F21A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292100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9" name="Line 505">
              <a:extLst>
                <a:ext uri="{FF2B5EF4-FFF2-40B4-BE49-F238E27FC236}">
                  <a16:creationId xmlns:a16="http://schemas.microsoft.com/office/drawing/2014/main" id="{732A532C-7E70-B192-6C03-6A532FF4F1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287020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0" name="Line 506">
              <a:extLst>
                <a:ext uri="{FF2B5EF4-FFF2-40B4-BE49-F238E27FC236}">
                  <a16:creationId xmlns:a16="http://schemas.microsoft.com/office/drawing/2014/main" id="{A439888C-DBA5-0ECE-7A09-7211B3C96C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253365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1" name="Line 507">
              <a:extLst>
                <a:ext uri="{FF2B5EF4-FFF2-40B4-BE49-F238E27FC236}">
                  <a16:creationId xmlns:a16="http://schemas.microsoft.com/office/drawing/2014/main" id="{712B400B-2BFB-92D2-AF5C-1116950BAB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233680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2" name="Line 508">
              <a:extLst>
                <a:ext uri="{FF2B5EF4-FFF2-40B4-BE49-F238E27FC236}">
                  <a16:creationId xmlns:a16="http://schemas.microsoft.com/office/drawing/2014/main" id="{ACB92ACB-C991-F31D-655B-6CA1287114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219710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3" name="Line 509">
              <a:extLst>
                <a:ext uri="{FF2B5EF4-FFF2-40B4-BE49-F238E27FC236}">
                  <a16:creationId xmlns:a16="http://schemas.microsoft.com/office/drawing/2014/main" id="{47F7C2E6-CFCC-C580-D5AC-CECD279C10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208915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4" name="Line 510">
              <a:extLst>
                <a:ext uri="{FF2B5EF4-FFF2-40B4-BE49-F238E27FC236}">
                  <a16:creationId xmlns:a16="http://schemas.microsoft.com/office/drawing/2014/main" id="{31FB8B73-2F14-3CDD-1C6F-3A05D9B42A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200025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5" name="Line 511">
              <a:extLst>
                <a:ext uri="{FF2B5EF4-FFF2-40B4-BE49-F238E27FC236}">
                  <a16:creationId xmlns:a16="http://schemas.microsoft.com/office/drawing/2014/main" id="{76EF046E-716B-D4AD-E4E4-05CCBC931A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1925638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6" name="Line 512">
              <a:extLst>
                <a:ext uri="{FF2B5EF4-FFF2-40B4-BE49-F238E27FC236}">
                  <a16:creationId xmlns:a16="http://schemas.microsoft.com/office/drawing/2014/main" id="{889C9151-C8D7-E5DB-3CF4-835057D88D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186055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7" name="Line 513">
              <a:extLst>
                <a:ext uri="{FF2B5EF4-FFF2-40B4-BE49-F238E27FC236}">
                  <a16:creationId xmlns:a16="http://schemas.microsoft.com/office/drawing/2014/main" id="{8CAFB19D-E155-68D8-1AD7-5847C0A0B6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180340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8" name="Line 514">
              <a:extLst>
                <a:ext uri="{FF2B5EF4-FFF2-40B4-BE49-F238E27FC236}">
                  <a16:creationId xmlns:a16="http://schemas.microsoft.com/office/drawing/2014/main" id="{A7D3D95B-3F7D-2A24-8A6C-7CC5EA3BAA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175260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9" name="Line 515">
              <a:extLst>
                <a:ext uri="{FF2B5EF4-FFF2-40B4-BE49-F238E27FC236}">
                  <a16:creationId xmlns:a16="http://schemas.microsoft.com/office/drawing/2014/main" id="{30E6EE64-283A-3E8E-2EB5-0135911B0B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141605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0" name="Line 516">
              <a:extLst>
                <a:ext uri="{FF2B5EF4-FFF2-40B4-BE49-F238E27FC236}">
                  <a16:creationId xmlns:a16="http://schemas.microsoft.com/office/drawing/2014/main" id="{DF00F9C3-4347-099E-A967-47CF2C6815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1220788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1" name="Line 517">
              <a:extLst>
                <a:ext uri="{FF2B5EF4-FFF2-40B4-BE49-F238E27FC236}">
                  <a16:creationId xmlns:a16="http://schemas.microsoft.com/office/drawing/2014/main" id="{5198BD78-3AFE-777B-43BD-C3E20063D5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1081088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2" name="Line 518">
              <a:extLst>
                <a:ext uri="{FF2B5EF4-FFF2-40B4-BE49-F238E27FC236}">
                  <a16:creationId xmlns:a16="http://schemas.microsoft.com/office/drawing/2014/main" id="{71B8AF61-2DEC-12A8-DD04-D6CE09601D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971550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3" name="Line 519">
              <a:extLst>
                <a:ext uri="{FF2B5EF4-FFF2-40B4-BE49-F238E27FC236}">
                  <a16:creationId xmlns:a16="http://schemas.microsoft.com/office/drawing/2014/main" id="{77EE7FFB-A62D-CAE1-99F7-DBE1A156DD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884238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4" name="Line 520">
              <a:extLst>
                <a:ext uri="{FF2B5EF4-FFF2-40B4-BE49-F238E27FC236}">
                  <a16:creationId xmlns:a16="http://schemas.microsoft.com/office/drawing/2014/main" id="{8CD2CAD1-051B-A003-77C7-1BF931CB56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808038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5" name="Line 521">
              <a:extLst>
                <a:ext uri="{FF2B5EF4-FFF2-40B4-BE49-F238E27FC236}">
                  <a16:creationId xmlns:a16="http://schemas.microsoft.com/office/drawing/2014/main" id="{61DFF04B-E575-7636-0131-BFECCB685E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744538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6" name="Line 522">
              <a:extLst>
                <a:ext uri="{FF2B5EF4-FFF2-40B4-BE49-F238E27FC236}">
                  <a16:creationId xmlns:a16="http://schemas.microsoft.com/office/drawing/2014/main" id="{CD8BA8EB-DE21-E4D8-2C68-F8D841BE49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687388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7" name="Line 523">
              <a:extLst>
                <a:ext uri="{FF2B5EF4-FFF2-40B4-BE49-F238E27FC236}">
                  <a16:creationId xmlns:a16="http://schemas.microsoft.com/office/drawing/2014/main" id="{5902BA2B-8A55-76F7-F1A3-50BD570C72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8388" y="636588"/>
              <a:ext cx="269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8" name="Rectangle 524">
              <a:extLst>
                <a:ext uri="{FF2B5EF4-FFF2-40B4-BE49-F238E27FC236}">
                  <a16:creationId xmlns:a16="http://schemas.microsoft.com/office/drawing/2014/main" id="{AC8279D9-F7B7-6B5B-4E86-FEAC53EA1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5588" y="5035550"/>
              <a:ext cx="26511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29" name="Rectangle 525">
              <a:extLst>
                <a:ext uri="{FF2B5EF4-FFF2-40B4-BE49-F238E27FC236}">
                  <a16:creationId xmlns:a16="http://schemas.microsoft.com/office/drawing/2014/main" id="{CC5B198D-0C01-F7C8-9AA8-C9C5A0547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675" y="4979988"/>
              <a:ext cx="18256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0" name="Rectangle 526">
              <a:extLst>
                <a:ext uri="{FF2B5EF4-FFF2-40B4-BE49-F238E27FC236}">
                  <a16:creationId xmlns:a16="http://schemas.microsoft.com/office/drawing/2014/main" id="{427C8144-ABE1-751D-EE92-8D57353F4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5588" y="3919538"/>
              <a:ext cx="26511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1" name="Rectangle 527">
              <a:extLst>
                <a:ext uri="{FF2B5EF4-FFF2-40B4-BE49-F238E27FC236}">
                  <a16:creationId xmlns:a16="http://schemas.microsoft.com/office/drawing/2014/main" id="{97D47BBC-059F-B7D1-EE92-ADB9D4D1B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675" y="3863975"/>
              <a:ext cx="18256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2" name="Rectangle 528">
              <a:extLst>
                <a:ext uri="{FF2B5EF4-FFF2-40B4-BE49-F238E27FC236}">
                  <a16:creationId xmlns:a16="http://schemas.microsoft.com/office/drawing/2014/main" id="{33F2B510-09BB-8ACD-3D26-0B3F79C2A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038" y="2801938"/>
              <a:ext cx="26511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3" name="Rectangle 529">
              <a:extLst>
                <a:ext uri="{FF2B5EF4-FFF2-40B4-BE49-F238E27FC236}">
                  <a16:creationId xmlns:a16="http://schemas.microsoft.com/office/drawing/2014/main" id="{A6D87F23-3D52-7A0A-CDD9-0D7596045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125" y="2746375"/>
              <a:ext cx="13811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4" name="Rectangle 530">
              <a:extLst>
                <a:ext uri="{FF2B5EF4-FFF2-40B4-BE49-F238E27FC236}">
                  <a16:creationId xmlns:a16="http://schemas.microsoft.com/office/drawing/2014/main" id="{7536F43F-01CC-4806-4029-D4920DC8B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038" y="1684338"/>
              <a:ext cx="26511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5" name="Rectangle 531">
              <a:extLst>
                <a:ext uri="{FF2B5EF4-FFF2-40B4-BE49-F238E27FC236}">
                  <a16:creationId xmlns:a16="http://schemas.microsoft.com/office/drawing/2014/main" id="{95DB9412-6682-9938-D47C-E2D08E71B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125" y="1628775"/>
              <a:ext cx="13811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6" name="Rectangle 532">
              <a:extLst>
                <a:ext uri="{FF2B5EF4-FFF2-40B4-BE49-F238E27FC236}">
                  <a16:creationId xmlns:a16="http://schemas.microsoft.com/office/drawing/2014/main" id="{66CCF240-0418-EF79-7983-898A516E1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038" y="568325"/>
              <a:ext cx="26511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7" name="Rectangle 533">
              <a:extLst>
                <a:ext uri="{FF2B5EF4-FFF2-40B4-BE49-F238E27FC236}">
                  <a16:creationId xmlns:a16="http://schemas.microsoft.com/office/drawing/2014/main" id="{A44F3490-FDD3-4776-3089-DE0DF1E3F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125" y="512763"/>
              <a:ext cx="13811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8" name="Rectangle 534">
              <a:extLst>
                <a:ext uri="{FF2B5EF4-FFF2-40B4-BE49-F238E27FC236}">
                  <a16:creationId xmlns:a16="http://schemas.microsoft.com/office/drawing/2014/main" id="{D98346F2-55D3-D883-DF80-85EE5A2B695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273175" y="3346450"/>
              <a:ext cx="228600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9" name="Rectangle 535">
              <a:extLst>
                <a:ext uri="{FF2B5EF4-FFF2-40B4-BE49-F238E27FC236}">
                  <a16:creationId xmlns:a16="http://schemas.microsoft.com/office/drawing/2014/main" id="{D45A1ED0-9BE2-A94E-A7C8-45AEF59D605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273175" y="3227388"/>
              <a:ext cx="228600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40" name="Rectangle 536">
              <a:extLst>
                <a:ext uri="{FF2B5EF4-FFF2-40B4-BE49-F238E27FC236}">
                  <a16:creationId xmlns:a16="http://schemas.microsoft.com/office/drawing/2014/main" id="{A5649E72-403C-A6F2-27EE-B8CD61D8D1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254125" y="3089275"/>
              <a:ext cx="265113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41" name="Rectangle 537">
              <a:extLst>
                <a:ext uri="{FF2B5EF4-FFF2-40B4-BE49-F238E27FC236}">
                  <a16:creationId xmlns:a16="http://schemas.microsoft.com/office/drawing/2014/main" id="{B9352176-E925-E576-5CC8-547D86E798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273175" y="2952750"/>
              <a:ext cx="228600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42" name="Rectangle 538">
              <a:extLst>
                <a:ext uri="{FF2B5EF4-FFF2-40B4-BE49-F238E27FC236}">
                  <a16:creationId xmlns:a16="http://schemas.microsoft.com/office/drawing/2014/main" id="{382D26CF-BF30-346F-A0CE-D64027D648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00163" y="2860675"/>
              <a:ext cx="174625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43" name="Oval 539">
              <a:extLst>
                <a:ext uri="{FF2B5EF4-FFF2-40B4-BE49-F238E27FC236}">
                  <a16:creationId xmlns:a16="http://schemas.microsoft.com/office/drawing/2014/main" id="{E936EA5E-3216-260E-2519-3CE032C47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7538" y="211613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4" name="Oval 540">
              <a:extLst>
                <a:ext uri="{FF2B5EF4-FFF2-40B4-BE49-F238E27FC236}">
                  <a16:creationId xmlns:a16="http://schemas.microsoft.com/office/drawing/2014/main" id="{87EDA019-19EB-1F94-376E-6D075C707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050" y="29765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5" name="Oval 541">
              <a:extLst>
                <a:ext uri="{FF2B5EF4-FFF2-40B4-BE49-F238E27FC236}">
                  <a16:creationId xmlns:a16="http://schemas.microsoft.com/office/drawing/2014/main" id="{ED810D79-3EF3-6A87-97ED-D63C14954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37099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6" name="Oval 542">
              <a:extLst>
                <a:ext uri="{FF2B5EF4-FFF2-40B4-BE49-F238E27FC236}">
                  <a16:creationId xmlns:a16="http://schemas.microsoft.com/office/drawing/2014/main" id="{FA423DA8-A335-F5A5-DA1D-204C049A0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975" y="40560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7" name="Oval 543">
              <a:extLst>
                <a:ext uri="{FF2B5EF4-FFF2-40B4-BE49-F238E27FC236}">
                  <a16:creationId xmlns:a16="http://schemas.microsoft.com/office/drawing/2014/main" id="{0E170C34-0794-F9A0-FFC1-575741F0B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838" y="4410075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8" name="Oval 544">
              <a:extLst>
                <a:ext uri="{FF2B5EF4-FFF2-40B4-BE49-F238E27FC236}">
                  <a16:creationId xmlns:a16="http://schemas.microsoft.com/office/drawing/2014/main" id="{AF265B9D-CC94-D29C-9319-CDB868243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725" y="4667250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9" name="Oval 545">
              <a:extLst>
                <a:ext uri="{FF2B5EF4-FFF2-40B4-BE49-F238E27FC236}">
                  <a16:creationId xmlns:a16="http://schemas.microsoft.com/office/drawing/2014/main" id="{E54969EE-1840-EE75-4420-48B646479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100" y="48847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0" name="Oval 546">
              <a:extLst>
                <a:ext uri="{FF2B5EF4-FFF2-40B4-BE49-F238E27FC236}">
                  <a16:creationId xmlns:a16="http://schemas.microsoft.com/office/drawing/2014/main" id="{AE8360FD-3519-151C-D6F1-100AAD277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900" y="50815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1" name="Oval 547">
              <a:extLst>
                <a:ext uri="{FF2B5EF4-FFF2-40B4-BE49-F238E27FC236}">
                  <a16:creationId xmlns:a16="http://schemas.microsoft.com/office/drawing/2014/main" id="{0A531F8B-863A-3AE8-EC98-2676024CE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8063" y="5241925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2" name="Oval 548">
              <a:extLst>
                <a:ext uri="{FF2B5EF4-FFF2-40B4-BE49-F238E27FC236}">
                  <a16:creationId xmlns:a16="http://schemas.microsoft.com/office/drawing/2014/main" id="{47549ADA-83CE-53B2-6BCC-80DAE7809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763" y="53578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3" name="Oval 549">
              <a:extLst>
                <a:ext uri="{FF2B5EF4-FFF2-40B4-BE49-F238E27FC236}">
                  <a16:creationId xmlns:a16="http://schemas.microsoft.com/office/drawing/2014/main" id="{344BD374-FC3C-EFC8-8541-D21FF9DCD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6350" y="55038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4" name="Oval 550">
              <a:extLst>
                <a:ext uri="{FF2B5EF4-FFF2-40B4-BE49-F238E27FC236}">
                  <a16:creationId xmlns:a16="http://schemas.microsoft.com/office/drawing/2014/main" id="{9CE6D013-A9E4-C4DC-1A75-1EF8AD2C1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238" y="5676900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5" name="Oval 551">
              <a:extLst>
                <a:ext uri="{FF2B5EF4-FFF2-40B4-BE49-F238E27FC236}">
                  <a16:creationId xmlns:a16="http://schemas.microsoft.com/office/drawing/2014/main" id="{D09D776C-CC39-4CF6-083C-0E6700BCE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8600" y="57832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6" name="Oval 552">
              <a:extLst>
                <a:ext uri="{FF2B5EF4-FFF2-40B4-BE49-F238E27FC236}">
                  <a16:creationId xmlns:a16="http://schemas.microsoft.com/office/drawing/2014/main" id="{F0492322-05FB-8826-0411-7E1BECFB0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7025" y="59007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7" name="Oval 553">
              <a:extLst>
                <a:ext uri="{FF2B5EF4-FFF2-40B4-BE49-F238E27FC236}">
                  <a16:creationId xmlns:a16="http://schemas.microsoft.com/office/drawing/2014/main" id="{1C5A2FA2-65FE-42F5-411A-D56E32FB8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100" y="59864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8" name="Oval 554">
              <a:extLst>
                <a:ext uri="{FF2B5EF4-FFF2-40B4-BE49-F238E27FC236}">
                  <a16:creationId xmlns:a16="http://schemas.microsoft.com/office/drawing/2014/main" id="{35D8094B-72B3-7290-485D-3F6C4A479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825" y="6048375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9" name="Oval 555">
              <a:extLst>
                <a:ext uri="{FF2B5EF4-FFF2-40B4-BE49-F238E27FC236}">
                  <a16:creationId xmlns:a16="http://schemas.microsoft.com/office/drawing/2014/main" id="{1FFFFDD3-8A76-F6F4-FFFC-69A2352FB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7538" y="17383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0" name="Oval 556">
              <a:extLst>
                <a:ext uri="{FF2B5EF4-FFF2-40B4-BE49-F238E27FC236}">
                  <a16:creationId xmlns:a16="http://schemas.microsoft.com/office/drawing/2014/main" id="{626F048E-3881-ADDB-4DF3-20B99EB14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9500" y="2136775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1" name="Oval 557">
              <a:extLst>
                <a:ext uri="{FF2B5EF4-FFF2-40B4-BE49-F238E27FC236}">
                  <a16:creationId xmlns:a16="http://schemas.microsoft.com/office/drawing/2014/main" id="{18085992-8D10-3016-FDD5-8A87E9F23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0688" y="3089275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2" name="Oval 558">
              <a:extLst>
                <a:ext uri="{FF2B5EF4-FFF2-40B4-BE49-F238E27FC236}">
                  <a16:creationId xmlns:a16="http://schemas.microsoft.com/office/drawing/2014/main" id="{86FFDB1C-C48D-9365-05EF-FA03CD47C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2650" y="3756025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3" name="Oval 559">
              <a:extLst>
                <a:ext uri="{FF2B5EF4-FFF2-40B4-BE49-F238E27FC236}">
                  <a16:creationId xmlns:a16="http://schemas.microsoft.com/office/drawing/2014/main" id="{281A15B9-C0C1-834B-BEEC-3111214CB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6663" y="4137025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4" name="Oval 560">
              <a:extLst>
                <a:ext uri="{FF2B5EF4-FFF2-40B4-BE49-F238E27FC236}">
                  <a16:creationId xmlns:a16="http://schemas.microsoft.com/office/drawing/2014/main" id="{22551678-BB2E-E435-2ABC-B2664AD26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0825" y="44116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5" name="Oval 561">
              <a:extLst>
                <a:ext uri="{FF2B5EF4-FFF2-40B4-BE49-F238E27FC236}">
                  <a16:creationId xmlns:a16="http://schemas.microsoft.com/office/drawing/2014/main" id="{3EFB6334-4BE1-AA0E-FBCA-9D9E803C9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775" y="4657725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6" name="Oval 562">
              <a:extLst>
                <a:ext uri="{FF2B5EF4-FFF2-40B4-BE49-F238E27FC236}">
                  <a16:creationId xmlns:a16="http://schemas.microsoft.com/office/drawing/2014/main" id="{7B2613E1-9E5F-2213-91B3-BC17C10DA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486886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7" name="Oval 563">
              <a:extLst>
                <a:ext uri="{FF2B5EF4-FFF2-40B4-BE49-F238E27FC236}">
                  <a16:creationId xmlns:a16="http://schemas.microsoft.com/office/drawing/2014/main" id="{00012A0B-7E22-FD2F-2DF8-F428E43E6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013" y="50466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8" name="Oval 564">
              <a:extLst>
                <a:ext uri="{FF2B5EF4-FFF2-40B4-BE49-F238E27FC236}">
                  <a16:creationId xmlns:a16="http://schemas.microsoft.com/office/drawing/2014/main" id="{E99C9D94-71AD-4F63-B4F7-DFBAA3D2B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6000" y="5194300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9" name="Oval 565">
              <a:extLst>
                <a:ext uri="{FF2B5EF4-FFF2-40B4-BE49-F238E27FC236}">
                  <a16:creationId xmlns:a16="http://schemas.microsoft.com/office/drawing/2014/main" id="{16FDD773-C332-023E-4BAE-97DCD33A3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5700" y="5314950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0" name="Oval 566">
              <a:extLst>
                <a:ext uri="{FF2B5EF4-FFF2-40B4-BE49-F238E27FC236}">
                  <a16:creationId xmlns:a16="http://schemas.microsoft.com/office/drawing/2014/main" id="{AB62FAF8-0706-5BF1-FA6A-F8A00F254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1113" y="54816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1" name="Oval 567">
              <a:extLst>
                <a:ext uri="{FF2B5EF4-FFF2-40B4-BE49-F238E27FC236}">
                  <a16:creationId xmlns:a16="http://schemas.microsoft.com/office/drawing/2014/main" id="{EE22DF8B-2AAF-795A-6565-370BC8E82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000" y="5648325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2" name="Oval 568">
              <a:extLst>
                <a:ext uri="{FF2B5EF4-FFF2-40B4-BE49-F238E27FC236}">
                  <a16:creationId xmlns:a16="http://schemas.microsoft.com/office/drawing/2014/main" id="{52872F8B-F9BB-CC76-A2C8-D68092050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1775" y="5772150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3" name="Oval 569">
              <a:extLst>
                <a:ext uri="{FF2B5EF4-FFF2-40B4-BE49-F238E27FC236}">
                  <a16:creationId xmlns:a16="http://schemas.microsoft.com/office/drawing/2014/main" id="{FE38BDC7-2E0D-B3EB-E3A2-B26FF7674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588803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4" name="Oval 570">
              <a:extLst>
                <a:ext uri="{FF2B5EF4-FFF2-40B4-BE49-F238E27FC236}">
                  <a16:creationId xmlns:a16="http://schemas.microsoft.com/office/drawing/2014/main" id="{AD4DABC7-4FBB-D619-67AA-070BDFA24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2275" y="59832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5" name="Oval 571">
              <a:extLst>
                <a:ext uri="{FF2B5EF4-FFF2-40B4-BE49-F238E27FC236}">
                  <a16:creationId xmlns:a16="http://schemas.microsoft.com/office/drawing/2014/main" id="{853E158A-9217-4608-5D0D-EF783CDFE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8000" y="6057900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6" name="Oval 572">
              <a:extLst>
                <a:ext uri="{FF2B5EF4-FFF2-40B4-BE49-F238E27FC236}">
                  <a16:creationId xmlns:a16="http://schemas.microsoft.com/office/drawing/2014/main" id="{2498EF6E-914C-15EC-E487-B1518646B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8963" y="60817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7" name="Oval 573">
              <a:extLst>
                <a:ext uri="{FF2B5EF4-FFF2-40B4-BE49-F238E27FC236}">
                  <a16:creationId xmlns:a16="http://schemas.microsoft.com/office/drawing/2014/main" id="{E8C33075-389D-9843-DC1D-D3895E046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050" y="2374900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8" name="Oval 574">
              <a:extLst>
                <a:ext uri="{FF2B5EF4-FFF2-40B4-BE49-F238E27FC236}">
                  <a16:creationId xmlns:a16="http://schemas.microsoft.com/office/drawing/2014/main" id="{B3C68900-0509-F4B8-FA9C-DBC7CA781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0688" y="2720975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9" name="Oval 575">
              <a:extLst>
                <a:ext uri="{FF2B5EF4-FFF2-40B4-BE49-F238E27FC236}">
                  <a16:creationId xmlns:a16="http://schemas.microsoft.com/office/drawing/2014/main" id="{4F2BFC95-2BF1-4B71-E181-E6A83EEAD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5013" y="3352800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" name="Oval 577">
              <a:extLst>
                <a:ext uri="{FF2B5EF4-FFF2-40B4-BE49-F238E27FC236}">
                  <a16:creationId xmlns:a16="http://schemas.microsoft.com/office/drawing/2014/main" id="{56DDD9DD-A3B9-506D-B246-C31CF27B5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863" y="39100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" name="Oval 578">
              <a:extLst>
                <a:ext uri="{FF2B5EF4-FFF2-40B4-BE49-F238E27FC236}">
                  <a16:creationId xmlns:a16="http://schemas.microsoft.com/office/drawing/2014/main" id="{FD5C17B4-BC64-A5B1-0D65-0FE589DDB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613" y="427513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" name="Oval 579">
              <a:extLst>
                <a:ext uri="{FF2B5EF4-FFF2-40B4-BE49-F238E27FC236}">
                  <a16:creationId xmlns:a16="http://schemas.microsoft.com/office/drawing/2014/main" id="{E78DAE55-E5DE-995A-49CA-F7EA10C7B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263" y="45958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" name="Oval 580">
              <a:extLst>
                <a:ext uri="{FF2B5EF4-FFF2-40B4-BE49-F238E27FC236}">
                  <a16:creationId xmlns:a16="http://schemas.microsoft.com/office/drawing/2014/main" id="{95CB2AC1-8F99-80B0-CDFC-1AA24AA25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8163" y="48291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" name="Oval 581">
              <a:extLst>
                <a:ext uri="{FF2B5EF4-FFF2-40B4-BE49-F238E27FC236}">
                  <a16:creationId xmlns:a16="http://schemas.microsoft.com/office/drawing/2014/main" id="{B4D54B86-8033-E12D-C22F-D73F9E27D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5488" y="49847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" name="Oval 582">
              <a:extLst>
                <a:ext uri="{FF2B5EF4-FFF2-40B4-BE49-F238E27FC236}">
                  <a16:creationId xmlns:a16="http://schemas.microsoft.com/office/drawing/2014/main" id="{5EB339F0-F71E-365B-CD6A-BF7303003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175" y="51355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" name="Oval 583">
              <a:extLst>
                <a:ext uri="{FF2B5EF4-FFF2-40B4-BE49-F238E27FC236}">
                  <a16:creationId xmlns:a16="http://schemas.microsoft.com/office/drawing/2014/main" id="{043DCA8D-5334-5A58-78F7-F19A21B3F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813" y="52562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" name="Oval 584">
              <a:extLst>
                <a:ext uri="{FF2B5EF4-FFF2-40B4-BE49-F238E27FC236}">
                  <a16:creationId xmlns:a16="http://schemas.microsoft.com/office/drawing/2014/main" id="{24A273C1-981F-9477-5986-61835BDB8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4750" y="53721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" name="Oval 585">
              <a:extLst>
                <a:ext uri="{FF2B5EF4-FFF2-40B4-BE49-F238E27FC236}">
                  <a16:creationId xmlns:a16="http://schemas.microsoft.com/office/drawing/2014/main" id="{B396CEE8-BFEF-BBE6-5793-AEA53B467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988" y="54737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" name="Oval 586">
              <a:extLst>
                <a:ext uri="{FF2B5EF4-FFF2-40B4-BE49-F238E27FC236}">
                  <a16:creationId xmlns:a16="http://schemas.microsoft.com/office/drawing/2014/main" id="{0D27BFA6-C05F-4673-78B1-18E9B590D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700" y="55784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" name="Oval 587">
              <a:extLst>
                <a:ext uri="{FF2B5EF4-FFF2-40B4-BE49-F238E27FC236}">
                  <a16:creationId xmlns:a16="http://schemas.microsoft.com/office/drawing/2014/main" id="{C119E224-49EA-F633-8207-0A3FA3D00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4475" y="57404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" name="Oval 588">
              <a:extLst>
                <a:ext uri="{FF2B5EF4-FFF2-40B4-BE49-F238E27FC236}">
                  <a16:creationId xmlns:a16="http://schemas.microsoft.com/office/drawing/2014/main" id="{BC050E97-F585-A55F-72C4-4AE0346B3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58880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" name="Oval 589">
              <a:extLst>
                <a:ext uri="{FF2B5EF4-FFF2-40B4-BE49-F238E27FC236}">
                  <a16:creationId xmlns:a16="http://schemas.microsoft.com/office/drawing/2014/main" id="{E0CCF0E0-15FD-D550-BA40-78FE2E395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0213" y="59721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" name="Oval 590">
              <a:extLst>
                <a:ext uri="{FF2B5EF4-FFF2-40B4-BE49-F238E27FC236}">
                  <a16:creationId xmlns:a16="http://schemas.microsoft.com/office/drawing/2014/main" id="{C3458407-4355-8C72-D92C-D700C2AF0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5938" y="60817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" name="Oval 591">
              <a:extLst>
                <a:ext uri="{FF2B5EF4-FFF2-40B4-BE49-F238E27FC236}">
                  <a16:creationId xmlns:a16="http://schemas.microsoft.com/office/drawing/2014/main" id="{9AD9E922-5421-F319-155F-087960B65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305276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" name="Oval 592">
              <a:extLst>
                <a:ext uri="{FF2B5EF4-FFF2-40B4-BE49-F238E27FC236}">
                  <a16:creationId xmlns:a16="http://schemas.microsoft.com/office/drawing/2014/main" id="{D0D0C238-CCD8-9F3F-62AE-2638736A7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2650" y="33607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" name="Oval 593">
              <a:extLst>
                <a:ext uri="{FF2B5EF4-FFF2-40B4-BE49-F238E27FC236}">
                  <a16:creationId xmlns:a16="http://schemas.microsoft.com/office/drawing/2014/main" id="{A67C285F-5D05-07BA-DFD9-99734F04F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863" y="38369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" name="Oval 594">
              <a:extLst>
                <a:ext uri="{FF2B5EF4-FFF2-40B4-BE49-F238E27FC236}">
                  <a16:creationId xmlns:a16="http://schemas.microsoft.com/office/drawing/2014/main" id="{598D48D8-BAE6-FBC7-2B6A-0B853826C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4763" y="41370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" name="Oval 595">
              <a:extLst>
                <a:ext uri="{FF2B5EF4-FFF2-40B4-BE49-F238E27FC236}">
                  <a16:creationId xmlns:a16="http://schemas.microsoft.com/office/drawing/2014/main" id="{E91CECCF-D8C3-EA4C-7C4B-112CDDACD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838" y="43957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" name="Oval 596">
              <a:extLst>
                <a:ext uri="{FF2B5EF4-FFF2-40B4-BE49-F238E27FC236}">
                  <a16:creationId xmlns:a16="http://schemas.microsoft.com/office/drawing/2014/main" id="{843C6E4F-2F90-62DB-7257-B14D71DB2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625" y="46910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" name="Oval 597">
              <a:extLst>
                <a:ext uri="{FF2B5EF4-FFF2-40B4-BE49-F238E27FC236}">
                  <a16:creationId xmlns:a16="http://schemas.microsoft.com/office/drawing/2014/main" id="{6CD6A135-5254-9772-70C3-27284801E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950" y="49228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" name="Oval 598">
              <a:extLst>
                <a:ext uri="{FF2B5EF4-FFF2-40B4-BE49-F238E27FC236}">
                  <a16:creationId xmlns:a16="http://schemas.microsoft.com/office/drawing/2014/main" id="{99E033E3-205D-AA77-1ACB-8F4820274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813" y="50958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" name="Oval 599">
              <a:extLst>
                <a:ext uri="{FF2B5EF4-FFF2-40B4-BE49-F238E27FC236}">
                  <a16:creationId xmlns:a16="http://schemas.microsoft.com/office/drawing/2014/main" id="{1BB3C27A-4372-B469-DC5A-C3E39A29C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9800" y="52752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" name="Oval 600">
              <a:extLst>
                <a:ext uri="{FF2B5EF4-FFF2-40B4-BE49-F238E27FC236}">
                  <a16:creationId xmlns:a16="http://schemas.microsoft.com/office/drawing/2014/main" id="{77698D89-BDE6-2251-0622-F9C58BA52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913" y="54102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" name="Oval 601">
              <a:extLst>
                <a:ext uri="{FF2B5EF4-FFF2-40B4-BE49-F238E27FC236}">
                  <a16:creationId xmlns:a16="http://schemas.microsoft.com/office/drawing/2014/main" id="{3A72DB63-238F-3B85-ADEF-E4395C741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6500" y="55308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" name="Oval 602">
              <a:extLst>
                <a:ext uri="{FF2B5EF4-FFF2-40B4-BE49-F238E27FC236}">
                  <a16:creationId xmlns:a16="http://schemas.microsoft.com/office/drawing/2014/main" id="{577D20BD-DB59-9775-10EE-B6B67BE1F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3975" y="56245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" name="Oval 603">
              <a:extLst>
                <a:ext uri="{FF2B5EF4-FFF2-40B4-BE49-F238E27FC236}">
                  <a16:creationId xmlns:a16="http://schemas.microsoft.com/office/drawing/2014/main" id="{61CC37E2-B9BB-5DAD-D818-71AE4E29D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925" y="57038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" name="Oval 604">
              <a:extLst>
                <a:ext uri="{FF2B5EF4-FFF2-40B4-BE49-F238E27FC236}">
                  <a16:creationId xmlns:a16="http://schemas.microsoft.com/office/drawing/2014/main" id="{F9B3E231-2028-813B-ACED-3D976970B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5" y="57896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" name="Oval 605">
              <a:extLst>
                <a:ext uri="{FF2B5EF4-FFF2-40B4-BE49-F238E27FC236}">
                  <a16:creationId xmlns:a16="http://schemas.microsoft.com/office/drawing/2014/main" id="{EFA3AC3D-FCEA-3D84-47E2-972E5D385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7188" y="59309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" name="Oval 606">
              <a:extLst>
                <a:ext uri="{FF2B5EF4-FFF2-40B4-BE49-F238E27FC236}">
                  <a16:creationId xmlns:a16="http://schemas.microsoft.com/office/drawing/2014/main" id="{16A77504-63AC-DB04-8D89-7184214C5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4500" y="60150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" name="Oval 607">
              <a:extLst>
                <a:ext uri="{FF2B5EF4-FFF2-40B4-BE49-F238E27FC236}">
                  <a16:creationId xmlns:a16="http://schemas.microsoft.com/office/drawing/2014/main" id="{8AFC230E-F77F-BD3A-9A67-85B591D61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975" y="34909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" name="Oval 608">
              <a:extLst>
                <a:ext uri="{FF2B5EF4-FFF2-40B4-BE49-F238E27FC236}">
                  <a16:creationId xmlns:a16="http://schemas.microsoft.com/office/drawing/2014/main" id="{A34DFE2F-7FC3-3D7C-D9DB-EBD61B75D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6663" y="37719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" name="Oval 609">
              <a:extLst>
                <a:ext uri="{FF2B5EF4-FFF2-40B4-BE49-F238E27FC236}">
                  <a16:creationId xmlns:a16="http://schemas.microsoft.com/office/drawing/2014/main" id="{3E0383CB-28F2-6692-FE79-6184E6714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613" y="41036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" name="Oval 610">
              <a:extLst>
                <a:ext uri="{FF2B5EF4-FFF2-40B4-BE49-F238E27FC236}">
                  <a16:creationId xmlns:a16="http://schemas.microsoft.com/office/drawing/2014/main" id="{D75B7F68-F097-3BBD-070C-0CD3BB731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838" y="42370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" name="Oval 611">
              <a:extLst>
                <a:ext uri="{FF2B5EF4-FFF2-40B4-BE49-F238E27FC236}">
                  <a16:creationId xmlns:a16="http://schemas.microsoft.com/office/drawing/2014/main" id="{FE12447C-4205-AC65-2E16-6C724FD90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8938" y="45100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" name="Oval 612">
              <a:extLst>
                <a:ext uri="{FF2B5EF4-FFF2-40B4-BE49-F238E27FC236}">
                  <a16:creationId xmlns:a16="http://schemas.microsoft.com/office/drawing/2014/main" id="{F23DBD4D-BBB3-3529-AAD1-826FA4F59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4038" y="479425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" name="Oval 613">
              <a:extLst>
                <a:ext uri="{FF2B5EF4-FFF2-40B4-BE49-F238E27FC236}">
                  <a16:creationId xmlns:a16="http://schemas.microsoft.com/office/drawing/2014/main" id="{E9CFD435-F438-4AC2-8158-949D59129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2788" y="49815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" name="Oval 614">
              <a:extLst>
                <a:ext uri="{FF2B5EF4-FFF2-40B4-BE49-F238E27FC236}">
                  <a16:creationId xmlns:a16="http://schemas.microsoft.com/office/drawing/2014/main" id="{A4899522-AC52-0C68-2EA6-61611CDCB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013" y="51244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" name="Oval 615">
              <a:extLst>
                <a:ext uri="{FF2B5EF4-FFF2-40B4-BE49-F238E27FC236}">
                  <a16:creationId xmlns:a16="http://schemas.microsoft.com/office/drawing/2014/main" id="{B3DBEB05-424B-5151-BC7E-719D1A5CF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52959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" name="Oval 616">
              <a:extLst>
                <a:ext uri="{FF2B5EF4-FFF2-40B4-BE49-F238E27FC236}">
                  <a16:creationId xmlns:a16="http://schemas.microsoft.com/office/drawing/2014/main" id="{F50E6127-9DD9-B82B-4D4F-44781E833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8713" y="54467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" name="Oval 617">
              <a:extLst>
                <a:ext uri="{FF2B5EF4-FFF2-40B4-BE49-F238E27FC236}">
                  <a16:creationId xmlns:a16="http://schemas.microsoft.com/office/drawing/2014/main" id="{7C5A8047-B950-80D0-6830-10A59CC2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775" y="55562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" name="Oval 618">
              <a:extLst>
                <a:ext uri="{FF2B5EF4-FFF2-40B4-BE49-F238E27FC236}">
                  <a16:creationId xmlns:a16="http://schemas.microsoft.com/office/drawing/2014/main" id="{C514A51D-19A9-89A0-4476-493CB6631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8900" y="57038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" name="Oval 619">
              <a:extLst>
                <a:ext uri="{FF2B5EF4-FFF2-40B4-BE49-F238E27FC236}">
                  <a16:creationId xmlns:a16="http://schemas.microsoft.com/office/drawing/2014/main" id="{D7058244-4BF3-3DCF-FDC3-92573AE77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088" y="58134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" name="Oval 620">
              <a:extLst>
                <a:ext uri="{FF2B5EF4-FFF2-40B4-BE49-F238E27FC236}">
                  <a16:creationId xmlns:a16="http://schemas.microsoft.com/office/drawing/2014/main" id="{83059CCA-5C91-5268-F8A2-BE3031637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8925" y="58928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" name="Oval 621">
              <a:extLst>
                <a:ext uri="{FF2B5EF4-FFF2-40B4-BE49-F238E27FC236}">
                  <a16:creationId xmlns:a16="http://schemas.microsoft.com/office/drawing/2014/main" id="{AEA33A8C-1010-E009-19F1-ED1B74837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9413" y="60467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" name="Oval 622">
              <a:extLst>
                <a:ext uri="{FF2B5EF4-FFF2-40B4-BE49-F238E27FC236}">
                  <a16:creationId xmlns:a16="http://schemas.microsoft.com/office/drawing/2014/main" id="{CC3E8BA4-4CB8-3109-15B1-FBF97E087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838" y="35972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" name="Oval 623">
              <a:extLst>
                <a:ext uri="{FF2B5EF4-FFF2-40B4-BE49-F238E27FC236}">
                  <a16:creationId xmlns:a16="http://schemas.microsoft.com/office/drawing/2014/main" id="{36D0562D-B4EC-12B2-7C0C-11E8A43DF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0825" y="39100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" name="Oval 624">
              <a:extLst>
                <a:ext uri="{FF2B5EF4-FFF2-40B4-BE49-F238E27FC236}">
                  <a16:creationId xmlns:a16="http://schemas.microsoft.com/office/drawing/2014/main" id="{2C0E4B6E-67C5-B6F4-E8EB-C6A304BAD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263" y="42910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" name="Oval 625">
              <a:extLst>
                <a:ext uri="{FF2B5EF4-FFF2-40B4-BE49-F238E27FC236}">
                  <a16:creationId xmlns:a16="http://schemas.microsoft.com/office/drawing/2014/main" id="{71163A35-76FD-2BD6-B687-558452E39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625" y="44354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" name="Oval 626">
              <a:extLst>
                <a:ext uri="{FF2B5EF4-FFF2-40B4-BE49-F238E27FC236}">
                  <a16:creationId xmlns:a16="http://schemas.microsoft.com/office/drawing/2014/main" id="{BB6EB742-B3CB-4166-D436-94764839A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4038" y="442753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" name="Oval 627">
              <a:extLst>
                <a:ext uri="{FF2B5EF4-FFF2-40B4-BE49-F238E27FC236}">
                  <a16:creationId xmlns:a16="http://schemas.microsoft.com/office/drawing/2014/main" id="{55969CA6-3919-A709-2DD8-B4091A087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47799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" name="Oval 628">
              <a:extLst>
                <a:ext uri="{FF2B5EF4-FFF2-40B4-BE49-F238E27FC236}">
                  <a16:creationId xmlns:a16="http://schemas.microsoft.com/office/drawing/2014/main" id="{D184C5DD-58A2-9430-1DDB-536764C27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9150" y="51244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" name="Oval 629">
              <a:extLst>
                <a:ext uri="{FF2B5EF4-FFF2-40B4-BE49-F238E27FC236}">
                  <a16:creationId xmlns:a16="http://schemas.microsoft.com/office/drawing/2014/main" id="{325CE63D-D753-8CB1-01CA-52A728B8F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738" y="52276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" name="Oval 630">
              <a:extLst>
                <a:ext uri="{FF2B5EF4-FFF2-40B4-BE49-F238E27FC236}">
                  <a16:creationId xmlns:a16="http://schemas.microsoft.com/office/drawing/2014/main" id="{8F6903D1-7995-E69A-CCD2-1CAC2AFCD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563" y="53260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" name="Oval 631">
              <a:extLst>
                <a:ext uri="{FF2B5EF4-FFF2-40B4-BE49-F238E27FC236}">
                  <a16:creationId xmlns:a16="http://schemas.microsoft.com/office/drawing/2014/main" id="{F1BB6565-38A4-C37A-0A94-125BAD767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450" y="548322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" name="Oval 632">
              <a:extLst>
                <a:ext uri="{FF2B5EF4-FFF2-40B4-BE49-F238E27FC236}">
                  <a16:creationId xmlns:a16="http://schemas.microsoft.com/office/drawing/2014/main" id="{26CE7B42-9C18-2AE0-1F1C-3EE97445B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988" y="559752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" name="Oval 633">
              <a:extLst>
                <a:ext uri="{FF2B5EF4-FFF2-40B4-BE49-F238E27FC236}">
                  <a16:creationId xmlns:a16="http://schemas.microsoft.com/office/drawing/2014/main" id="{648BF3E5-9F7D-C0F2-098E-C3A06DE52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1763" y="56816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" name="Oval 634">
              <a:extLst>
                <a:ext uri="{FF2B5EF4-FFF2-40B4-BE49-F238E27FC236}">
                  <a16:creationId xmlns:a16="http://schemas.microsoft.com/office/drawing/2014/main" id="{9F0D5135-1177-1D0F-33E0-1ADD75B2B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8600" y="58023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" name="Oval 635">
              <a:extLst>
                <a:ext uri="{FF2B5EF4-FFF2-40B4-BE49-F238E27FC236}">
                  <a16:creationId xmlns:a16="http://schemas.microsoft.com/office/drawing/2014/main" id="{333D4DFB-4644-46AF-8A5A-472579226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0675" y="59245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" name="Oval 636">
              <a:extLst>
                <a:ext uri="{FF2B5EF4-FFF2-40B4-BE49-F238E27FC236}">
                  <a16:creationId xmlns:a16="http://schemas.microsoft.com/office/drawing/2014/main" id="{F3FA8D02-A51D-0AAC-2F71-9D6AA0BDF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7988" y="60594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" name="Oval 637">
              <a:extLst>
                <a:ext uri="{FF2B5EF4-FFF2-40B4-BE49-F238E27FC236}">
                  <a16:creationId xmlns:a16="http://schemas.microsoft.com/office/drawing/2014/main" id="{713AA34E-ABF5-D522-FF3E-E45C18E5E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725" y="39576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" name="Oval 638">
              <a:extLst>
                <a:ext uri="{FF2B5EF4-FFF2-40B4-BE49-F238E27FC236}">
                  <a16:creationId xmlns:a16="http://schemas.microsoft.com/office/drawing/2014/main" id="{35348E9C-EBA0-9566-0083-6AEA686B6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775" y="41449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" name="Oval 639">
              <a:extLst>
                <a:ext uri="{FF2B5EF4-FFF2-40B4-BE49-F238E27FC236}">
                  <a16:creationId xmlns:a16="http://schemas.microsoft.com/office/drawing/2014/main" id="{999EFD8D-B9BF-FA26-3AD2-22F291164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8163" y="43926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" name="Oval 640">
              <a:extLst>
                <a:ext uri="{FF2B5EF4-FFF2-40B4-BE49-F238E27FC236}">
                  <a16:creationId xmlns:a16="http://schemas.microsoft.com/office/drawing/2014/main" id="{579EA4DF-F806-9E29-9760-C12B48591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950" y="45974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" name="Oval 641">
              <a:extLst>
                <a:ext uri="{FF2B5EF4-FFF2-40B4-BE49-F238E27FC236}">
                  <a16:creationId xmlns:a16="http://schemas.microsoft.com/office/drawing/2014/main" id="{4DA56A31-C293-A98D-B138-21DB79F1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2788" y="45529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" name="Oval 642">
              <a:extLst>
                <a:ext uri="{FF2B5EF4-FFF2-40B4-BE49-F238E27FC236}">
                  <a16:creationId xmlns:a16="http://schemas.microsoft.com/office/drawing/2014/main" id="{F4905B2A-DD67-B50C-CA43-A906F267B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9150" y="47879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" name="Oval 643">
              <a:extLst>
                <a:ext uri="{FF2B5EF4-FFF2-40B4-BE49-F238E27FC236}">
                  <a16:creationId xmlns:a16="http://schemas.microsoft.com/office/drawing/2014/main" id="{1599B254-A74B-BF4B-B332-46459987A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8688" y="521017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" name="Oval 644">
              <a:extLst>
                <a:ext uri="{FF2B5EF4-FFF2-40B4-BE49-F238E27FC236}">
                  <a16:creationId xmlns:a16="http://schemas.microsoft.com/office/drawing/2014/main" id="{F5BF8087-2CC2-B4EA-1DA9-7D20A95B4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813" y="53609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" name="Oval 645">
              <a:extLst>
                <a:ext uri="{FF2B5EF4-FFF2-40B4-BE49-F238E27FC236}">
                  <a16:creationId xmlns:a16="http://schemas.microsoft.com/office/drawing/2014/main" id="{3949D7AA-6DDC-C028-8862-E68D0D301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763" y="543242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" name="Oval 646">
              <a:extLst>
                <a:ext uri="{FF2B5EF4-FFF2-40B4-BE49-F238E27FC236}">
                  <a16:creationId xmlns:a16="http://schemas.microsoft.com/office/drawing/2014/main" id="{63C5B6B0-31DD-5EEE-4A0C-102390EA1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538" y="55260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" name="Oval 647">
              <a:extLst>
                <a:ext uri="{FF2B5EF4-FFF2-40B4-BE49-F238E27FC236}">
                  <a16:creationId xmlns:a16="http://schemas.microsoft.com/office/drawing/2014/main" id="{330028EA-05E5-6348-EBCE-25F6939AB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4138" y="56642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" name="Oval 648">
              <a:extLst>
                <a:ext uri="{FF2B5EF4-FFF2-40B4-BE49-F238E27FC236}">
                  <a16:creationId xmlns:a16="http://schemas.microsoft.com/office/drawing/2014/main" id="{D75D9D0B-F9FF-B449-AE14-0ED00A045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9388" y="57594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" name="Oval 649">
              <a:extLst>
                <a:ext uri="{FF2B5EF4-FFF2-40B4-BE49-F238E27FC236}">
                  <a16:creationId xmlns:a16="http://schemas.microsoft.com/office/drawing/2014/main" id="{335B0662-0D9E-6EB1-6661-C29032764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1463" y="58912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" name="Oval 650">
              <a:extLst>
                <a:ext uri="{FF2B5EF4-FFF2-40B4-BE49-F238E27FC236}">
                  <a16:creationId xmlns:a16="http://schemas.microsoft.com/office/drawing/2014/main" id="{DCFDC539-A5D1-A604-5272-29A6CB006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7188" y="59642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" name="Oval 651">
              <a:extLst>
                <a:ext uri="{FF2B5EF4-FFF2-40B4-BE49-F238E27FC236}">
                  <a16:creationId xmlns:a16="http://schemas.microsoft.com/office/drawing/2014/main" id="{3156F501-1089-6656-CC50-BF74B398D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738" y="60340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5" name="Oval 652">
              <a:extLst>
                <a:ext uri="{FF2B5EF4-FFF2-40B4-BE49-F238E27FC236}">
                  <a16:creationId xmlns:a16="http://schemas.microsoft.com/office/drawing/2014/main" id="{04369217-0724-3848-C86C-EFB0A115C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100" y="42687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6" name="Oval 653">
              <a:extLst>
                <a:ext uri="{FF2B5EF4-FFF2-40B4-BE49-F238E27FC236}">
                  <a16:creationId xmlns:a16="http://schemas.microsoft.com/office/drawing/2014/main" id="{FCEC8777-A807-4150-386E-5F9C08572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43767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7" name="Oval 654">
              <a:extLst>
                <a:ext uri="{FF2B5EF4-FFF2-40B4-BE49-F238E27FC236}">
                  <a16:creationId xmlns:a16="http://schemas.microsoft.com/office/drawing/2014/main" id="{BCA8E58D-228D-F0D4-A281-844AD9B9C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5488" y="45418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8" name="Oval 655">
              <a:extLst>
                <a:ext uri="{FF2B5EF4-FFF2-40B4-BE49-F238E27FC236}">
                  <a16:creationId xmlns:a16="http://schemas.microsoft.com/office/drawing/2014/main" id="{4EAFCAC6-EB25-0ABB-F95F-5CAC3DDC2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813" y="478472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9" name="Oval 656">
              <a:extLst>
                <a:ext uri="{FF2B5EF4-FFF2-40B4-BE49-F238E27FC236}">
                  <a16:creationId xmlns:a16="http://schemas.microsoft.com/office/drawing/2014/main" id="{26E1C3BB-6D5B-DDBA-3299-58DBB5852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013" y="494982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0" name="Oval 657">
              <a:extLst>
                <a:ext uri="{FF2B5EF4-FFF2-40B4-BE49-F238E27FC236}">
                  <a16:creationId xmlns:a16="http://schemas.microsoft.com/office/drawing/2014/main" id="{251F0872-891F-5DCA-089C-91AF13BB2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738" y="50911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1" name="Oval 658">
              <a:extLst>
                <a:ext uri="{FF2B5EF4-FFF2-40B4-BE49-F238E27FC236}">
                  <a16:creationId xmlns:a16="http://schemas.microsoft.com/office/drawing/2014/main" id="{8572A3C7-510A-8C02-140D-080EDCE98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813" y="525780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2" name="Oval 659">
              <a:extLst>
                <a:ext uri="{FF2B5EF4-FFF2-40B4-BE49-F238E27FC236}">
                  <a16:creationId xmlns:a16="http://schemas.microsoft.com/office/drawing/2014/main" id="{D700E373-6F53-6F5A-E7E2-A4BC463C1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5063" y="54419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3" name="Oval 660">
              <a:extLst>
                <a:ext uri="{FF2B5EF4-FFF2-40B4-BE49-F238E27FC236}">
                  <a16:creationId xmlns:a16="http://schemas.microsoft.com/office/drawing/2014/main" id="{E76F409C-DAF1-FAAC-129C-8CA4D1900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313" y="56149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4" name="Oval 661">
              <a:extLst>
                <a:ext uri="{FF2B5EF4-FFF2-40B4-BE49-F238E27FC236}">
                  <a16:creationId xmlns:a16="http://schemas.microsoft.com/office/drawing/2014/main" id="{D81362CC-87DC-384A-7036-311587033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3975" y="56562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5" name="Oval 662">
              <a:extLst>
                <a:ext uri="{FF2B5EF4-FFF2-40B4-BE49-F238E27FC236}">
                  <a16:creationId xmlns:a16="http://schemas.microsoft.com/office/drawing/2014/main" id="{1BCE52CF-C152-A569-C6D7-FA6BB71F3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4463" y="57007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6" name="Oval 663">
              <a:extLst>
                <a:ext uri="{FF2B5EF4-FFF2-40B4-BE49-F238E27FC236}">
                  <a16:creationId xmlns:a16="http://schemas.microsoft.com/office/drawing/2014/main" id="{6867043B-CA44-E388-5DD9-758014C89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1775" y="58181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7" name="Oval 664">
              <a:extLst>
                <a:ext uri="{FF2B5EF4-FFF2-40B4-BE49-F238E27FC236}">
                  <a16:creationId xmlns:a16="http://schemas.microsoft.com/office/drawing/2014/main" id="{F120B412-CAE3-2EA2-3630-92B39000B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0" y="59610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8" name="Oval 665">
              <a:extLst>
                <a:ext uri="{FF2B5EF4-FFF2-40B4-BE49-F238E27FC236}">
                  <a16:creationId xmlns:a16="http://schemas.microsoft.com/office/drawing/2014/main" id="{311857AA-0B65-4579-4A92-AF71875BE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8463" y="60817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9" name="Oval 666">
              <a:extLst>
                <a:ext uri="{FF2B5EF4-FFF2-40B4-BE49-F238E27FC236}">
                  <a16:creationId xmlns:a16="http://schemas.microsoft.com/office/drawing/2014/main" id="{D5BDE394-D495-7EF8-544F-513B6B796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900" y="443547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0" name="Oval 667">
              <a:extLst>
                <a:ext uri="{FF2B5EF4-FFF2-40B4-BE49-F238E27FC236}">
                  <a16:creationId xmlns:a16="http://schemas.microsoft.com/office/drawing/2014/main" id="{BA26F18A-3FA4-F32E-9915-019B92067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013" y="46116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1" name="Oval 668">
              <a:extLst>
                <a:ext uri="{FF2B5EF4-FFF2-40B4-BE49-F238E27FC236}">
                  <a16:creationId xmlns:a16="http://schemas.microsoft.com/office/drawing/2014/main" id="{1D3E7D9B-7281-882A-C35D-FD2E26471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175" y="47767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2" name="Oval 669">
              <a:extLst>
                <a:ext uri="{FF2B5EF4-FFF2-40B4-BE49-F238E27FC236}">
                  <a16:creationId xmlns:a16="http://schemas.microsoft.com/office/drawing/2014/main" id="{5875CBA4-59EF-34EA-D8DD-40E032EE1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9800" y="49784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3" name="Oval 670">
              <a:extLst>
                <a:ext uri="{FF2B5EF4-FFF2-40B4-BE49-F238E27FC236}">
                  <a16:creationId xmlns:a16="http://schemas.microsoft.com/office/drawing/2014/main" id="{CE41C5F5-F7BE-2BA6-4014-97EE12081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51466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4" name="Oval 671">
              <a:extLst>
                <a:ext uri="{FF2B5EF4-FFF2-40B4-BE49-F238E27FC236}">
                  <a16:creationId xmlns:a16="http://schemas.microsoft.com/office/drawing/2014/main" id="{4513F3B4-B40B-6269-C737-6DA937E65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563" y="52911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5" name="Oval 672">
              <a:extLst>
                <a:ext uri="{FF2B5EF4-FFF2-40B4-BE49-F238E27FC236}">
                  <a16:creationId xmlns:a16="http://schemas.microsoft.com/office/drawing/2014/main" id="{B65FD9A3-7CDD-F37C-1898-1B6DBEA0A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763" y="53371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6" name="Oval 673">
              <a:extLst>
                <a:ext uri="{FF2B5EF4-FFF2-40B4-BE49-F238E27FC236}">
                  <a16:creationId xmlns:a16="http://schemas.microsoft.com/office/drawing/2014/main" id="{8A3D8B47-7F85-5D6E-87D1-F40276F1E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313" y="54467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7" name="Oval 674">
              <a:extLst>
                <a:ext uri="{FF2B5EF4-FFF2-40B4-BE49-F238E27FC236}">
                  <a16:creationId xmlns:a16="http://schemas.microsoft.com/office/drawing/2014/main" id="{E3019F2C-6219-A37A-FE50-AE5BD481A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863" y="56499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8" name="Oval 675">
              <a:extLst>
                <a:ext uri="{FF2B5EF4-FFF2-40B4-BE49-F238E27FC236}">
                  <a16:creationId xmlns:a16="http://schemas.microsoft.com/office/drawing/2014/main" id="{D0AAAA64-F262-C3BD-992A-A811FFA88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000" y="58054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9" name="Oval 676">
              <a:extLst>
                <a:ext uri="{FF2B5EF4-FFF2-40B4-BE49-F238E27FC236}">
                  <a16:creationId xmlns:a16="http://schemas.microsoft.com/office/drawing/2014/main" id="{A3FF2683-5FA3-381B-C580-CC444C07E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7963" y="58943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0" name="Oval 677">
              <a:extLst>
                <a:ext uri="{FF2B5EF4-FFF2-40B4-BE49-F238E27FC236}">
                  <a16:creationId xmlns:a16="http://schemas.microsoft.com/office/drawing/2014/main" id="{1E5EF153-C188-265B-6B12-9C6F5BBD5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8925" y="59309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1" name="Oval 678">
              <a:extLst>
                <a:ext uri="{FF2B5EF4-FFF2-40B4-BE49-F238E27FC236}">
                  <a16:creationId xmlns:a16="http://schemas.microsoft.com/office/drawing/2014/main" id="{912A48EA-D036-FB5B-EA10-29F7C47E4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591026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2" name="Oval 679">
              <a:extLst>
                <a:ext uri="{FF2B5EF4-FFF2-40B4-BE49-F238E27FC236}">
                  <a16:creationId xmlns:a16="http://schemas.microsoft.com/office/drawing/2014/main" id="{3AB1098B-CAF3-A7F1-9C55-FFF8F624F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913" y="60261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3" name="Oval 680">
              <a:extLst>
                <a:ext uri="{FF2B5EF4-FFF2-40B4-BE49-F238E27FC236}">
                  <a16:creationId xmlns:a16="http://schemas.microsoft.com/office/drawing/2014/main" id="{7AD08D11-A38B-6DFD-2AF6-57B07CE4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8063" y="45656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4" name="Oval 681">
              <a:extLst>
                <a:ext uri="{FF2B5EF4-FFF2-40B4-BE49-F238E27FC236}">
                  <a16:creationId xmlns:a16="http://schemas.microsoft.com/office/drawing/2014/main" id="{0BCD8B16-AD45-688B-B9B9-6459E5E69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6000" y="47767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5" name="Oval 682">
              <a:extLst>
                <a:ext uri="{FF2B5EF4-FFF2-40B4-BE49-F238E27FC236}">
                  <a16:creationId xmlns:a16="http://schemas.microsoft.com/office/drawing/2014/main" id="{7156D6D3-AE7E-C7D1-7DC2-3814CF8CD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813" y="49355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6" name="Oval 683">
              <a:extLst>
                <a:ext uri="{FF2B5EF4-FFF2-40B4-BE49-F238E27FC236}">
                  <a16:creationId xmlns:a16="http://schemas.microsoft.com/office/drawing/2014/main" id="{5FEC996D-691F-4048-465F-E3FF72680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913" y="51990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7" name="Oval 684">
              <a:extLst>
                <a:ext uri="{FF2B5EF4-FFF2-40B4-BE49-F238E27FC236}">
                  <a16:creationId xmlns:a16="http://schemas.microsoft.com/office/drawing/2014/main" id="{84084434-6C1A-8217-FBBB-FCBE19EF8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8713" y="53546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8" name="Oval 685">
              <a:extLst>
                <a:ext uri="{FF2B5EF4-FFF2-40B4-BE49-F238E27FC236}">
                  <a16:creationId xmlns:a16="http://schemas.microsoft.com/office/drawing/2014/main" id="{93AA6BBC-877C-928B-CD5D-43BFC1F00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450" y="54610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9" name="Oval 686">
              <a:extLst>
                <a:ext uri="{FF2B5EF4-FFF2-40B4-BE49-F238E27FC236}">
                  <a16:creationId xmlns:a16="http://schemas.microsoft.com/office/drawing/2014/main" id="{29B41639-5C33-7039-E51F-08EC25451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538" y="55213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0" name="Oval 687">
              <a:extLst>
                <a:ext uri="{FF2B5EF4-FFF2-40B4-BE49-F238E27FC236}">
                  <a16:creationId xmlns:a16="http://schemas.microsoft.com/office/drawing/2014/main" id="{7A08D5C6-B087-C38B-8D15-29414E4FD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3975" y="54467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1" name="Oval 688">
              <a:extLst>
                <a:ext uri="{FF2B5EF4-FFF2-40B4-BE49-F238E27FC236}">
                  <a16:creationId xmlns:a16="http://schemas.microsoft.com/office/drawing/2014/main" id="{1315523D-9E62-4AD4-6FA3-D41BDE2FA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000" y="56324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2" name="Oval 689">
              <a:extLst>
                <a:ext uri="{FF2B5EF4-FFF2-40B4-BE49-F238E27FC236}">
                  <a16:creationId xmlns:a16="http://schemas.microsoft.com/office/drawing/2014/main" id="{CA030814-ABB6-1584-ACA9-6506F5CFB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025" y="58261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3" name="Oval 690">
              <a:extLst>
                <a:ext uri="{FF2B5EF4-FFF2-40B4-BE49-F238E27FC236}">
                  <a16:creationId xmlns:a16="http://schemas.microsoft.com/office/drawing/2014/main" id="{DABF94CC-2C6E-99B4-226D-E25472135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4638" y="59499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4" name="Oval 691">
              <a:extLst>
                <a:ext uri="{FF2B5EF4-FFF2-40B4-BE49-F238E27FC236}">
                  <a16:creationId xmlns:a16="http://schemas.microsoft.com/office/drawing/2014/main" id="{D86E1281-7ADB-CF3F-1201-21EBEE535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7663" y="59944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5" name="Oval 692">
              <a:extLst>
                <a:ext uri="{FF2B5EF4-FFF2-40B4-BE49-F238E27FC236}">
                  <a16:creationId xmlns:a16="http://schemas.microsoft.com/office/drawing/2014/main" id="{E9FF6C79-C426-E3D0-25F1-9343CCF8B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100" y="59928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6" name="Oval 693">
              <a:extLst>
                <a:ext uri="{FF2B5EF4-FFF2-40B4-BE49-F238E27FC236}">
                  <a16:creationId xmlns:a16="http://schemas.microsoft.com/office/drawing/2014/main" id="{C07EE564-F5C7-45F6-E8F8-640FA8507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8950" y="60340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7" name="Oval 694">
              <a:extLst>
                <a:ext uri="{FF2B5EF4-FFF2-40B4-BE49-F238E27FC236}">
                  <a16:creationId xmlns:a16="http://schemas.microsoft.com/office/drawing/2014/main" id="{1D8F36E4-45D3-6EE1-FE9F-479285055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763" y="47910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8" name="Oval 695">
              <a:extLst>
                <a:ext uri="{FF2B5EF4-FFF2-40B4-BE49-F238E27FC236}">
                  <a16:creationId xmlns:a16="http://schemas.microsoft.com/office/drawing/2014/main" id="{A058ED09-4047-99DE-FA23-617920A7C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5700" y="491172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9" name="Oval 696">
              <a:extLst>
                <a:ext uri="{FF2B5EF4-FFF2-40B4-BE49-F238E27FC236}">
                  <a16:creationId xmlns:a16="http://schemas.microsoft.com/office/drawing/2014/main" id="{CD34993A-F0D4-3909-EFA2-84B2B3762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4750" y="50419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0" name="Oval 697">
              <a:extLst>
                <a:ext uri="{FF2B5EF4-FFF2-40B4-BE49-F238E27FC236}">
                  <a16:creationId xmlns:a16="http://schemas.microsoft.com/office/drawing/2014/main" id="{FA85ECA2-A1E6-0CA9-5124-5A13DA032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6500" y="52673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1" name="Oval 698">
              <a:extLst>
                <a:ext uri="{FF2B5EF4-FFF2-40B4-BE49-F238E27FC236}">
                  <a16:creationId xmlns:a16="http://schemas.microsoft.com/office/drawing/2014/main" id="{4F5DF489-9F56-9B2B-E2D5-6D436CBB8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775" y="54689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2" name="Oval 699">
              <a:extLst>
                <a:ext uri="{FF2B5EF4-FFF2-40B4-BE49-F238E27FC236}">
                  <a16:creationId xmlns:a16="http://schemas.microsoft.com/office/drawing/2014/main" id="{DEB07066-6D42-47D3-AB35-F263568C9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988" y="55514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3" name="Oval 700">
              <a:extLst>
                <a:ext uri="{FF2B5EF4-FFF2-40B4-BE49-F238E27FC236}">
                  <a16:creationId xmlns:a16="http://schemas.microsoft.com/office/drawing/2014/main" id="{0042DE09-6556-2A62-257F-0BF8BFE33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4138" y="57070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4" name="Oval 701">
              <a:extLst>
                <a:ext uri="{FF2B5EF4-FFF2-40B4-BE49-F238E27FC236}">
                  <a16:creationId xmlns:a16="http://schemas.microsoft.com/office/drawing/2014/main" id="{C8098883-698F-BACE-FE10-CA2DAEA44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4463" y="56372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5" name="Oval 702">
              <a:extLst>
                <a:ext uri="{FF2B5EF4-FFF2-40B4-BE49-F238E27FC236}">
                  <a16:creationId xmlns:a16="http://schemas.microsoft.com/office/drawing/2014/main" id="{248C4180-0DB3-1D41-EF9F-8DE04B8C6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7963" y="582612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6" name="Oval 703">
              <a:extLst>
                <a:ext uri="{FF2B5EF4-FFF2-40B4-BE49-F238E27FC236}">
                  <a16:creationId xmlns:a16="http://schemas.microsoft.com/office/drawing/2014/main" id="{D6636D08-BB6C-6A62-CE60-CDF92EEAB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4638" y="59150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7" name="Oval 704">
              <a:extLst>
                <a:ext uri="{FF2B5EF4-FFF2-40B4-BE49-F238E27FC236}">
                  <a16:creationId xmlns:a16="http://schemas.microsoft.com/office/drawing/2014/main" id="{1930E6A8-8A8E-3754-24D3-0651C713E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60086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8" name="Oval 705">
              <a:extLst>
                <a:ext uri="{FF2B5EF4-FFF2-40B4-BE49-F238E27FC236}">
                  <a16:creationId xmlns:a16="http://schemas.microsoft.com/office/drawing/2014/main" id="{75DBEB4F-9B7A-5727-FECD-5D5DD0F95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7988" y="60356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" name="Oval 706">
              <a:extLst>
                <a:ext uri="{FF2B5EF4-FFF2-40B4-BE49-F238E27FC236}">
                  <a16:creationId xmlns:a16="http://schemas.microsoft.com/office/drawing/2014/main" id="{F8C633E9-CAD4-9B89-2CE4-E66E74511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6350" y="49958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0" name="Oval 707">
              <a:extLst>
                <a:ext uri="{FF2B5EF4-FFF2-40B4-BE49-F238E27FC236}">
                  <a16:creationId xmlns:a16="http://schemas.microsoft.com/office/drawing/2014/main" id="{A6C7AD5C-E821-069E-2B8E-1CF77B071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1113" y="51133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1" name="Oval 708">
              <a:extLst>
                <a:ext uri="{FF2B5EF4-FFF2-40B4-BE49-F238E27FC236}">
                  <a16:creationId xmlns:a16="http://schemas.microsoft.com/office/drawing/2014/main" id="{FBB2ADE3-EB21-A622-1E10-34E8B77DA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988" y="52181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2" name="Oval 709">
              <a:extLst>
                <a:ext uri="{FF2B5EF4-FFF2-40B4-BE49-F238E27FC236}">
                  <a16:creationId xmlns:a16="http://schemas.microsoft.com/office/drawing/2014/main" id="{88EF7F88-AC22-7992-5C00-C877223A6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3975" y="53498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3" name="Oval 710">
              <a:extLst>
                <a:ext uri="{FF2B5EF4-FFF2-40B4-BE49-F238E27FC236}">
                  <a16:creationId xmlns:a16="http://schemas.microsoft.com/office/drawing/2014/main" id="{80A05283-69DF-469C-26A1-05EE5A991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8900" y="55276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4" name="Oval 711">
              <a:extLst>
                <a:ext uri="{FF2B5EF4-FFF2-40B4-BE49-F238E27FC236}">
                  <a16:creationId xmlns:a16="http://schemas.microsoft.com/office/drawing/2014/main" id="{F411CCED-B3B9-721A-1C8F-40E821A84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1763" y="56403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5" name="Oval 712">
              <a:extLst>
                <a:ext uri="{FF2B5EF4-FFF2-40B4-BE49-F238E27FC236}">
                  <a16:creationId xmlns:a16="http://schemas.microsoft.com/office/drawing/2014/main" id="{913B6CDA-FDE1-08F1-8E49-93F441B2D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9388" y="57594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6" name="Oval 713">
              <a:extLst>
                <a:ext uri="{FF2B5EF4-FFF2-40B4-BE49-F238E27FC236}">
                  <a16:creationId xmlns:a16="http://schemas.microsoft.com/office/drawing/2014/main" id="{1775CA6D-5B53-0068-E48E-B44241589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1775" y="58261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7" name="Oval 714">
              <a:extLst>
                <a:ext uri="{FF2B5EF4-FFF2-40B4-BE49-F238E27FC236}">
                  <a16:creationId xmlns:a16="http://schemas.microsoft.com/office/drawing/2014/main" id="{3F9073EB-5D0B-1BC3-2B29-EA2E09ADF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8925" y="59213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8" name="Oval 715">
              <a:extLst>
                <a:ext uri="{FF2B5EF4-FFF2-40B4-BE49-F238E27FC236}">
                  <a16:creationId xmlns:a16="http://schemas.microsoft.com/office/drawing/2014/main" id="{6512A000-42D0-10B3-648A-D55FCE062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7663" y="59261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9" name="Oval 716">
              <a:extLst>
                <a:ext uri="{FF2B5EF4-FFF2-40B4-BE49-F238E27FC236}">
                  <a16:creationId xmlns:a16="http://schemas.microsoft.com/office/drawing/2014/main" id="{DF29863C-ABD0-96E5-C03B-57412ED9A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238" y="51562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0" name="Oval 717">
              <a:extLst>
                <a:ext uri="{FF2B5EF4-FFF2-40B4-BE49-F238E27FC236}">
                  <a16:creationId xmlns:a16="http://schemas.microsoft.com/office/drawing/2014/main" id="{0369E541-144B-5BDF-1F2F-5290B41DF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000" y="52562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1" name="Oval 718">
              <a:extLst>
                <a:ext uri="{FF2B5EF4-FFF2-40B4-BE49-F238E27FC236}">
                  <a16:creationId xmlns:a16="http://schemas.microsoft.com/office/drawing/2014/main" id="{BC3DDA43-1F5F-E126-2F80-9DBA11A33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700" y="53594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2" name="Oval 719">
              <a:extLst>
                <a:ext uri="{FF2B5EF4-FFF2-40B4-BE49-F238E27FC236}">
                  <a16:creationId xmlns:a16="http://schemas.microsoft.com/office/drawing/2014/main" id="{31F65266-ED33-0EB4-76C7-75FB0A8FF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925" y="550227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3" name="Oval 720">
              <a:extLst>
                <a:ext uri="{FF2B5EF4-FFF2-40B4-BE49-F238E27FC236}">
                  <a16:creationId xmlns:a16="http://schemas.microsoft.com/office/drawing/2014/main" id="{E9F638C7-E2BE-4CEF-8B83-CFD113FCA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088" y="56642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4" name="Oval 721">
              <a:extLst>
                <a:ext uri="{FF2B5EF4-FFF2-40B4-BE49-F238E27FC236}">
                  <a16:creationId xmlns:a16="http://schemas.microsoft.com/office/drawing/2014/main" id="{01EC93FC-00BE-945F-BC8C-4A3A52505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8600" y="57785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5" name="Oval 722">
              <a:extLst>
                <a:ext uri="{FF2B5EF4-FFF2-40B4-BE49-F238E27FC236}">
                  <a16:creationId xmlns:a16="http://schemas.microsoft.com/office/drawing/2014/main" id="{06203019-1E35-DF2D-831D-BDBCA9BE3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1463" y="58578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6" name="Oval 723">
              <a:extLst>
                <a:ext uri="{FF2B5EF4-FFF2-40B4-BE49-F238E27FC236}">
                  <a16:creationId xmlns:a16="http://schemas.microsoft.com/office/drawing/2014/main" id="{785F9677-CFC7-51F1-EADE-9401A464E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0" y="59594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7" name="Oval 724">
              <a:extLst>
                <a:ext uri="{FF2B5EF4-FFF2-40B4-BE49-F238E27FC236}">
                  <a16:creationId xmlns:a16="http://schemas.microsoft.com/office/drawing/2014/main" id="{BC5123F6-2C33-C867-86C2-132006076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60055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8" name="Oval 725">
              <a:extLst>
                <a:ext uri="{FF2B5EF4-FFF2-40B4-BE49-F238E27FC236}">
                  <a16:creationId xmlns:a16="http://schemas.microsoft.com/office/drawing/2014/main" id="{6C1FF5BC-C38C-1CB1-6B7E-CF9559E03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100" y="60023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9" name="Oval 726">
              <a:extLst>
                <a:ext uri="{FF2B5EF4-FFF2-40B4-BE49-F238E27FC236}">
                  <a16:creationId xmlns:a16="http://schemas.microsoft.com/office/drawing/2014/main" id="{5A732CF1-F8A8-B14A-144F-1469B308D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60436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0" name="Oval 727">
              <a:extLst>
                <a:ext uri="{FF2B5EF4-FFF2-40B4-BE49-F238E27FC236}">
                  <a16:creationId xmlns:a16="http://schemas.microsoft.com/office/drawing/2014/main" id="{521AAD8F-FF43-93E0-0A02-E12DF94E9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8600" y="52641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1" name="Oval 728">
              <a:extLst>
                <a:ext uri="{FF2B5EF4-FFF2-40B4-BE49-F238E27FC236}">
                  <a16:creationId xmlns:a16="http://schemas.microsoft.com/office/drawing/2014/main" id="{302F8901-04DA-1371-8FD6-7CC7C8AB7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1775" y="53578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2" name="Oval 729">
              <a:extLst>
                <a:ext uri="{FF2B5EF4-FFF2-40B4-BE49-F238E27FC236}">
                  <a16:creationId xmlns:a16="http://schemas.microsoft.com/office/drawing/2014/main" id="{C32978FE-A4C5-59C0-B478-8A52964900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4475" y="54991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3" name="Oval 730">
              <a:extLst>
                <a:ext uri="{FF2B5EF4-FFF2-40B4-BE49-F238E27FC236}">
                  <a16:creationId xmlns:a16="http://schemas.microsoft.com/office/drawing/2014/main" id="{28CD3294-77FB-4476-3CEC-8C0EAF800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5" y="557212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4" name="Oval 731">
              <a:extLst>
                <a:ext uri="{FF2B5EF4-FFF2-40B4-BE49-F238E27FC236}">
                  <a16:creationId xmlns:a16="http://schemas.microsoft.com/office/drawing/2014/main" id="{67E381D7-4561-3197-C20B-E82D9083D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8925" y="56467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5" name="Oval 732">
              <a:extLst>
                <a:ext uri="{FF2B5EF4-FFF2-40B4-BE49-F238E27FC236}">
                  <a16:creationId xmlns:a16="http://schemas.microsoft.com/office/drawing/2014/main" id="{4AFAD850-4F14-21C3-A436-4EA46CF9C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0675" y="58816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6" name="Oval 733">
              <a:extLst>
                <a:ext uri="{FF2B5EF4-FFF2-40B4-BE49-F238E27FC236}">
                  <a16:creationId xmlns:a16="http://schemas.microsoft.com/office/drawing/2014/main" id="{F775D18D-1E6D-A686-7100-5B7C05FAC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7188" y="59499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7" name="Oval 734">
              <a:extLst>
                <a:ext uri="{FF2B5EF4-FFF2-40B4-BE49-F238E27FC236}">
                  <a16:creationId xmlns:a16="http://schemas.microsoft.com/office/drawing/2014/main" id="{B9381E4D-0476-CEA6-6199-873854C00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8463" y="60467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8" name="Oval 735">
              <a:extLst>
                <a:ext uri="{FF2B5EF4-FFF2-40B4-BE49-F238E27FC236}">
                  <a16:creationId xmlns:a16="http://schemas.microsoft.com/office/drawing/2014/main" id="{8A700E47-1CF7-B028-36C5-81F6D1AE7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8950" y="60388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9" name="Oval 736">
              <a:extLst>
                <a:ext uri="{FF2B5EF4-FFF2-40B4-BE49-F238E27FC236}">
                  <a16:creationId xmlns:a16="http://schemas.microsoft.com/office/drawing/2014/main" id="{13BA3631-359A-3401-7C11-DE6D50C91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8163" y="60182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0" name="Oval 737">
              <a:extLst>
                <a:ext uri="{FF2B5EF4-FFF2-40B4-BE49-F238E27FC236}">
                  <a16:creationId xmlns:a16="http://schemas.microsoft.com/office/drawing/2014/main" id="{F7269B1E-AA85-6B17-DA40-62B217C9D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7025" y="54308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1" name="Oval 738">
              <a:extLst>
                <a:ext uri="{FF2B5EF4-FFF2-40B4-BE49-F238E27FC236}">
                  <a16:creationId xmlns:a16="http://schemas.microsoft.com/office/drawing/2014/main" id="{5B9D8E3A-F508-0532-7962-9CE6C6EF8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55133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2" name="Oval 739">
              <a:extLst>
                <a:ext uri="{FF2B5EF4-FFF2-40B4-BE49-F238E27FC236}">
                  <a16:creationId xmlns:a16="http://schemas.microsoft.com/office/drawing/2014/main" id="{B3DDAD86-7670-16D9-1725-518D3E086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56372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3" name="Oval 740">
              <a:extLst>
                <a:ext uri="{FF2B5EF4-FFF2-40B4-BE49-F238E27FC236}">
                  <a16:creationId xmlns:a16="http://schemas.microsoft.com/office/drawing/2014/main" id="{6DB831DE-1CB0-4C0F-4E8D-7DC39AA25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7188" y="56689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4" name="Oval 741">
              <a:extLst>
                <a:ext uri="{FF2B5EF4-FFF2-40B4-BE49-F238E27FC236}">
                  <a16:creationId xmlns:a16="http://schemas.microsoft.com/office/drawing/2014/main" id="{B2E3BDF1-0D23-76C7-4BEC-F650487C0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9413" y="573405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5" name="Oval 742">
              <a:extLst>
                <a:ext uri="{FF2B5EF4-FFF2-40B4-BE49-F238E27FC236}">
                  <a16:creationId xmlns:a16="http://schemas.microsoft.com/office/drawing/2014/main" id="{9217C550-6D45-8889-FD15-6B68AA420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7988" y="59261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6" name="Oval 743">
              <a:extLst>
                <a:ext uri="{FF2B5EF4-FFF2-40B4-BE49-F238E27FC236}">
                  <a16:creationId xmlns:a16="http://schemas.microsoft.com/office/drawing/2014/main" id="{56E32F87-D97B-2D61-41E2-85E1E3C23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738" y="59769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7" name="Oval 744">
              <a:extLst>
                <a:ext uri="{FF2B5EF4-FFF2-40B4-BE49-F238E27FC236}">
                  <a16:creationId xmlns:a16="http://schemas.microsoft.com/office/drawing/2014/main" id="{A28425E5-4F65-D897-557A-2E3361CFB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6250" y="60753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8" name="Oval 745">
              <a:extLst>
                <a:ext uri="{FF2B5EF4-FFF2-40B4-BE49-F238E27FC236}">
                  <a16:creationId xmlns:a16="http://schemas.microsoft.com/office/drawing/2014/main" id="{8069B87E-2248-B653-7821-7E2F23D45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100" y="55562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9" name="Oval 746">
              <a:extLst>
                <a:ext uri="{FF2B5EF4-FFF2-40B4-BE49-F238E27FC236}">
                  <a16:creationId xmlns:a16="http://schemas.microsoft.com/office/drawing/2014/main" id="{925857FF-525A-44DC-4DA1-93E87607A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2275" y="56499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0" name="Oval 747">
              <a:extLst>
                <a:ext uri="{FF2B5EF4-FFF2-40B4-BE49-F238E27FC236}">
                  <a16:creationId xmlns:a16="http://schemas.microsoft.com/office/drawing/2014/main" id="{B35059EA-87D0-D3F9-AF16-33C308D73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0213" y="573405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1" name="Oval 748">
              <a:extLst>
                <a:ext uri="{FF2B5EF4-FFF2-40B4-BE49-F238E27FC236}">
                  <a16:creationId xmlns:a16="http://schemas.microsoft.com/office/drawing/2014/main" id="{1D000CA9-CEEA-427C-3F02-8BAE2D1B1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4500" y="57959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2" name="Oval 749">
              <a:extLst>
                <a:ext uri="{FF2B5EF4-FFF2-40B4-BE49-F238E27FC236}">
                  <a16:creationId xmlns:a16="http://schemas.microsoft.com/office/drawing/2014/main" id="{22B6B399-3790-7FA8-638B-D306BBE59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5138" y="58340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3" name="Oval 750">
              <a:extLst>
                <a:ext uri="{FF2B5EF4-FFF2-40B4-BE49-F238E27FC236}">
                  <a16:creationId xmlns:a16="http://schemas.microsoft.com/office/drawing/2014/main" id="{D07BCC10-F35A-E10A-7F27-0B2DFCFFB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8950" y="60213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4" name="Oval 751">
              <a:extLst>
                <a:ext uri="{FF2B5EF4-FFF2-40B4-BE49-F238E27FC236}">
                  <a16:creationId xmlns:a16="http://schemas.microsoft.com/office/drawing/2014/main" id="{C411D061-9A7E-8CB5-FAA2-92F2C8DBE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825" y="56832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5" name="Oval 752">
              <a:extLst>
                <a:ext uri="{FF2B5EF4-FFF2-40B4-BE49-F238E27FC236}">
                  <a16:creationId xmlns:a16="http://schemas.microsoft.com/office/drawing/2014/main" id="{629E7CEC-77DA-5D8F-79C3-CF8481FCB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8000" y="57499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6" name="Oval 753">
              <a:extLst>
                <a:ext uri="{FF2B5EF4-FFF2-40B4-BE49-F238E27FC236}">
                  <a16:creationId xmlns:a16="http://schemas.microsoft.com/office/drawing/2014/main" id="{9F2568D0-C5AA-D11F-18A1-1A9E57C79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5938" y="58388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7" name="Oval 754">
              <a:extLst>
                <a:ext uri="{FF2B5EF4-FFF2-40B4-BE49-F238E27FC236}">
                  <a16:creationId xmlns:a16="http://schemas.microsoft.com/office/drawing/2014/main" id="{5F3CB9C7-9702-499A-D60A-37CECFBD6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8638" y="59086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8" name="Oval 755">
              <a:extLst>
                <a:ext uri="{FF2B5EF4-FFF2-40B4-BE49-F238E27FC236}">
                  <a16:creationId xmlns:a16="http://schemas.microsoft.com/office/drawing/2014/main" id="{68BDB454-FAD1-A2A1-65BB-7270F976F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6100" y="59436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9" name="Oval 756">
              <a:extLst>
                <a:ext uri="{FF2B5EF4-FFF2-40B4-BE49-F238E27FC236}">
                  <a16:creationId xmlns:a16="http://schemas.microsoft.com/office/drawing/2014/main" id="{416DA85E-D63D-E12F-7323-4572E71BC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8325" y="60912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0" name="Oval 757">
              <a:extLst>
                <a:ext uri="{FF2B5EF4-FFF2-40B4-BE49-F238E27FC236}">
                  <a16:creationId xmlns:a16="http://schemas.microsoft.com/office/drawing/2014/main" id="{88B882F6-859B-6C8B-980C-F570BF7C8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5788" y="58166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1" name="Oval 758">
              <a:extLst>
                <a:ext uri="{FF2B5EF4-FFF2-40B4-BE49-F238E27FC236}">
                  <a16:creationId xmlns:a16="http://schemas.microsoft.com/office/drawing/2014/main" id="{218621C5-1065-9800-C2C4-4700BA2A0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8963" y="58547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2" name="Oval 759">
              <a:extLst>
                <a:ext uri="{FF2B5EF4-FFF2-40B4-BE49-F238E27FC236}">
                  <a16:creationId xmlns:a16="http://schemas.microsoft.com/office/drawing/2014/main" id="{A7BD4D9B-1A32-4C37-8089-B9A4D8425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5313" y="59277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3" name="Oval 760">
              <a:extLst>
                <a:ext uri="{FF2B5EF4-FFF2-40B4-BE49-F238E27FC236}">
                  <a16:creationId xmlns:a16="http://schemas.microsoft.com/office/drawing/2014/main" id="{2DFA341A-3874-D44B-FBF9-811965A56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6425" y="602932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4" name="Oval 761">
              <a:extLst>
                <a:ext uri="{FF2B5EF4-FFF2-40B4-BE49-F238E27FC236}">
                  <a16:creationId xmlns:a16="http://schemas.microsoft.com/office/drawing/2014/main" id="{CD969895-27D7-113B-1094-1AD6546ED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300" y="60340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5" name="Oval 762">
              <a:extLst>
                <a:ext uri="{FF2B5EF4-FFF2-40B4-BE49-F238E27FC236}">
                  <a16:creationId xmlns:a16="http://schemas.microsoft.com/office/drawing/2014/main" id="{5D49DF21-369A-8185-D67B-25C832E19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1350" y="60436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6" name="Oval 763">
              <a:extLst>
                <a:ext uri="{FF2B5EF4-FFF2-40B4-BE49-F238E27FC236}">
                  <a16:creationId xmlns:a16="http://schemas.microsoft.com/office/drawing/2014/main" id="{7E70083E-6D71-251E-69FA-E85ABFE2B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1988" y="59134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7" name="Oval 764">
              <a:extLst>
                <a:ext uri="{FF2B5EF4-FFF2-40B4-BE49-F238E27FC236}">
                  <a16:creationId xmlns:a16="http://schemas.microsoft.com/office/drawing/2014/main" id="{9ECB17F1-A080-1382-0E13-367C56A8D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3575" y="597852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8" name="Oval 765">
              <a:extLst>
                <a:ext uri="{FF2B5EF4-FFF2-40B4-BE49-F238E27FC236}">
                  <a16:creationId xmlns:a16="http://schemas.microsoft.com/office/drawing/2014/main" id="{30EDAFA9-5F4A-3D7B-4347-B83D24A9D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9925" y="60721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9" name="Oval 766">
              <a:extLst>
                <a:ext uri="{FF2B5EF4-FFF2-40B4-BE49-F238E27FC236}">
                  <a16:creationId xmlns:a16="http://schemas.microsoft.com/office/drawing/2014/main" id="{9772787F-AC4F-0EB0-DE1C-FB20DA26A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5013" y="59991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" name="Oval 767">
              <a:extLst>
                <a:ext uri="{FF2B5EF4-FFF2-40B4-BE49-F238E27FC236}">
                  <a16:creationId xmlns:a16="http://schemas.microsoft.com/office/drawing/2014/main" id="{B6E866B4-E8C0-5A3B-64A5-BA2B8E411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6600" y="605472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1" name="Oval 768">
              <a:extLst>
                <a:ext uri="{FF2B5EF4-FFF2-40B4-BE49-F238E27FC236}">
                  <a16:creationId xmlns:a16="http://schemas.microsoft.com/office/drawing/2014/main" id="{4D007F1D-CC09-A3C9-108E-193FA2242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9950" y="60817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2" name="Oval 769">
              <a:extLst>
                <a:ext uri="{FF2B5EF4-FFF2-40B4-BE49-F238E27FC236}">
                  <a16:creationId xmlns:a16="http://schemas.microsoft.com/office/drawing/2014/main" id="{348C28DA-64C0-9E66-A5E2-760709342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4863" y="60436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3" name="Oval 770">
              <a:extLst>
                <a:ext uri="{FF2B5EF4-FFF2-40B4-BE49-F238E27FC236}">
                  <a16:creationId xmlns:a16="http://schemas.microsoft.com/office/drawing/2014/main" id="{8528A729-E31D-733D-DBBA-CFA7DE21A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9625" y="60833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4" name="Oval 771">
              <a:extLst>
                <a:ext uri="{FF2B5EF4-FFF2-40B4-BE49-F238E27FC236}">
                  <a16:creationId xmlns:a16="http://schemas.microsoft.com/office/drawing/2014/main" id="{246EE8CD-3DA1-FCFA-E0EE-AF1F1869B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5013" y="59991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5" name="Oval 772">
              <a:extLst>
                <a:ext uri="{FF2B5EF4-FFF2-40B4-BE49-F238E27FC236}">
                  <a16:creationId xmlns:a16="http://schemas.microsoft.com/office/drawing/2014/main" id="{02160014-8045-4E89-A5D3-14D4DB7EF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6600" y="59610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6" name="Oval 773">
              <a:extLst>
                <a:ext uri="{FF2B5EF4-FFF2-40B4-BE49-F238E27FC236}">
                  <a16:creationId xmlns:a16="http://schemas.microsoft.com/office/drawing/2014/main" id="{FBE3F472-3FBD-0CB3-D20F-B4C265330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1363" y="60817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7" name="Oval 774">
              <a:extLst>
                <a:ext uri="{FF2B5EF4-FFF2-40B4-BE49-F238E27FC236}">
                  <a16:creationId xmlns:a16="http://schemas.microsoft.com/office/drawing/2014/main" id="{3DD1C3BF-76A4-6596-479B-2870BD671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1988" y="59134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8" name="Oval 775">
              <a:extLst>
                <a:ext uri="{FF2B5EF4-FFF2-40B4-BE49-F238E27FC236}">
                  <a16:creationId xmlns:a16="http://schemas.microsoft.com/office/drawing/2014/main" id="{89C70608-04B9-1215-552C-A879B97E5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3575" y="58420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9" name="Oval 776">
              <a:extLst>
                <a:ext uri="{FF2B5EF4-FFF2-40B4-BE49-F238E27FC236}">
                  <a16:creationId xmlns:a16="http://schemas.microsoft.com/office/drawing/2014/main" id="{32F79C80-FFED-F782-1C01-810C49A8E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9925" y="593090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" name="Oval 778">
              <a:extLst>
                <a:ext uri="{FF2B5EF4-FFF2-40B4-BE49-F238E27FC236}">
                  <a16:creationId xmlns:a16="http://schemas.microsoft.com/office/drawing/2014/main" id="{F79C968E-8D68-CDB4-D2BB-28E82BF7D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1038" y="60515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" name="Oval 779">
              <a:extLst>
                <a:ext uri="{FF2B5EF4-FFF2-40B4-BE49-F238E27FC236}">
                  <a16:creationId xmlns:a16="http://schemas.microsoft.com/office/drawing/2014/main" id="{9A5666C1-80D9-64BC-6BD4-AF0EBC6A8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5326" y="60642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" name="Oval 780">
              <a:extLst>
                <a:ext uri="{FF2B5EF4-FFF2-40B4-BE49-F238E27FC236}">
                  <a16:creationId xmlns:a16="http://schemas.microsoft.com/office/drawing/2014/main" id="{7FF2578B-EB3F-A2AE-FC9F-CBADFE922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5788" y="58166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" name="Oval 781">
              <a:extLst>
                <a:ext uri="{FF2B5EF4-FFF2-40B4-BE49-F238E27FC236}">
                  <a16:creationId xmlns:a16="http://schemas.microsoft.com/office/drawing/2014/main" id="{695829A0-C272-624B-6F01-BAF5F92BD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8963" y="57324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" name="Oval 782">
              <a:extLst>
                <a:ext uri="{FF2B5EF4-FFF2-40B4-BE49-F238E27FC236}">
                  <a16:creationId xmlns:a16="http://schemas.microsoft.com/office/drawing/2014/main" id="{60C83BEC-6EEA-D48B-E12E-5377EAE9E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5313" y="58642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" name="Oval 783">
              <a:extLst>
                <a:ext uri="{FF2B5EF4-FFF2-40B4-BE49-F238E27FC236}">
                  <a16:creationId xmlns:a16="http://schemas.microsoft.com/office/drawing/2014/main" id="{ECA6E4B3-E2DF-4CA9-7112-78C8F7FF7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6426" y="60706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" name="Oval 784">
              <a:extLst>
                <a:ext uri="{FF2B5EF4-FFF2-40B4-BE49-F238E27FC236}">
                  <a16:creationId xmlns:a16="http://schemas.microsoft.com/office/drawing/2014/main" id="{26448FB8-4B41-44FA-9822-596355E0A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301" y="60880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" name="Oval 785">
              <a:extLst>
                <a:ext uri="{FF2B5EF4-FFF2-40B4-BE49-F238E27FC236}">
                  <a16:creationId xmlns:a16="http://schemas.microsoft.com/office/drawing/2014/main" id="{7E9E69B3-0578-F3B5-3DE8-835765B4C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826" y="56832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" name="Oval 786">
              <a:extLst>
                <a:ext uri="{FF2B5EF4-FFF2-40B4-BE49-F238E27FC236}">
                  <a16:creationId xmlns:a16="http://schemas.microsoft.com/office/drawing/2014/main" id="{4B304C26-3080-1D4D-84D6-38F0956DA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8001" y="55848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" name="Oval 787">
              <a:extLst>
                <a:ext uri="{FF2B5EF4-FFF2-40B4-BE49-F238E27FC236}">
                  <a16:creationId xmlns:a16="http://schemas.microsoft.com/office/drawing/2014/main" id="{EAF2F343-45C2-B099-E951-47A2AE7BA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5938" y="57705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" name="Oval 788">
              <a:extLst>
                <a:ext uri="{FF2B5EF4-FFF2-40B4-BE49-F238E27FC236}">
                  <a16:creationId xmlns:a16="http://schemas.microsoft.com/office/drawing/2014/main" id="{D820FC8F-CF1E-3BA0-E066-13093AAF5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8638" y="59642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" name="Oval 789">
              <a:extLst>
                <a:ext uri="{FF2B5EF4-FFF2-40B4-BE49-F238E27FC236}">
                  <a16:creationId xmlns:a16="http://schemas.microsoft.com/office/drawing/2014/main" id="{533F0675-CE48-9C67-A9D5-381A18191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6101" y="60261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" name="Oval 790">
              <a:extLst>
                <a:ext uri="{FF2B5EF4-FFF2-40B4-BE49-F238E27FC236}">
                  <a16:creationId xmlns:a16="http://schemas.microsoft.com/office/drawing/2014/main" id="{B99AD833-C410-D514-1FC2-4A4AB1553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8326" y="60594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" name="Oval 791">
              <a:extLst>
                <a:ext uri="{FF2B5EF4-FFF2-40B4-BE49-F238E27FC236}">
                  <a16:creationId xmlns:a16="http://schemas.microsoft.com/office/drawing/2014/main" id="{C90CB0B3-DD99-63F6-983B-76762F872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3726" y="60642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" name="Oval 792">
              <a:extLst>
                <a:ext uri="{FF2B5EF4-FFF2-40B4-BE49-F238E27FC236}">
                  <a16:creationId xmlns:a16="http://schemas.microsoft.com/office/drawing/2014/main" id="{D5D7A593-3894-EBCD-98AE-573DEF54E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101" y="55562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" name="Oval 793">
              <a:extLst>
                <a:ext uri="{FF2B5EF4-FFF2-40B4-BE49-F238E27FC236}">
                  <a16:creationId xmlns:a16="http://schemas.microsoft.com/office/drawing/2014/main" id="{18A4413C-B1BC-2B4D-8B8F-2DC7BEB5E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2276" y="54451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" name="Oval 794">
              <a:extLst>
                <a:ext uri="{FF2B5EF4-FFF2-40B4-BE49-F238E27FC236}">
                  <a16:creationId xmlns:a16="http://schemas.microsoft.com/office/drawing/2014/main" id="{B22EAB54-6F13-ED5F-FCD2-C5179B07C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0213" y="56403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" name="Oval 795">
              <a:extLst>
                <a:ext uri="{FF2B5EF4-FFF2-40B4-BE49-F238E27FC236}">
                  <a16:creationId xmlns:a16="http://schemas.microsoft.com/office/drawing/2014/main" id="{BA8BE96A-A536-2A1D-7943-1C4B895A3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4501" y="58467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" name="Oval 796">
              <a:extLst>
                <a:ext uri="{FF2B5EF4-FFF2-40B4-BE49-F238E27FC236}">
                  <a16:creationId xmlns:a16="http://schemas.microsoft.com/office/drawing/2014/main" id="{6A89D657-64D8-9881-B10A-29BDBD4A3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5138" y="59737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" name="Oval 797">
              <a:extLst>
                <a:ext uri="{FF2B5EF4-FFF2-40B4-BE49-F238E27FC236}">
                  <a16:creationId xmlns:a16="http://schemas.microsoft.com/office/drawing/2014/main" id="{BDA84B4B-7DA0-5B3E-A546-C35C798BB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8951" y="596582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" name="Oval 798">
              <a:extLst>
                <a:ext uri="{FF2B5EF4-FFF2-40B4-BE49-F238E27FC236}">
                  <a16:creationId xmlns:a16="http://schemas.microsoft.com/office/drawing/2014/main" id="{1E079E66-AFF6-A44F-3EE0-5184C4573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9113" y="59753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" name="Oval 799">
              <a:extLst>
                <a:ext uri="{FF2B5EF4-FFF2-40B4-BE49-F238E27FC236}">
                  <a16:creationId xmlns:a16="http://schemas.microsoft.com/office/drawing/2014/main" id="{2648C7D3-A147-9D8A-AFA8-9E0E39F78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0863" y="59578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" name="Oval 800">
              <a:extLst>
                <a:ext uri="{FF2B5EF4-FFF2-40B4-BE49-F238E27FC236}">
                  <a16:creationId xmlns:a16="http://schemas.microsoft.com/office/drawing/2014/main" id="{BAB69AAC-01DB-D70B-9C3C-CAEB46F02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5788" y="60340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" name="Oval 801">
              <a:extLst>
                <a:ext uri="{FF2B5EF4-FFF2-40B4-BE49-F238E27FC236}">
                  <a16:creationId xmlns:a16="http://schemas.microsoft.com/office/drawing/2014/main" id="{3651C28A-0033-764F-0A92-C5108DEB1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3751" y="60388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" name="Oval 802">
              <a:extLst>
                <a:ext uri="{FF2B5EF4-FFF2-40B4-BE49-F238E27FC236}">
                  <a16:creationId xmlns:a16="http://schemas.microsoft.com/office/drawing/2014/main" id="{A2328D65-AB01-7B4C-E571-CDFA4E800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6613" y="60420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" name="Oval 803">
              <a:extLst>
                <a:ext uri="{FF2B5EF4-FFF2-40B4-BE49-F238E27FC236}">
                  <a16:creationId xmlns:a16="http://schemas.microsoft.com/office/drawing/2014/main" id="{E294D33C-CEDA-6645-579C-BF06A551A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7026" y="54308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" name="Oval 804">
              <a:extLst>
                <a:ext uri="{FF2B5EF4-FFF2-40B4-BE49-F238E27FC236}">
                  <a16:creationId xmlns:a16="http://schemas.microsoft.com/office/drawing/2014/main" id="{F120A215-4B9B-51DC-9D0E-0615DB0A2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1" y="532923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" name="Oval 805">
              <a:extLst>
                <a:ext uri="{FF2B5EF4-FFF2-40B4-BE49-F238E27FC236}">
                  <a16:creationId xmlns:a16="http://schemas.microsoft.com/office/drawing/2014/main" id="{72B9E0DD-D0A6-EA70-E418-83CF9166B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55118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" name="Oval 806">
              <a:extLst>
                <a:ext uri="{FF2B5EF4-FFF2-40B4-BE49-F238E27FC236}">
                  <a16:creationId xmlns:a16="http://schemas.microsoft.com/office/drawing/2014/main" id="{F68198C3-1730-A696-8394-9E112D236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7188" y="57102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" name="Oval 807">
              <a:extLst>
                <a:ext uri="{FF2B5EF4-FFF2-40B4-BE49-F238E27FC236}">
                  <a16:creationId xmlns:a16="http://schemas.microsoft.com/office/drawing/2014/main" id="{D2943947-0C2F-FB5F-3280-AC30BBCDB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9413" y="57943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" name="Oval 808">
              <a:extLst>
                <a:ext uri="{FF2B5EF4-FFF2-40B4-BE49-F238E27FC236}">
                  <a16:creationId xmlns:a16="http://schemas.microsoft.com/office/drawing/2014/main" id="{AD157A55-43B7-F0F6-8912-C53AB1978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7988" y="58451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" name="Oval 809">
              <a:extLst>
                <a:ext uri="{FF2B5EF4-FFF2-40B4-BE49-F238E27FC236}">
                  <a16:creationId xmlns:a16="http://schemas.microsoft.com/office/drawing/2014/main" id="{3C414FBF-0FE2-A840-8F89-95DD2C7FE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738" y="58547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" name="Oval 810">
              <a:extLst>
                <a:ext uri="{FF2B5EF4-FFF2-40B4-BE49-F238E27FC236}">
                  <a16:creationId xmlns:a16="http://schemas.microsoft.com/office/drawing/2014/main" id="{2FF193B2-07EB-DF27-7B37-269EFF0C3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6251" y="58515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" name="Oval 811">
              <a:extLst>
                <a:ext uri="{FF2B5EF4-FFF2-40B4-BE49-F238E27FC236}">
                  <a16:creationId xmlns:a16="http://schemas.microsoft.com/office/drawing/2014/main" id="{DF4A520E-FD86-F1F6-6352-0CAB3122B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5938" y="60309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" name="Oval 812">
              <a:extLst>
                <a:ext uri="{FF2B5EF4-FFF2-40B4-BE49-F238E27FC236}">
                  <a16:creationId xmlns:a16="http://schemas.microsoft.com/office/drawing/2014/main" id="{88F26F82-A4FE-A378-32D6-0DCE31731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1363" y="58562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" name="Oval 813">
              <a:extLst>
                <a:ext uri="{FF2B5EF4-FFF2-40B4-BE49-F238E27FC236}">
                  <a16:creationId xmlns:a16="http://schemas.microsoft.com/office/drawing/2014/main" id="{DCFE098D-3FCB-47A5-2684-186C9789D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8601" y="52641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" name="Oval 814">
              <a:extLst>
                <a:ext uri="{FF2B5EF4-FFF2-40B4-BE49-F238E27FC236}">
                  <a16:creationId xmlns:a16="http://schemas.microsoft.com/office/drawing/2014/main" id="{95AB430C-446C-1778-A1D5-714043F23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1776" y="524510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" name="Oval 815">
              <a:extLst>
                <a:ext uri="{FF2B5EF4-FFF2-40B4-BE49-F238E27FC236}">
                  <a16:creationId xmlns:a16="http://schemas.microsoft.com/office/drawing/2014/main" id="{504ED4B7-1509-4AE8-7BA5-4E35C2AA5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4476" y="54737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" name="Oval 816">
              <a:extLst>
                <a:ext uri="{FF2B5EF4-FFF2-40B4-BE49-F238E27FC236}">
                  <a16:creationId xmlns:a16="http://schemas.microsoft.com/office/drawing/2014/main" id="{414B68FB-F7B7-67CB-6C80-38D9B9C8C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56451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" name="Oval 817">
              <a:extLst>
                <a:ext uri="{FF2B5EF4-FFF2-40B4-BE49-F238E27FC236}">
                  <a16:creationId xmlns:a16="http://schemas.microsoft.com/office/drawing/2014/main" id="{1CEFB2B3-6ED2-3A1F-C812-F9B8AEA6E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8926" y="56943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" name="Oval 818">
              <a:extLst>
                <a:ext uri="{FF2B5EF4-FFF2-40B4-BE49-F238E27FC236}">
                  <a16:creationId xmlns:a16="http://schemas.microsoft.com/office/drawing/2014/main" id="{FDC08588-60A6-9F59-3B3B-4B0A72C94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0676" y="57515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" name="Oval 819">
              <a:extLst>
                <a:ext uri="{FF2B5EF4-FFF2-40B4-BE49-F238E27FC236}">
                  <a16:creationId xmlns:a16="http://schemas.microsoft.com/office/drawing/2014/main" id="{E18EF389-5ABA-4DD1-68CC-D70671739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7188" y="57277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" name="Oval 820">
              <a:extLst>
                <a:ext uri="{FF2B5EF4-FFF2-40B4-BE49-F238E27FC236}">
                  <a16:creationId xmlns:a16="http://schemas.microsoft.com/office/drawing/2014/main" id="{B49B0B39-9910-DDD0-5D1F-F9FE88505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8463" y="58324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" name="Oval 821">
              <a:extLst>
                <a:ext uri="{FF2B5EF4-FFF2-40B4-BE49-F238E27FC236}">
                  <a16:creationId xmlns:a16="http://schemas.microsoft.com/office/drawing/2014/main" id="{CF2EB6A4-1185-76D8-305A-68B0BF6C7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913" y="59642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" name="Oval 822">
              <a:extLst>
                <a:ext uri="{FF2B5EF4-FFF2-40B4-BE49-F238E27FC236}">
                  <a16:creationId xmlns:a16="http://schemas.microsoft.com/office/drawing/2014/main" id="{C1023DE4-7AC1-E820-0A6E-D6B3CF22B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8951" y="600233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" name="Oval 823">
              <a:extLst>
                <a:ext uri="{FF2B5EF4-FFF2-40B4-BE49-F238E27FC236}">
                  <a16:creationId xmlns:a16="http://schemas.microsoft.com/office/drawing/2014/main" id="{18F24933-6214-444B-4370-4C55C3F7E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8163" y="60229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" name="Oval 824">
              <a:extLst>
                <a:ext uri="{FF2B5EF4-FFF2-40B4-BE49-F238E27FC236}">
                  <a16:creationId xmlns:a16="http://schemas.microsoft.com/office/drawing/2014/main" id="{56C0BA5C-B430-2E8F-88F9-A882A3B37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8963" y="58451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" name="Oval 825">
              <a:extLst>
                <a:ext uri="{FF2B5EF4-FFF2-40B4-BE49-F238E27FC236}">
                  <a16:creationId xmlns:a16="http://schemas.microsoft.com/office/drawing/2014/main" id="{3846A35E-F6EE-AB34-A52E-3F741B0FC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9763" y="58467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" name="Oval 826">
              <a:extLst>
                <a:ext uri="{FF2B5EF4-FFF2-40B4-BE49-F238E27FC236}">
                  <a16:creationId xmlns:a16="http://schemas.microsoft.com/office/drawing/2014/main" id="{BB5E057E-D0AD-8154-82DA-0C6B10A62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238" y="51562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" name="Oval 827">
              <a:extLst>
                <a:ext uri="{FF2B5EF4-FFF2-40B4-BE49-F238E27FC236}">
                  <a16:creationId xmlns:a16="http://schemas.microsoft.com/office/drawing/2014/main" id="{3BC5398E-F935-E535-9C6A-7A48A2BDB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001" y="51879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" name="Oval 828">
              <a:extLst>
                <a:ext uri="{FF2B5EF4-FFF2-40B4-BE49-F238E27FC236}">
                  <a16:creationId xmlns:a16="http://schemas.microsoft.com/office/drawing/2014/main" id="{5EEA7A2C-4E14-F28A-1BFD-741BF49EC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701" y="53641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" name="Oval 829">
              <a:extLst>
                <a:ext uri="{FF2B5EF4-FFF2-40B4-BE49-F238E27FC236}">
                  <a16:creationId xmlns:a16="http://schemas.microsoft.com/office/drawing/2014/main" id="{3CA430EB-3FD3-3F2E-8A48-32C6E085A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926" y="54784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" name="Oval 830">
              <a:extLst>
                <a:ext uri="{FF2B5EF4-FFF2-40B4-BE49-F238E27FC236}">
                  <a16:creationId xmlns:a16="http://schemas.microsoft.com/office/drawing/2014/main" id="{0BCDF17C-334D-BE26-AE98-1CFF8212D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088" y="56134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" name="Oval 831">
              <a:extLst>
                <a:ext uri="{FF2B5EF4-FFF2-40B4-BE49-F238E27FC236}">
                  <a16:creationId xmlns:a16="http://schemas.microsoft.com/office/drawing/2014/main" id="{146A26C3-9E51-9DF2-4400-ADE492C36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8601" y="56816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" name="Oval 832">
              <a:extLst>
                <a:ext uri="{FF2B5EF4-FFF2-40B4-BE49-F238E27FC236}">
                  <a16:creationId xmlns:a16="http://schemas.microsoft.com/office/drawing/2014/main" id="{3A107EAA-2435-E6A1-EADE-7C2AE534A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1463" y="56356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5" name="Oval 833">
              <a:extLst>
                <a:ext uri="{FF2B5EF4-FFF2-40B4-BE49-F238E27FC236}">
                  <a16:creationId xmlns:a16="http://schemas.microsoft.com/office/drawing/2014/main" id="{3FA12CB3-D8D0-B663-BA4A-CF24B4761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1" y="57673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" name="Oval 834">
              <a:extLst>
                <a:ext uri="{FF2B5EF4-FFF2-40B4-BE49-F238E27FC236}">
                  <a16:creationId xmlns:a16="http://schemas.microsoft.com/office/drawing/2014/main" id="{182E3140-009D-37F6-31DA-23B3FFEC8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58435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" name="Oval 835">
              <a:extLst>
                <a:ext uri="{FF2B5EF4-FFF2-40B4-BE49-F238E27FC236}">
                  <a16:creationId xmlns:a16="http://schemas.microsoft.com/office/drawing/2014/main" id="{70D6C253-6403-0612-A916-83175FA44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101" y="58689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" name="Oval 836">
              <a:extLst>
                <a:ext uri="{FF2B5EF4-FFF2-40B4-BE49-F238E27FC236}">
                  <a16:creationId xmlns:a16="http://schemas.microsoft.com/office/drawing/2014/main" id="{6EBB0F06-712D-D242-8FE3-58A2B6E66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6" y="58689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" name="Oval 837">
              <a:extLst>
                <a:ext uri="{FF2B5EF4-FFF2-40B4-BE49-F238E27FC236}">
                  <a16:creationId xmlns:a16="http://schemas.microsoft.com/office/drawing/2014/main" id="{3ED86698-31BD-B927-8174-91364628C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8638" y="55483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" name="Oval 838">
              <a:extLst>
                <a:ext uri="{FF2B5EF4-FFF2-40B4-BE49-F238E27FC236}">
                  <a16:creationId xmlns:a16="http://schemas.microsoft.com/office/drawing/2014/main" id="{BA61FC8F-48FC-1049-BE98-1597EB0B0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4201" y="58023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" name="Oval 839">
              <a:extLst>
                <a:ext uri="{FF2B5EF4-FFF2-40B4-BE49-F238E27FC236}">
                  <a16:creationId xmlns:a16="http://schemas.microsoft.com/office/drawing/2014/main" id="{B986A936-72AF-AD70-FC03-7AC07D6F3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6351" y="49958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" name="Oval 840">
              <a:extLst>
                <a:ext uri="{FF2B5EF4-FFF2-40B4-BE49-F238E27FC236}">
                  <a16:creationId xmlns:a16="http://schemas.microsoft.com/office/drawing/2014/main" id="{7BEE1365-92DC-4BD3-FFEF-08D44CE77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1113" y="50371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" name="Oval 841">
              <a:extLst>
                <a:ext uri="{FF2B5EF4-FFF2-40B4-BE49-F238E27FC236}">
                  <a16:creationId xmlns:a16="http://schemas.microsoft.com/office/drawing/2014/main" id="{89084DC1-28EE-6BEC-62E4-191BFEDC3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988" y="52562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" name="Oval 842">
              <a:extLst>
                <a:ext uri="{FF2B5EF4-FFF2-40B4-BE49-F238E27FC236}">
                  <a16:creationId xmlns:a16="http://schemas.microsoft.com/office/drawing/2014/main" id="{B3B77304-F8A0-D8B6-A408-2C5B65D97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3976" y="53848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" name="Oval 843">
              <a:extLst>
                <a:ext uri="{FF2B5EF4-FFF2-40B4-BE49-F238E27FC236}">
                  <a16:creationId xmlns:a16="http://schemas.microsoft.com/office/drawing/2014/main" id="{0E062DD3-BA42-399C-20EA-71E04146C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8901" y="54864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" name="Oval 844">
              <a:extLst>
                <a:ext uri="{FF2B5EF4-FFF2-40B4-BE49-F238E27FC236}">
                  <a16:creationId xmlns:a16="http://schemas.microsoft.com/office/drawing/2014/main" id="{6083F18F-2488-BC45-8C6D-6CC5530B7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1763" y="55356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" name="Oval 845">
              <a:extLst>
                <a:ext uri="{FF2B5EF4-FFF2-40B4-BE49-F238E27FC236}">
                  <a16:creationId xmlns:a16="http://schemas.microsoft.com/office/drawing/2014/main" id="{FDE14EDB-A8A4-7F18-6A04-C033E9F0C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9388" y="55451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" name="Oval 846">
              <a:extLst>
                <a:ext uri="{FF2B5EF4-FFF2-40B4-BE49-F238E27FC236}">
                  <a16:creationId xmlns:a16="http://schemas.microsoft.com/office/drawing/2014/main" id="{6AF9DCE6-D249-A006-16BE-6E9D3CB48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1776" y="562292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" name="Oval 847">
              <a:extLst>
                <a:ext uri="{FF2B5EF4-FFF2-40B4-BE49-F238E27FC236}">
                  <a16:creationId xmlns:a16="http://schemas.microsoft.com/office/drawing/2014/main" id="{C70BBB59-3859-65C3-7C10-EB0E14CC3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8926" y="56562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" name="Oval 848">
              <a:extLst>
                <a:ext uri="{FF2B5EF4-FFF2-40B4-BE49-F238E27FC236}">
                  <a16:creationId xmlns:a16="http://schemas.microsoft.com/office/drawing/2014/main" id="{53BD0168-3032-BD42-7E1E-733BE78FC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7663" y="56959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" name="Oval 849">
              <a:extLst>
                <a:ext uri="{FF2B5EF4-FFF2-40B4-BE49-F238E27FC236}">
                  <a16:creationId xmlns:a16="http://schemas.microsoft.com/office/drawing/2014/main" id="{C4BB7516-ADBA-AEF6-6380-9DDC23FE4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7988" y="57023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" name="Oval 850">
              <a:extLst>
                <a:ext uri="{FF2B5EF4-FFF2-40B4-BE49-F238E27FC236}">
                  <a16:creationId xmlns:a16="http://schemas.microsoft.com/office/drawing/2014/main" id="{DD641719-B248-8879-B75A-4579E52A8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8313" y="58467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" name="Oval 851">
              <a:extLst>
                <a:ext uri="{FF2B5EF4-FFF2-40B4-BE49-F238E27FC236}">
                  <a16:creationId xmlns:a16="http://schemas.microsoft.com/office/drawing/2014/main" id="{710EB753-271F-0314-3FE2-AD04398CE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763" y="47910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" name="Oval 852">
              <a:extLst>
                <a:ext uri="{FF2B5EF4-FFF2-40B4-BE49-F238E27FC236}">
                  <a16:creationId xmlns:a16="http://schemas.microsoft.com/office/drawing/2014/main" id="{821AE6EE-1CA5-D34D-C070-8203F92FA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5701" y="47767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" name="Oval 853">
              <a:extLst>
                <a:ext uri="{FF2B5EF4-FFF2-40B4-BE49-F238E27FC236}">
                  <a16:creationId xmlns:a16="http://schemas.microsoft.com/office/drawing/2014/main" id="{FF4AB275-D28A-FAB5-3490-1263EDE17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4751" y="50673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" name="Oval 854">
              <a:extLst>
                <a:ext uri="{FF2B5EF4-FFF2-40B4-BE49-F238E27FC236}">
                  <a16:creationId xmlns:a16="http://schemas.microsoft.com/office/drawing/2014/main" id="{256AB761-F9B8-81F2-0A09-091A9755D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6501" y="52530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" name="Oval 855">
              <a:extLst>
                <a:ext uri="{FF2B5EF4-FFF2-40B4-BE49-F238E27FC236}">
                  <a16:creationId xmlns:a16="http://schemas.microsoft.com/office/drawing/2014/main" id="{8A544998-1D18-B218-DB14-C3EE51573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776" y="53705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" name="Oval 856">
              <a:extLst>
                <a:ext uri="{FF2B5EF4-FFF2-40B4-BE49-F238E27FC236}">
                  <a16:creationId xmlns:a16="http://schemas.microsoft.com/office/drawing/2014/main" id="{684ACDDB-D505-4793-270E-60CE52F48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988" y="54054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" name="Oval 857">
              <a:extLst>
                <a:ext uri="{FF2B5EF4-FFF2-40B4-BE49-F238E27FC236}">
                  <a16:creationId xmlns:a16="http://schemas.microsoft.com/office/drawing/2014/main" id="{08244156-A8DA-0618-82BE-7A4E55175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4138" y="54752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" name="Oval 858">
              <a:extLst>
                <a:ext uri="{FF2B5EF4-FFF2-40B4-BE49-F238E27FC236}">
                  <a16:creationId xmlns:a16="http://schemas.microsoft.com/office/drawing/2014/main" id="{6A350F26-9C41-E2E4-BE6E-7CFC3C017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4463" y="54784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" name="Oval 859">
              <a:extLst>
                <a:ext uri="{FF2B5EF4-FFF2-40B4-BE49-F238E27FC236}">
                  <a16:creationId xmlns:a16="http://schemas.microsoft.com/office/drawing/2014/main" id="{DAADE1C3-81D8-308C-28E6-131906826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7963" y="55610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" name="Oval 860">
              <a:extLst>
                <a:ext uri="{FF2B5EF4-FFF2-40B4-BE49-F238E27FC236}">
                  <a16:creationId xmlns:a16="http://schemas.microsoft.com/office/drawing/2014/main" id="{920A1A09-9D14-CB4F-9B38-CD37DF60C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4638" y="54784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" name="Oval 861">
              <a:extLst>
                <a:ext uri="{FF2B5EF4-FFF2-40B4-BE49-F238E27FC236}">
                  <a16:creationId xmlns:a16="http://schemas.microsoft.com/office/drawing/2014/main" id="{5A00AEF8-0842-1CB5-2A0F-65E9DC561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56038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" name="Oval 862">
              <a:extLst>
                <a:ext uri="{FF2B5EF4-FFF2-40B4-BE49-F238E27FC236}">
                  <a16:creationId xmlns:a16="http://schemas.microsoft.com/office/drawing/2014/main" id="{9A557A83-BB11-845B-C528-23AFF1B1E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7988" y="60499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" name="Oval 863">
              <a:extLst>
                <a:ext uri="{FF2B5EF4-FFF2-40B4-BE49-F238E27FC236}">
                  <a16:creationId xmlns:a16="http://schemas.microsoft.com/office/drawing/2014/main" id="{7F19D54C-C734-2BA7-60A6-7154E95BB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8063" y="45656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" name="Oval 864">
              <a:extLst>
                <a:ext uri="{FF2B5EF4-FFF2-40B4-BE49-F238E27FC236}">
                  <a16:creationId xmlns:a16="http://schemas.microsoft.com/office/drawing/2014/main" id="{29E72A4D-BD49-0F50-648F-170286E79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6001" y="46069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" name="Oval 865">
              <a:extLst>
                <a:ext uri="{FF2B5EF4-FFF2-40B4-BE49-F238E27FC236}">
                  <a16:creationId xmlns:a16="http://schemas.microsoft.com/office/drawing/2014/main" id="{D4C3DB85-D204-9303-134E-A6DB6FD7D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813" y="49228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" name="Oval 866">
              <a:extLst>
                <a:ext uri="{FF2B5EF4-FFF2-40B4-BE49-F238E27FC236}">
                  <a16:creationId xmlns:a16="http://schemas.microsoft.com/office/drawing/2014/main" id="{8E0CEF7F-5E25-9D03-CA52-F9FAD73B4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913" y="50942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" name="Oval 867">
              <a:extLst>
                <a:ext uri="{FF2B5EF4-FFF2-40B4-BE49-F238E27FC236}">
                  <a16:creationId xmlns:a16="http://schemas.microsoft.com/office/drawing/2014/main" id="{3ECAD884-A1A9-39A9-631C-7CBAE8966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8713" y="52276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" name="Oval 868">
              <a:extLst>
                <a:ext uri="{FF2B5EF4-FFF2-40B4-BE49-F238E27FC236}">
                  <a16:creationId xmlns:a16="http://schemas.microsoft.com/office/drawing/2014/main" id="{948D199A-5BA5-D8D0-84ED-C4C0F154B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451" y="526732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" name="Oval 869">
              <a:extLst>
                <a:ext uri="{FF2B5EF4-FFF2-40B4-BE49-F238E27FC236}">
                  <a16:creationId xmlns:a16="http://schemas.microsoft.com/office/drawing/2014/main" id="{9A602944-155A-0958-979D-C46C91D88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538" y="52847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" name="Oval 870">
              <a:extLst>
                <a:ext uri="{FF2B5EF4-FFF2-40B4-BE49-F238E27FC236}">
                  <a16:creationId xmlns:a16="http://schemas.microsoft.com/office/drawing/2014/main" id="{89F040EA-991F-25C1-7592-694906B93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3976" y="53594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" name="Oval 871">
              <a:extLst>
                <a:ext uri="{FF2B5EF4-FFF2-40B4-BE49-F238E27FC236}">
                  <a16:creationId xmlns:a16="http://schemas.microsoft.com/office/drawing/2014/main" id="{10B9A41A-DA63-27CF-F013-63AF69252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001" y="54133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" name="Oval 872">
              <a:extLst>
                <a:ext uri="{FF2B5EF4-FFF2-40B4-BE49-F238E27FC236}">
                  <a16:creationId xmlns:a16="http://schemas.microsoft.com/office/drawing/2014/main" id="{DEB85145-8CBD-AED7-A4DC-29AA333B8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026" y="56562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" name="Oval 873">
              <a:extLst>
                <a:ext uri="{FF2B5EF4-FFF2-40B4-BE49-F238E27FC236}">
                  <a16:creationId xmlns:a16="http://schemas.microsoft.com/office/drawing/2014/main" id="{EEBBB03E-669D-BDF4-6F11-424E4D530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4638" y="58848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" name="Oval 874">
              <a:extLst>
                <a:ext uri="{FF2B5EF4-FFF2-40B4-BE49-F238E27FC236}">
                  <a16:creationId xmlns:a16="http://schemas.microsoft.com/office/drawing/2014/main" id="{99FB3182-068C-C644-F5C6-7359E710F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7663" y="60610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" name="Oval 875">
              <a:extLst>
                <a:ext uri="{FF2B5EF4-FFF2-40B4-BE49-F238E27FC236}">
                  <a16:creationId xmlns:a16="http://schemas.microsoft.com/office/drawing/2014/main" id="{4379F039-1441-00E4-2E65-4ABE66CCE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901" y="443547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" name="Oval 876">
              <a:extLst>
                <a:ext uri="{FF2B5EF4-FFF2-40B4-BE49-F238E27FC236}">
                  <a16:creationId xmlns:a16="http://schemas.microsoft.com/office/drawing/2014/main" id="{37BAADA8-D913-7911-FACA-A394E1632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013" y="45100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" name="Oval 877">
              <a:extLst>
                <a:ext uri="{FF2B5EF4-FFF2-40B4-BE49-F238E27FC236}">
                  <a16:creationId xmlns:a16="http://schemas.microsoft.com/office/drawing/2014/main" id="{C406DE3F-981D-8AEA-9017-7F5B51515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176" y="48148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" name="Oval 878">
              <a:extLst>
                <a:ext uri="{FF2B5EF4-FFF2-40B4-BE49-F238E27FC236}">
                  <a16:creationId xmlns:a16="http://schemas.microsoft.com/office/drawing/2014/main" id="{2CD0EEB4-FB67-2575-5D24-FED4CA4D0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9801" y="49339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" name="Oval 879">
              <a:extLst>
                <a:ext uri="{FF2B5EF4-FFF2-40B4-BE49-F238E27FC236}">
                  <a16:creationId xmlns:a16="http://schemas.microsoft.com/office/drawing/2014/main" id="{22621B50-6230-A851-AF91-9472D3E0A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6" y="50196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" name="Oval 880">
              <a:extLst>
                <a:ext uri="{FF2B5EF4-FFF2-40B4-BE49-F238E27FC236}">
                  <a16:creationId xmlns:a16="http://schemas.microsoft.com/office/drawing/2014/main" id="{F865E1B2-8AB9-82BF-DAE9-503615997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563" y="50593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" name="Oval 881">
              <a:extLst>
                <a:ext uri="{FF2B5EF4-FFF2-40B4-BE49-F238E27FC236}">
                  <a16:creationId xmlns:a16="http://schemas.microsoft.com/office/drawing/2014/main" id="{E914D275-B8E3-ACE8-5523-A0DFC4E79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763" y="50942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" name="Oval 882">
              <a:extLst>
                <a:ext uri="{FF2B5EF4-FFF2-40B4-BE49-F238E27FC236}">
                  <a16:creationId xmlns:a16="http://schemas.microsoft.com/office/drawing/2014/main" id="{757ECF33-A25E-E0FC-EEA6-6593E2226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313" y="52720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" name="Oval 883">
              <a:extLst>
                <a:ext uri="{FF2B5EF4-FFF2-40B4-BE49-F238E27FC236}">
                  <a16:creationId xmlns:a16="http://schemas.microsoft.com/office/drawing/2014/main" id="{6D5792E6-0F5A-FDC3-7C82-1C780D7C2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863" y="54086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" name="Oval 884">
              <a:extLst>
                <a:ext uri="{FF2B5EF4-FFF2-40B4-BE49-F238E27FC236}">
                  <a16:creationId xmlns:a16="http://schemas.microsoft.com/office/drawing/2014/main" id="{CD62655C-99DC-3C8A-160D-8B7A849BA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001" y="57658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" name="Oval 885">
              <a:extLst>
                <a:ext uri="{FF2B5EF4-FFF2-40B4-BE49-F238E27FC236}">
                  <a16:creationId xmlns:a16="http://schemas.microsoft.com/office/drawing/2014/main" id="{CAD70B97-6644-19FB-802C-EDEA8B3EE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7963" y="59039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" name="Oval 886">
              <a:extLst>
                <a:ext uri="{FF2B5EF4-FFF2-40B4-BE49-F238E27FC236}">
                  <a16:creationId xmlns:a16="http://schemas.microsoft.com/office/drawing/2014/main" id="{2CF0C29B-3635-E011-18D9-92A0E3FBC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8926" y="59801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" name="Oval 887">
              <a:extLst>
                <a:ext uri="{FF2B5EF4-FFF2-40B4-BE49-F238E27FC236}">
                  <a16:creationId xmlns:a16="http://schemas.microsoft.com/office/drawing/2014/main" id="{23A2CE13-8B65-FC82-B090-DB01B5D28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607695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" name="Oval 888">
              <a:extLst>
                <a:ext uri="{FF2B5EF4-FFF2-40B4-BE49-F238E27FC236}">
                  <a16:creationId xmlns:a16="http://schemas.microsoft.com/office/drawing/2014/main" id="{833A72A0-7D0E-C625-8158-C7B2D1C45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913" y="60880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" name="Oval 889">
              <a:extLst>
                <a:ext uri="{FF2B5EF4-FFF2-40B4-BE49-F238E27FC236}">
                  <a16:creationId xmlns:a16="http://schemas.microsoft.com/office/drawing/2014/main" id="{E7CD7918-64D3-83D5-F23B-92B7B04F1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101" y="42687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" name="Oval 890">
              <a:extLst>
                <a:ext uri="{FF2B5EF4-FFF2-40B4-BE49-F238E27FC236}">
                  <a16:creationId xmlns:a16="http://schemas.microsoft.com/office/drawing/2014/main" id="{6E136022-4C35-7E9F-AEA9-E950DA945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1" y="43386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" name="Oval 891">
              <a:extLst>
                <a:ext uri="{FF2B5EF4-FFF2-40B4-BE49-F238E27FC236}">
                  <a16:creationId xmlns:a16="http://schemas.microsoft.com/office/drawing/2014/main" id="{04E3DB6F-EC7C-9716-0811-0018D4036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5488" y="46561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" name="Oval 892">
              <a:extLst>
                <a:ext uri="{FF2B5EF4-FFF2-40B4-BE49-F238E27FC236}">
                  <a16:creationId xmlns:a16="http://schemas.microsoft.com/office/drawing/2014/main" id="{3F5BF4D5-ABC0-1A74-E297-B82CC85B4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813" y="47688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" name="Oval 893">
              <a:extLst>
                <a:ext uri="{FF2B5EF4-FFF2-40B4-BE49-F238E27FC236}">
                  <a16:creationId xmlns:a16="http://schemas.microsoft.com/office/drawing/2014/main" id="{DBD6501E-8499-9ED8-D37F-836D524FA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013" y="48291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" name="Oval 894">
              <a:extLst>
                <a:ext uri="{FF2B5EF4-FFF2-40B4-BE49-F238E27FC236}">
                  <a16:creationId xmlns:a16="http://schemas.microsoft.com/office/drawing/2014/main" id="{C8001819-9A98-69D4-3D97-1A1E63386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738" y="48656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" name="Oval 895">
              <a:extLst>
                <a:ext uri="{FF2B5EF4-FFF2-40B4-BE49-F238E27FC236}">
                  <a16:creationId xmlns:a16="http://schemas.microsoft.com/office/drawing/2014/main" id="{09AB471F-9BCA-A43D-0DE8-0D887494D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813" y="48561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" name="Oval 896">
              <a:extLst>
                <a:ext uri="{FF2B5EF4-FFF2-40B4-BE49-F238E27FC236}">
                  <a16:creationId xmlns:a16="http://schemas.microsoft.com/office/drawing/2014/main" id="{0143DB81-5DCF-0D47-B2FD-363FC3EB8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5063" y="51435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" name="Oval 897">
              <a:extLst>
                <a:ext uri="{FF2B5EF4-FFF2-40B4-BE49-F238E27FC236}">
                  <a16:creationId xmlns:a16="http://schemas.microsoft.com/office/drawing/2014/main" id="{35AA1E5A-DCA6-6089-6E26-C4E8A625E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313" y="55578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" name="Oval 898">
              <a:extLst>
                <a:ext uri="{FF2B5EF4-FFF2-40B4-BE49-F238E27FC236}">
                  <a16:creationId xmlns:a16="http://schemas.microsoft.com/office/drawing/2014/main" id="{AB5897A3-8638-8D96-2FA2-BD207D73B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3976" y="56991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" name="Oval 899">
              <a:extLst>
                <a:ext uri="{FF2B5EF4-FFF2-40B4-BE49-F238E27FC236}">
                  <a16:creationId xmlns:a16="http://schemas.microsoft.com/office/drawing/2014/main" id="{46DE5AE3-7875-8A58-27D8-4415AFF66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4463" y="58102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" name="Oval 900">
              <a:extLst>
                <a:ext uri="{FF2B5EF4-FFF2-40B4-BE49-F238E27FC236}">
                  <a16:creationId xmlns:a16="http://schemas.microsoft.com/office/drawing/2014/main" id="{384A94DC-075A-55C5-B5E8-1907DA0F8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1776" y="58737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" name="Oval 901">
              <a:extLst>
                <a:ext uri="{FF2B5EF4-FFF2-40B4-BE49-F238E27FC236}">
                  <a16:creationId xmlns:a16="http://schemas.microsoft.com/office/drawing/2014/main" id="{5CB625EC-AF38-6BB5-497C-473F064A7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1" y="59626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" name="Oval 902">
              <a:extLst>
                <a:ext uri="{FF2B5EF4-FFF2-40B4-BE49-F238E27FC236}">
                  <a16:creationId xmlns:a16="http://schemas.microsoft.com/office/drawing/2014/main" id="{AEE79C5A-6695-BCC4-6832-115A10D7E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8463" y="60833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" name="Oval 903">
              <a:extLst>
                <a:ext uri="{FF2B5EF4-FFF2-40B4-BE49-F238E27FC236}">
                  <a16:creationId xmlns:a16="http://schemas.microsoft.com/office/drawing/2014/main" id="{D9EC081B-BED5-C96F-D951-E767B8E6B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726" y="39576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" name="Oval 904">
              <a:extLst>
                <a:ext uri="{FF2B5EF4-FFF2-40B4-BE49-F238E27FC236}">
                  <a16:creationId xmlns:a16="http://schemas.microsoft.com/office/drawing/2014/main" id="{AFC02147-6222-1BFA-037B-93E3186D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776" y="41005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" name="Oval 905">
              <a:extLst>
                <a:ext uri="{FF2B5EF4-FFF2-40B4-BE49-F238E27FC236}">
                  <a16:creationId xmlns:a16="http://schemas.microsoft.com/office/drawing/2014/main" id="{D312A8E9-5B18-2D63-EB16-BF18253E3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8163" y="43926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" name="Oval 906">
              <a:extLst>
                <a:ext uri="{FF2B5EF4-FFF2-40B4-BE49-F238E27FC236}">
                  <a16:creationId xmlns:a16="http://schemas.microsoft.com/office/drawing/2014/main" id="{F2BE3682-4932-9593-3A6F-961A5C837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951" y="45180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" name="Oval 907">
              <a:extLst>
                <a:ext uri="{FF2B5EF4-FFF2-40B4-BE49-F238E27FC236}">
                  <a16:creationId xmlns:a16="http://schemas.microsoft.com/office/drawing/2014/main" id="{E7C9B425-DB77-784A-30B8-460FB7E11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2788" y="45974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" name="Oval 908">
              <a:extLst>
                <a:ext uri="{FF2B5EF4-FFF2-40B4-BE49-F238E27FC236}">
                  <a16:creationId xmlns:a16="http://schemas.microsoft.com/office/drawing/2014/main" id="{A3A39A93-BC5F-3A49-35F4-5F269F686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9151" y="46704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" name="Oval 909">
              <a:extLst>
                <a:ext uri="{FF2B5EF4-FFF2-40B4-BE49-F238E27FC236}">
                  <a16:creationId xmlns:a16="http://schemas.microsoft.com/office/drawing/2014/main" id="{8AEE1387-C3D5-126A-25F4-73B412752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8688" y="49037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" name="Oval 910">
              <a:extLst>
                <a:ext uri="{FF2B5EF4-FFF2-40B4-BE49-F238E27FC236}">
                  <a16:creationId xmlns:a16="http://schemas.microsoft.com/office/drawing/2014/main" id="{3C4D7C9E-619C-FD81-7644-0319C621F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813" y="525462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" name="Oval 911">
              <a:extLst>
                <a:ext uri="{FF2B5EF4-FFF2-40B4-BE49-F238E27FC236}">
                  <a16:creationId xmlns:a16="http://schemas.microsoft.com/office/drawing/2014/main" id="{0B301FA9-76A5-18CD-28C5-7E3BE18AF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763" y="55006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" name="Oval 912">
              <a:extLst>
                <a:ext uri="{FF2B5EF4-FFF2-40B4-BE49-F238E27FC236}">
                  <a16:creationId xmlns:a16="http://schemas.microsoft.com/office/drawing/2014/main" id="{52883F0C-5562-BFA5-132A-5FD588A8F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538" y="56149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" name="Oval 913">
              <a:extLst>
                <a:ext uri="{FF2B5EF4-FFF2-40B4-BE49-F238E27FC236}">
                  <a16:creationId xmlns:a16="http://schemas.microsoft.com/office/drawing/2014/main" id="{F116566D-1722-F8A2-6D79-0C8BCD5A5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4138" y="57705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" name="Oval 914">
              <a:extLst>
                <a:ext uri="{FF2B5EF4-FFF2-40B4-BE49-F238E27FC236}">
                  <a16:creationId xmlns:a16="http://schemas.microsoft.com/office/drawing/2014/main" id="{4B73D5B3-D111-D56A-3DA3-D7D90D9A7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9388" y="58658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" name="Oval 915">
              <a:extLst>
                <a:ext uri="{FF2B5EF4-FFF2-40B4-BE49-F238E27FC236}">
                  <a16:creationId xmlns:a16="http://schemas.microsoft.com/office/drawing/2014/main" id="{AAE3B0AE-D02A-DC3E-CB80-A3E03AC41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1463" y="59594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" name="Oval 916">
              <a:extLst>
                <a:ext uri="{FF2B5EF4-FFF2-40B4-BE49-F238E27FC236}">
                  <a16:creationId xmlns:a16="http://schemas.microsoft.com/office/drawing/2014/main" id="{3AF5EFFE-82D0-069C-896A-DA158F84D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7188" y="60769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" name="Oval 917">
              <a:extLst>
                <a:ext uri="{FF2B5EF4-FFF2-40B4-BE49-F238E27FC236}">
                  <a16:creationId xmlns:a16="http://schemas.microsoft.com/office/drawing/2014/main" id="{45D0610F-1514-E3B4-613E-647780525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838" y="35972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" name="Oval 918">
              <a:extLst>
                <a:ext uri="{FF2B5EF4-FFF2-40B4-BE49-F238E27FC236}">
                  <a16:creationId xmlns:a16="http://schemas.microsoft.com/office/drawing/2014/main" id="{8B0E2124-F6FC-D91D-A192-534C45D3C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0826" y="37607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" name="Oval 919">
              <a:extLst>
                <a:ext uri="{FF2B5EF4-FFF2-40B4-BE49-F238E27FC236}">
                  <a16:creationId xmlns:a16="http://schemas.microsoft.com/office/drawing/2014/main" id="{2618AD38-FEDC-49FF-A02B-B2692001A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263" y="40703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" name="Oval 920">
              <a:extLst>
                <a:ext uri="{FF2B5EF4-FFF2-40B4-BE49-F238E27FC236}">
                  <a16:creationId xmlns:a16="http://schemas.microsoft.com/office/drawing/2014/main" id="{1233BFB6-B7D0-9ED9-4500-B6512CF56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626" y="42799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" name="Oval 921">
              <a:extLst>
                <a:ext uri="{FF2B5EF4-FFF2-40B4-BE49-F238E27FC236}">
                  <a16:creationId xmlns:a16="http://schemas.microsoft.com/office/drawing/2014/main" id="{12CF70B0-42AB-53F8-5CFF-B9E524253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4038" y="43243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" name="Oval 922">
              <a:extLst>
                <a:ext uri="{FF2B5EF4-FFF2-40B4-BE49-F238E27FC236}">
                  <a16:creationId xmlns:a16="http://schemas.microsoft.com/office/drawing/2014/main" id="{BB042E10-19E9-034A-9F8E-2BA135BD3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1" y="44926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" name="Oval 923">
              <a:extLst>
                <a:ext uri="{FF2B5EF4-FFF2-40B4-BE49-F238E27FC236}">
                  <a16:creationId xmlns:a16="http://schemas.microsoft.com/office/drawing/2014/main" id="{8C755155-EC97-F22C-2125-22E50BF0B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9151" y="50577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" name="Oval 924">
              <a:extLst>
                <a:ext uri="{FF2B5EF4-FFF2-40B4-BE49-F238E27FC236}">
                  <a16:creationId xmlns:a16="http://schemas.microsoft.com/office/drawing/2014/main" id="{6B957C0E-886C-1CBC-9D08-EBC11E923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738" y="53213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" name="Oval 925">
              <a:extLst>
                <a:ext uri="{FF2B5EF4-FFF2-40B4-BE49-F238E27FC236}">
                  <a16:creationId xmlns:a16="http://schemas.microsoft.com/office/drawing/2014/main" id="{428D2DE6-7F56-ED44-5BFE-D0FD45C4A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563" y="53959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" name="Oval 926">
              <a:extLst>
                <a:ext uri="{FF2B5EF4-FFF2-40B4-BE49-F238E27FC236}">
                  <a16:creationId xmlns:a16="http://schemas.microsoft.com/office/drawing/2014/main" id="{F64A08BE-2128-7310-EFBA-686A7A3AA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451" y="55070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" name="Oval 927">
              <a:extLst>
                <a:ext uri="{FF2B5EF4-FFF2-40B4-BE49-F238E27FC236}">
                  <a16:creationId xmlns:a16="http://schemas.microsoft.com/office/drawing/2014/main" id="{547DD554-4392-3F09-1647-14C000EE9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988" y="56673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" name="Oval 928">
              <a:extLst>
                <a:ext uri="{FF2B5EF4-FFF2-40B4-BE49-F238E27FC236}">
                  <a16:creationId xmlns:a16="http://schemas.microsoft.com/office/drawing/2014/main" id="{F4EBB941-953C-7DCD-FEF5-354431BFF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1763" y="58261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" name="Oval 929">
              <a:extLst>
                <a:ext uri="{FF2B5EF4-FFF2-40B4-BE49-F238E27FC236}">
                  <a16:creationId xmlns:a16="http://schemas.microsoft.com/office/drawing/2014/main" id="{9A2E136D-C53E-DAA7-5ED0-AE351BFA6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8601" y="596582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" name="Oval 930">
              <a:extLst>
                <a:ext uri="{FF2B5EF4-FFF2-40B4-BE49-F238E27FC236}">
                  <a16:creationId xmlns:a16="http://schemas.microsoft.com/office/drawing/2014/main" id="{CCBADC03-4509-4DB8-5A02-0088206CF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0676" y="59864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" name="Oval 931">
              <a:extLst>
                <a:ext uri="{FF2B5EF4-FFF2-40B4-BE49-F238E27FC236}">
                  <a16:creationId xmlns:a16="http://schemas.microsoft.com/office/drawing/2014/main" id="{B31B295E-0EDD-F19D-3C96-CDF101001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976" y="34909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" name="Oval 932">
              <a:extLst>
                <a:ext uri="{FF2B5EF4-FFF2-40B4-BE49-F238E27FC236}">
                  <a16:creationId xmlns:a16="http://schemas.microsoft.com/office/drawing/2014/main" id="{533CF707-312D-A0DA-DD0A-6345B1EF1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6663" y="36226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" name="Oval 933">
              <a:extLst>
                <a:ext uri="{FF2B5EF4-FFF2-40B4-BE49-F238E27FC236}">
                  <a16:creationId xmlns:a16="http://schemas.microsoft.com/office/drawing/2014/main" id="{831E21EA-8EA7-5080-7052-ECA18AD37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613" y="38369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" name="Oval 934">
              <a:extLst>
                <a:ext uri="{FF2B5EF4-FFF2-40B4-BE49-F238E27FC236}">
                  <a16:creationId xmlns:a16="http://schemas.microsoft.com/office/drawing/2014/main" id="{426A0CB9-EF20-66BE-1C4E-A9965EB28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838" y="39893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" name="Oval 935">
              <a:extLst>
                <a:ext uri="{FF2B5EF4-FFF2-40B4-BE49-F238E27FC236}">
                  <a16:creationId xmlns:a16="http://schemas.microsoft.com/office/drawing/2014/main" id="{F92C8215-84F1-DAE8-6166-35B37B988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8938" y="43005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" name="Oval 936">
              <a:extLst>
                <a:ext uri="{FF2B5EF4-FFF2-40B4-BE49-F238E27FC236}">
                  <a16:creationId xmlns:a16="http://schemas.microsoft.com/office/drawing/2014/main" id="{66B7D58F-8468-CE1B-6A18-D1FF250FC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4038" y="465137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" name="Oval 937">
              <a:extLst>
                <a:ext uri="{FF2B5EF4-FFF2-40B4-BE49-F238E27FC236}">
                  <a16:creationId xmlns:a16="http://schemas.microsoft.com/office/drawing/2014/main" id="{FF106AA1-ABD9-BE66-1D64-99E77B8C3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2788" y="50307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" name="Oval 938">
              <a:extLst>
                <a:ext uri="{FF2B5EF4-FFF2-40B4-BE49-F238E27FC236}">
                  <a16:creationId xmlns:a16="http://schemas.microsoft.com/office/drawing/2014/main" id="{677B3391-4EEF-6E84-47E3-61314C499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013" y="52276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" name="Oval 939">
              <a:extLst>
                <a:ext uri="{FF2B5EF4-FFF2-40B4-BE49-F238E27FC236}">
                  <a16:creationId xmlns:a16="http://schemas.microsoft.com/office/drawing/2014/main" id="{6F4AF38E-B365-AF27-0C5E-4EE69CFF3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6" y="53228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" name="Oval 940">
              <a:extLst>
                <a:ext uri="{FF2B5EF4-FFF2-40B4-BE49-F238E27FC236}">
                  <a16:creationId xmlns:a16="http://schemas.microsoft.com/office/drawing/2014/main" id="{E473A4EC-9CD2-C691-42F0-2BADF835C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8713" y="54133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" name="Oval 941">
              <a:extLst>
                <a:ext uri="{FF2B5EF4-FFF2-40B4-BE49-F238E27FC236}">
                  <a16:creationId xmlns:a16="http://schemas.microsoft.com/office/drawing/2014/main" id="{42CD881E-58F6-0A5B-65C2-9A213D31B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776" y="55657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" name="Oval 942">
              <a:extLst>
                <a:ext uri="{FF2B5EF4-FFF2-40B4-BE49-F238E27FC236}">
                  <a16:creationId xmlns:a16="http://schemas.microsoft.com/office/drawing/2014/main" id="{7BD7A32E-BDC7-B888-454C-A42811418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8901" y="57165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" name="Oval 943">
              <a:extLst>
                <a:ext uri="{FF2B5EF4-FFF2-40B4-BE49-F238E27FC236}">
                  <a16:creationId xmlns:a16="http://schemas.microsoft.com/office/drawing/2014/main" id="{0FE617CF-7074-8D8C-7C2E-35971910D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088" y="58467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" name="Oval 944">
              <a:extLst>
                <a:ext uri="{FF2B5EF4-FFF2-40B4-BE49-F238E27FC236}">
                  <a16:creationId xmlns:a16="http://schemas.microsoft.com/office/drawing/2014/main" id="{2F654AF2-A439-67EA-F0EE-D98756CCB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8926" y="59721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" name="Oval 945">
              <a:extLst>
                <a:ext uri="{FF2B5EF4-FFF2-40B4-BE49-F238E27FC236}">
                  <a16:creationId xmlns:a16="http://schemas.microsoft.com/office/drawing/2014/main" id="{0AAC5A7B-D5EE-964D-52FB-00D817DF8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1" y="305276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" name="Oval 946">
              <a:extLst>
                <a:ext uri="{FF2B5EF4-FFF2-40B4-BE49-F238E27FC236}">
                  <a16:creationId xmlns:a16="http://schemas.microsoft.com/office/drawing/2014/main" id="{03355F12-566A-A035-64AC-00CFB140B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2651" y="32321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" name="Oval 947">
              <a:extLst>
                <a:ext uri="{FF2B5EF4-FFF2-40B4-BE49-F238E27FC236}">
                  <a16:creationId xmlns:a16="http://schemas.microsoft.com/office/drawing/2014/main" id="{0775BB01-BFA2-71E2-5802-E17952793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863" y="35242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" name="Oval 948">
              <a:extLst>
                <a:ext uri="{FF2B5EF4-FFF2-40B4-BE49-F238E27FC236}">
                  <a16:creationId xmlns:a16="http://schemas.microsoft.com/office/drawing/2014/main" id="{B90032E0-77BB-69BA-0C42-CB3DD4682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4763" y="37814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" name="Oval 949">
              <a:extLst>
                <a:ext uri="{FF2B5EF4-FFF2-40B4-BE49-F238E27FC236}">
                  <a16:creationId xmlns:a16="http://schemas.microsoft.com/office/drawing/2014/main" id="{3CB40BC7-7C09-1946-2837-2AB873E45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838" y="43291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" name="Oval 950">
              <a:extLst>
                <a:ext uri="{FF2B5EF4-FFF2-40B4-BE49-F238E27FC236}">
                  <a16:creationId xmlns:a16="http://schemas.microsoft.com/office/drawing/2014/main" id="{BCB5581F-760F-4281-F47D-6262127B3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626" y="46974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" name="Oval 951">
              <a:extLst>
                <a:ext uri="{FF2B5EF4-FFF2-40B4-BE49-F238E27FC236}">
                  <a16:creationId xmlns:a16="http://schemas.microsoft.com/office/drawing/2014/main" id="{B3F58C47-FB34-4E3E-4598-FFDA56195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951" y="49260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" name="Oval 952">
              <a:extLst>
                <a:ext uri="{FF2B5EF4-FFF2-40B4-BE49-F238E27FC236}">
                  <a16:creationId xmlns:a16="http://schemas.microsoft.com/office/drawing/2014/main" id="{B8423B95-0FF4-6BC0-7655-5F65489B2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813" y="50641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" name="Oval 953">
              <a:extLst>
                <a:ext uri="{FF2B5EF4-FFF2-40B4-BE49-F238E27FC236}">
                  <a16:creationId xmlns:a16="http://schemas.microsoft.com/office/drawing/2014/main" id="{3ADC92BC-D864-475E-5905-61B775AAE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9801" y="52308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" name="Oval 954">
              <a:extLst>
                <a:ext uri="{FF2B5EF4-FFF2-40B4-BE49-F238E27FC236}">
                  <a16:creationId xmlns:a16="http://schemas.microsoft.com/office/drawing/2014/main" id="{0403D790-ED99-27D8-3C19-1817AC760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913" y="53959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" name="Oval 955">
              <a:extLst>
                <a:ext uri="{FF2B5EF4-FFF2-40B4-BE49-F238E27FC236}">
                  <a16:creationId xmlns:a16="http://schemas.microsoft.com/office/drawing/2014/main" id="{ED6EC837-8597-3D10-B465-ECD5D1E2B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6501" y="55435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" name="Oval 956">
              <a:extLst>
                <a:ext uri="{FF2B5EF4-FFF2-40B4-BE49-F238E27FC236}">
                  <a16:creationId xmlns:a16="http://schemas.microsoft.com/office/drawing/2014/main" id="{1FDE8874-D21F-4D4A-3B81-27377AE60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3976" y="57054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" name="Oval 957">
              <a:extLst>
                <a:ext uri="{FF2B5EF4-FFF2-40B4-BE49-F238E27FC236}">
                  <a16:creationId xmlns:a16="http://schemas.microsoft.com/office/drawing/2014/main" id="{CE5871F1-6437-D06D-9AF4-4AB1CBA48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926" y="583406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" name="Oval 958">
              <a:extLst>
                <a:ext uri="{FF2B5EF4-FFF2-40B4-BE49-F238E27FC236}">
                  <a16:creationId xmlns:a16="http://schemas.microsoft.com/office/drawing/2014/main" id="{8C19BD23-C203-E257-4E10-5DF6562A7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595312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" name="Oval 959">
              <a:extLst>
                <a:ext uri="{FF2B5EF4-FFF2-40B4-BE49-F238E27FC236}">
                  <a16:creationId xmlns:a16="http://schemas.microsoft.com/office/drawing/2014/main" id="{E00CEB27-BC91-B093-C188-32CD78283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7188" y="60880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" name="Oval 960">
              <a:extLst>
                <a:ext uri="{FF2B5EF4-FFF2-40B4-BE49-F238E27FC236}">
                  <a16:creationId xmlns:a16="http://schemas.microsoft.com/office/drawing/2014/main" id="{A636A501-7ED6-CFBE-11E8-675488C46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051" y="23749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" name="Oval 961">
              <a:extLst>
                <a:ext uri="{FF2B5EF4-FFF2-40B4-BE49-F238E27FC236}">
                  <a16:creationId xmlns:a16="http://schemas.microsoft.com/office/drawing/2014/main" id="{244A1EA6-0FD4-C6BC-CC13-DF837ADF5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0688" y="26701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" name="Oval 962">
              <a:extLst>
                <a:ext uri="{FF2B5EF4-FFF2-40B4-BE49-F238E27FC236}">
                  <a16:creationId xmlns:a16="http://schemas.microsoft.com/office/drawing/2014/main" id="{7558A394-3136-E691-E614-B831B895E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5013" y="32861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" name="Oval 963">
              <a:extLst>
                <a:ext uri="{FF2B5EF4-FFF2-40B4-BE49-F238E27FC236}">
                  <a16:creationId xmlns:a16="http://schemas.microsoft.com/office/drawing/2014/main" id="{1D49EF4C-AE9F-7732-6DE1-77F1E28DF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863" y="38306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" name="Oval 964">
              <a:extLst>
                <a:ext uri="{FF2B5EF4-FFF2-40B4-BE49-F238E27FC236}">
                  <a16:creationId xmlns:a16="http://schemas.microsoft.com/office/drawing/2014/main" id="{63431846-C7DE-A456-8A26-301B67FE22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613" y="43068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" name="Oval 965">
              <a:extLst>
                <a:ext uri="{FF2B5EF4-FFF2-40B4-BE49-F238E27FC236}">
                  <a16:creationId xmlns:a16="http://schemas.microsoft.com/office/drawing/2014/main" id="{57296D65-21CE-363B-8A9C-E17CBACAD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263" y="46101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8" name="Oval 966">
              <a:extLst>
                <a:ext uri="{FF2B5EF4-FFF2-40B4-BE49-F238E27FC236}">
                  <a16:creationId xmlns:a16="http://schemas.microsoft.com/office/drawing/2014/main" id="{5D543074-1963-8FB8-3843-CF011ADD7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8163" y="48307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" name="Oval 967">
              <a:extLst>
                <a:ext uri="{FF2B5EF4-FFF2-40B4-BE49-F238E27FC236}">
                  <a16:creationId xmlns:a16="http://schemas.microsoft.com/office/drawing/2014/main" id="{046C10CB-76BC-D32D-7A8A-35CC97D16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5488" y="49990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" name="Oval 968">
              <a:extLst>
                <a:ext uri="{FF2B5EF4-FFF2-40B4-BE49-F238E27FC236}">
                  <a16:creationId xmlns:a16="http://schemas.microsoft.com/office/drawing/2014/main" id="{87596D91-D39F-C875-8126-B83CBB6A7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176" y="52149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" name="Oval 969">
              <a:extLst>
                <a:ext uri="{FF2B5EF4-FFF2-40B4-BE49-F238E27FC236}">
                  <a16:creationId xmlns:a16="http://schemas.microsoft.com/office/drawing/2014/main" id="{5CB2C80C-3174-546C-F0A3-8BBC31226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813" y="53736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" name="Oval 970">
              <a:extLst>
                <a:ext uri="{FF2B5EF4-FFF2-40B4-BE49-F238E27FC236}">
                  <a16:creationId xmlns:a16="http://schemas.microsoft.com/office/drawing/2014/main" id="{7DAE6B81-7421-0EE0-E710-FAD89009C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4751" y="55276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" name="Oval 971">
              <a:extLst>
                <a:ext uri="{FF2B5EF4-FFF2-40B4-BE49-F238E27FC236}">
                  <a16:creationId xmlns:a16="http://schemas.microsoft.com/office/drawing/2014/main" id="{372AFB8B-4882-44A8-DE28-8AE615E22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988" y="56848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" name="Oval 972">
              <a:extLst>
                <a:ext uri="{FF2B5EF4-FFF2-40B4-BE49-F238E27FC236}">
                  <a16:creationId xmlns:a16="http://schemas.microsoft.com/office/drawing/2014/main" id="{A1BBDB1E-5B6B-B110-8A64-513748CEF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701" y="582295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" name="Oval 973">
              <a:extLst>
                <a:ext uri="{FF2B5EF4-FFF2-40B4-BE49-F238E27FC236}">
                  <a16:creationId xmlns:a16="http://schemas.microsoft.com/office/drawing/2014/main" id="{C3BA189E-8B4C-6363-1224-40D9A9277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4476" y="59451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" name="Oval 974">
              <a:extLst>
                <a:ext uri="{FF2B5EF4-FFF2-40B4-BE49-F238E27FC236}">
                  <a16:creationId xmlns:a16="http://schemas.microsoft.com/office/drawing/2014/main" id="{0EF35427-E7D0-06A5-A04F-37740F419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60499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" name="Oval 975">
              <a:extLst>
                <a:ext uri="{FF2B5EF4-FFF2-40B4-BE49-F238E27FC236}">
                  <a16:creationId xmlns:a16="http://schemas.microsoft.com/office/drawing/2014/main" id="{16644149-87E0-9A73-C3E6-66352E101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7538" y="17383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" name="Oval 976">
              <a:extLst>
                <a:ext uri="{FF2B5EF4-FFF2-40B4-BE49-F238E27FC236}">
                  <a16:creationId xmlns:a16="http://schemas.microsoft.com/office/drawing/2014/main" id="{9596C715-D869-9FCB-5BCD-9520C3B6B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9501" y="21129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" name="Oval 977">
              <a:extLst>
                <a:ext uri="{FF2B5EF4-FFF2-40B4-BE49-F238E27FC236}">
                  <a16:creationId xmlns:a16="http://schemas.microsoft.com/office/drawing/2014/main" id="{27B9279E-9A0C-AD79-E664-2806E7F61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0688" y="31273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8" name="Oval 979">
              <a:extLst>
                <a:ext uri="{FF2B5EF4-FFF2-40B4-BE49-F238E27FC236}">
                  <a16:creationId xmlns:a16="http://schemas.microsoft.com/office/drawing/2014/main" id="{C3F1CFFB-EB79-5B28-0685-D3682527B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2650" y="3803650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" name="Oval 980">
              <a:extLst>
                <a:ext uri="{FF2B5EF4-FFF2-40B4-BE49-F238E27FC236}">
                  <a16:creationId xmlns:a16="http://schemas.microsoft.com/office/drawing/2014/main" id="{BBD6B32E-0753-3CC8-DAAB-D9D288D7E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6663" y="4225925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" name="Oval 981">
              <a:extLst>
                <a:ext uri="{FF2B5EF4-FFF2-40B4-BE49-F238E27FC236}">
                  <a16:creationId xmlns:a16="http://schemas.microsoft.com/office/drawing/2014/main" id="{878755BF-81D5-46E8-4E92-5ABA0E0DC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0825" y="45450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" name="Oval 982">
              <a:extLst>
                <a:ext uri="{FF2B5EF4-FFF2-40B4-BE49-F238E27FC236}">
                  <a16:creationId xmlns:a16="http://schemas.microsoft.com/office/drawing/2014/main" id="{DF7EB498-2551-9D9E-D9CA-1F5E3E3F4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775" y="47640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" name="Oval 983">
              <a:extLst>
                <a:ext uri="{FF2B5EF4-FFF2-40B4-BE49-F238E27FC236}">
                  <a16:creationId xmlns:a16="http://schemas.microsoft.com/office/drawing/2014/main" id="{9F3DD087-73A4-B59A-4264-32DC605F5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4968875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" name="Oval 984">
              <a:extLst>
                <a:ext uri="{FF2B5EF4-FFF2-40B4-BE49-F238E27FC236}">
                  <a16:creationId xmlns:a16="http://schemas.microsoft.com/office/drawing/2014/main" id="{6475C4D7-055F-1F56-BAE4-5378C136F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013" y="5172075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" name="Oval 985">
              <a:extLst>
                <a:ext uri="{FF2B5EF4-FFF2-40B4-BE49-F238E27FC236}">
                  <a16:creationId xmlns:a16="http://schemas.microsoft.com/office/drawing/2014/main" id="{E40E1B10-46D1-F59B-E00D-0C41F7AD6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6000" y="5321300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" name="Oval 986">
              <a:extLst>
                <a:ext uri="{FF2B5EF4-FFF2-40B4-BE49-F238E27FC236}">
                  <a16:creationId xmlns:a16="http://schemas.microsoft.com/office/drawing/2014/main" id="{5727ADFA-797D-9689-17C8-86250359D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5700" y="5413375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" name="Oval 987">
              <a:extLst>
                <a:ext uri="{FF2B5EF4-FFF2-40B4-BE49-F238E27FC236}">
                  <a16:creationId xmlns:a16="http://schemas.microsoft.com/office/drawing/2014/main" id="{6B49BF29-C50F-6D8A-ADD1-A041DD14A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1113" y="55356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" name="Oval 988">
              <a:extLst>
                <a:ext uri="{FF2B5EF4-FFF2-40B4-BE49-F238E27FC236}">
                  <a16:creationId xmlns:a16="http://schemas.microsoft.com/office/drawing/2014/main" id="{BC9235D0-AE44-06C7-94FE-09153E8EA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000" y="5686425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" name="Oval 989">
              <a:extLst>
                <a:ext uri="{FF2B5EF4-FFF2-40B4-BE49-F238E27FC236}">
                  <a16:creationId xmlns:a16="http://schemas.microsoft.com/office/drawing/2014/main" id="{E8599B22-137A-2E8F-498A-BCDBB714C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1775" y="58054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" name="Oval 990">
              <a:extLst>
                <a:ext uri="{FF2B5EF4-FFF2-40B4-BE49-F238E27FC236}">
                  <a16:creationId xmlns:a16="http://schemas.microsoft.com/office/drawing/2014/main" id="{27388713-D32F-3D24-B1A1-096E4F05A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59324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" name="Oval 991">
              <a:extLst>
                <a:ext uri="{FF2B5EF4-FFF2-40B4-BE49-F238E27FC236}">
                  <a16:creationId xmlns:a16="http://schemas.microsoft.com/office/drawing/2014/main" id="{6AD84D5A-E61A-BD5B-B4A8-D4672755F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2275" y="60340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" name="Line 992">
              <a:extLst>
                <a:ext uri="{FF2B5EF4-FFF2-40B4-BE49-F238E27FC236}">
                  <a16:creationId xmlns:a16="http://schemas.microsoft.com/office/drawing/2014/main" id="{14D298B5-172D-52F2-E93A-3B230AB28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1668463"/>
              <a:ext cx="3757613" cy="4440238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" name="Freeform 993">
              <a:extLst>
                <a:ext uri="{FF2B5EF4-FFF2-40B4-BE49-F238E27FC236}">
                  <a16:creationId xmlns:a16="http://schemas.microsoft.com/office/drawing/2014/main" id="{F38A5EE3-DCF0-4061-02C9-BFAC07473F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22513" y="1711325"/>
              <a:ext cx="79375" cy="793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69" y="139"/>
                  </a:cubicBezTo>
                  <a:cubicBezTo>
                    <a:pt x="108" y="139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" name="Freeform 994">
              <a:extLst>
                <a:ext uri="{FF2B5EF4-FFF2-40B4-BE49-F238E27FC236}">
                  <a16:creationId xmlns:a16="http://schemas.microsoft.com/office/drawing/2014/main" id="{65EC0664-E2D8-02D1-98AB-E90E561C3E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6438" y="2641600"/>
              <a:ext cx="79375" cy="793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" name="Freeform 995">
              <a:extLst>
                <a:ext uri="{FF2B5EF4-FFF2-40B4-BE49-F238E27FC236}">
                  <a16:creationId xmlns:a16="http://schemas.microsoft.com/office/drawing/2014/main" id="{C084FD15-EE59-4EB4-F053-D6943495F0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7775" y="3495675"/>
              <a:ext cx="79375" cy="793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70 w 139"/>
                <a:gd name="T7" fmla="*/ 128 h 139"/>
                <a:gd name="T8" fmla="*/ 11 w 139"/>
                <a:gd name="T9" fmla="*/ 70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70 h 139"/>
                <a:gd name="T16" fmla="*/ 70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2"/>
                    <a:pt x="0" y="70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2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" name="Freeform 996">
              <a:extLst>
                <a:ext uri="{FF2B5EF4-FFF2-40B4-BE49-F238E27FC236}">
                  <a16:creationId xmlns:a16="http://schemas.microsoft.com/office/drawing/2014/main" id="{D7A44CA2-ACB2-EFAA-694B-A25E1D166C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71950" y="3960813"/>
              <a:ext cx="79375" cy="793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" name="Freeform 997">
              <a:extLst>
                <a:ext uri="{FF2B5EF4-FFF2-40B4-BE49-F238E27FC236}">
                  <a16:creationId xmlns:a16="http://schemas.microsoft.com/office/drawing/2014/main" id="{1215A597-6171-6618-9546-2D017003D5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68813" y="4297363"/>
              <a:ext cx="79375" cy="79375"/>
            </a:xfrm>
            <a:custGeom>
              <a:avLst/>
              <a:gdLst>
                <a:gd name="T0" fmla="*/ 70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70 w 139"/>
                <a:gd name="T7" fmla="*/ 128 h 138"/>
                <a:gd name="T8" fmla="*/ 11 w 139"/>
                <a:gd name="T9" fmla="*/ 69 h 138"/>
                <a:gd name="T10" fmla="*/ 70 w 139"/>
                <a:gd name="T11" fmla="*/ 10 h 138"/>
                <a:gd name="T12" fmla="*/ 70 w 139"/>
                <a:gd name="T13" fmla="*/ 0 h 138"/>
                <a:gd name="T14" fmla="*/ 0 w 139"/>
                <a:gd name="T15" fmla="*/ 69 h 138"/>
                <a:gd name="T16" fmla="*/ 70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70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70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70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70" y="10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70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" name="Freeform 998">
              <a:extLst>
                <a:ext uri="{FF2B5EF4-FFF2-40B4-BE49-F238E27FC236}">
                  <a16:creationId xmlns:a16="http://schemas.microsoft.com/office/drawing/2014/main" id="{357DFBDF-5B67-049F-0DEE-36A8DE3AB2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11700" y="4641850"/>
              <a:ext cx="79375" cy="793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70 w 139"/>
                <a:gd name="T7" fmla="*/ 128 h 139"/>
                <a:gd name="T8" fmla="*/ 11 w 139"/>
                <a:gd name="T9" fmla="*/ 70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70 h 139"/>
                <a:gd name="T16" fmla="*/ 70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" name="Freeform 999">
              <a:extLst>
                <a:ext uri="{FF2B5EF4-FFF2-40B4-BE49-F238E27FC236}">
                  <a16:creationId xmlns:a16="http://schemas.microsoft.com/office/drawing/2014/main" id="{A52C9144-37BB-7D69-9EA1-0A045411B4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8075" y="4827588"/>
              <a:ext cx="79375" cy="80963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0" y="102"/>
                    <a:pt x="10" y="70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" name="Freeform 1000">
              <a:extLst>
                <a:ext uri="{FF2B5EF4-FFF2-40B4-BE49-F238E27FC236}">
                  <a16:creationId xmlns:a16="http://schemas.microsoft.com/office/drawing/2014/main" id="{2FAC201F-E5FC-E559-6E0B-AB5B66346D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5875" y="5245100"/>
              <a:ext cx="79375" cy="793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" name="Freeform 1001">
              <a:extLst>
                <a:ext uri="{FF2B5EF4-FFF2-40B4-BE49-F238E27FC236}">
                  <a16:creationId xmlns:a16="http://schemas.microsoft.com/office/drawing/2014/main" id="{341D6BF5-5885-CEE9-A474-412AC82585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53038" y="5386388"/>
              <a:ext cx="79375" cy="793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69 h 139"/>
                <a:gd name="T4" fmla="*/ 128 w 138"/>
                <a:gd name="T5" fmla="*/ 69 h 139"/>
                <a:gd name="T6" fmla="*/ 69 w 138"/>
                <a:gd name="T7" fmla="*/ 128 h 139"/>
                <a:gd name="T8" fmla="*/ 10 w 138"/>
                <a:gd name="T9" fmla="*/ 69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69 h 139"/>
                <a:gd name="T16" fmla="*/ 69 w 138"/>
                <a:gd name="T17" fmla="*/ 139 h 139"/>
                <a:gd name="T18" fmla="*/ 138 w 138"/>
                <a:gd name="T19" fmla="*/ 69 h 139"/>
                <a:gd name="T20" fmla="*/ 138 w 138"/>
                <a:gd name="T21" fmla="*/ 69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69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" name="Freeform 1002">
              <a:extLst>
                <a:ext uri="{FF2B5EF4-FFF2-40B4-BE49-F238E27FC236}">
                  <a16:creationId xmlns:a16="http://schemas.microsoft.com/office/drawing/2014/main" id="{7AE415B8-C529-842B-1480-16DFEA84C0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92738" y="5451475"/>
              <a:ext cx="79375" cy="793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70 w 139"/>
                <a:gd name="T7" fmla="*/ 128 h 139"/>
                <a:gd name="T8" fmla="*/ 11 w 139"/>
                <a:gd name="T9" fmla="*/ 70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70 h 139"/>
                <a:gd name="T16" fmla="*/ 70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" name="Freeform 1003">
              <a:extLst>
                <a:ext uri="{FF2B5EF4-FFF2-40B4-BE49-F238E27FC236}">
                  <a16:creationId xmlns:a16="http://schemas.microsoft.com/office/drawing/2014/main" id="{3E5167A0-FE9D-4149-93EC-AD6BE4A2CA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21325" y="5675313"/>
              <a:ext cx="77788" cy="77788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1" y="128"/>
                    <a:pt x="69" y="128"/>
                  </a:cubicBezTo>
                  <a:cubicBezTo>
                    <a:pt x="37" y="128"/>
                    <a:pt x="10" y="101"/>
                    <a:pt x="10" y="69"/>
                  </a:cubicBezTo>
                  <a:cubicBezTo>
                    <a:pt x="10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" name="Freeform 1004">
              <a:extLst>
                <a:ext uri="{FF2B5EF4-FFF2-40B4-BE49-F238E27FC236}">
                  <a16:creationId xmlns:a16="http://schemas.microsoft.com/office/drawing/2014/main" id="{4E4C3C38-5DB2-2835-413C-295A64CA79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5625" y="5521325"/>
              <a:ext cx="79375" cy="793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70 w 139"/>
                <a:gd name="T7" fmla="*/ 128 h 139"/>
                <a:gd name="T8" fmla="*/ 11 w 139"/>
                <a:gd name="T9" fmla="*/ 70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70 h 139"/>
                <a:gd name="T16" fmla="*/ 70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" name="Freeform 1005">
              <a:extLst>
                <a:ext uri="{FF2B5EF4-FFF2-40B4-BE49-F238E27FC236}">
                  <a16:creationId xmlns:a16="http://schemas.microsoft.com/office/drawing/2014/main" id="{033116EA-B13E-86A5-5FCA-4B813068EF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3575" y="5819775"/>
              <a:ext cx="79375" cy="793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" name="Freeform 1006">
              <a:extLst>
                <a:ext uri="{FF2B5EF4-FFF2-40B4-BE49-F238E27FC236}">
                  <a16:creationId xmlns:a16="http://schemas.microsoft.com/office/drawing/2014/main" id="{16E3B83B-E03F-414E-F7C8-E23263ED9E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42000" y="5829300"/>
              <a:ext cx="79375" cy="79375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0" y="102"/>
                    <a:pt x="10" y="69"/>
                  </a:cubicBezTo>
                  <a:cubicBezTo>
                    <a:pt x="10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" name="Freeform 1007">
              <a:extLst>
                <a:ext uri="{FF2B5EF4-FFF2-40B4-BE49-F238E27FC236}">
                  <a16:creationId xmlns:a16="http://schemas.microsoft.com/office/drawing/2014/main" id="{414F633E-6009-6249-1955-2815C3CD87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4075" y="6013450"/>
              <a:ext cx="79375" cy="793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70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" name="Line 1008">
              <a:extLst>
                <a:ext uri="{FF2B5EF4-FFF2-40B4-BE49-F238E27FC236}">
                  <a16:creationId xmlns:a16="http://schemas.microsoft.com/office/drawing/2014/main" id="{19D639EC-667F-A666-9514-2A4A12CD6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1044575"/>
              <a:ext cx="4019550" cy="5064125"/>
            </a:xfrm>
            <a:prstGeom prst="line">
              <a:avLst/>
            </a:prstGeom>
            <a:noFill/>
            <a:ln w="6350" cap="flat">
              <a:solidFill>
                <a:srgbClr val="0059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" name="Freeform 1009">
              <a:extLst>
                <a:ext uri="{FF2B5EF4-FFF2-40B4-BE49-F238E27FC236}">
                  <a16:creationId xmlns:a16="http://schemas.microsoft.com/office/drawing/2014/main" id="{31669577-6071-7689-ED2F-2E65A30E80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36800" y="2124075"/>
              <a:ext cx="52388" cy="50800"/>
            </a:xfrm>
            <a:custGeom>
              <a:avLst/>
              <a:gdLst>
                <a:gd name="T0" fmla="*/ 0 w 33"/>
                <a:gd name="T1" fmla="*/ 0 h 32"/>
                <a:gd name="T2" fmla="*/ 33 w 33"/>
                <a:gd name="T3" fmla="*/ 32 h 32"/>
                <a:gd name="T4" fmla="*/ 0 w 33"/>
                <a:gd name="T5" fmla="*/ 32 h 32"/>
                <a:gd name="T6" fmla="*/ 33 w 33"/>
                <a:gd name="T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2">
                  <a:moveTo>
                    <a:pt x="0" y="0"/>
                  </a:moveTo>
                  <a:lnTo>
                    <a:pt x="33" y="32"/>
                  </a:lnTo>
                  <a:moveTo>
                    <a:pt x="0" y="32"/>
                  </a:moveTo>
                  <a:lnTo>
                    <a:pt x="33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" name="Freeform 1010">
              <a:extLst>
                <a:ext uri="{FF2B5EF4-FFF2-40B4-BE49-F238E27FC236}">
                  <a16:creationId xmlns:a16="http://schemas.microsoft.com/office/drawing/2014/main" id="{ADD005B4-70D4-79C1-0D66-4FE01F440B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60725" y="3338513"/>
              <a:ext cx="52388" cy="52388"/>
            </a:xfrm>
            <a:custGeom>
              <a:avLst/>
              <a:gdLst>
                <a:gd name="T0" fmla="*/ 0 w 33"/>
                <a:gd name="T1" fmla="*/ 0 h 33"/>
                <a:gd name="T2" fmla="*/ 33 w 33"/>
                <a:gd name="T3" fmla="*/ 33 h 33"/>
                <a:gd name="T4" fmla="*/ 0 w 33"/>
                <a:gd name="T5" fmla="*/ 33 h 33"/>
                <a:gd name="T6" fmla="*/ 33 w 33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3">
                  <a:moveTo>
                    <a:pt x="0" y="0"/>
                  </a:moveTo>
                  <a:lnTo>
                    <a:pt x="33" y="33"/>
                  </a:lnTo>
                  <a:moveTo>
                    <a:pt x="0" y="33"/>
                  </a:moveTo>
                  <a:lnTo>
                    <a:pt x="33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" name="Freeform 1011">
              <a:extLst>
                <a:ext uri="{FF2B5EF4-FFF2-40B4-BE49-F238E27FC236}">
                  <a16:creationId xmlns:a16="http://schemas.microsoft.com/office/drawing/2014/main" id="{C301C513-A7BC-1DC8-E3A8-F6FDE0BA4E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2063" y="4124325"/>
              <a:ext cx="50800" cy="50800"/>
            </a:xfrm>
            <a:custGeom>
              <a:avLst/>
              <a:gdLst>
                <a:gd name="T0" fmla="*/ 0 w 32"/>
                <a:gd name="T1" fmla="*/ 0 h 32"/>
                <a:gd name="T2" fmla="*/ 32 w 32"/>
                <a:gd name="T3" fmla="*/ 32 h 32"/>
                <a:gd name="T4" fmla="*/ 0 w 32"/>
                <a:gd name="T5" fmla="*/ 32 h 32"/>
                <a:gd name="T6" fmla="*/ 32 w 32"/>
                <a:gd name="T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2">
                  <a:moveTo>
                    <a:pt x="0" y="0"/>
                  </a:moveTo>
                  <a:lnTo>
                    <a:pt x="32" y="32"/>
                  </a:lnTo>
                  <a:moveTo>
                    <a:pt x="0" y="32"/>
                  </a:moveTo>
                  <a:lnTo>
                    <a:pt x="32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" name="Freeform 1012">
              <a:extLst>
                <a:ext uri="{FF2B5EF4-FFF2-40B4-BE49-F238E27FC236}">
                  <a16:creationId xmlns:a16="http://schemas.microsoft.com/office/drawing/2014/main" id="{FD4B91DB-D304-F528-1350-4E23FA43B8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4650" y="4495800"/>
              <a:ext cx="52388" cy="52388"/>
            </a:xfrm>
            <a:custGeom>
              <a:avLst/>
              <a:gdLst>
                <a:gd name="T0" fmla="*/ 0 w 33"/>
                <a:gd name="T1" fmla="*/ 0 h 33"/>
                <a:gd name="T2" fmla="*/ 33 w 33"/>
                <a:gd name="T3" fmla="*/ 33 h 33"/>
                <a:gd name="T4" fmla="*/ 0 w 33"/>
                <a:gd name="T5" fmla="*/ 33 h 33"/>
                <a:gd name="T6" fmla="*/ 33 w 33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3">
                  <a:moveTo>
                    <a:pt x="0" y="0"/>
                  </a:moveTo>
                  <a:lnTo>
                    <a:pt x="33" y="33"/>
                  </a:lnTo>
                  <a:moveTo>
                    <a:pt x="0" y="33"/>
                  </a:moveTo>
                  <a:lnTo>
                    <a:pt x="33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" name="Freeform 1013">
              <a:extLst>
                <a:ext uri="{FF2B5EF4-FFF2-40B4-BE49-F238E27FC236}">
                  <a16:creationId xmlns:a16="http://schemas.microsoft.com/office/drawing/2014/main" id="{DB5C59F1-67EB-2CCA-576E-F1C12BB816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3100" y="4765675"/>
              <a:ext cx="50800" cy="52388"/>
            </a:xfrm>
            <a:custGeom>
              <a:avLst/>
              <a:gdLst>
                <a:gd name="T0" fmla="*/ 0 w 32"/>
                <a:gd name="T1" fmla="*/ 0 h 33"/>
                <a:gd name="T2" fmla="*/ 32 w 32"/>
                <a:gd name="T3" fmla="*/ 33 h 33"/>
                <a:gd name="T4" fmla="*/ 0 w 32"/>
                <a:gd name="T5" fmla="*/ 33 h 33"/>
                <a:gd name="T6" fmla="*/ 32 w 32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3">
                  <a:moveTo>
                    <a:pt x="0" y="0"/>
                  </a:moveTo>
                  <a:lnTo>
                    <a:pt x="32" y="33"/>
                  </a:lnTo>
                  <a:moveTo>
                    <a:pt x="0" y="33"/>
                  </a:moveTo>
                  <a:lnTo>
                    <a:pt x="32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" name="Freeform 1014">
              <a:extLst>
                <a:ext uri="{FF2B5EF4-FFF2-40B4-BE49-F238E27FC236}">
                  <a16:creationId xmlns:a16="http://schemas.microsoft.com/office/drawing/2014/main" id="{C9C58553-5C40-6B50-6339-615D53195B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25988" y="5197475"/>
              <a:ext cx="52388" cy="50800"/>
            </a:xfrm>
            <a:custGeom>
              <a:avLst/>
              <a:gdLst>
                <a:gd name="T0" fmla="*/ 0 w 33"/>
                <a:gd name="T1" fmla="*/ 0 h 32"/>
                <a:gd name="T2" fmla="*/ 33 w 33"/>
                <a:gd name="T3" fmla="*/ 32 h 32"/>
                <a:gd name="T4" fmla="*/ 0 w 33"/>
                <a:gd name="T5" fmla="*/ 32 h 32"/>
                <a:gd name="T6" fmla="*/ 33 w 33"/>
                <a:gd name="T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2">
                  <a:moveTo>
                    <a:pt x="0" y="0"/>
                  </a:moveTo>
                  <a:lnTo>
                    <a:pt x="33" y="32"/>
                  </a:lnTo>
                  <a:moveTo>
                    <a:pt x="0" y="32"/>
                  </a:moveTo>
                  <a:lnTo>
                    <a:pt x="33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" name="Freeform 1015">
              <a:extLst>
                <a:ext uri="{FF2B5EF4-FFF2-40B4-BE49-F238E27FC236}">
                  <a16:creationId xmlns:a16="http://schemas.microsoft.com/office/drawing/2014/main" id="{692F2A19-07E3-3837-D095-C143CECA52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30775" y="5427663"/>
              <a:ext cx="52388" cy="52388"/>
            </a:xfrm>
            <a:custGeom>
              <a:avLst/>
              <a:gdLst>
                <a:gd name="T0" fmla="*/ 0 w 33"/>
                <a:gd name="T1" fmla="*/ 0 h 33"/>
                <a:gd name="T2" fmla="*/ 33 w 33"/>
                <a:gd name="T3" fmla="*/ 33 h 33"/>
                <a:gd name="T4" fmla="*/ 0 w 33"/>
                <a:gd name="T5" fmla="*/ 33 h 33"/>
                <a:gd name="T6" fmla="*/ 33 w 33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3">
                  <a:moveTo>
                    <a:pt x="0" y="0"/>
                  </a:moveTo>
                  <a:lnTo>
                    <a:pt x="33" y="33"/>
                  </a:lnTo>
                  <a:moveTo>
                    <a:pt x="0" y="33"/>
                  </a:moveTo>
                  <a:lnTo>
                    <a:pt x="33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" name="Freeform 1016">
              <a:extLst>
                <a:ext uri="{FF2B5EF4-FFF2-40B4-BE49-F238E27FC236}">
                  <a16:creationId xmlns:a16="http://schemas.microsoft.com/office/drawing/2014/main" id="{8A52D575-0327-0B72-ADDC-7473B94312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0163" y="5635625"/>
              <a:ext cx="50800" cy="52388"/>
            </a:xfrm>
            <a:custGeom>
              <a:avLst/>
              <a:gdLst>
                <a:gd name="T0" fmla="*/ 0 w 32"/>
                <a:gd name="T1" fmla="*/ 0 h 33"/>
                <a:gd name="T2" fmla="*/ 32 w 32"/>
                <a:gd name="T3" fmla="*/ 33 h 33"/>
                <a:gd name="T4" fmla="*/ 0 w 32"/>
                <a:gd name="T5" fmla="*/ 33 h 33"/>
                <a:gd name="T6" fmla="*/ 32 w 32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3">
                  <a:moveTo>
                    <a:pt x="0" y="0"/>
                  </a:moveTo>
                  <a:lnTo>
                    <a:pt x="32" y="33"/>
                  </a:lnTo>
                  <a:moveTo>
                    <a:pt x="0" y="33"/>
                  </a:moveTo>
                  <a:lnTo>
                    <a:pt x="32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" name="Freeform 1017">
              <a:extLst>
                <a:ext uri="{FF2B5EF4-FFF2-40B4-BE49-F238E27FC236}">
                  <a16:creationId xmlns:a16="http://schemas.microsoft.com/office/drawing/2014/main" id="{870FDDD2-31B7-DAE1-D321-13BAA3CB6E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7325" y="5811838"/>
              <a:ext cx="50800" cy="52388"/>
            </a:xfrm>
            <a:custGeom>
              <a:avLst/>
              <a:gdLst>
                <a:gd name="T0" fmla="*/ 0 w 32"/>
                <a:gd name="T1" fmla="*/ 0 h 33"/>
                <a:gd name="T2" fmla="*/ 32 w 32"/>
                <a:gd name="T3" fmla="*/ 33 h 33"/>
                <a:gd name="T4" fmla="*/ 0 w 32"/>
                <a:gd name="T5" fmla="*/ 33 h 33"/>
                <a:gd name="T6" fmla="*/ 32 w 32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3">
                  <a:moveTo>
                    <a:pt x="0" y="0"/>
                  </a:moveTo>
                  <a:lnTo>
                    <a:pt x="32" y="33"/>
                  </a:lnTo>
                  <a:moveTo>
                    <a:pt x="0" y="33"/>
                  </a:moveTo>
                  <a:lnTo>
                    <a:pt x="32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" name="Freeform 1018">
              <a:extLst>
                <a:ext uri="{FF2B5EF4-FFF2-40B4-BE49-F238E27FC236}">
                  <a16:creationId xmlns:a16="http://schemas.microsoft.com/office/drawing/2014/main" id="{60BB0858-FA19-859A-B75C-90F90DA715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07025" y="5994400"/>
              <a:ext cx="52388" cy="52388"/>
            </a:xfrm>
            <a:custGeom>
              <a:avLst/>
              <a:gdLst>
                <a:gd name="T0" fmla="*/ 0 w 33"/>
                <a:gd name="T1" fmla="*/ 0 h 33"/>
                <a:gd name="T2" fmla="*/ 33 w 33"/>
                <a:gd name="T3" fmla="*/ 33 h 33"/>
                <a:gd name="T4" fmla="*/ 0 w 33"/>
                <a:gd name="T5" fmla="*/ 33 h 33"/>
                <a:gd name="T6" fmla="*/ 33 w 33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3">
                  <a:moveTo>
                    <a:pt x="0" y="0"/>
                  </a:moveTo>
                  <a:lnTo>
                    <a:pt x="33" y="33"/>
                  </a:lnTo>
                  <a:moveTo>
                    <a:pt x="0" y="33"/>
                  </a:moveTo>
                  <a:lnTo>
                    <a:pt x="33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8" name="Line 1019">
              <a:extLst>
                <a:ext uri="{FF2B5EF4-FFF2-40B4-BE49-F238E27FC236}">
                  <a16:creationId xmlns:a16="http://schemas.microsoft.com/office/drawing/2014/main" id="{FE47BCCF-9248-D289-289E-663A6A189E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1773238"/>
              <a:ext cx="3624263" cy="4335463"/>
            </a:xfrm>
            <a:prstGeom prst="line">
              <a:avLst/>
            </a:prstGeom>
            <a:noFill/>
            <a:ln w="6350" cap="flat">
              <a:solidFill>
                <a:srgbClr val="59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9" name="Oval 1020">
              <a:extLst>
                <a:ext uri="{FF2B5EF4-FFF2-40B4-BE49-F238E27FC236}">
                  <a16:creationId xmlns:a16="http://schemas.microsoft.com/office/drawing/2014/main" id="{D6402EDB-6108-5737-EF6C-82999374C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7538" y="2116138"/>
              <a:ext cx="25400" cy="254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" name="Oval 1021">
              <a:extLst>
                <a:ext uri="{FF2B5EF4-FFF2-40B4-BE49-F238E27FC236}">
                  <a16:creationId xmlns:a16="http://schemas.microsoft.com/office/drawing/2014/main" id="{D153E234-DA66-A155-2C86-B142109A7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050" y="2976563"/>
              <a:ext cx="23813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" name="Oval 1022">
              <a:extLst>
                <a:ext uri="{FF2B5EF4-FFF2-40B4-BE49-F238E27FC236}">
                  <a16:creationId xmlns:a16="http://schemas.microsoft.com/office/drawing/2014/main" id="{5AEFCC54-0F40-C13D-DB93-D8CBE5ABD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3709988"/>
              <a:ext cx="25400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" name="Oval 1023">
              <a:extLst>
                <a:ext uri="{FF2B5EF4-FFF2-40B4-BE49-F238E27FC236}">
                  <a16:creationId xmlns:a16="http://schemas.microsoft.com/office/drawing/2014/main" id="{86EA14E5-A10F-3A07-D3ED-F0CFC3DEC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975" y="4056063"/>
              <a:ext cx="23813" cy="254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3" name="Oval 1024">
              <a:extLst>
                <a:ext uri="{FF2B5EF4-FFF2-40B4-BE49-F238E27FC236}">
                  <a16:creationId xmlns:a16="http://schemas.microsoft.com/office/drawing/2014/main" id="{81733277-DC08-34D5-37C9-4A251D242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838" y="4410075"/>
              <a:ext cx="25400" cy="254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4" name="Oval 1025">
              <a:extLst>
                <a:ext uri="{FF2B5EF4-FFF2-40B4-BE49-F238E27FC236}">
                  <a16:creationId xmlns:a16="http://schemas.microsoft.com/office/drawing/2014/main" id="{9277C075-0A5F-669F-899D-DC2C62C55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725" y="4667250"/>
              <a:ext cx="25400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5" name="Oval 1026">
              <a:extLst>
                <a:ext uri="{FF2B5EF4-FFF2-40B4-BE49-F238E27FC236}">
                  <a16:creationId xmlns:a16="http://schemas.microsoft.com/office/drawing/2014/main" id="{B06EEE5A-7193-EF5F-F0CD-5D99C8B59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100" y="4884738"/>
              <a:ext cx="23813" cy="254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6" name="Oval 1027">
              <a:extLst>
                <a:ext uri="{FF2B5EF4-FFF2-40B4-BE49-F238E27FC236}">
                  <a16:creationId xmlns:a16="http://schemas.microsoft.com/office/drawing/2014/main" id="{758DFC74-02E9-0AFF-EF47-43F85513E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900" y="5081588"/>
              <a:ext cx="25400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7" name="Oval 1028">
              <a:extLst>
                <a:ext uri="{FF2B5EF4-FFF2-40B4-BE49-F238E27FC236}">
                  <a16:creationId xmlns:a16="http://schemas.microsoft.com/office/drawing/2014/main" id="{5A5F1E15-B26B-F883-EC7F-726FE11E6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8063" y="5241925"/>
              <a:ext cx="23813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8" name="Oval 1029">
              <a:extLst>
                <a:ext uri="{FF2B5EF4-FFF2-40B4-BE49-F238E27FC236}">
                  <a16:creationId xmlns:a16="http://schemas.microsoft.com/office/drawing/2014/main" id="{406E869D-89A2-D005-D41E-2504ACCBF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763" y="5357813"/>
              <a:ext cx="25400" cy="254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9" name="Oval 1030">
              <a:extLst>
                <a:ext uri="{FF2B5EF4-FFF2-40B4-BE49-F238E27FC236}">
                  <a16:creationId xmlns:a16="http://schemas.microsoft.com/office/drawing/2014/main" id="{C29C9E42-75C9-819D-02E1-C1B2F5D0D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6350" y="5503863"/>
              <a:ext cx="23813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" name="Oval 1031">
              <a:extLst>
                <a:ext uri="{FF2B5EF4-FFF2-40B4-BE49-F238E27FC236}">
                  <a16:creationId xmlns:a16="http://schemas.microsoft.com/office/drawing/2014/main" id="{B80EDA34-6DF1-A493-EB2D-A9E99BDAD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238" y="5676900"/>
              <a:ext cx="23813" cy="254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1" name="Oval 1032">
              <a:extLst>
                <a:ext uri="{FF2B5EF4-FFF2-40B4-BE49-F238E27FC236}">
                  <a16:creationId xmlns:a16="http://schemas.microsoft.com/office/drawing/2014/main" id="{F975AAEB-05C2-5936-353A-38DB48C4E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8600" y="5783263"/>
              <a:ext cx="23813" cy="254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2" name="Oval 1033">
              <a:extLst>
                <a:ext uri="{FF2B5EF4-FFF2-40B4-BE49-F238E27FC236}">
                  <a16:creationId xmlns:a16="http://schemas.microsoft.com/office/drawing/2014/main" id="{FAFCEB6C-9485-81F0-878B-232A8364A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7025" y="5900738"/>
              <a:ext cx="23813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3" name="Oval 1034">
              <a:extLst>
                <a:ext uri="{FF2B5EF4-FFF2-40B4-BE49-F238E27FC236}">
                  <a16:creationId xmlns:a16="http://schemas.microsoft.com/office/drawing/2014/main" id="{5F0DCD12-C986-0163-7496-F2C9B12C1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100" y="5986463"/>
              <a:ext cx="23813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4" name="Oval 1035">
              <a:extLst>
                <a:ext uri="{FF2B5EF4-FFF2-40B4-BE49-F238E27FC236}">
                  <a16:creationId xmlns:a16="http://schemas.microsoft.com/office/drawing/2014/main" id="{D06D24D1-D5EA-35B0-41D4-E13029927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825" y="6048375"/>
              <a:ext cx="25400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5" name="Line 1036">
              <a:extLst>
                <a:ext uri="{FF2B5EF4-FFF2-40B4-BE49-F238E27FC236}">
                  <a16:creationId xmlns:a16="http://schemas.microsoft.com/office/drawing/2014/main" id="{FEB5C73D-D88F-EFAA-77E4-D6D160A08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2100263"/>
              <a:ext cx="3735388" cy="4008438"/>
            </a:xfrm>
            <a:prstGeom prst="line">
              <a:avLst/>
            </a:prstGeom>
            <a:noFill/>
            <a:ln w="6350" cap="flat">
              <a:solidFill>
                <a:srgbClr val="00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6" name="Oval 1037">
              <a:extLst>
                <a:ext uri="{FF2B5EF4-FFF2-40B4-BE49-F238E27FC236}">
                  <a16:creationId xmlns:a16="http://schemas.microsoft.com/office/drawing/2014/main" id="{D7C792F2-5292-BC3B-CC49-5BA6EB851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7538" y="1738313"/>
              <a:ext cx="25400" cy="254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7" name="Oval 1038">
              <a:extLst>
                <a:ext uri="{FF2B5EF4-FFF2-40B4-BE49-F238E27FC236}">
                  <a16:creationId xmlns:a16="http://schemas.microsoft.com/office/drawing/2014/main" id="{F08B61FA-C26A-B405-7FC3-A8374D90E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050" y="2374900"/>
              <a:ext cx="23813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8" name="Oval 1039">
              <a:extLst>
                <a:ext uri="{FF2B5EF4-FFF2-40B4-BE49-F238E27FC236}">
                  <a16:creationId xmlns:a16="http://schemas.microsoft.com/office/drawing/2014/main" id="{9C3D92EE-C038-1372-848A-D03CCA609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3052763"/>
              <a:ext cx="25400" cy="254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" name="Oval 1040">
              <a:extLst>
                <a:ext uri="{FF2B5EF4-FFF2-40B4-BE49-F238E27FC236}">
                  <a16:creationId xmlns:a16="http://schemas.microsoft.com/office/drawing/2014/main" id="{EC37A8D3-71DB-B389-98FA-D112A6F64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975" y="3490913"/>
              <a:ext cx="23813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" name="Oval 1041">
              <a:extLst>
                <a:ext uri="{FF2B5EF4-FFF2-40B4-BE49-F238E27FC236}">
                  <a16:creationId xmlns:a16="http://schemas.microsoft.com/office/drawing/2014/main" id="{3B806198-1986-05FD-3498-08D441C01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838" y="3597275"/>
              <a:ext cx="25400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" name="Oval 1042">
              <a:extLst>
                <a:ext uri="{FF2B5EF4-FFF2-40B4-BE49-F238E27FC236}">
                  <a16:creationId xmlns:a16="http://schemas.microsoft.com/office/drawing/2014/main" id="{D488C264-ADC0-FE27-959A-B8D116B98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725" y="3957638"/>
              <a:ext cx="25400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" name="Oval 1043">
              <a:extLst>
                <a:ext uri="{FF2B5EF4-FFF2-40B4-BE49-F238E27FC236}">
                  <a16:creationId xmlns:a16="http://schemas.microsoft.com/office/drawing/2014/main" id="{62A35A39-5D19-2AD6-978C-E05EC3CEF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100" y="4268788"/>
              <a:ext cx="23813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" name="Oval 1044">
              <a:extLst>
                <a:ext uri="{FF2B5EF4-FFF2-40B4-BE49-F238E27FC236}">
                  <a16:creationId xmlns:a16="http://schemas.microsoft.com/office/drawing/2014/main" id="{5BE7A192-A1BB-D345-C26F-C18C3A967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900" y="4435475"/>
              <a:ext cx="25400" cy="254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" name="Oval 1045">
              <a:extLst>
                <a:ext uri="{FF2B5EF4-FFF2-40B4-BE49-F238E27FC236}">
                  <a16:creationId xmlns:a16="http://schemas.microsoft.com/office/drawing/2014/main" id="{DF3CB156-DB76-9E19-3FD9-59CBBA3BF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8063" y="4565650"/>
              <a:ext cx="23813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" name="Oval 1046">
              <a:extLst>
                <a:ext uri="{FF2B5EF4-FFF2-40B4-BE49-F238E27FC236}">
                  <a16:creationId xmlns:a16="http://schemas.microsoft.com/office/drawing/2014/main" id="{D99D8D9B-A803-504D-88CD-2F0E5B9FA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763" y="4791075"/>
              <a:ext cx="25400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" name="Oval 1047">
              <a:extLst>
                <a:ext uri="{FF2B5EF4-FFF2-40B4-BE49-F238E27FC236}">
                  <a16:creationId xmlns:a16="http://schemas.microsoft.com/office/drawing/2014/main" id="{48F9C797-DB7D-C115-3222-8D33A0325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6350" y="4995863"/>
              <a:ext cx="23813" cy="254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7" name="Oval 1048">
              <a:extLst>
                <a:ext uri="{FF2B5EF4-FFF2-40B4-BE49-F238E27FC236}">
                  <a16:creationId xmlns:a16="http://schemas.microsoft.com/office/drawing/2014/main" id="{69F11E0E-AEF3-BDDC-C951-0C9CF2768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238" y="5156200"/>
              <a:ext cx="23813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" name="Oval 1049">
              <a:extLst>
                <a:ext uri="{FF2B5EF4-FFF2-40B4-BE49-F238E27FC236}">
                  <a16:creationId xmlns:a16="http://schemas.microsoft.com/office/drawing/2014/main" id="{70B4A839-F74C-4559-3AF5-CB176FEEA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8600" y="5264150"/>
              <a:ext cx="23813" cy="254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" name="Oval 1050">
              <a:extLst>
                <a:ext uri="{FF2B5EF4-FFF2-40B4-BE49-F238E27FC236}">
                  <a16:creationId xmlns:a16="http://schemas.microsoft.com/office/drawing/2014/main" id="{0AD75AD6-6982-AED3-59DA-73D0FFD10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7025" y="5430838"/>
              <a:ext cx="23813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" name="Oval 1051">
              <a:extLst>
                <a:ext uri="{FF2B5EF4-FFF2-40B4-BE49-F238E27FC236}">
                  <a16:creationId xmlns:a16="http://schemas.microsoft.com/office/drawing/2014/main" id="{3555D694-9D9D-27BB-B002-08517480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100" y="5556250"/>
              <a:ext cx="23813" cy="254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" name="Oval 1052">
              <a:extLst>
                <a:ext uri="{FF2B5EF4-FFF2-40B4-BE49-F238E27FC236}">
                  <a16:creationId xmlns:a16="http://schemas.microsoft.com/office/drawing/2014/main" id="{03651C9D-914A-6010-6D32-DC57FB2D0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825" y="5683250"/>
              <a:ext cx="25400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" name="Oval 1053">
              <a:extLst>
                <a:ext uri="{FF2B5EF4-FFF2-40B4-BE49-F238E27FC236}">
                  <a16:creationId xmlns:a16="http://schemas.microsoft.com/office/drawing/2014/main" id="{0911990B-9BF8-2606-A2C7-403B1651C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5788" y="5816600"/>
              <a:ext cx="25400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" name="Oval 1054">
              <a:extLst>
                <a:ext uri="{FF2B5EF4-FFF2-40B4-BE49-F238E27FC236}">
                  <a16:creationId xmlns:a16="http://schemas.microsoft.com/office/drawing/2014/main" id="{AD4A2AD2-51CC-0E6B-EA6B-3C9BF77C6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1988" y="5913438"/>
              <a:ext cx="25400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" name="Oval 1055">
              <a:extLst>
                <a:ext uri="{FF2B5EF4-FFF2-40B4-BE49-F238E27FC236}">
                  <a16:creationId xmlns:a16="http://schemas.microsoft.com/office/drawing/2014/main" id="{0C932F9E-B5DD-851C-51CC-2BCD2F3FF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5013" y="5999163"/>
              <a:ext cx="23813" cy="254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5" name="Line 1056">
              <a:extLst>
                <a:ext uri="{FF2B5EF4-FFF2-40B4-BE49-F238E27FC236}">
                  <a16:creationId xmlns:a16="http://schemas.microsoft.com/office/drawing/2014/main" id="{D548CDC8-8140-39AE-FEFC-987B3E44CA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0238" y="1120775"/>
              <a:ext cx="4046538" cy="4987925"/>
            </a:xfrm>
            <a:prstGeom prst="line">
              <a:avLst/>
            </a:prstGeom>
            <a:noFill/>
            <a:ln w="6350" cap="flat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80" name="Group 1079">
            <a:extLst>
              <a:ext uri="{FF2B5EF4-FFF2-40B4-BE49-F238E27FC236}">
                <a16:creationId xmlns:a16="http://schemas.microsoft.com/office/drawing/2014/main" id="{0363CE9C-86D1-3973-7B39-280E152865EA}"/>
              </a:ext>
            </a:extLst>
          </p:cNvPr>
          <p:cNvGrpSpPr/>
          <p:nvPr/>
        </p:nvGrpSpPr>
        <p:grpSpPr>
          <a:xfrm>
            <a:off x="7958138" y="2389188"/>
            <a:ext cx="1574800" cy="1042987"/>
            <a:chOff x="7958138" y="2389188"/>
            <a:chExt cx="1574800" cy="1042987"/>
          </a:xfrm>
        </p:grpSpPr>
        <p:sp>
          <p:nvSpPr>
            <p:cNvPr id="466" name="Rectangle 1057">
              <a:extLst>
                <a:ext uri="{FF2B5EF4-FFF2-40B4-BE49-F238E27FC236}">
                  <a16:creationId xmlns:a16="http://schemas.microsoft.com/office/drawing/2014/main" id="{33037C0F-F33A-6043-93E0-9D09AC4C9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8138" y="2389188"/>
              <a:ext cx="1465263" cy="10175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" name="Rectangle 1058">
              <a:extLst>
                <a:ext uri="{FF2B5EF4-FFF2-40B4-BE49-F238E27FC236}">
                  <a16:creationId xmlns:a16="http://schemas.microsoft.com/office/drawing/2014/main" id="{124A5372-3E6C-07FB-BEB5-E1BB368CB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8350" y="2425700"/>
              <a:ext cx="238125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all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8" name="Oval 1059">
              <a:extLst>
                <a:ext uri="{FF2B5EF4-FFF2-40B4-BE49-F238E27FC236}">
                  <a16:creationId xmlns:a16="http://schemas.microsoft.com/office/drawing/2014/main" id="{33C14F72-2DBC-B730-312A-F66B767D7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6100" y="2492375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" name="Rectangle 1060">
              <a:extLst>
                <a:ext uri="{FF2B5EF4-FFF2-40B4-BE49-F238E27FC236}">
                  <a16:creationId xmlns:a16="http://schemas.microsoft.com/office/drawing/2014/main" id="{3A2761DC-DA3B-4AEE-CBA9-C47603AB7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8350" y="2617788"/>
              <a:ext cx="1016000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oppsign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0" name="Freeform 1061">
              <a:extLst>
                <a:ext uri="{FF2B5EF4-FFF2-40B4-BE49-F238E27FC236}">
                  <a16:creationId xmlns:a16="http://schemas.microsoft.com/office/drawing/2014/main" id="{2CAEAB34-7A5E-48DC-1BD7-79F65E0D8B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39113" y="2662238"/>
              <a:ext cx="79375" cy="793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" name="Rectangle 1062">
              <a:extLst>
                <a:ext uri="{FF2B5EF4-FFF2-40B4-BE49-F238E27FC236}">
                  <a16:creationId xmlns:a16="http://schemas.microsoft.com/office/drawing/2014/main" id="{724640D5-7013-FBE5-BAE9-82CD83B48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8350" y="2819400"/>
              <a:ext cx="1144588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samesign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2" name="Freeform 1063">
              <a:extLst>
                <a:ext uri="{FF2B5EF4-FFF2-40B4-BE49-F238E27FC236}">
                  <a16:creationId xmlns:a16="http://schemas.microsoft.com/office/drawing/2014/main" id="{35E1A21A-BD1E-18D3-1E18-A7CF898FCC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51813" y="2871788"/>
              <a:ext cx="52388" cy="52388"/>
            </a:xfrm>
            <a:custGeom>
              <a:avLst/>
              <a:gdLst>
                <a:gd name="T0" fmla="*/ 0 w 33"/>
                <a:gd name="T1" fmla="*/ 0 h 33"/>
                <a:gd name="T2" fmla="*/ 33 w 33"/>
                <a:gd name="T3" fmla="*/ 33 h 33"/>
                <a:gd name="T4" fmla="*/ 0 w 33"/>
                <a:gd name="T5" fmla="*/ 33 h 33"/>
                <a:gd name="T6" fmla="*/ 33 w 33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3">
                  <a:moveTo>
                    <a:pt x="0" y="0"/>
                  </a:moveTo>
                  <a:lnTo>
                    <a:pt x="33" y="33"/>
                  </a:lnTo>
                  <a:moveTo>
                    <a:pt x="0" y="33"/>
                  </a:moveTo>
                  <a:lnTo>
                    <a:pt x="33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" name="Rectangle 1064">
              <a:extLst>
                <a:ext uri="{FF2B5EF4-FFF2-40B4-BE49-F238E27FC236}">
                  <a16:creationId xmlns:a16="http://schemas.microsoft.com/office/drawing/2014/main" id="{FDAA0E1F-ACDA-3A87-843A-86D775F7A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8350" y="3011488"/>
              <a:ext cx="347663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vert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4" name="Oval 1065">
              <a:extLst>
                <a:ext uri="{FF2B5EF4-FFF2-40B4-BE49-F238E27FC236}">
                  <a16:creationId xmlns:a16="http://schemas.microsoft.com/office/drawing/2014/main" id="{F3CD1B0E-6B94-A69A-551E-C22A32CA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6100" y="3082925"/>
              <a:ext cx="23813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" name="Rectangle 1066">
              <a:extLst>
                <a:ext uri="{FF2B5EF4-FFF2-40B4-BE49-F238E27FC236}">
                  <a16:creationId xmlns:a16="http://schemas.microsoft.com/office/drawing/2014/main" id="{69D765E1-E9AA-A953-CEA3-D332585FA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8350" y="3213100"/>
              <a:ext cx="430213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horiz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6" name="Oval 1067">
              <a:extLst>
                <a:ext uri="{FF2B5EF4-FFF2-40B4-BE49-F238E27FC236}">
                  <a16:creationId xmlns:a16="http://schemas.microsoft.com/office/drawing/2014/main" id="{EC9774F3-5E27-9E0C-05A3-31B2E328D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6100" y="3279775"/>
              <a:ext cx="23813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" name="Rectangle 1068">
              <a:extLst>
                <a:ext uri="{FF2B5EF4-FFF2-40B4-BE49-F238E27FC236}">
                  <a16:creationId xmlns:a16="http://schemas.microsoft.com/office/drawing/2014/main" id="{8A2976A3-9E85-A857-17DF-050288391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8138" y="2389188"/>
              <a:ext cx="1465263" cy="1017588"/>
            </a:xfrm>
            <a:prstGeom prst="rect">
              <a:avLst/>
            </a:prstGeom>
            <a:noFill/>
            <a:ln w="6350" cap="flat">
              <a:solidFill>
                <a:srgbClr val="26262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78" name="Rectangle 1069">
            <a:extLst>
              <a:ext uri="{FF2B5EF4-FFF2-40B4-BE49-F238E27FC236}">
                <a16:creationId xmlns:a16="http://schemas.microsoft.com/office/drawing/2014/main" id="{146345B9-BF21-7A5D-AC94-F6A7D1F0C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0175" y="6396037"/>
            <a:ext cx="5326063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bonedatabase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pad=1 whiten=per view (subj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wtd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marg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=1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pxlmean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0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roimean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cosbell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 gen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9" name="Rectangle 1070">
            <a:extLst>
              <a:ext uri="{FF2B5EF4-FFF2-40B4-BE49-F238E27FC236}">
                <a16:creationId xmlns:a16="http://schemas.microsoft.com/office/drawing/2014/main" id="{4AF9C94F-B47B-C5A6-B882-9E7140DB6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9937" y="6138862"/>
            <a:ext cx="933450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std (N=2 R=64)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BB008816-3724-1C31-C6DD-FF39959AB9BE}"/>
              </a:ext>
            </a:extLst>
          </p:cNvPr>
          <p:cNvSpPr txBox="1"/>
          <p:nvPr/>
        </p:nvSpPr>
        <p:spPr>
          <a:xfrm>
            <a:off x="7841886" y="438706"/>
            <a:ext cx="1574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Bone database</a:t>
            </a:r>
          </a:p>
        </p:txBody>
      </p:sp>
    </p:spTree>
    <p:extLst>
      <p:ext uri="{BB962C8B-B14F-4D97-AF65-F5344CB8AC3E}">
        <p14:creationId xmlns:p14="http://schemas.microsoft.com/office/powerpoint/2010/main" val="2214380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0" name="Group 1079">
            <a:extLst>
              <a:ext uri="{FF2B5EF4-FFF2-40B4-BE49-F238E27FC236}">
                <a16:creationId xmlns:a16="http://schemas.microsoft.com/office/drawing/2014/main" id="{0363CE9C-86D1-3973-7B39-280E152865EA}"/>
              </a:ext>
            </a:extLst>
          </p:cNvPr>
          <p:cNvGrpSpPr/>
          <p:nvPr/>
        </p:nvGrpSpPr>
        <p:grpSpPr>
          <a:xfrm>
            <a:off x="7958138" y="2389188"/>
            <a:ext cx="1574800" cy="1042987"/>
            <a:chOff x="7958138" y="2389188"/>
            <a:chExt cx="1574800" cy="1042987"/>
          </a:xfrm>
        </p:grpSpPr>
        <p:sp>
          <p:nvSpPr>
            <p:cNvPr id="466" name="Rectangle 1057">
              <a:extLst>
                <a:ext uri="{FF2B5EF4-FFF2-40B4-BE49-F238E27FC236}">
                  <a16:creationId xmlns:a16="http://schemas.microsoft.com/office/drawing/2014/main" id="{33037C0F-F33A-6043-93E0-9D09AC4C9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8138" y="2389188"/>
              <a:ext cx="1465263" cy="10175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" name="Rectangle 1058">
              <a:extLst>
                <a:ext uri="{FF2B5EF4-FFF2-40B4-BE49-F238E27FC236}">
                  <a16:creationId xmlns:a16="http://schemas.microsoft.com/office/drawing/2014/main" id="{124A5372-3E6C-07FB-BEB5-E1BB368CB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8350" y="2425700"/>
              <a:ext cx="238125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all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8" name="Oval 1059">
              <a:extLst>
                <a:ext uri="{FF2B5EF4-FFF2-40B4-BE49-F238E27FC236}">
                  <a16:creationId xmlns:a16="http://schemas.microsoft.com/office/drawing/2014/main" id="{33C14F72-2DBC-B730-312A-F66B767D7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6100" y="2492375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" name="Rectangle 1060">
              <a:extLst>
                <a:ext uri="{FF2B5EF4-FFF2-40B4-BE49-F238E27FC236}">
                  <a16:creationId xmlns:a16="http://schemas.microsoft.com/office/drawing/2014/main" id="{3A2761DC-DA3B-4AEE-CBA9-C47603AB7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8350" y="2617788"/>
              <a:ext cx="1016000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oppsign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0" name="Freeform 1061">
              <a:extLst>
                <a:ext uri="{FF2B5EF4-FFF2-40B4-BE49-F238E27FC236}">
                  <a16:creationId xmlns:a16="http://schemas.microsoft.com/office/drawing/2014/main" id="{2CAEAB34-7A5E-48DC-1BD7-79F65E0D8B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39113" y="2662238"/>
              <a:ext cx="79375" cy="793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" name="Rectangle 1062">
              <a:extLst>
                <a:ext uri="{FF2B5EF4-FFF2-40B4-BE49-F238E27FC236}">
                  <a16:creationId xmlns:a16="http://schemas.microsoft.com/office/drawing/2014/main" id="{724640D5-7013-FBE5-BAE9-82CD83B48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8350" y="2819400"/>
              <a:ext cx="1144588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samesign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2" name="Freeform 1063">
              <a:extLst>
                <a:ext uri="{FF2B5EF4-FFF2-40B4-BE49-F238E27FC236}">
                  <a16:creationId xmlns:a16="http://schemas.microsoft.com/office/drawing/2014/main" id="{35E1A21A-BD1E-18D3-1E18-A7CF898FCC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51813" y="2871788"/>
              <a:ext cx="52388" cy="52388"/>
            </a:xfrm>
            <a:custGeom>
              <a:avLst/>
              <a:gdLst>
                <a:gd name="T0" fmla="*/ 0 w 33"/>
                <a:gd name="T1" fmla="*/ 0 h 33"/>
                <a:gd name="T2" fmla="*/ 33 w 33"/>
                <a:gd name="T3" fmla="*/ 33 h 33"/>
                <a:gd name="T4" fmla="*/ 0 w 33"/>
                <a:gd name="T5" fmla="*/ 33 h 33"/>
                <a:gd name="T6" fmla="*/ 33 w 33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3">
                  <a:moveTo>
                    <a:pt x="0" y="0"/>
                  </a:moveTo>
                  <a:lnTo>
                    <a:pt x="33" y="33"/>
                  </a:lnTo>
                  <a:moveTo>
                    <a:pt x="0" y="33"/>
                  </a:moveTo>
                  <a:lnTo>
                    <a:pt x="33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" name="Rectangle 1064">
              <a:extLst>
                <a:ext uri="{FF2B5EF4-FFF2-40B4-BE49-F238E27FC236}">
                  <a16:creationId xmlns:a16="http://schemas.microsoft.com/office/drawing/2014/main" id="{FDAA0E1F-ACDA-3A87-843A-86D775F7A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8350" y="3011488"/>
              <a:ext cx="347663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vert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4" name="Oval 1065">
              <a:extLst>
                <a:ext uri="{FF2B5EF4-FFF2-40B4-BE49-F238E27FC236}">
                  <a16:creationId xmlns:a16="http://schemas.microsoft.com/office/drawing/2014/main" id="{F3CD1B0E-6B94-A69A-551E-C22A32CA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6100" y="3082925"/>
              <a:ext cx="23813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" name="Rectangle 1066">
              <a:extLst>
                <a:ext uri="{FF2B5EF4-FFF2-40B4-BE49-F238E27FC236}">
                  <a16:creationId xmlns:a16="http://schemas.microsoft.com/office/drawing/2014/main" id="{69D765E1-E9AA-A953-CEA3-D332585FA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8350" y="3213100"/>
              <a:ext cx="430213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horiz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6" name="Oval 1067">
              <a:extLst>
                <a:ext uri="{FF2B5EF4-FFF2-40B4-BE49-F238E27FC236}">
                  <a16:creationId xmlns:a16="http://schemas.microsoft.com/office/drawing/2014/main" id="{EC9774F3-5E27-9E0C-05A3-31B2E328D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6100" y="3279775"/>
              <a:ext cx="23813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" name="Rectangle 1068">
              <a:extLst>
                <a:ext uri="{FF2B5EF4-FFF2-40B4-BE49-F238E27FC236}">
                  <a16:creationId xmlns:a16="http://schemas.microsoft.com/office/drawing/2014/main" id="{8A2976A3-9E85-A857-17DF-050288391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8138" y="2389188"/>
              <a:ext cx="1465263" cy="1017588"/>
            </a:xfrm>
            <a:prstGeom prst="rect">
              <a:avLst/>
            </a:prstGeom>
            <a:noFill/>
            <a:ln w="6350" cap="flat">
              <a:solidFill>
                <a:srgbClr val="26262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79" name="Rectangle 1070">
            <a:extLst>
              <a:ext uri="{FF2B5EF4-FFF2-40B4-BE49-F238E27FC236}">
                <a16:creationId xmlns:a16="http://schemas.microsoft.com/office/drawing/2014/main" id="{4AF9C94F-B47B-C5A6-B882-9E7140DB6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9937" y="6138862"/>
            <a:ext cx="933450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std (N=2 R=64)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BB008816-3724-1C31-C6DD-FF39959AB9BE}"/>
              </a:ext>
            </a:extLst>
          </p:cNvPr>
          <p:cNvSpPr txBox="1"/>
          <p:nvPr/>
        </p:nvSpPr>
        <p:spPr>
          <a:xfrm>
            <a:off x="7841886" y="438706"/>
            <a:ext cx="2075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Scintigram database</a:t>
            </a:r>
          </a:p>
        </p:txBody>
      </p:sp>
      <p:grpSp>
        <p:nvGrpSpPr>
          <p:cNvPr id="2335" name="Group 2334">
            <a:extLst>
              <a:ext uri="{FF2B5EF4-FFF2-40B4-BE49-F238E27FC236}">
                <a16:creationId xmlns:a16="http://schemas.microsoft.com/office/drawing/2014/main" id="{AB8E3491-9D99-D521-46D6-E113E0EADEED}"/>
              </a:ext>
            </a:extLst>
          </p:cNvPr>
          <p:cNvGrpSpPr>
            <a:grpSpLocks noChangeAspect="1"/>
          </p:cNvGrpSpPr>
          <p:nvPr/>
        </p:nvGrpSpPr>
        <p:grpSpPr>
          <a:xfrm>
            <a:off x="356029" y="296862"/>
            <a:ext cx="6707982" cy="6281737"/>
            <a:chOff x="-177006" y="296863"/>
            <a:chExt cx="6707982" cy="6281737"/>
          </a:xfrm>
        </p:grpSpPr>
        <p:sp>
          <p:nvSpPr>
            <p:cNvPr id="2137" name="Rectangle 705">
              <a:extLst>
                <a:ext uri="{FF2B5EF4-FFF2-40B4-BE49-F238E27FC236}">
                  <a16:creationId xmlns:a16="http://schemas.microsoft.com/office/drawing/2014/main" id="{483CE54E-AA0A-B27C-BC5A-F0B8662F4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25" y="296863"/>
              <a:ext cx="6038850" cy="5594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8" name="Line 706">
              <a:extLst>
                <a:ext uri="{FF2B5EF4-FFF2-40B4-BE49-F238E27FC236}">
                  <a16:creationId xmlns:a16="http://schemas.microsoft.com/office/drawing/2014/main" id="{CFDEBD0F-D0CF-7718-C858-BF777036F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5891213"/>
              <a:ext cx="603885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9" name="Line 707">
              <a:extLst>
                <a:ext uri="{FF2B5EF4-FFF2-40B4-BE49-F238E27FC236}">
                  <a16:creationId xmlns:a16="http://schemas.microsoft.com/office/drawing/2014/main" id="{C51541C2-0302-6E92-258B-132948FD7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296863"/>
              <a:ext cx="603885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0" name="Line 708">
              <a:extLst>
                <a:ext uri="{FF2B5EF4-FFF2-40B4-BE49-F238E27FC236}">
                  <a16:creationId xmlns:a16="http://schemas.microsoft.com/office/drawing/2014/main" id="{EC572B0D-0DE1-9472-9D06-FA924C49B1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9313" y="5830888"/>
              <a:ext cx="0" cy="6032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1" name="Line 709">
              <a:extLst>
                <a:ext uri="{FF2B5EF4-FFF2-40B4-BE49-F238E27FC236}">
                  <a16:creationId xmlns:a16="http://schemas.microsoft.com/office/drawing/2014/main" id="{2A7D629F-0F83-B28F-B4DC-37871E0624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4175" y="5830888"/>
              <a:ext cx="0" cy="6032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2" name="Line 710">
              <a:extLst>
                <a:ext uri="{FF2B5EF4-FFF2-40B4-BE49-F238E27FC236}">
                  <a16:creationId xmlns:a16="http://schemas.microsoft.com/office/drawing/2014/main" id="{B757654A-BE55-8C60-649F-FA50B2CF5D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9313" y="296863"/>
              <a:ext cx="0" cy="6032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3" name="Line 711">
              <a:extLst>
                <a:ext uri="{FF2B5EF4-FFF2-40B4-BE49-F238E27FC236}">
                  <a16:creationId xmlns:a16="http://schemas.microsoft.com/office/drawing/2014/main" id="{50F98AD5-60B4-DA03-6B97-88C20B446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4175" y="296863"/>
              <a:ext cx="0" cy="6032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4" name="Line 712">
              <a:extLst>
                <a:ext uri="{FF2B5EF4-FFF2-40B4-BE49-F238E27FC236}">
                  <a16:creationId xmlns:a16="http://schemas.microsoft.com/office/drawing/2014/main" id="{AA0162D6-C513-B4C7-2E6B-0B66D3F9C9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7050" y="5861050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5" name="Line 713">
              <a:extLst>
                <a:ext uri="{FF2B5EF4-FFF2-40B4-BE49-F238E27FC236}">
                  <a16:creationId xmlns:a16="http://schemas.microsoft.com/office/drawing/2014/main" id="{08998D07-DF3F-C8F2-D334-E84D5A9751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6913" y="5861050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6" name="Line 714">
              <a:extLst>
                <a:ext uri="{FF2B5EF4-FFF2-40B4-BE49-F238E27FC236}">
                  <a16:creationId xmlns:a16="http://schemas.microsoft.com/office/drawing/2014/main" id="{19F7ACB9-0593-338D-81A2-CB2BFFB0A2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9313" y="5861050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7" name="Line 715">
              <a:extLst>
                <a:ext uri="{FF2B5EF4-FFF2-40B4-BE49-F238E27FC236}">
                  <a16:creationId xmlns:a16="http://schemas.microsoft.com/office/drawing/2014/main" id="{995CAAAA-A629-9E0D-593B-F214736317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7375" y="5861050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8" name="Line 716">
              <a:extLst>
                <a:ext uri="{FF2B5EF4-FFF2-40B4-BE49-F238E27FC236}">
                  <a16:creationId xmlns:a16="http://schemas.microsoft.com/office/drawing/2014/main" id="{E4683EC1-BAD8-47BC-D91C-3614706703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6338" y="5861050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9" name="Line 717">
              <a:extLst>
                <a:ext uri="{FF2B5EF4-FFF2-40B4-BE49-F238E27FC236}">
                  <a16:creationId xmlns:a16="http://schemas.microsoft.com/office/drawing/2014/main" id="{BE92CB66-F8D3-8763-7576-0C8716BFEF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3850" y="5861050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0" name="Line 718">
              <a:extLst>
                <a:ext uri="{FF2B5EF4-FFF2-40B4-BE49-F238E27FC236}">
                  <a16:creationId xmlns:a16="http://schemas.microsoft.com/office/drawing/2014/main" id="{D08E2928-31B3-DD04-46BD-A683876663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7700" y="5861050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1" name="Line 719">
              <a:extLst>
                <a:ext uri="{FF2B5EF4-FFF2-40B4-BE49-F238E27FC236}">
                  <a16:creationId xmlns:a16="http://schemas.microsoft.com/office/drawing/2014/main" id="{3D774725-727F-0E09-ABAA-118AF2C41B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2813" y="5861050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2" name="Line 720">
              <a:extLst>
                <a:ext uri="{FF2B5EF4-FFF2-40B4-BE49-F238E27FC236}">
                  <a16:creationId xmlns:a16="http://schemas.microsoft.com/office/drawing/2014/main" id="{D7E2F586-A6D8-C9E7-8F0C-7A84B28A16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6650" y="5861050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3" name="Line 721">
              <a:extLst>
                <a:ext uri="{FF2B5EF4-FFF2-40B4-BE49-F238E27FC236}">
                  <a16:creationId xmlns:a16="http://schemas.microsoft.com/office/drawing/2014/main" id="{22C95CD4-02FA-1E20-A3ED-47255E343F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0325" y="5861050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4" name="Line 722">
              <a:extLst>
                <a:ext uri="{FF2B5EF4-FFF2-40B4-BE49-F238E27FC236}">
                  <a16:creationId xmlns:a16="http://schemas.microsoft.com/office/drawing/2014/main" id="{DB7B834E-5C0E-75C4-E843-F59736E9F0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1775" y="5861050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5" name="Line 723">
              <a:extLst>
                <a:ext uri="{FF2B5EF4-FFF2-40B4-BE49-F238E27FC236}">
                  <a16:creationId xmlns:a16="http://schemas.microsoft.com/office/drawing/2014/main" id="{B50B6001-B08F-4B9F-F3A1-3964AC9612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4175" y="5861050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6" name="Line 724">
              <a:extLst>
                <a:ext uri="{FF2B5EF4-FFF2-40B4-BE49-F238E27FC236}">
                  <a16:creationId xmlns:a16="http://schemas.microsoft.com/office/drawing/2014/main" id="{47C29743-D8F5-C7E1-1D14-1405AF99D3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00650" y="5861050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7" name="Line 725">
              <a:extLst>
                <a:ext uri="{FF2B5EF4-FFF2-40B4-BE49-F238E27FC236}">
                  <a16:creationId xmlns:a16="http://schemas.microsoft.com/office/drawing/2014/main" id="{C5FC9FC7-E63F-D4B5-82F8-644C27D6BF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9613" y="5861050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8" name="Line 726">
              <a:extLst>
                <a:ext uri="{FF2B5EF4-FFF2-40B4-BE49-F238E27FC236}">
                  <a16:creationId xmlns:a16="http://schemas.microsoft.com/office/drawing/2014/main" id="{CC589DAA-3E25-35B4-381E-8C2455AAC8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07125" y="5861050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9" name="Line 727">
              <a:extLst>
                <a:ext uri="{FF2B5EF4-FFF2-40B4-BE49-F238E27FC236}">
                  <a16:creationId xmlns:a16="http://schemas.microsoft.com/office/drawing/2014/main" id="{0B6B3A29-047A-3C45-FCD5-076050CA56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30975" y="5861050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0" name="Line 728">
              <a:extLst>
                <a:ext uri="{FF2B5EF4-FFF2-40B4-BE49-F238E27FC236}">
                  <a16:creationId xmlns:a16="http://schemas.microsoft.com/office/drawing/2014/main" id="{F04BF259-BDF8-E234-17A2-E7EF058A70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050" y="296863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1" name="Line 729">
              <a:extLst>
                <a:ext uri="{FF2B5EF4-FFF2-40B4-BE49-F238E27FC236}">
                  <a16:creationId xmlns:a16="http://schemas.microsoft.com/office/drawing/2014/main" id="{A6E774BE-A205-8306-6CC9-27638838FD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913" y="296863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2" name="Line 730">
              <a:extLst>
                <a:ext uri="{FF2B5EF4-FFF2-40B4-BE49-F238E27FC236}">
                  <a16:creationId xmlns:a16="http://schemas.microsoft.com/office/drawing/2014/main" id="{0D17C686-EAD2-02CB-F295-FFFE0B681A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9313" y="296863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3" name="Line 731">
              <a:extLst>
                <a:ext uri="{FF2B5EF4-FFF2-40B4-BE49-F238E27FC236}">
                  <a16:creationId xmlns:a16="http://schemas.microsoft.com/office/drawing/2014/main" id="{65ECC2CF-580F-F4E4-0E30-8E4638BE50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7375" y="296863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4" name="Line 732">
              <a:extLst>
                <a:ext uri="{FF2B5EF4-FFF2-40B4-BE49-F238E27FC236}">
                  <a16:creationId xmlns:a16="http://schemas.microsoft.com/office/drawing/2014/main" id="{24FD8F40-C15A-849F-2376-6103BDBC3A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6338" y="296863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5" name="Line 733">
              <a:extLst>
                <a:ext uri="{FF2B5EF4-FFF2-40B4-BE49-F238E27FC236}">
                  <a16:creationId xmlns:a16="http://schemas.microsoft.com/office/drawing/2014/main" id="{84150762-E0BB-9287-8B6E-D4DCD885DB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3850" y="296863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6" name="Line 734">
              <a:extLst>
                <a:ext uri="{FF2B5EF4-FFF2-40B4-BE49-F238E27FC236}">
                  <a16:creationId xmlns:a16="http://schemas.microsoft.com/office/drawing/2014/main" id="{77F79851-1CE8-D6AB-3451-D691C093F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7700" y="296863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7" name="Line 735">
              <a:extLst>
                <a:ext uri="{FF2B5EF4-FFF2-40B4-BE49-F238E27FC236}">
                  <a16:creationId xmlns:a16="http://schemas.microsoft.com/office/drawing/2014/main" id="{EBE1420D-B5CE-C7CB-DA7C-06A2D55D45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2813" y="296863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8" name="Line 736">
              <a:extLst>
                <a:ext uri="{FF2B5EF4-FFF2-40B4-BE49-F238E27FC236}">
                  <a16:creationId xmlns:a16="http://schemas.microsoft.com/office/drawing/2014/main" id="{E17BF3B9-2ECF-46D1-152F-27F0B874EC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6650" y="296863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9" name="Line 737">
              <a:extLst>
                <a:ext uri="{FF2B5EF4-FFF2-40B4-BE49-F238E27FC236}">
                  <a16:creationId xmlns:a16="http://schemas.microsoft.com/office/drawing/2014/main" id="{FCEF9BA6-B107-13A1-6F59-231A5A29B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0325" y="296863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0" name="Line 738">
              <a:extLst>
                <a:ext uri="{FF2B5EF4-FFF2-40B4-BE49-F238E27FC236}">
                  <a16:creationId xmlns:a16="http://schemas.microsoft.com/office/drawing/2014/main" id="{244AD81A-A24A-211B-5056-188693C033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1775" y="296863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1" name="Line 739">
              <a:extLst>
                <a:ext uri="{FF2B5EF4-FFF2-40B4-BE49-F238E27FC236}">
                  <a16:creationId xmlns:a16="http://schemas.microsoft.com/office/drawing/2014/main" id="{6E4F8A0F-B680-1C8E-97C5-D268D1085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4175" y="296863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2" name="Line 740">
              <a:extLst>
                <a:ext uri="{FF2B5EF4-FFF2-40B4-BE49-F238E27FC236}">
                  <a16:creationId xmlns:a16="http://schemas.microsoft.com/office/drawing/2014/main" id="{997162D7-2D64-B0E3-6E1E-4F1226AAB2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0650" y="296863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3" name="Line 741">
              <a:extLst>
                <a:ext uri="{FF2B5EF4-FFF2-40B4-BE49-F238E27FC236}">
                  <a16:creationId xmlns:a16="http://schemas.microsoft.com/office/drawing/2014/main" id="{C9A676AD-9B91-9590-6AFE-C78437D9D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89613" y="296863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4" name="Line 742">
              <a:extLst>
                <a:ext uri="{FF2B5EF4-FFF2-40B4-BE49-F238E27FC236}">
                  <a16:creationId xmlns:a16="http://schemas.microsoft.com/office/drawing/2014/main" id="{C38A0855-AAFA-A61B-999B-7D54EC1185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7125" y="296863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5" name="Line 743">
              <a:extLst>
                <a:ext uri="{FF2B5EF4-FFF2-40B4-BE49-F238E27FC236}">
                  <a16:creationId xmlns:a16="http://schemas.microsoft.com/office/drawing/2014/main" id="{14ADE2B4-97C0-5C93-19F7-A748F89EC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30975" y="296863"/>
              <a:ext cx="0" cy="30163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6" name="Rectangle 744">
              <a:extLst>
                <a:ext uri="{FF2B5EF4-FFF2-40B4-BE49-F238E27FC236}">
                  <a16:creationId xmlns:a16="http://schemas.microsoft.com/office/drawing/2014/main" id="{5E6BB38E-46CF-45A2-5A8C-344C2CD77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13" y="6010275"/>
              <a:ext cx="26511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77" name="Rectangle 745">
              <a:extLst>
                <a:ext uri="{FF2B5EF4-FFF2-40B4-BE49-F238E27FC236}">
                  <a16:creationId xmlns:a16="http://schemas.microsoft.com/office/drawing/2014/main" id="{5E075158-C588-DA8D-D816-D63CA2930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" y="5954713"/>
              <a:ext cx="18256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78" name="Rectangle 746">
              <a:extLst>
                <a:ext uri="{FF2B5EF4-FFF2-40B4-BE49-F238E27FC236}">
                  <a16:creationId xmlns:a16="http://schemas.microsoft.com/office/drawing/2014/main" id="{3F49A550-2C29-9F78-133B-2E8377237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838" y="6010275"/>
              <a:ext cx="26511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79" name="Rectangle 747">
              <a:extLst>
                <a:ext uri="{FF2B5EF4-FFF2-40B4-BE49-F238E27FC236}">
                  <a16:creationId xmlns:a16="http://schemas.microsoft.com/office/drawing/2014/main" id="{875331C7-A836-758D-93AC-20A15DE98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925" y="5954713"/>
              <a:ext cx="18256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80" name="Rectangle 748">
              <a:extLst>
                <a:ext uri="{FF2B5EF4-FFF2-40B4-BE49-F238E27FC236}">
                  <a16:creationId xmlns:a16="http://schemas.microsoft.com/office/drawing/2014/main" id="{725B1D5B-F255-452D-B859-43DA3FC79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0663" y="6267450"/>
              <a:ext cx="1655763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cycles per pixel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81" name="Line 749">
              <a:extLst>
                <a:ext uri="{FF2B5EF4-FFF2-40B4-BE49-F238E27FC236}">
                  <a16:creationId xmlns:a16="http://schemas.microsoft.com/office/drawing/2014/main" id="{A47136C7-873F-353B-97C3-0E9A077B5D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125" y="296863"/>
              <a:ext cx="0" cy="559435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2" name="Line 750">
              <a:extLst>
                <a:ext uri="{FF2B5EF4-FFF2-40B4-BE49-F238E27FC236}">
                  <a16:creationId xmlns:a16="http://schemas.microsoft.com/office/drawing/2014/main" id="{C0467A38-908C-5DF7-5F3E-6A916AF32E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30975" y="296863"/>
              <a:ext cx="0" cy="559435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3" name="Line 751">
              <a:extLst>
                <a:ext uri="{FF2B5EF4-FFF2-40B4-BE49-F238E27FC236}">
                  <a16:creationId xmlns:a16="http://schemas.microsoft.com/office/drawing/2014/main" id="{F531FB82-6F49-4290-86C4-DC54D586B5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5237163"/>
              <a:ext cx="6032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4" name="Line 752">
              <a:extLst>
                <a:ext uri="{FF2B5EF4-FFF2-40B4-BE49-F238E27FC236}">
                  <a16:creationId xmlns:a16="http://schemas.microsoft.com/office/drawing/2014/main" id="{3386D1A6-487B-A31E-97E6-D70CC20B2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4119563"/>
              <a:ext cx="6032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5" name="Line 753">
              <a:extLst>
                <a:ext uri="{FF2B5EF4-FFF2-40B4-BE49-F238E27FC236}">
                  <a16:creationId xmlns:a16="http://schemas.microsoft.com/office/drawing/2014/main" id="{FE7D1D94-4F02-81E4-873A-13F56A245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3000375"/>
              <a:ext cx="6032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6" name="Line 754">
              <a:extLst>
                <a:ext uri="{FF2B5EF4-FFF2-40B4-BE49-F238E27FC236}">
                  <a16:creationId xmlns:a16="http://schemas.microsoft.com/office/drawing/2014/main" id="{091D8A21-B83E-A705-5104-88CE296001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1881188"/>
              <a:ext cx="6032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7" name="Line 755">
              <a:extLst>
                <a:ext uri="{FF2B5EF4-FFF2-40B4-BE49-F238E27FC236}">
                  <a16:creationId xmlns:a16="http://schemas.microsoft.com/office/drawing/2014/main" id="{DE64EC6A-0F5D-CB6A-6978-E4FDC32354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762000"/>
              <a:ext cx="6032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8" name="Line 756">
              <a:extLst>
                <a:ext uri="{FF2B5EF4-FFF2-40B4-BE49-F238E27FC236}">
                  <a16:creationId xmlns:a16="http://schemas.microsoft.com/office/drawing/2014/main" id="{AABD394F-39F6-6725-2810-B51E00753B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72238" y="5237163"/>
              <a:ext cx="5873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9" name="Line 757">
              <a:extLst>
                <a:ext uri="{FF2B5EF4-FFF2-40B4-BE49-F238E27FC236}">
                  <a16:creationId xmlns:a16="http://schemas.microsoft.com/office/drawing/2014/main" id="{54F16AF1-B1F0-0FD7-9E8A-D8A5385B36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72238" y="4119563"/>
              <a:ext cx="5873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0" name="Line 758">
              <a:extLst>
                <a:ext uri="{FF2B5EF4-FFF2-40B4-BE49-F238E27FC236}">
                  <a16:creationId xmlns:a16="http://schemas.microsoft.com/office/drawing/2014/main" id="{816B06D7-D848-6866-0020-FBB4E9A62A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72238" y="3000375"/>
              <a:ext cx="5873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1" name="Line 759">
              <a:extLst>
                <a:ext uri="{FF2B5EF4-FFF2-40B4-BE49-F238E27FC236}">
                  <a16:creationId xmlns:a16="http://schemas.microsoft.com/office/drawing/2014/main" id="{B759620B-FC39-6AA5-2F65-AF3D2DB57F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72238" y="1881188"/>
              <a:ext cx="5873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2" name="Line 760">
              <a:extLst>
                <a:ext uri="{FF2B5EF4-FFF2-40B4-BE49-F238E27FC236}">
                  <a16:creationId xmlns:a16="http://schemas.microsoft.com/office/drawing/2014/main" id="{5189C390-F00D-4E42-1EB6-55ED09047C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72238" y="762000"/>
              <a:ext cx="5873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3" name="Line 761">
              <a:extLst>
                <a:ext uri="{FF2B5EF4-FFF2-40B4-BE49-F238E27FC236}">
                  <a16:creationId xmlns:a16="http://schemas.microsoft.com/office/drawing/2014/main" id="{E3311938-5096-91B9-2551-88FC5EF58A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5822950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4" name="Line 762">
              <a:extLst>
                <a:ext uri="{FF2B5EF4-FFF2-40B4-BE49-F238E27FC236}">
                  <a16:creationId xmlns:a16="http://schemas.microsoft.com/office/drawing/2014/main" id="{F7EE8D02-5E10-24A5-A099-448DD85EB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5683250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5" name="Line 763">
              <a:extLst>
                <a:ext uri="{FF2B5EF4-FFF2-40B4-BE49-F238E27FC236}">
                  <a16:creationId xmlns:a16="http://schemas.microsoft.com/office/drawing/2014/main" id="{75D296F4-4245-BA3D-9669-5BDAA3FBD2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5573713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6" name="Line 764">
              <a:extLst>
                <a:ext uri="{FF2B5EF4-FFF2-40B4-BE49-F238E27FC236}">
                  <a16:creationId xmlns:a16="http://schemas.microsoft.com/office/drawing/2014/main" id="{415600A6-D544-1088-884C-117485B1E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5486400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7" name="Line 765">
              <a:extLst>
                <a:ext uri="{FF2B5EF4-FFF2-40B4-BE49-F238E27FC236}">
                  <a16:creationId xmlns:a16="http://schemas.microsoft.com/office/drawing/2014/main" id="{14B679ED-B55A-FD7E-B119-65DEDB30C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5411788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8" name="Line 766">
              <a:extLst>
                <a:ext uri="{FF2B5EF4-FFF2-40B4-BE49-F238E27FC236}">
                  <a16:creationId xmlns:a16="http://schemas.microsoft.com/office/drawing/2014/main" id="{7EA4F37E-B717-1837-2CC8-D2BB3AA88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5346700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9" name="Line 767">
              <a:extLst>
                <a:ext uri="{FF2B5EF4-FFF2-40B4-BE49-F238E27FC236}">
                  <a16:creationId xmlns:a16="http://schemas.microsoft.com/office/drawing/2014/main" id="{872BACFB-D625-F393-B429-CCC0AFED08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5287963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0" name="Line 768">
              <a:extLst>
                <a:ext uri="{FF2B5EF4-FFF2-40B4-BE49-F238E27FC236}">
                  <a16:creationId xmlns:a16="http://schemas.microsoft.com/office/drawing/2014/main" id="{2CAA3049-1F8A-0912-825F-E6F00D6DF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5237163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1" name="Line 769">
              <a:extLst>
                <a:ext uri="{FF2B5EF4-FFF2-40B4-BE49-F238E27FC236}">
                  <a16:creationId xmlns:a16="http://schemas.microsoft.com/office/drawing/2014/main" id="{706416D4-9D09-CE82-95DD-65B4B46F1B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4900613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2" name="Line 770">
              <a:extLst>
                <a:ext uri="{FF2B5EF4-FFF2-40B4-BE49-F238E27FC236}">
                  <a16:creationId xmlns:a16="http://schemas.microsoft.com/office/drawing/2014/main" id="{E3385985-D762-527B-44A9-A951ECAEF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4703763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3" name="Line 771">
              <a:extLst>
                <a:ext uri="{FF2B5EF4-FFF2-40B4-BE49-F238E27FC236}">
                  <a16:creationId xmlns:a16="http://schemas.microsoft.com/office/drawing/2014/main" id="{4178FE71-DBC4-7ABC-2DDE-0E6199CD4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4564063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4" name="Line 772">
              <a:extLst>
                <a:ext uri="{FF2B5EF4-FFF2-40B4-BE49-F238E27FC236}">
                  <a16:creationId xmlns:a16="http://schemas.microsoft.com/office/drawing/2014/main" id="{D3A84A8E-FA8C-9A4B-6947-FCFA88BE5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4456113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5" name="Line 773">
              <a:extLst>
                <a:ext uri="{FF2B5EF4-FFF2-40B4-BE49-F238E27FC236}">
                  <a16:creationId xmlns:a16="http://schemas.microsoft.com/office/drawing/2014/main" id="{D0DA164D-FE58-2929-0547-BFB10CBF7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4367213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6" name="Line 774">
              <a:extLst>
                <a:ext uri="{FF2B5EF4-FFF2-40B4-BE49-F238E27FC236}">
                  <a16:creationId xmlns:a16="http://schemas.microsoft.com/office/drawing/2014/main" id="{5842FDEC-5F66-B700-2BBA-3B7B5FA2C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4292600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7" name="Line 775">
              <a:extLst>
                <a:ext uri="{FF2B5EF4-FFF2-40B4-BE49-F238E27FC236}">
                  <a16:creationId xmlns:a16="http://schemas.microsoft.com/office/drawing/2014/main" id="{152B1856-EDEB-CCD7-0517-AB121A9D4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4227513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8" name="Line 776">
              <a:extLst>
                <a:ext uri="{FF2B5EF4-FFF2-40B4-BE49-F238E27FC236}">
                  <a16:creationId xmlns:a16="http://schemas.microsoft.com/office/drawing/2014/main" id="{C237A5E5-561B-F92A-E196-D4D36621F0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4170363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9" name="Line 777">
              <a:extLst>
                <a:ext uri="{FF2B5EF4-FFF2-40B4-BE49-F238E27FC236}">
                  <a16:creationId xmlns:a16="http://schemas.microsoft.com/office/drawing/2014/main" id="{A877A0B8-5472-B892-64CB-C51C00ABF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4119563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0" name="Line 778">
              <a:extLst>
                <a:ext uri="{FF2B5EF4-FFF2-40B4-BE49-F238E27FC236}">
                  <a16:creationId xmlns:a16="http://schemas.microsoft.com/office/drawing/2014/main" id="{797CE964-EFAD-3531-C589-6B6A3E070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3781425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1" name="Line 779">
              <a:extLst>
                <a:ext uri="{FF2B5EF4-FFF2-40B4-BE49-F238E27FC236}">
                  <a16:creationId xmlns:a16="http://schemas.microsoft.com/office/drawing/2014/main" id="{D929FEBD-86FE-389B-C6BD-985237681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3584575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2" name="Line 780">
              <a:extLst>
                <a:ext uri="{FF2B5EF4-FFF2-40B4-BE49-F238E27FC236}">
                  <a16:creationId xmlns:a16="http://schemas.microsoft.com/office/drawing/2014/main" id="{C33B4433-DB84-FB04-EC69-8990BD0391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3444875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3" name="Line 781">
              <a:extLst>
                <a:ext uri="{FF2B5EF4-FFF2-40B4-BE49-F238E27FC236}">
                  <a16:creationId xmlns:a16="http://schemas.microsoft.com/office/drawing/2014/main" id="{D81DDD5D-FA09-A748-C626-7692357CCB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3336925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4" name="Line 782">
              <a:extLst>
                <a:ext uri="{FF2B5EF4-FFF2-40B4-BE49-F238E27FC236}">
                  <a16:creationId xmlns:a16="http://schemas.microsoft.com/office/drawing/2014/main" id="{41A4B4D1-CA04-D172-B0E1-E2EDE3C3D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3248025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5" name="Line 783">
              <a:extLst>
                <a:ext uri="{FF2B5EF4-FFF2-40B4-BE49-F238E27FC236}">
                  <a16:creationId xmlns:a16="http://schemas.microsoft.com/office/drawing/2014/main" id="{FF59C196-C5CD-9988-ADA2-7065D3F9DF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3173413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6" name="Line 784">
              <a:extLst>
                <a:ext uri="{FF2B5EF4-FFF2-40B4-BE49-F238E27FC236}">
                  <a16:creationId xmlns:a16="http://schemas.microsoft.com/office/drawing/2014/main" id="{011353BD-DC93-490A-BD5D-16566FC74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3108325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7" name="Line 785">
              <a:extLst>
                <a:ext uri="{FF2B5EF4-FFF2-40B4-BE49-F238E27FC236}">
                  <a16:creationId xmlns:a16="http://schemas.microsoft.com/office/drawing/2014/main" id="{BBAF5BBD-DB86-A470-23CC-0BB813BAB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3051175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8" name="Line 786">
              <a:extLst>
                <a:ext uri="{FF2B5EF4-FFF2-40B4-BE49-F238E27FC236}">
                  <a16:creationId xmlns:a16="http://schemas.microsoft.com/office/drawing/2014/main" id="{0447998B-CD0A-7FA0-AB2F-E36FD458E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3000375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9" name="Line 787">
              <a:extLst>
                <a:ext uri="{FF2B5EF4-FFF2-40B4-BE49-F238E27FC236}">
                  <a16:creationId xmlns:a16="http://schemas.microsoft.com/office/drawing/2014/main" id="{DA1D1BF3-F2FD-50E3-6E0A-8698F4BCFD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2663825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0" name="Line 788">
              <a:extLst>
                <a:ext uri="{FF2B5EF4-FFF2-40B4-BE49-F238E27FC236}">
                  <a16:creationId xmlns:a16="http://schemas.microsoft.com/office/drawing/2014/main" id="{088E028D-949E-455A-0B1C-60D1C1CDF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2466975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1" name="Line 789">
              <a:extLst>
                <a:ext uri="{FF2B5EF4-FFF2-40B4-BE49-F238E27FC236}">
                  <a16:creationId xmlns:a16="http://schemas.microsoft.com/office/drawing/2014/main" id="{89671D4F-FA47-40D0-1D99-6E52A4E83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2325688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2" name="Line 790">
              <a:extLst>
                <a:ext uri="{FF2B5EF4-FFF2-40B4-BE49-F238E27FC236}">
                  <a16:creationId xmlns:a16="http://schemas.microsoft.com/office/drawing/2014/main" id="{78DD85C8-0355-5651-00AC-D04627200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2217738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3" name="Line 791">
              <a:extLst>
                <a:ext uri="{FF2B5EF4-FFF2-40B4-BE49-F238E27FC236}">
                  <a16:creationId xmlns:a16="http://schemas.microsoft.com/office/drawing/2014/main" id="{DBBCDC01-8E2B-CD23-BCB8-909AF88CE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2128838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4" name="Line 792">
              <a:extLst>
                <a:ext uri="{FF2B5EF4-FFF2-40B4-BE49-F238E27FC236}">
                  <a16:creationId xmlns:a16="http://schemas.microsoft.com/office/drawing/2014/main" id="{9E1760D5-5DC3-2003-A59C-6B60ADD17F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2054225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5" name="Line 793">
              <a:extLst>
                <a:ext uri="{FF2B5EF4-FFF2-40B4-BE49-F238E27FC236}">
                  <a16:creationId xmlns:a16="http://schemas.microsoft.com/office/drawing/2014/main" id="{FF063E2C-80CA-4FA5-7575-54AE41254D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1989138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6" name="Line 794">
              <a:extLst>
                <a:ext uri="{FF2B5EF4-FFF2-40B4-BE49-F238E27FC236}">
                  <a16:creationId xmlns:a16="http://schemas.microsoft.com/office/drawing/2014/main" id="{BE311C4D-7D16-CB82-C94B-F63E50CE2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1931988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7" name="Line 795">
              <a:extLst>
                <a:ext uri="{FF2B5EF4-FFF2-40B4-BE49-F238E27FC236}">
                  <a16:creationId xmlns:a16="http://schemas.microsoft.com/office/drawing/2014/main" id="{F4A9C401-87C6-8417-5CF4-750CBB9AA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1881188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8" name="Line 796">
              <a:extLst>
                <a:ext uri="{FF2B5EF4-FFF2-40B4-BE49-F238E27FC236}">
                  <a16:creationId xmlns:a16="http://schemas.microsoft.com/office/drawing/2014/main" id="{EC88E2B4-8B1C-B90E-F818-418D5C162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1544638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9" name="Line 797">
              <a:extLst>
                <a:ext uri="{FF2B5EF4-FFF2-40B4-BE49-F238E27FC236}">
                  <a16:creationId xmlns:a16="http://schemas.microsoft.com/office/drawing/2014/main" id="{9B1AB8FD-1274-9C74-501F-4D06C44238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1347788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0" name="Line 798">
              <a:extLst>
                <a:ext uri="{FF2B5EF4-FFF2-40B4-BE49-F238E27FC236}">
                  <a16:creationId xmlns:a16="http://schemas.microsoft.com/office/drawing/2014/main" id="{46F469C6-B6F9-B58A-D002-8E60512EFF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1208088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1" name="Line 799">
              <a:extLst>
                <a:ext uri="{FF2B5EF4-FFF2-40B4-BE49-F238E27FC236}">
                  <a16:creationId xmlns:a16="http://schemas.microsoft.com/office/drawing/2014/main" id="{61ECCA63-528F-6114-FA44-CA86A6A8F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1098550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2" name="Line 800">
              <a:extLst>
                <a:ext uri="{FF2B5EF4-FFF2-40B4-BE49-F238E27FC236}">
                  <a16:creationId xmlns:a16="http://schemas.microsoft.com/office/drawing/2014/main" id="{73CACC57-84C4-D0D4-CC08-10C5A728D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1011238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3" name="Line 801">
              <a:extLst>
                <a:ext uri="{FF2B5EF4-FFF2-40B4-BE49-F238E27FC236}">
                  <a16:creationId xmlns:a16="http://schemas.microsoft.com/office/drawing/2014/main" id="{C7D80441-CD52-8902-EEB7-5224241715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935038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4" name="Line 802">
              <a:extLst>
                <a:ext uri="{FF2B5EF4-FFF2-40B4-BE49-F238E27FC236}">
                  <a16:creationId xmlns:a16="http://schemas.microsoft.com/office/drawing/2014/main" id="{077AB7D0-E844-A096-8B10-BF9F69E4A7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871538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5" name="Line 803">
              <a:extLst>
                <a:ext uri="{FF2B5EF4-FFF2-40B4-BE49-F238E27FC236}">
                  <a16:creationId xmlns:a16="http://schemas.microsoft.com/office/drawing/2014/main" id="{057645D4-C012-A5BD-764C-213C3EB13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814388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6" name="Line 804">
              <a:extLst>
                <a:ext uri="{FF2B5EF4-FFF2-40B4-BE49-F238E27FC236}">
                  <a16:creationId xmlns:a16="http://schemas.microsoft.com/office/drawing/2014/main" id="{0FB26743-F338-5B4F-09BD-F708B76E1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762000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7" name="Line 805">
              <a:extLst>
                <a:ext uri="{FF2B5EF4-FFF2-40B4-BE49-F238E27FC236}">
                  <a16:creationId xmlns:a16="http://schemas.microsoft.com/office/drawing/2014/main" id="{F1950EA6-2F32-6353-8BC4-B18F98A779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425450"/>
              <a:ext cx="3016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8" name="Line 806">
              <a:extLst>
                <a:ext uri="{FF2B5EF4-FFF2-40B4-BE49-F238E27FC236}">
                  <a16:creationId xmlns:a16="http://schemas.microsoft.com/office/drawing/2014/main" id="{98FD9331-249F-1955-EED2-8045770C48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58229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9" name="Line 807">
              <a:extLst>
                <a:ext uri="{FF2B5EF4-FFF2-40B4-BE49-F238E27FC236}">
                  <a16:creationId xmlns:a16="http://schemas.microsoft.com/office/drawing/2014/main" id="{132B8498-D668-0CE0-5B83-E2DD8DFE67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56832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0" name="Line 808">
              <a:extLst>
                <a:ext uri="{FF2B5EF4-FFF2-40B4-BE49-F238E27FC236}">
                  <a16:creationId xmlns:a16="http://schemas.microsoft.com/office/drawing/2014/main" id="{97BBC816-2BB8-F450-E5A5-9FF7AD1E4C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557371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1" name="Line 809">
              <a:extLst>
                <a:ext uri="{FF2B5EF4-FFF2-40B4-BE49-F238E27FC236}">
                  <a16:creationId xmlns:a16="http://schemas.microsoft.com/office/drawing/2014/main" id="{66FBA4FA-0F38-294F-4269-FCF335649B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548640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2" name="Line 810">
              <a:extLst>
                <a:ext uri="{FF2B5EF4-FFF2-40B4-BE49-F238E27FC236}">
                  <a16:creationId xmlns:a16="http://schemas.microsoft.com/office/drawing/2014/main" id="{AD1E24DF-150E-68A1-5FF7-A734DD1DC2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541178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3" name="Line 811">
              <a:extLst>
                <a:ext uri="{FF2B5EF4-FFF2-40B4-BE49-F238E27FC236}">
                  <a16:creationId xmlns:a16="http://schemas.microsoft.com/office/drawing/2014/main" id="{5FE14AA9-CFFA-C130-BAD9-B33A714357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534670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4" name="Line 812">
              <a:extLst>
                <a:ext uri="{FF2B5EF4-FFF2-40B4-BE49-F238E27FC236}">
                  <a16:creationId xmlns:a16="http://schemas.microsoft.com/office/drawing/2014/main" id="{D317CF74-1603-52C1-AE2A-894A5D413B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528796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5" name="Line 813">
              <a:extLst>
                <a:ext uri="{FF2B5EF4-FFF2-40B4-BE49-F238E27FC236}">
                  <a16:creationId xmlns:a16="http://schemas.microsoft.com/office/drawing/2014/main" id="{8EE4D254-D516-C10C-EDD3-77BBC80A27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523716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6" name="Line 814">
              <a:extLst>
                <a:ext uri="{FF2B5EF4-FFF2-40B4-BE49-F238E27FC236}">
                  <a16:creationId xmlns:a16="http://schemas.microsoft.com/office/drawing/2014/main" id="{69E827B0-6C9D-3C36-D12B-5E871FC083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490061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7" name="Line 815">
              <a:extLst>
                <a:ext uri="{FF2B5EF4-FFF2-40B4-BE49-F238E27FC236}">
                  <a16:creationId xmlns:a16="http://schemas.microsoft.com/office/drawing/2014/main" id="{0FD98530-3F77-4082-29BD-79FBF54D58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470376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8" name="Line 816">
              <a:extLst>
                <a:ext uri="{FF2B5EF4-FFF2-40B4-BE49-F238E27FC236}">
                  <a16:creationId xmlns:a16="http://schemas.microsoft.com/office/drawing/2014/main" id="{5506F147-78F3-C8A0-DA54-4DCA01D0E7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456406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9" name="Line 817">
              <a:extLst>
                <a:ext uri="{FF2B5EF4-FFF2-40B4-BE49-F238E27FC236}">
                  <a16:creationId xmlns:a16="http://schemas.microsoft.com/office/drawing/2014/main" id="{DE412E92-D72C-44DA-C69C-CE77D497D8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445611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0" name="Line 818">
              <a:extLst>
                <a:ext uri="{FF2B5EF4-FFF2-40B4-BE49-F238E27FC236}">
                  <a16:creationId xmlns:a16="http://schemas.microsoft.com/office/drawing/2014/main" id="{F5A9B736-415D-D372-3A42-970A858581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436721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1" name="Line 819">
              <a:extLst>
                <a:ext uri="{FF2B5EF4-FFF2-40B4-BE49-F238E27FC236}">
                  <a16:creationId xmlns:a16="http://schemas.microsoft.com/office/drawing/2014/main" id="{DC0138F9-5E22-D12F-B96F-5D53CD3BDB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429260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2" name="Line 820">
              <a:extLst>
                <a:ext uri="{FF2B5EF4-FFF2-40B4-BE49-F238E27FC236}">
                  <a16:creationId xmlns:a16="http://schemas.microsoft.com/office/drawing/2014/main" id="{69E6A4D7-4AC4-28E4-E4DB-EC32EB0A2B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422751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3" name="Line 821">
              <a:extLst>
                <a:ext uri="{FF2B5EF4-FFF2-40B4-BE49-F238E27FC236}">
                  <a16:creationId xmlns:a16="http://schemas.microsoft.com/office/drawing/2014/main" id="{6810869E-89DE-B527-31B7-DAFFF62E58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417036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4" name="Line 822">
              <a:extLst>
                <a:ext uri="{FF2B5EF4-FFF2-40B4-BE49-F238E27FC236}">
                  <a16:creationId xmlns:a16="http://schemas.microsoft.com/office/drawing/2014/main" id="{37BF26BE-5A5C-8878-4332-F3C5897993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411956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5" name="Line 823">
              <a:extLst>
                <a:ext uri="{FF2B5EF4-FFF2-40B4-BE49-F238E27FC236}">
                  <a16:creationId xmlns:a16="http://schemas.microsoft.com/office/drawing/2014/main" id="{C40B0743-B34D-DC79-1CF5-E071DB88C9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3781425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6" name="Line 824">
              <a:extLst>
                <a:ext uri="{FF2B5EF4-FFF2-40B4-BE49-F238E27FC236}">
                  <a16:creationId xmlns:a16="http://schemas.microsoft.com/office/drawing/2014/main" id="{71EE4A9F-2BF4-03E9-731B-C81C71CF00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3584575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7" name="Line 825">
              <a:extLst>
                <a:ext uri="{FF2B5EF4-FFF2-40B4-BE49-F238E27FC236}">
                  <a16:creationId xmlns:a16="http://schemas.microsoft.com/office/drawing/2014/main" id="{AEC28B06-D402-E719-7C57-FD264834B0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3444875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8" name="Line 826">
              <a:extLst>
                <a:ext uri="{FF2B5EF4-FFF2-40B4-BE49-F238E27FC236}">
                  <a16:creationId xmlns:a16="http://schemas.microsoft.com/office/drawing/2014/main" id="{3FA191A4-AA04-F88F-BEBA-48CD68CBA5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3336925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9" name="Line 827">
              <a:extLst>
                <a:ext uri="{FF2B5EF4-FFF2-40B4-BE49-F238E27FC236}">
                  <a16:creationId xmlns:a16="http://schemas.microsoft.com/office/drawing/2014/main" id="{B27A5CD2-724C-0B43-81D5-8251C0262F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3248025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0" name="Line 828">
              <a:extLst>
                <a:ext uri="{FF2B5EF4-FFF2-40B4-BE49-F238E27FC236}">
                  <a16:creationId xmlns:a16="http://schemas.microsoft.com/office/drawing/2014/main" id="{FCC0B63F-7B38-28C8-37FF-D86D03166A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3173413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1" name="Line 829">
              <a:extLst>
                <a:ext uri="{FF2B5EF4-FFF2-40B4-BE49-F238E27FC236}">
                  <a16:creationId xmlns:a16="http://schemas.microsoft.com/office/drawing/2014/main" id="{7A821BD9-33E1-D342-2916-8E0AC9F249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3108325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2" name="Line 830">
              <a:extLst>
                <a:ext uri="{FF2B5EF4-FFF2-40B4-BE49-F238E27FC236}">
                  <a16:creationId xmlns:a16="http://schemas.microsoft.com/office/drawing/2014/main" id="{C3444033-9ACC-0FE8-644A-98F4F8F55E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3051175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3" name="Line 831">
              <a:extLst>
                <a:ext uri="{FF2B5EF4-FFF2-40B4-BE49-F238E27FC236}">
                  <a16:creationId xmlns:a16="http://schemas.microsoft.com/office/drawing/2014/main" id="{69667528-1174-6D2C-1779-B7E6883CC3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3000375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4" name="Line 832">
              <a:extLst>
                <a:ext uri="{FF2B5EF4-FFF2-40B4-BE49-F238E27FC236}">
                  <a16:creationId xmlns:a16="http://schemas.microsoft.com/office/drawing/2014/main" id="{60A3D2D2-B178-6314-63F7-C980EFB066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2663825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5" name="Line 833">
              <a:extLst>
                <a:ext uri="{FF2B5EF4-FFF2-40B4-BE49-F238E27FC236}">
                  <a16:creationId xmlns:a16="http://schemas.microsoft.com/office/drawing/2014/main" id="{8D9FA614-F7A2-92EA-FA51-5B61604505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2466975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6" name="Line 834">
              <a:extLst>
                <a:ext uri="{FF2B5EF4-FFF2-40B4-BE49-F238E27FC236}">
                  <a16:creationId xmlns:a16="http://schemas.microsoft.com/office/drawing/2014/main" id="{3EDDD612-2DF7-7E8F-9899-7A4A37831F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232568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7" name="Line 835">
              <a:extLst>
                <a:ext uri="{FF2B5EF4-FFF2-40B4-BE49-F238E27FC236}">
                  <a16:creationId xmlns:a16="http://schemas.microsoft.com/office/drawing/2014/main" id="{9D223D7B-08BC-FE29-26DE-3D3A347EC1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221773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8" name="Line 836">
              <a:extLst>
                <a:ext uri="{FF2B5EF4-FFF2-40B4-BE49-F238E27FC236}">
                  <a16:creationId xmlns:a16="http://schemas.microsoft.com/office/drawing/2014/main" id="{62658EA4-4988-9609-603F-802159EC56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212883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9" name="Line 837">
              <a:extLst>
                <a:ext uri="{FF2B5EF4-FFF2-40B4-BE49-F238E27FC236}">
                  <a16:creationId xmlns:a16="http://schemas.microsoft.com/office/drawing/2014/main" id="{A0F4AF51-B90D-31F7-9402-8DDC3273ED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2054225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0" name="Line 838">
              <a:extLst>
                <a:ext uri="{FF2B5EF4-FFF2-40B4-BE49-F238E27FC236}">
                  <a16:creationId xmlns:a16="http://schemas.microsoft.com/office/drawing/2014/main" id="{F8858D60-C186-7D5E-9CB9-3C748A0BE3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198913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1" name="Line 839">
              <a:extLst>
                <a:ext uri="{FF2B5EF4-FFF2-40B4-BE49-F238E27FC236}">
                  <a16:creationId xmlns:a16="http://schemas.microsoft.com/office/drawing/2014/main" id="{01AEBCA4-7D8F-9DC4-E76B-6BA1B7BA63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193198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2" name="Line 840">
              <a:extLst>
                <a:ext uri="{FF2B5EF4-FFF2-40B4-BE49-F238E27FC236}">
                  <a16:creationId xmlns:a16="http://schemas.microsoft.com/office/drawing/2014/main" id="{D506C292-D304-81BF-C57B-EBA4253090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188118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3" name="Line 841">
              <a:extLst>
                <a:ext uri="{FF2B5EF4-FFF2-40B4-BE49-F238E27FC236}">
                  <a16:creationId xmlns:a16="http://schemas.microsoft.com/office/drawing/2014/main" id="{1F13BF4B-561C-1A9F-BF62-CA3220150F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154463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4" name="Line 842">
              <a:extLst>
                <a:ext uri="{FF2B5EF4-FFF2-40B4-BE49-F238E27FC236}">
                  <a16:creationId xmlns:a16="http://schemas.microsoft.com/office/drawing/2014/main" id="{CAA5EF7B-7036-A262-6EE6-C4D59F25A5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134778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5" name="Line 843">
              <a:extLst>
                <a:ext uri="{FF2B5EF4-FFF2-40B4-BE49-F238E27FC236}">
                  <a16:creationId xmlns:a16="http://schemas.microsoft.com/office/drawing/2014/main" id="{E2537E7C-EC8E-C968-A618-D0EFD8052D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120808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6" name="Line 844">
              <a:extLst>
                <a:ext uri="{FF2B5EF4-FFF2-40B4-BE49-F238E27FC236}">
                  <a16:creationId xmlns:a16="http://schemas.microsoft.com/office/drawing/2014/main" id="{C9B747A9-203A-270E-5BE7-D4D7477AD7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10985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7" name="Line 845">
              <a:extLst>
                <a:ext uri="{FF2B5EF4-FFF2-40B4-BE49-F238E27FC236}">
                  <a16:creationId xmlns:a16="http://schemas.microsoft.com/office/drawing/2014/main" id="{93D70DD0-7D1E-3B58-A6EA-EBBBD10BA6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101123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8" name="Line 846">
              <a:extLst>
                <a:ext uri="{FF2B5EF4-FFF2-40B4-BE49-F238E27FC236}">
                  <a16:creationId xmlns:a16="http://schemas.microsoft.com/office/drawing/2014/main" id="{727B183B-45D3-D4FF-AE98-8868BCCB88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93503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9" name="Line 847">
              <a:extLst>
                <a:ext uri="{FF2B5EF4-FFF2-40B4-BE49-F238E27FC236}">
                  <a16:creationId xmlns:a16="http://schemas.microsoft.com/office/drawing/2014/main" id="{BFDAC9AF-679F-04D9-D80E-CE986D6809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87153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0" name="Line 848">
              <a:extLst>
                <a:ext uri="{FF2B5EF4-FFF2-40B4-BE49-F238E27FC236}">
                  <a16:creationId xmlns:a16="http://schemas.microsoft.com/office/drawing/2014/main" id="{8017967E-C36A-0951-E11E-5A37377C2A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814388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1" name="Line 849">
              <a:extLst>
                <a:ext uri="{FF2B5EF4-FFF2-40B4-BE49-F238E27FC236}">
                  <a16:creationId xmlns:a16="http://schemas.microsoft.com/office/drawing/2014/main" id="{237F4737-4915-9700-92BD-4CD09AE386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76200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2" name="Line 850">
              <a:extLst>
                <a:ext uri="{FF2B5EF4-FFF2-40B4-BE49-F238E27FC236}">
                  <a16:creationId xmlns:a16="http://schemas.microsoft.com/office/drawing/2014/main" id="{4238DD8A-BBDF-A181-1FCA-AC42ECADC3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2400" y="425450"/>
              <a:ext cx="285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3" name="Rectangle 851">
              <a:extLst>
                <a:ext uri="{FF2B5EF4-FFF2-40B4-BE49-F238E27FC236}">
                  <a16:creationId xmlns:a16="http://schemas.microsoft.com/office/drawing/2014/main" id="{3137647A-F907-B426-816D-F0CD5B182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888" y="5176838"/>
              <a:ext cx="26511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84" name="Rectangle 852">
              <a:extLst>
                <a:ext uri="{FF2B5EF4-FFF2-40B4-BE49-F238E27FC236}">
                  <a16:creationId xmlns:a16="http://schemas.microsoft.com/office/drawing/2014/main" id="{B8943091-257F-70D7-59A6-49C52D4C5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75" y="5121275"/>
              <a:ext cx="18256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85" name="Rectangle 853">
              <a:extLst>
                <a:ext uri="{FF2B5EF4-FFF2-40B4-BE49-F238E27FC236}">
                  <a16:creationId xmlns:a16="http://schemas.microsoft.com/office/drawing/2014/main" id="{A90A4F6E-FD1D-CF0A-7BCA-3162BBAAF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888" y="4051300"/>
              <a:ext cx="26511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86" name="Rectangle 854">
              <a:extLst>
                <a:ext uri="{FF2B5EF4-FFF2-40B4-BE49-F238E27FC236}">
                  <a16:creationId xmlns:a16="http://schemas.microsoft.com/office/drawing/2014/main" id="{8F3DCF3E-3634-E0DE-8297-190F1AD4B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75" y="3995738"/>
              <a:ext cx="18256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87" name="Rectangle 855">
              <a:extLst>
                <a:ext uri="{FF2B5EF4-FFF2-40B4-BE49-F238E27FC236}">
                  <a16:creationId xmlns:a16="http://schemas.microsoft.com/office/drawing/2014/main" id="{1A0397C6-67D2-D870-1A63-A7ECB6AF4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25" y="2933700"/>
              <a:ext cx="26511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88" name="Rectangle 856">
              <a:extLst>
                <a:ext uri="{FF2B5EF4-FFF2-40B4-BE49-F238E27FC236}">
                  <a16:creationId xmlns:a16="http://schemas.microsoft.com/office/drawing/2014/main" id="{71192A40-1680-C4A5-346C-A5994613F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13" y="2878138"/>
              <a:ext cx="13811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89" name="Rectangle 857">
              <a:extLst>
                <a:ext uri="{FF2B5EF4-FFF2-40B4-BE49-F238E27FC236}">
                  <a16:creationId xmlns:a16="http://schemas.microsoft.com/office/drawing/2014/main" id="{11DF36BC-4844-A598-D668-33C7F9BB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25" y="1817688"/>
              <a:ext cx="26511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90" name="Rectangle 858">
              <a:extLst>
                <a:ext uri="{FF2B5EF4-FFF2-40B4-BE49-F238E27FC236}">
                  <a16:creationId xmlns:a16="http://schemas.microsoft.com/office/drawing/2014/main" id="{6CB73A36-10C1-7F24-BB00-B8C484A5C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13" y="1762125"/>
              <a:ext cx="13811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91" name="Rectangle 859">
              <a:extLst>
                <a:ext uri="{FF2B5EF4-FFF2-40B4-BE49-F238E27FC236}">
                  <a16:creationId xmlns:a16="http://schemas.microsoft.com/office/drawing/2014/main" id="{941722DF-5AAF-47E5-307D-86CC52C98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25" y="700088"/>
              <a:ext cx="26511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92" name="Rectangle 860">
              <a:extLst>
                <a:ext uri="{FF2B5EF4-FFF2-40B4-BE49-F238E27FC236}">
                  <a16:creationId xmlns:a16="http://schemas.microsoft.com/office/drawing/2014/main" id="{D770520F-4062-3CAA-397F-8B6BEBC3A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13" y="644525"/>
              <a:ext cx="13811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93" name="Rectangle 861">
              <a:extLst>
                <a:ext uri="{FF2B5EF4-FFF2-40B4-BE49-F238E27FC236}">
                  <a16:creationId xmlns:a16="http://schemas.microsoft.com/office/drawing/2014/main" id="{87976293-E412-FD21-616D-ADBD1C495D8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34938" y="3122613"/>
              <a:ext cx="228600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94" name="Rectangle 862">
              <a:extLst>
                <a:ext uri="{FF2B5EF4-FFF2-40B4-BE49-F238E27FC236}">
                  <a16:creationId xmlns:a16="http://schemas.microsoft.com/office/drawing/2014/main" id="{0D2AE391-2FE8-D6DC-ABD9-04580E40C5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34938" y="3011488"/>
              <a:ext cx="228600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95" name="Rectangle 863">
              <a:extLst>
                <a:ext uri="{FF2B5EF4-FFF2-40B4-BE49-F238E27FC236}">
                  <a16:creationId xmlns:a16="http://schemas.microsoft.com/office/drawing/2014/main" id="{97C570E0-98C1-438F-A2E8-782F5E9788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53988" y="2873375"/>
              <a:ext cx="265113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96" name="Rectangle 864">
              <a:extLst>
                <a:ext uri="{FF2B5EF4-FFF2-40B4-BE49-F238E27FC236}">
                  <a16:creationId xmlns:a16="http://schemas.microsoft.com/office/drawing/2014/main" id="{EE9CA2A5-C8C4-404A-3F97-DB1837F50D0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34938" y="2736850"/>
              <a:ext cx="228600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97" name="Rectangle 865">
              <a:extLst>
                <a:ext uri="{FF2B5EF4-FFF2-40B4-BE49-F238E27FC236}">
                  <a16:creationId xmlns:a16="http://schemas.microsoft.com/office/drawing/2014/main" id="{DE4C32D0-2C97-77AB-2D52-B8FFBF1FB32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07950" y="2644775"/>
              <a:ext cx="174625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98" name="Oval 866">
              <a:extLst>
                <a:ext uri="{FF2B5EF4-FFF2-40B4-BE49-F238E27FC236}">
                  <a16:creationId xmlns:a16="http://schemas.microsoft.com/office/drawing/2014/main" id="{B023DAAA-92F4-CE8E-DBA9-4EC6F5710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425" y="19478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9" name="Oval 867">
              <a:extLst>
                <a:ext uri="{FF2B5EF4-FFF2-40B4-BE49-F238E27FC236}">
                  <a16:creationId xmlns:a16="http://schemas.microsoft.com/office/drawing/2014/main" id="{570B71CB-5CFD-5194-92EC-8A6371510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5900" y="2514600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0" name="Oval 868">
              <a:extLst>
                <a:ext uri="{FF2B5EF4-FFF2-40B4-BE49-F238E27FC236}">
                  <a16:creationId xmlns:a16="http://schemas.microsoft.com/office/drawing/2014/main" id="{0E596EDF-6ECE-13E1-577E-A8B4F457E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863" y="2971800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1" name="Oval 869">
              <a:extLst>
                <a:ext uri="{FF2B5EF4-FFF2-40B4-BE49-F238E27FC236}">
                  <a16:creationId xmlns:a16="http://schemas.microsoft.com/office/drawing/2014/main" id="{7091DDCE-8509-9D92-E0B2-23AB855BB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375" y="33924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2" name="Oval 870">
              <a:extLst>
                <a:ext uri="{FF2B5EF4-FFF2-40B4-BE49-F238E27FC236}">
                  <a16:creationId xmlns:a16="http://schemas.microsoft.com/office/drawing/2014/main" id="{F60B8DC7-1ACB-5C40-3B28-A9A54A0A4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7813" y="38909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3" name="Oval 871">
              <a:extLst>
                <a:ext uri="{FF2B5EF4-FFF2-40B4-BE49-F238E27FC236}">
                  <a16:creationId xmlns:a16="http://schemas.microsoft.com/office/drawing/2014/main" id="{DCAC7FA3-FA03-BADC-73F0-360BE7672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338" y="4425950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4" name="Oval 872">
              <a:extLst>
                <a:ext uri="{FF2B5EF4-FFF2-40B4-BE49-F238E27FC236}">
                  <a16:creationId xmlns:a16="http://schemas.microsoft.com/office/drawing/2014/main" id="{1B1BD603-ACBA-8470-D2BE-EB012A289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5175" y="4632325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5" name="Oval 873">
              <a:extLst>
                <a:ext uri="{FF2B5EF4-FFF2-40B4-BE49-F238E27FC236}">
                  <a16:creationId xmlns:a16="http://schemas.microsoft.com/office/drawing/2014/main" id="{6753D14F-B698-3B20-B421-63265FF99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850" y="46974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6" name="Oval 874">
              <a:extLst>
                <a:ext uri="{FF2B5EF4-FFF2-40B4-BE49-F238E27FC236}">
                  <a16:creationId xmlns:a16="http://schemas.microsoft.com/office/drawing/2014/main" id="{EA313E60-58C6-9369-BD89-658ED1467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300" y="48180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7" name="Oval 875">
              <a:extLst>
                <a:ext uri="{FF2B5EF4-FFF2-40B4-BE49-F238E27FC236}">
                  <a16:creationId xmlns:a16="http://schemas.microsoft.com/office/drawing/2014/main" id="{E8E5F18C-B7A3-910B-85D4-0F4522923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288" y="4911725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8" name="Oval 876">
              <a:extLst>
                <a:ext uri="{FF2B5EF4-FFF2-40B4-BE49-F238E27FC236}">
                  <a16:creationId xmlns:a16="http://schemas.microsoft.com/office/drawing/2014/main" id="{C1D01A7F-550B-83BA-DD8A-8B31702C1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51101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9" name="Oval 877">
              <a:extLst>
                <a:ext uri="{FF2B5EF4-FFF2-40B4-BE49-F238E27FC236}">
                  <a16:creationId xmlns:a16="http://schemas.microsoft.com/office/drawing/2014/main" id="{3C0732B9-96E0-7A8C-C3D8-9B4859258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7813" y="5435600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0" name="Oval 878">
              <a:extLst>
                <a:ext uri="{FF2B5EF4-FFF2-40B4-BE49-F238E27FC236}">
                  <a16:creationId xmlns:a16="http://schemas.microsoft.com/office/drawing/2014/main" id="{68342E89-D900-9F69-6CC8-69814E9D9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5292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1" name="Oval 879">
              <a:extLst>
                <a:ext uri="{FF2B5EF4-FFF2-40B4-BE49-F238E27FC236}">
                  <a16:creationId xmlns:a16="http://schemas.microsoft.com/office/drawing/2014/main" id="{D4953A6A-A61C-4A84-8A28-B4061370F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0" y="551973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2" name="Oval 880">
              <a:extLst>
                <a:ext uri="{FF2B5EF4-FFF2-40B4-BE49-F238E27FC236}">
                  <a16:creationId xmlns:a16="http://schemas.microsoft.com/office/drawing/2014/main" id="{E95F6A0F-5F45-E60A-E8E4-3C2D3CCC4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5616575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3" name="Oval 881">
              <a:extLst>
                <a:ext uri="{FF2B5EF4-FFF2-40B4-BE49-F238E27FC236}">
                  <a16:creationId xmlns:a16="http://schemas.microsoft.com/office/drawing/2014/main" id="{BE0B9FB7-4F2C-1FC3-69B0-A1AD09892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913" y="5832475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4" name="Oval 882">
              <a:extLst>
                <a:ext uri="{FF2B5EF4-FFF2-40B4-BE49-F238E27FC236}">
                  <a16:creationId xmlns:a16="http://schemas.microsoft.com/office/drawing/2014/main" id="{057E5EEB-7971-0D03-598C-96B192AEFC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425" y="1584325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5" name="Oval 883">
              <a:extLst>
                <a:ext uri="{FF2B5EF4-FFF2-40B4-BE49-F238E27FC236}">
                  <a16:creationId xmlns:a16="http://schemas.microsoft.com/office/drawing/2014/main" id="{349BFF18-5C86-EF7C-A253-6B7A192C8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63" y="1949450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6" name="Oval 884">
              <a:extLst>
                <a:ext uri="{FF2B5EF4-FFF2-40B4-BE49-F238E27FC236}">
                  <a16:creationId xmlns:a16="http://schemas.microsoft.com/office/drawing/2014/main" id="{12F311FB-033E-7A1B-CA77-12F1CD26C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7825" y="2724150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7" name="Oval 885">
              <a:extLst>
                <a:ext uri="{FF2B5EF4-FFF2-40B4-BE49-F238E27FC236}">
                  <a16:creationId xmlns:a16="http://schemas.microsoft.com/office/drawing/2014/main" id="{CFD71D67-DAC4-5AF5-5981-5AA7C001D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063" y="3251200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8" name="Oval 886">
              <a:extLst>
                <a:ext uri="{FF2B5EF4-FFF2-40B4-BE49-F238E27FC236}">
                  <a16:creationId xmlns:a16="http://schemas.microsoft.com/office/drawing/2014/main" id="{7BB26AA0-3199-1913-8A51-128838D3F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6825" y="35766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9" name="Oval 887">
              <a:extLst>
                <a:ext uri="{FF2B5EF4-FFF2-40B4-BE49-F238E27FC236}">
                  <a16:creationId xmlns:a16="http://schemas.microsoft.com/office/drawing/2014/main" id="{4F221F9E-E8ED-CEFA-BD8A-159385AF0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6388" y="39608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0" name="Oval 888">
              <a:extLst>
                <a:ext uri="{FF2B5EF4-FFF2-40B4-BE49-F238E27FC236}">
                  <a16:creationId xmlns:a16="http://schemas.microsoft.com/office/drawing/2014/main" id="{8BD8D7B7-F3AA-DA42-2F20-052FC6999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975" y="44211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1" name="Oval 889">
              <a:extLst>
                <a:ext uri="{FF2B5EF4-FFF2-40B4-BE49-F238E27FC236}">
                  <a16:creationId xmlns:a16="http://schemas.microsoft.com/office/drawing/2014/main" id="{684B3C97-751E-93E6-50CC-96B65A22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1050" y="4632325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2" name="Oval 890">
              <a:extLst>
                <a:ext uri="{FF2B5EF4-FFF2-40B4-BE49-F238E27FC236}">
                  <a16:creationId xmlns:a16="http://schemas.microsoft.com/office/drawing/2014/main" id="{511B0E22-1373-C6B5-028B-1C7995B87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550" y="4730750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3" name="Oval 891">
              <a:extLst>
                <a:ext uri="{FF2B5EF4-FFF2-40B4-BE49-F238E27FC236}">
                  <a16:creationId xmlns:a16="http://schemas.microsoft.com/office/drawing/2014/main" id="{1D71E585-51B9-8938-A3E5-D0EC8DE4A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9825" y="4826000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4" name="Oval 892">
              <a:extLst>
                <a:ext uri="{FF2B5EF4-FFF2-40B4-BE49-F238E27FC236}">
                  <a16:creationId xmlns:a16="http://schemas.microsoft.com/office/drawing/2014/main" id="{DA908CCC-9FFA-6C09-C28C-5BB5F6678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638" y="49609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5" name="Oval 893">
              <a:extLst>
                <a:ext uri="{FF2B5EF4-FFF2-40B4-BE49-F238E27FC236}">
                  <a16:creationId xmlns:a16="http://schemas.microsoft.com/office/drawing/2014/main" id="{890353ED-7989-9B74-0D72-A639D82C3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163" y="51609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6" name="Oval 894">
              <a:extLst>
                <a:ext uri="{FF2B5EF4-FFF2-40B4-BE49-F238E27FC236}">
                  <a16:creationId xmlns:a16="http://schemas.microsoft.com/office/drawing/2014/main" id="{00A4A1F5-0E2D-248C-5CE4-0669372BA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2575" y="5476875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7" name="Oval 895">
              <a:extLst>
                <a:ext uri="{FF2B5EF4-FFF2-40B4-BE49-F238E27FC236}">
                  <a16:creationId xmlns:a16="http://schemas.microsoft.com/office/drawing/2014/main" id="{56B92CFF-A45E-FE77-289E-FF8C4C7FD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463" y="5483225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8" name="Oval 896">
              <a:extLst>
                <a:ext uri="{FF2B5EF4-FFF2-40B4-BE49-F238E27FC236}">
                  <a16:creationId xmlns:a16="http://schemas.microsoft.com/office/drawing/2014/main" id="{509E910F-47BD-EEBA-5FBD-45D1E5F99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413" y="55419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9" name="Oval 897">
              <a:extLst>
                <a:ext uri="{FF2B5EF4-FFF2-40B4-BE49-F238E27FC236}">
                  <a16:creationId xmlns:a16="http://schemas.microsoft.com/office/drawing/2014/main" id="{7CA71A12-9C3D-FDEA-BF46-55539B53C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425" y="56562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0" name="Oval 898">
              <a:extLst>
                <a:ext uri="{FF2B5EF4-FFF2-40B4-BE49-F238E27FC236}">
                  <a16:creationId xmlns:a16="http://schemas.microsoft.com/office/drawing/2014/main" id="{A6406999-0AE9-87EF-AA9E-A6AB3A9D4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58658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1" name="Oval 899">
              <a:extLst>
                <a:ext uri="{FF2B5EF4-FFF2-40B4-BE49-F238E27FC236}">
                  <a16:creationId xmlns:a16="http://schemas.microsoft.com/office/drawing/2014/main" id="{EF48F2AC-7C48-91A4-BF2F-96E30EAC3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5900" y="198913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2" name="Oval 900">
              <a:extLst>
                <a:ext uri="{FF2B5EF4-FFF2-40B4-BE49-F238E27FC236}">
                  <a16:creationId xmlns:a16="http://schemas.microsoft.com/office/drawing/2014/main" id="{56802F6C-BC69-1602-5F1B-CE68C9CFC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7825" y="230663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3" name="Oval 901">
              <a:extLst>
                <a:ext uri="{FF2B5EF4-FFF2-40B4-BE49-F238E27FC236}">
                  <a16:creationId xmlns:a16="http://schemas.microsoft.com/office/drawing/2014/main" id="{F9D0AF83-AD88-B535-6F15-0955EECE7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9138" y="2981325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4" name="Oval 902">
              <a:extLst>
                <a:ext uri="{FF2B5EF4-FFF2-40B4-BE49-F238E27FC236}">
                  <a16:creationId xmlns:a16="http://schemas.microsoft.com/office/drawing/2014/main" id="{36DC626A-FAA3-791F-AAA0-18CBBB708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150" y="35163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5" name="Oval 904">
              <a:extLst>
                <a:ext uri="{FF2B5EF4-FFF2-40B4-BE49-F238E27FC236}">
                  <a16:creationId xmlns:a16="http://schemas.microsoft.com/office/drawing/2014/main" id="{36AEEB06-064B-EFD5-32F7-E09204F51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4301" y="387032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6" name="Oval 905">
              <a:extLst>
                <a:ext uri="{FF2B5EF4-FFF2-40B4-BE49-F238E27FC236}">
                  <a16:creationId xmlns:a16="http://schemas.microsoft.com/office/drawing/2014/main" id="{64237810-A44A-9048-FC23-7CCD57C6D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6" y="408305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7" name="Oval 906">
              <a:extLst>
                <a:ext uri="{FF2B5EF4-FFF2-40B4-BE49-F238E27FC236}">
                  <a16:creationId xmlns:a16="http://schemas.microsoft.com/office/drawing/2014/main" id="{F064DCAC-7088-64BB-8C4F-1E184B1BB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538" y="44402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8" name="Oval 907">
              <a:extLst>
                <a:ext uri="{FF2B5EF4-FFF2-40B4-BE49-F238E27FC236}">
                  <a16:creationId xmlns:a16="http://schemas.microsoft.com/office/drawing/2014/main" id="{82F4D91B-13CC-7DFE-A88D-594F90885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2326" y="46243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9" name="Oval 908">
              <a:extLst>
                <a:ext uri="{FF2B5EF4-FFF2-40B4-BE49-F238E27FC236}">
                  <a16:creationId xmlns:a16="http://schemas.microsoft.com/office/drawing/2014/main" id="{C2F68710-37BA-1296-1521-E9C90F43B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3301" y="46878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0" name="Oval 909">
              <a:extLst>
                <a:ext uri="{FF2B5EF4-FFF2-40B4-BE49-F238E27FC236}">
                  <a16:creationId xmlns:a16="http://schemas.microsoft.com/office/drawing/2014/main" id="{AF35B61F-5D92-A719-FA1E-77B6822FB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226" y="48656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1" name="Oval 910">
              <a:extLst>
                <a:ext uri="{FF2B5EF4-FFF2-40B4-BE49-F238E27FC236}">
                  <a16:creationId xmlns:a16="http://schemas.microsoft.com/office/drawing/2014/main" id="{AA8A880E-BBB8-636E-5C8C-CD6201E12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50831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2" name="Oval 911">
              <a:extLst>
                <a:ext uri="{FF2B5EF4-FFF2-40B4-BE49-F238E27FC236}">
                  <a16:creationId xmlns:a16="http://schemas.microsoft.com/office/drawing/2014/main" id="{DBECB923-AF22-1F93-043C-F22999C62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213" y="52562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3" name="Oval 912">
              <a:extLst>
                <a:ext uri="{FF2B5EF4-FFF2-40B4-BE49-F238E27FC236}">
                  <a16:creationId xmlns:a16="http://schemas.microsoft.com/office/drawing/2014/main" id="{89F21299-40E2-6810-CBFD-942AC2C2A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1" y="55054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4" name="Oval 913">
              <a:extLst>
                <a:ext uri="{FF2B5EF4-FFF2-40B4-BE49-F238E27FC236}">
                  <a16:creationId xmlns:a16="http://schemas.microsoft.com/office/drawing/2014/main" id="{4A0E6E65-33C1-FFF2-4E2E-37F84BD73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163" y="55165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5" name="Oval 914">
              <a:extLst>
                <a:ext uri="{FF2B5EF4-FFF2-40B4-BE49-F238E27FC236}">
                  <a16:creationId xmlns:a16="http://schemas.microsoft.com/office/drawing/2014/main" id="{929A09B1-112A-B321-A474-496496C2A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526" y="56911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6" name="Oval 915">
              <a:extLst>
                <a:ext uri="{FF2B5EF4-FFF2-40B4-BE49-F238E27FC236}">
                  <a16:creationId xmlns:a16="http://schemas.microsoft.com/office/drawing/2014/main" id="{32DB74E6-230E-CB58-FF65-0953DBD45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951" y="58404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7" name="Oval 916">
              <a:extLst>
                <a:ext uri="{FF2B5EF4-FFF2-40B4-BE49-F238E27FC236}">
                  <a16:creationId xmlns:a16="http://schemas.microsoft.com/office/drawing/2014/main" id="{961F5DD9-7179-458B-6631-986537C27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863" y="26146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8" name="Oval 917">
              <a:extLst>
                <a:ext uri="{FF2B5EF4-FFF2-40B4-BE49-F238E27FC236}">
                  <a16:creationId xmlns:a16="http://schemas.microsoft.com/office/drawing/2014/main" id="{540FF0D1-7FC2-F326-11D6-74564493A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063" y="277812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9" name="Oval 918">
              <a:extLst>
                <a:ext uri="{FF2B5EF4-FFF2-40B4-BE49-F238E27FC236}">
                  <a16:creationId xmlns:a16="http://schemas.microsoft.com/office/drawing/2014/main" id="{73421E6D-2929-C3CC-4980-2F5A202CA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151" y="30988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0" name="Oval 919">
              <a:extLst>
                <a:ext uri="{FF2B5EF4-FFF2-40B4-BE49-F238E27FC236}">
                  <a16:creationId xmlns:a16="http://schemas.microsoft.com/office/drawing/2014/main" id="{B28AA147-A864-5987-FD53-1D4F2A58D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8101" y="35829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1" name="Oval 920">
              <a:extLst>
                <a:ext uri="{FF2B5EF4-FFF2-40B4-BE49-F238E27FC236}">
                  <a16:creationId xmlns:a16="http://schemas.microsoft.com/office/drawing/2014/main" id="{CA85C46C-042C-EE15-C65F-2180DE26C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7813" y="40290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2" name="Oval 921">
              <a:extLst>
                <a:ext uri="{FF2B5EF4-FFF2-40B4-BE49-F238E27FC236}">
                  <a16:creationId xmlns:a16="http://schemas.microsoft.com/office/drawing/2014/main" id="{B9881499-A620-A648-B9CC-71D9E5A8C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0063" y="42418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3" name="Oval 922">
              <a:extLst>
                <a:ext uri="{FF2B5EF4-FFF2-40B4-BE49-F238E27FC236}">
                  <a16:creationId xmlns:a16="http://schemas.microsoft.com/office/drawing/2014/main" id="{C96AD796-7C90-BAE1-BFDF-34E70E10A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263" y="45545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4" name="Oval 923">
              <a:extLst>
                <a:ext uri="{FF2B5EF4-FFF2-40B4-BE49-F238E27FC236}">
                  <a16:creationId xmlns:a16="http://schemas.microsoft.com/office/drawing/2014/main" id="{842F432A-746E-3258-C96E-1F33080F2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7413" y="46593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5" name="Oval 924">
              <a:extLst>
                <a:ext uri="{FF2B5EF4-FFF2-40B4-BE49-F238E27FC236}">
                  <a16:creationId xmlns:a16="http://schemas.microsoft.com/office/drawing/2014/main" id="{633A024B-436B-90FA-05E4-E2FD78B2C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5688" y="473392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6" name="Oval 925">
              <a:extLst>
                <a:ext uri="{FF2B5EF4-FFF2-40B4-BE49-F238E27FC236}">
                  <a16:creationId xmlns:a16="http://schemas.microsoft.com/office/drawing/2014/main" id="{84D8E66F-BF00-8F75-682A-9E2A9DDF8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6501" y="49863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7" name="Oval 926">
              <a:extLst>
                <a:ext uri="{FF2B5EF4-FFF2-40B4-BE49-F238E27FC236}">
                  <a16:creationId xmlns:a16="http://schemas.microsoft.com/office/drawing/2014/main" id="{5CF36457-9D59-24CB-9190-F38BBD04B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1" y="52197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8" name="Oval 927">
              <a:extLst>
                <a:ext uri="{FF2B5EF4-FFF2-40B4-BE49-F238E27FC236}">
                  <a16:creationId xmlns:a16="http://schemas.microsoft.com/office/drawing/2014/main" id="{3FF8CC96-D611-130C-9E22-91C0ED7D4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788" y="54102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9" name="Oval 928">
              <a:extLst>
                <a:ext uri="{FF2B5EF4-FFF2-40B4-BE49-F238E27FC236}">
                  <a16:creationId xmlns:a16="http://schemas.microsoft.com/office/drawing/2014/main" id="{165E9E37-48F6-EE7E-9693-A48264029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263" y="56419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0" name="Oval 929">
              <a:extLst>
                <a:ext uri="{FF2B5EF4-FFF2-40B4-BE49-F238E27FC236}">
                  <a16:creationId xmlns:a16="http://schemas.microsoft.com/office/drawing/2014/main" id="{C3622372-7788-3593-3014-AB6450D05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801" y="560863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1" name="Oval 930">
              <a:extLst>
                <a:ext uri="{FF2B5EF4-FFF2-40B4-BE49-F238E27FC236}">
                  <a16:creationId xmlns:a16="http://schemas.microsoft.com/office/drawing/2014/main" id="{9B554CCC-2611-581A-B771-651392EA8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8229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2" name="Oval 931">
              <a:extLst>
                <a:ext uri="{FF2B5EF4-FFF2-40B4-BE49-F238E27FC236}">
                  <a16:creationId xmlns:a16="http://schemas.microsoft.com/office/drawing/2014/main" id="{972DD051-5BAD-6BD2-B542-5DDA6F1A7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376" y="29098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3" name="Oval 932">
              <a:extLst>
                <a:ext uri="{FF2B5EF4-FFF2-40B4-BE49-F238E27FC236}">
                  <a16:creationId xmlns:a16="http://schemas.microsoft.com/office/drawing/2014/main" id="{45EE5CF4-B356-5E47-FF46-CB6B93E91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6826" y="30765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4" name="Oval 933">
              <a:extLst>
                <a:ext uri="{FF2B5EF4-FFF2-40B4-BE49-F238E27FC236}">
                  <a16:creationId xmlns:a16="http://schemas.microsoft.com/office/drawing/2014/main" id="{EF49CB61-EAE0-D204-9FBC-20A20D340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4301" y="33083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5" name="Oval 934">
              <a:extLst>
                <a:ext uri="{FF2B5EF4-FFF2-40B4-BE49-F238E27FC236}">
                  <a16:creationId xmlns:a16="http://schemas.microsoft.com/office/drawing/2014/main" id="{BEFD70B1-BC3A-B75B-5486-3F6B6B2B7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7813" y="369252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6" name="Oval 935">
              <a:extLst>
                <a:ext uri="{FF2B5EF4-FFF2-40B4-BE49-F238E27FC236}">
                  <a16:creationId xmlns:a16="http://schemas.microsoft.com/office/drawing/2014/main" id="{1EABB7FC-20B3-7166-7FD5-8E7A7C991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5613" y="41513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7" name="Oval 936">
              <a:extLst>
                <a:ext uri="{FF2B5EF4-FFF2-40B4-BE49-F238E27FC236}">
                  <a16:creationId xmlns:a16="http://schemas.microsoft.com/office/drawing/2014/main" id="{F566000C-93B0-7E2A-168C-680817567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588" y="44196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8" name="Oval 937">
              <a:extLst>
                <a:ext uri="{FF2B5EF4-FFF2-40B4-BE49-F238E27FC236}">
                  <a16:creationId xmlns:a16="http://schemas.microsoft.com/office/drawing/2014/main" id="{E1B18A7E-A271-141F-D384-63950819B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626" y="45942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9" name="Oval 938">
              <a:extLst>
                <a:ext uri="{FF2B5EF4-FFF2-40B4-BE49-F238E27FC236}">
                  <a16:creationId xmlns:a16="http://schemas.microsoft.com/office/drawing/2014/main" id="{C613E192-3B12-E7D9-366B-449DAA010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551" y="46609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0" name="Oval 939">
              <a:extLst>
                <a:ext uri="{FF2B5EF4-FFF2-40B4-BE49-F238E27FC236}">
                  <a16:creationId xmlns:a16="http://schemas.microsoft.com/office/drawing/2014/main" id="{72471959-D659-425B-2D49-22523F544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776" y="48371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1" name="Oval 940">
              <a:extLst>
                <a:ext uri="{FF2B5EF4-FFF2-40B4-BE49-F238E27FC236}">
                  <a16:creationId xmlns:a16="http://schemas.microsoft.com/office/drawing/2014/main" id="{79C637E1-DA3A-A46C-1F87-477C01E6A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063" y="50974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2" name="Oval 941">
              <a:extLst>
                <a:ext uri="{FF2B5EF4-FFF2-40B4-BE49-F238E27FC236}">
                  <a16:creationId xmlns:a16="http://schemas.microsoft.com/office/drawing/2014/main" id="{E8881AD0-84A4-E68E-77C5-58F54206E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0651" y="53022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3" name="Oval 942">
              <a:extLst>
                <a:ext uri="{FF2B5EF4-FFF2-40B4-BE49-F238E27FC236}">
                  <a16:creationId xmlns:a16="http://schemas.microsoft.com/office/drawing/2014/main" id="{F52B105C-00DE-3BC0-4F31-48C6F2831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1301" y="54403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4" name="Oval 943">
              <a:extLst>
                <a:ext uri="{FF2B5EF4-FFF2-40B4-BE49-F238E27FC236}">
                  <a16:creationId xmlns:a16="http://schemas.microsoft.com/office/drawing/2014/main" id="{FAFA99B0-487A-6644-D91F-EAC1F4BA3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4013" y="561816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5" name="Oval 944">
              <a:extLst>
                <a:ext uri="{FF2B5EF4-FFF2-40B4-BE49-F238E27FC236}">
                  <a16:creationId xmlns:a16="http://schemas.microsoft.com/office/drawing/2014/main" id="{9D30580A-DF21-0352-1539-9070EC70F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376" y="56896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6" name="Oval 945">
              <a:extLst>
                <a:ext uri="{FF2B5EF4-FFF2-40B4-BE49-F238E27FC236}">
                  <a16:creationId xmlns:a16="http://schemas.microsoft.com/office/drawing/2014/main" id="{C5D40428-3574-0E24-FBC1-C5B6F5981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7813" y="32321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7" name="Oval 946">
              <a:extLst>
                <a:ext uri="{FF2B5EF4-FFF2-40B4-BE49-F238E27FC236}">
                  <a16:creationId xmlns:a16="http://schemas.microsoft.com/office/drawing/2014/main" id="{2D2262C1-BEDB-B626-CF1A-FAB107C30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6388" y="35083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8" name="Oval 947">
              <a:extLst>
                <a:ext uri="{FF2B5EF4-FFF2-40B4-BE49-F238E27FC236}">
                  <a16:creationId xmlns:a16="http://schemas.microsoft.com/office/drawing/2014/main" id="{C97144A1-D580-C4E4-FD67-467F6C101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6" y="371633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9" name="Oval 948">
              <a:extLst>
                <a:ext uri="{FF2B5EF4-FFF2-40B4-BE49-F238E27FC236}">
                  <a16:creationId xmlns:a16="http://schemas.microsoft.com/office/drawing/2014/main" id="{80DCCD94-E7B6-D32B-87B2-687B9E983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0063" y="392430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0" name="Oval 949">
              <a:extLst>
                <a:ext uri="{FF2B5EF4-FFF2-40B4-BE49-F238E27FC236}">
                  <a16:creationId xmlns:a16="http://schemas.microsoft.com/office/drawing/2014/main" id="{6ACD5CD7-F5AE-F831-BAD9-C8C3DFF89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588" y="428942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1" name="Oval 950">
              <a:extLst>
                <a:ext uri="{FF2B5EF4-FFF2-40B4-BE49-F238E27FC236}">
                  <a16:creationId xmlns:a16="http://schemas.microsoft.com/office/drawing/2014/main" id="{164C08C0-5A64-744A-5FAC-4EA46A4E3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1051" y="45339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2" name="Oval 951">
              <a:extLst>
                <a:ext uri="{FF2B5EF4-FFF2-40B4-BE49-F238E27FC236}">
                  <a16:creationId xmlns:a16="http://schemas.microsoft.com/office/drawing/2014/main" id="{4C8E075E-E2E6-E312-1179-C3ED79222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3926" y="46370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3" name="Oval 952">
              <a:extLst>
                <a:ext uri="{FF2B5EF4-FFF2-40B4-BE49-F238E27FC236}">
                  <a16:creationId xmlns:a16="http://schemas.microsoft.com/office/drawing/2014/main" id="{9244757C-3BC4-D0D7-7CE0-128986635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5213" y="47371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4" name="Oval 953">
              <a:extLst>
                <a:ext uri="{FF2B5EF4-FFF2-40B4-BE49-F238E27FC236}">
                  <a16:creationId xmlns:a16="http://schemas.microsoft.com/office/drawing/2014/main" id="{9A225B03-F96A-90E2-6927-18E70794A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8563" y="49784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5" name="Oval 954">
              <a:extLst>
                <a:ext uri="{FF2B5EF4-FFF2-40B4-BE49-F238E27FC236}">
                  <a16:creationId xmlns:a16="http://schemas.microsoft.com/office/drawing/2014/main" id="{862846E8-D63D-EAF5-ADAA-1B00F4A07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563" y="52451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6" name="Oval 955">
              <a:extLst>
                <a:ext uri="{FF2B5EF4-FFF2-40B4-BE49-F238E27FC236}">
                  <a16:creationId xmlns:a16="http://schemas.microsoft.com/office/drawing/2014/main" id="{DF7B6C9F-B88F-4A1D-239E-0CDA6A8F2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213" y="53689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7" name="Oval 956">
              <a:extLst>
                <a:ext uri="{FF2B5EF4-FFF2-40B4-BE49-F238E27FC236}">
                  <a16:creationId xmlns:a16="http://schemas.microsoft.com/office/drawing/2014/main" id="{83618269-A65D-048F-7746-C9E4E7B9D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926" y="54117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8" name="Oval 957">
              <a:extLst>
                <a:ext uri="{FF2B5EF4-FFF2-40B4-BE49-F238E27FC236}">
                  <a16:creationId xmlns:a16="http://schemas.microsoft.com/office/drawing/2014/main" id="{AF27EA0C-EAE7-10B9-1816-0B66541DA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6165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9" name="Oval 958">
              <a:extLst>
                <a:ext uri="{FF2B5EF4-FFF2-40B4-BE49-F238E27FC236}">
                  <a16:creationId xmlns:a16="http://schemas.microsoft.com/office/drawing/2014/main" id="{0857C726-537A-6EB0-54B3-37A6CDF5D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301" y="57562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0" name="Oval 959">
              <a:extLst>
                <a:ext uri="{FF2B5EF4-FFF2-40B4-BE49-F238E27FC236}">
                  <a16:creationId xmlns:a16="http://schemas.microsoft.com/office/drawing/2014/main" id="{E0EB3FAB-BF31-8DD1-B9F4-35D458747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338" y="359886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1" name="Oval 960">
              <a:extLst>
                <a:ext uri="{FF2B5EF4-FFF2-40B4-BE49-F238E27FC236}">
                  <a16:creationId xmlns:a16="http://schemas.microsoft.com/office/drawing/2014/main" id="{49E058B5-13B6-721D-A81C-D00FA41FA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976" y="38814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2" name="Oval 961">
              <a:extLst>
                <a:ext uri="{FF2B5EF4-FFF2-40B4-BE49-F238E27FC236}">
                  <a16:creationId xmlns:a16="http://schemas.microsoft.com/office/drawing/2014/main" id="{A2B44166-9CE9-86B2-0DCE-2F9E6F939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538" y="41259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3" name="Oval 962">
              <a:extLst>
                <a:ext uri="{FF2B5EF4-FFF2-40B4-BE49-F238E27FC236}">
                  <a16:creationId xmlns:a16="http://schemas.microsoft.com/office/drawing/2014/main" id="{E0FEDBA3-70F9-0F6F-36CB-150D9182E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263" y="42640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4" name="Oval 963">
              <a:extLst>
                <a:ext uri="{FF2B5EF4-FFF2-40B4-BE49-F238E27FC236}">
                  <a16:creationId xmlns:a16="http://schemas.microsoft.com/office/drawing/2014/main" id="{1627989D-E5C6-C173-3797-A623FBFECC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626" y="44640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5" name="Oval 964">
              <a:extLst>
                <a:ext uri="{FF2B5EF4-FFF2-40B4-BE49-F238E27FC236}">
                  <a16:creationId xmlns:a16="http://schemas.microsoft.com/office/drawing/2014/main" id="{FC05A2DD-A131-B24E-8BA6-D4160685B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3926" y="46799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6" name="Oval 965">
              <a:extLst>
                <a:ext uri="{FF2B5EF4-FFF2-40B4-BE49-F238E27FC236}">
                  <a16:creationId xmlns:a16="http://schemas.microsoft.com/office/drawing/2014/main" id="{97A8F91B-76C6-44D5-39CA-3CD0E6A98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576" y="48037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7" name="Oval 966">
              <a:extLst>
                <a:ext uri="{FF2B5EF4-FFF2-40B4-BE49-F238E27FC236}">
                  <a16:creationId xmlns:a16="http://schemas.microsoft.com/office/drawing/2014/main" id="{72B016C1-0CDD-F31E-4923-0A2D04C87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226" y="494347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8" name="Oval 967">
              <a:extLst>
                <a:ext uri="{FF2B5EF4-FFF2-40B4-BE49-F238E27FC236}">
                  <a16:creationId xmlns:a16="http://schemas.microsoft.com/office/drawing/2014/main" id="{2060C801-161F-ABCD-CB6A-E1E333F84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288" y="51117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9" name="Oval 968">
              <a:extLst>
                <a:ext uri="{FF2B5EF4-FFF2-40B4-BE49-F238E27FC236}">
                  <a16:creationId xmlns:a16="http://schemas.microsoft.com/office/drawing/2014/main" id="{C32A1EC3-5B6E-FAD2-9C47-6688B2ACC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7001" y="53546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0" name="Oval 969">
              <a:extLst>
                <a:ext uri="{FF2B5EF4-FFF2-40B4-BE49-F238E27FC236}">
                  <a16:creationId xmlns:a16="http://schemas.microsoft.com/office/drawing/2014/main" id="{F062AE39-65EA-4A5B-1673-2A41E4FA5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6538" y="54927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1" name="Oval 970">
              <a:extLst>
                <a:ext uri="{FF2B5EF4-FFF2-40B4-BE49-F238E27FC236}">
                  <a16:creationId xmlns:a16="http://schemas.microsoft.com/office/drawing/2014/main" id="{C6A6AAC1-C989-A346-E6A0-09EBB8C1E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313" y="55022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2" name="Oval 971">
              <a:extLst>
                <a:ext uri="{FF2B5EF4-FFF2-40B4-BE49-F238E27FC236}">
                  <a16:creationId xmlns:a16="http://schemas.microsoft.com/office/drawing/2014/main" id="{D25A6993-20F6-B688-009B-006BD8F4B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9738" y="570230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3" name="Oval 972">
              <a:extLst>
                <a:ext uri="{FF2B5EF4-FFF2-40B4-BE49-F238E27FC236}">
                  <a16:creationId xmlns:a16="http://schemas.microsoft.com/office/drawing/2014/main" id="{74755E35-398C-8EBA-1D96-BBEAE5286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8356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4" name="Oval 973">
              <a:extLst>
                <a:ext uri="{FF2B5EF4-FFF2-40B4-BE49-F238E27FC236}">
                  <a16:creationId xmlns:a16="http://schemas.microsoft.com/office/drawing/2014/main" id="{2541BF9F-B4A8-9FF4-627E-B1845785B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5176" y="39576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5" name="Oval 974">
              <a:extLst>
                <a:ext uri="{FF2B5EF4-FFF2-40B4-BE49-F238E27FC236}">
                  <a16:creationId xmlns:a16="http://schemas.microsoft.com/office/drawing/2014/main" id="{8A2EC2CC-F8EC-404C-30CC-2BDA2BBA2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1051" y="41005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6" name="Oval 975">
              <a:extLst>
                <a:ext uri="{FF2B5EF4-FFF2-40B4-BE49-F238E27FC236}">
                  <a16:creationId xmlns:a16="http://schemas.microsoft.com/office/drawing/2014/main" id="{6DC341CD-DA16-7991-BF7A-B1664C622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2326" y="43481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7" name="Oval 976">
              <a:extLst>
                <a:ext uri="{FF2B5EF4-FFF2-40B4-BE49-F238E27FC236}">
                  <a16:creationId xmlns:a16="http://schemas.microsoft.com/office/drawing/2014/main" id="{4BF28E84-15B1-E967-F5A1-D5A432E2B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7413" y="46005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8" name="Oval 977">
              <a:extLst>
                <a:ext uri="{FF2B5EF4-FFF2-40B4-BE49-F238E27FC236}">
                  <a16:creationId xmlns:a16="http://schemas.microsoft.com/office/drawing/2014/main" id="{9DDB4248-5864-9B40-2C05-69FE8EE38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551" y="47323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9" name="Oval 978">
              <a:extLst>
                <a:ext uri="{FF2B5EF4-FFF2-40B4-BE49-F238E27FC236}">
                  <a16:creationId xmlns:a16="http://schemas.microsoft.com/office/drawing/2014/main" id="{CA193D91-7F17-DA13-2B98-14D8D48EE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5213" y="48799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0" name="Oval 979">
              <a:extLst>
                <a:ext uri="{FF2B5EF4-FFF2-40B4-BE49-F238E27FC236}">
                  <a16:creationId xmlns:a16="http://schemas.microsoft.com/office/drawing/2014/main" id="{186BB17B-A8D1-8891-7783-46B9E197D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226" y="50276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1" name="Oval 980">
              <a:extLst>
                <a:ext uri="{FF2B5EF4-FFF2-40B4-BE49-F238E27FC236}">
                  <a16:creationId xmlns:a16="http://schemas.microsoft.com/office/drawing/2014/main" id="{9D51AD92-DBCA-E9C3-9D7B-3201095250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52165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2" name="Oval 981">
              <a:extLst>
                <a:ext uri="{FF2B5EF4-FFF2-40B4-BE49-F238E27FC236}">
                  <a16:creationId xmlns:a16="http://schemas.microsoft.com/office/drawing/2014/main" id="{CBC60F18-181F-CE57-CF66-52E3ACEDF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3188" y="53213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3" name="Oval 982">
              <a:extLst>
                <a:ext uri="{FF2B5EF4-FFF2-40B4-BE49-F238E27FC236}">
                  <a16:creationId xmlns:a16="http://schemas.microsoft.com/office/drawing/2014/main" id="{841D7DFD-C0BB-BE66-B49B-34FD520B6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788" y="54689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4" name="Oval 983">
              <a:extLst>
                <a:ext uri="{FF2B5EF4-FFF2-40B4-BE49-F238E27FC236}">
                  <a16:creationId xmlns:a16="http://schemas.microsoft.com/office/drawing/2014/main" id="{21037BCF-1B7F-7C6B-E98A-2874E0B05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3213" y="55959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5" name="Oval 984">
              <a:extLst>
                <a:ext uri="{FF2B5EF4-FFF2-40B4-BE49-F238E27FC236}">
                  <a16:creationId xmlns:a16="http://schemas.microsoft.com/office/drawing/2014/main" id="{061C5B63-B28F-4DAD-CC89-1BA30FAE8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463" y="56149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6" name="Oval 985">
              <a:extLst>
                <a:ext uri="{FF2B5EF4-FFF2-40B4-BE49-F238E27FC236}">
                  <a16:creationId xmlns:a16="http://schemas.microsoft.com/office/drawing/2014/main" id="{FF446002-C488-F08C-9173-F5EF119D1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0538" y="57896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7" name="Oval 986">
              <a:extLst>
                <a:ext uri="{FF2B5EF4-FFF2-40B4-BE49-F238E27FC236}">
                  <a16:creationId xmlns:a16="http://schemas.microsoft.com/office/drawing/2014/main" id="{83D75835-6F7E-EEE7-63A1-5A3AFA2DF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851" y="431323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8" name="Oval 987">
              <a:extLst>
                <a:ext uri="{FF2B5EF4-FFF2-40B4-BE49-F238E27FC236}">
                  <a16:creationId xmlns:a16="http://schemas.microsoft.com/office/drawing/2014/main" id="{EDED0C50-D904-FDDC-8E14-78ACB88B4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551" y="44116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9" name="Oval 988">
              <a:extLst>
                <a:ext uri="{FF2B5EF4-FFF2-40B4-BE49-F238E27FC236}">
                  <a16:creationId xmlns:a16="http://schemas.microsoft.com/office/drawing/2014/main" id="{93E74243-23CB-68A1-F3C1-4F6D9627D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3301" y="45037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0" name="Oval 989">
              <a:extLst>
                <a:ext uri="{FF2B5EF4-FFF2-40B4-BE49-F238E27FC236}">
                  <a16:creationId xmlns:a16="http://schemas.microsoft.com/office/drawing/2014/main" id="{3015AC41-1724-8B37-77ED-F57C0FD16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5688" y="47704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1" name="Oval 990">
              <a:extLst>
                <a:ext uri="{FF2B5EF4-FFF2-40B4-BE49-F238E27FC236}">
                  <a16:creationId xmlns:a16="http://schemas.microsoft.com/office/drawing/2014/main" id="{00A9CDB4-D500-5372-D987-3F98C44D6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776" y="49895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2" name="Oval 991">
              <a:extLst>
                <a:ext uri="{FF2B5EF4-FFF2-40B4-BE49-F238E27FC236}">
                  <a16:creationId xmlns:a16="http://schemas.microsoft.com/office/drawing/2014/main" id="{E44E16EE-4E95-4CC9-E890-B8987B773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8563" y="51308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3" name="Oval 992">
              <a:extLst>
                <a:ext uri="{FF2B5EF4-FFF2-40B4-BE49-F238E27FC236}">
                  <a16:creationId xmlns:a16="http://schemas.microsoft.com/office/drawing/2014/main" id="{A291C7CF-3B21-1787-6D5A-A3908CB87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288" y="528002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4" name="Oval 993">
              <a:extLst>
                <a:ext uri="{FF2B5EF4-FFF2-40B4-BE49-F238E27FC236}">
                  <a16:creationId xmlns:a16="http://schemas.microsoft.com/office/drawing/2014/main" id="{4B23619D-86B6-A11C-7B8E-7F1D5A084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3188" y="55006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5" name="Oval 994">
              <a:extLst>
                <a:ext uri="{FF2B5EF4-FFF2-40B4-BE49-F238E27FC236}">
                  <a16:creationId xmlns:a16="http://schemas.microsoft.com/office/drawing/2014/main" id="{D7520220-37AC-8BC6-9D6F-EA0D3250D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088" y="55419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6" name="Oval 995">
              <a:extLst>
                <a:ext uri="{FF2B5EF4-FFF2-40B4-BE49-F238E27FC236}">
                  <a16:creationId xmlns:a16="http://schemas.microsoft.com/office/drawing/2014/main" id="{5DCFAA7E-B5A6-62AA-4E89-DE4B83EF8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2576" y="56292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7" name="Oval 996">
              <a:extLst>
                <a:ext uri="{FF2B5EF4-FFF2-40B4-BE49-F238E27FC236}">
                  <a16:creationId xmlns:a16="http://schemas.microsoft.com/office/drawing/2014/main" id="{66A7F116-4A56-63D9-EACF-0A1F9E161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3063" y="57070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8" name="Oval 997">
              <a:extLst>
                <a:ext uri="{FF2B5EF4-FFF2-40B4-BE49-F238E27FC236}">
                  <a16:creationId xmlns:a16="http://schemas.microsoft.com/office/drawing/2014/main" id="{421BD791-7793-B972-8CB1-A6D700009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376" y="571182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9" name="Oval 998">
              <a:extLst>
                <a:ext uri="{FF2B5EF4-FFF2-40B4-BE49-F238E27FC236}">
                  <a16:creationId xmlns:a16="http://schemas.microsoft.com/office/drawing/2014/main" id="{FA7E4B3A-52E9-2DAD-2851-83FF2F003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301" y="46164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0" name="Oval 999">
              <a:extLst>
                <a:ext uri="{FF2B5EF4-FFF2-40B4-BE49-F238E27FC236}">
                  <a16:creationId xmlns:a16="http://schemas.microsoft.com/office/drawing/2014/main" id="{5A4D1E59-3A0F-B830-D5AD-66DA33BF5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9826" y="47434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1" name="Oval 1000">
              <a:extLst>
                <a:ext uri="{FF2B5EF4-FFF2-40B4-BE49-F238E27FC236}">
                  <a16:creationId xmlns:a16="http://schemas.microsoft.com/office/drawing/2014/main" id="{90B01AC6-A119-E838-7C95-CFBC516C8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226" y="476250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2" name="Oval 1001">
              <a:extLst>
                <a:ext uri="{FF2B5EF4-FFF2-40B4-BE49-F238E27FC236}">
                  <a16:creationId xmlns:a16="http://schemas.microsoft.com/office/drawing/2014/main" id="{AE357F20-CAE6-DE9B-5A43-F20200ECF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6501" y="49291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3" name="Oval 1002">
              <a:extLst>
                <a:ext uri="{FF2B5EF4-FFF2-40B4-BE49-F238E27FC236}">
                  <a16:creationId xmlns:a16="http://schemas.microsoft.com/office/drawing/2014/main" id="{46A0CF19-BA74-3D9A-BE96-73B3C5068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063" y="50704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4" name="Oval 1003">
              <a:extLst>
                <a:ext uri="{FF2B5EF4-FFF2-40B4-BE49-F238E27FC236}">
                  <a16:creationId xmlns:a16="http://schemas.microsoft.com/office/drawing/2014/main" id="{650C3DA6-4D75-2C4F-4A30-58208E88E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563" y="51943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5" name="Oval 1004">
              <a:extLst>
                <a:ext uri="{FF2B5EF4-FFF2-40B4-BE49-F238E27FC236}">
                  <a16:creationId xmlns:a16="http://schemas.microsoft.com/office/drawing/2014/main" id="{978961EE-3598-B162-15E4-D496241F2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7001" y="526256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6" name="Oval 1005">
              <a:extLst>
                <a:ext uri="{FF2B5EF4-FFF2-40B4-BE49-F238E27FC236}">
                  <a16:creationId xmlns:a16="http://schemas.microsoft.com/office/drawing/2014/main" id="{DCCFFBD9-6A97-8D1F-665A-3182A38FA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788" y="55403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7" name="Oval 1006">
              <a:extLst>
                <a:ext uri="{FF2B5EF4-FFF2-40B4-BE49-F238E27FC236}">
                  <a16:creationId xmlns:a16="http://schemas.microsoft.com/office/drawing/2014/main" id="{A4A2B1CF-0D24-ED98-5F40-090D9F0F0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2576" y="56610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8" name="Oval 1007">
              <a:extLst>
                <a:ext uri="{FF2B5EF4-FFF2-40B4-BE49-F238E27FC236}">
                  <a16:creationId xmlns:a16="http://schemas.microsoft.com/office/drawing/2014/main" id="{84FB892C-3442-1E9D-1B13-3821C2335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3538" y="57340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9" name="Oval 1008">
              <a:extLst>
                <a:ext uri="{FF2B5EF4-FFF2-40B4-BE49-F238E27FC236}">
                  <a16:creationId xmlns:a16="http://schemas.microsoft.com/office/drawing/2014/main" id="{5224E8D5-BB1A-55F4-412D-37C02C02B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4501" y="57562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0" name="Oval 1009">
              <a:extLst>
                <a:ext uri="{FF2B5EF4-FFF2-40B4-BE49-F238E27FC236}">
                  <a16:creationId xmlns:a16="http://schemas.microsoft.com/office/drawing/2014/main" id="{85F95270-00F4-7123-318E-0C78FD2C8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3876" y="57642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1" name="Oval 1010">
              <a:extLst>
                <a:ext uri="{FF2B5EF4-FFF2-40B4-BE49-F238E27FC236}">
                  <a16:creationId xmlns:a16="http://schemas.microsoft.com/office/drawing/2014/main" id="{1D784442-3B54-2AC4-9229-4E8B17E3F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288" y="47434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2" name="Oval 1011">
              <a:extLst>
                <a:ext uri="{FF2B5EF4-FFF2-40B4-BE49-F238E27FC236}">
                  <a16:creationId xmlns:a16="http://schemas.microsoft.com/office/drawing/2014/main" id="{D2CABC62-23C5-52AE-2050-E20C4B28E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638" y="48799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3" name="Oval 1012">
              <a:extLst>
                <a:ext uri="{FF2B5EF4-FFF2-40B4-BE49-F238E27FC236}">
                  <a16:creationId xmlns:a16="http://schemas.microsoft.com/office/drawing/2014/main" id="{615F1F33-DEE0-1C58-B24A-15A280096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49990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4" name="Oval 1013">
              <a:extLst>
                <a:ext uri="{FF2B5EF4-FFF2-40B4-BE49-F238E27FC236}">
                  <a16:creationId xmlns:a16="http://schemas.microsoft.com/office/drawing/2014/main" id="{62DA3844-239A-6324-6C29-B89C2526C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1" y="50434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5" name="Oval 1014">
              <a:extLst>
                <a:ext uri="{FF2B5EF4-FFF2-40B4-BE49-F238E27FC236}">
                  <a16:creationId xmlns:a16="http://schemas.microsoft.com/office/drawing/2014/main" id="{11ABF2A7-DBC2-5DEA-7BA8-3F6542C24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0651" y="51006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6" name="Oval 1015">
              <a:extLst>
                <a:ext uri="{FF2B5EF4-FFF2-40B4-BE49-F238E27FC236}">
                  <a16:creationId xmlns:a16="http://schemas.microsoft.com/office/drawing/2014/main" id="{B4FA72EF-376E-7DE9-9E11-82945B1E1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213" y="52641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7" name="Oval 1016">
              <a:extLst>
                <a:ext uri="{FF2B5EF4-FFF2-40B4-BE49-F238E27FC236}">
                  <a16:creationId xmlns:a16="http://schemas.microsoft.com/office/drawing/2014/main" id="{E384764D-93EE-74A2-18FE-094533F99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6538" y="53641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8" name="Oval 1017">
              <a:extLst>
                <a:ext uri="{FF2B5EF4-FFF2-40B4-BE49-F238E27FC236}">
                  <a16:creationId xmlns:a16="http://schemas.microsoft.com/office/drawing/2014/main" id="{A7108024-8E9E-E1D5-7440-22402C061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3213" y="55038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9" name="Oval 1018">
              <a:extLst>
                <a:ext uri="{FF2B5EF4-FFF2-40B4-BE49-F238E27FC236}">
                  <a16:creationId xmlns:a16="http://schemas.microsoft.com/office/drawing/2014/main" id="{9C9CC07B-FF05-3084-43D3-ED1B546DF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3063" y="57070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0" name="Oval 1019">
              <a:extLst>
                <a:ext uri="{FF2B5EF4-FFF2-40B4-BE49-F238E27FC236}">
                  <a16:creationId xmlns:a16="http://schemas.microsoft.com/office/drawing/2014/main" id="{ADC76149-548F-59B3-6CED-775C5D71A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4501" y="57864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1" name="Oval 1020">
              <a:extLst>
                <a:ext uri="{FF2B5EF4-FFF2-40B4-BE49-F238E27FC236}">
                  <a16:creationId xmlns:a16="http://schemas.microsoft.com/office/drawing/2014/main" id="{B206F030-695F-AB84-F185-94F0330EC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1" y="49196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2" name="Oval 1021">
              <a:extLst>
                <a:ext uri="{FF2B5EF4-FFF2-40B4-BE49-F238E27FC236}">
                  <a16:creationId xmlns:a16="http://schemas.microsoft.com/office/drawing/2014/main" id="{67AE85D7-F43C-93BD-9A4D-F61722B17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163" y="49117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3" name="Oval 1022">
              <a:extLst>
                <a:ext uri="{FF2B5EF4-FFF2-40B4-BE49-F238E27FC236}">
                  <a16:creationId xmlns:a16="http://schemas.microsoft.com/office/drawing/2014/main" id="{35A66522-D7DA-8FB6-1B85-D4E678A8D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213" y="51022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4" name="Oval 1023">
              <a:extLst>
                <a:ext uri="{FF2B5EF4-FFF2-40B4-BE49-F238E27FC236}">
                  <a16:creationId xmlns:a16="http://schemas.microsoft.com/office/drawing/2014/main" id="{A08E333F-2372-E632-23E5-1CC7888DA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788" y="52355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5" name="Oval 1024">
              <a:extLst>
                <a:ext uri="{FF2B5EF4-FFF2-40B4-BE49-F238E27FC236}">
                  <a16:creationId xmlns:a16="http://schemas.microsoft.com/office/drawing/2014/main" id="{0D256A50-0C4F-A876-F71E-3683274C6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1301" y="52578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6" name="Oval 1025">
              <a:extLst>
                <a:ext uri="{FF2B5EF4-FFF2-40B4-BE49-F238E27FC236}">
                  <a16:creationId xmlns:a16="http://schemas.microsoft.com/office/drawing/2014/main" id="{2EDA2034-DD5E-8E99-56EF-587FF47F1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926" y="53022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7" name="Oval 1026">
              <a:extLst>
                <a:ext uri="{FF2B5EF4-FFF2-40B4-BE49-F238E27FC236}">
                  <a16:creationId xmlns:a16="http://schemas.microsoft.com/office/drawing/2014/main" id="{A9F420D3-1D1E-20F1-BE3E-AF1D819E5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313" y="55467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8" name="Oval 1027">
              <a:extLst>
                <a:ext uri="{FF2B5EF4-FFF2-40B4-BE49-F238E27FC236}">
                  <a16:creationId xmlns:a16="http://schemas.microsoft.com/office/drawing/2014/main" id="{93553541-FB3E-58CF-ECC4-49F85BA8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463" y="57292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9" name="Oval 1028">
              <a:extLst>
                <a:ext uri="{FF2B5EF4-FFF2-40B4-BE49-F238E27FC236}">
                  <a16:creationId xmlns:a16="http://schemas.microsoft.com/office/drawing/2014/main" id="{01AB060F-3DC6-A095-F4E1-D616B438A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376" y="58054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0" name="Oval 1029">
              <a:extLst>
                <a:ext uri="{FF2B5EF4-FFF2-40B4-BE49-F238E27FC236}">
                  <a16:creationId xmlns:a16="http://schemas.microsoft.com/office/drawing/2014/main" id="{A003B0D1-4AC1-E95B-BFC7-D109AF1EC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7813" y="52022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1" name="Oval 1030">
              <a:extLst>
                <a:ext uri="{FF2B5EF4-FFF2-40B4-BE49-F238E27FC236}">
                  <a16:creationId xmlns:a16="http://schemas.microsoft.com/office/drawing/2014/main" id="{257307B0-0335-5CC5-0575-CEDD198F4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2576" y="52101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2" name="Oval 1031">
              <a:extLst>
                <a:ext uri="{FF2B5EF4-FFF2-40B4-BE49-F238E27FC236}">
                  <a16:creationId xmlns:a16="http://schemas.microsoft.com/office/drawing/2014/main" id="{1C577E5F-0DCE-2740-B7D1-2FDBF4748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1" y="52435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3" name="Oval 1032">
              <a:extLst>
                <a:ext uri="{FF2B5EF4-FFF2-40B4-BE49-F238E27FC236}">
                  <a16:creationId xmlns:a16="http://schemas.microsoft.com/office/drawing/2014/main" id="{67201513-0A4A-727A-F1D6-55433D3B1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263" y="54086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4" name="Oval 1033">
              <a:extLst>
                <a:ext uri="{FF2B5EF4-FFF2-40B4-BE49-F238E27FC236}">
                  <a16:creationId xmlns:a16="http://schemas.microsoft.com/office/drawing/2014/main" id="{5FD28985-8196-B6A8-C4F3-E8CF2DB4B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4013" y="555942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5" name="Oval 1034">
              <a:extLst>
                <a:ext uri="{FF2B5EF4-FFF2-40B4-BE49-F238E27FC236}">
                  <a16:creationId xmlns:a16="http://schemas.microsoft.com/office/drawing/2014/main" id="{F9FF3135-2848-9EEB-9FAD-DF8550F7B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5768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6" name="Oval 1035">
              <a:extLst>
                <a:ext uri="{FF2B5EF4-FFF2-40B4-BE49-F238E27FC236}">
                  <a16:creationId xmlns:a16="http://schemas.microsoft.com/office/drawing/2014/main" id="{D89578D5-A165-5366-D5A8-6789D3359C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9738" y="56546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7" name="Oval 1036">
              <a:extLst>
                <a:ext uri="{FF2B5EF4-FFF2-40B4-BE49-F238E27FC236}">
                  <a16:creationId xmlns:a16="http://schemas.microsoft.com/office/drawing/2014/main" id="{2977B78F-2EBD-2E60-4A30-76CA2E384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0538" y="58102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8" name="Oval 1037">
              <a:extLst>
                <a:ext uri="{FF2B5EF4-FFF2-40B4-BE49-F238E27FC236}">
                  <a16:creationId xmlns:a16="http://schemas.microsoft.com/office/drawing/2014/main" id="{49147B56-097B-D0A8-6124-CC807697D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2276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9" name="Oval 1038">
              <a:extLst>
                <a:ext uri="{FF2B5EF4-FFF2-40B4-BE49-F238E27FC236}">
                  <a16:creationId xmlns:a16="http://schemas.microsoft.com/office/drawing/2014/main" id="{A29DCD52-11FA-C533-9664-CD707F633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463" y="53054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0" name="Oval 1039">
              <a:extLst>
                <a:ext uri="{FF2B5EF4-FFF2-40B4-BE49-F238E27FC236}">
                  <a16:creationId xmlns:a16="http://schemas.microsoft.com/office/drawing/2014/main" id="{57CB5E3D-4044-613B-76AA-B415B206C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163" y="54816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1" name="Oval 1040">
              <a:extLst>
                <a:ext uri="{FF2B5EF4-FFF2-40B4-BE49-F238E27FC236}">
                  <a16:creationId xmlns:a16="http://schemas.microsoft.com/office/drawing/2014/main" id="{2EBAF0BD-F6C1-9B6A-37D4-5E8420577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801" y="55419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2" name="Oval 1041">
              <a:extLst>
                <a:ext uri="{FF2B5EF4-FFF2-40B4-BE49-F238E27FC236}">
                  <a16:creationId xmlns:a16="http://schemas.microsoft.com/office/drawing/2014/main" id="{93AD0888-2BCF-417E-2E3E-90C7B92F3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376" y="56022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3" name="Oval 1042">
              <a:extLst>
                <a:ext uri="{FF2B5EF4-FFF2-40B4-BE49-F238E27FC236}">
                  <a16:creationId xmlns:a16="http://schemas.microsoft.com/office/drawing/2014/main" id="{9EE0FD82-9224-446D-2FB9-0BC8C5E27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301" y="57658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4" name="Oval 1043">
              <a:extLst>
                <a:ext uri="{FF2B5EF4-FFF2-40B4-BE49-F238E27FC236}">
                  <a16:creationId xmlns:a16="http://schemas.microsoft.com/office/drawing/2014/main" id="{258E910E-8294-90B4-FFC8-08A74BDA0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8308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5" name="Oval 1044">
              <a:extLst>
                <a:ext uri="{FF2B5EF4-FFF2-40B4-BE49-F238E27FC236}">
                  <a16:creationId xmlns:a16="http://schemas.microsoft.com/office/drawing/2014/main" id="{1E4F673C-C81B-EEE9-0598-28F4CE4F3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1" y="53594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6" name="Oval 1045">
              <a:extLst>
                <a:ext uri="{FF2B5EF4-FFF2-40B4-BE49-F238E27FC236}">
                  <a16:creationId xmlns:a16="http://schemas.microsoft.com/office/drawing/2014/main" id="{FC376FB7-760C-1C5B-D5DF-4D990E79B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413" y="53594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7" name="Oval 1046">
              <a:extLst>
                <a:ext uri="{FF2B5EF4-FFF2-40B4-BE49-F238E27FC236}">
                  <a16:creationId xmlns:a16="http://schemas.microsoft.com/office/drawing/2014/main" id="{ACA95423-2C9D-1271-25A9-9426B45D7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526" y="55864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8" name="Oval 1047">
              <a:extLst>
                <a:ext uri="{FF2B5EF4-FFF2-40B4-BE49-F238E27FC236}">
                  <a16:creationId xmlns:a16="http://schemas.microsoft.com/office/drawing/2014/main" id="{C2050953-0FFA-3D7E-6E51-E8565F208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7165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9" name="Oval 1048">
              <a:extLst>
                <a:ext uri="{FF2B5EF4-FFF2-40B4-BE49-F238E27FC236}">
                  <a16:creationId xmlns:a16="http://schemas.microsoft.com/office/drawing/2014/main" id="{B90BF2AC-18C6-FB6D-7CB0-22D5D184A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801" y="57324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0" name="Oval 1049">
              <a:extLst>
                <a:ext uri="{FF2B5EF4-FFF2-40B4-BE49-F238E27FC236}">
                  <a16:creationId xmlns:a16="http://schemas.microsoft.com/office/drawing/2014/main" id="{0BAB3995-7639-CA8C-9BE4-39553E37F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963" y="586263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1" name="Oval 1050">
              <a:extLst>
                <a:ext uri="{FF2B5EF4-FFF2-40B4-BE49-F238E27FC236}">
                  <a16:creationId xmlns:a16="http://schemas.microsoft.com/office/drawing/2014/main" id="{F937DDE6-83C3-1CFC-F57D-637B7774D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55308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2" name="Oval 1051">
              <a:extLst>
                <a:ext uri="{FF2B5EF4-FFF2-40B4-BE49-F238E27FC236}">
                  <a16:creationId xmlns:a16="http://schemas.microsoft.com/office/drawing/2014/main" id="{5D1615A0-3372-72D4-9170-474EED6FD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426" y="55816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3" name="Oval 1052">
              <a:extLst>
                <a:ext uri="{FF2B5EF4-FFF2-40B4-BE49-F238E27FC236}">
                  <a16:creationId xmlns:a16="http://schemas.microsoft.com/office/drawing/2014/main" id="{AD16AB73-F9A9-1B90-639B-3B34D520E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951" y="57499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4" name="Oval 1053">
              <a:extLst>
                <a:ext uri="{FF2B5EF4-FFF2-40B4-BE49-F238E27FC236}">
                  <a16:creationId xmlns:a16="http://schemas.microsoft.com/office/drawing/2014/main" id="{5A1A6671-D6A8-5DF3-C00D-73C257A82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0238" y="58356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5" name="Oval 1054">
              <a:extLst>
                <a:ext uri="{FF2B5EF4-FFF2-40B4-BE49-F238E27FC236}">
                  <a16:creationId xmlns:a16="http://schemas.microsoft.com/office/drawing/2014/main" id="{CEAB1B4A-22EF-F99E-567B-75A6DFDAF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913" y="56943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6" name="Oval 1055">
              <a:extLst>
                <a:ext uri="{FF2B5EF4-FFF2-40B4-BE49-F238E27FC236}">
                  <a16:creationId xmlns:a16="http://schemas.microsoft.com/office/drawing/2014/main" id="{D9CB89C6-9221-CD42-90C9-F72443552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1" y="56911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7" name="Oval 1056">
              <a:extLst>
                <a:ext uri="{FF2B5EF4-FFF2-40B4-BE49-F238E27FC236}">
                  <a16:creationId xmlns:a16="http://schemas.microsoft.com/office/drawing/2014/main" id="{D8AFCFB5-6111-C738-A456-4F21F2AF0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026" y="58674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8" name="Oval 1057">
              <a:extLst>
                <a:ext uri="{FF2B5EF4-FFF2-40B4-BE49-F238E27FC236}">
                  <a16:creationId xmlns:a16="http://schemas.microsoft.com/office/drawing/2014/main" id="{536ADD79-783B-3717-4417-F91814E92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4226" y="57626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9" name="Oval 1058">
              <a:extLst>
                <a:ext uri="{FF2B5EF4-FFF2-40B4-BE49-F238E27FC236}">
                  <a16:creationId xmlns:a16="http://schemas.microsoft.com/office/drawing/2014/main" id="{D1F34404-819C-80C6-E35D-D157B2348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813" y="56816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0" name="Oval 1059">
              <a:extLst>
                <a:ext uri="{FF2B5EF4-FFF2-40B4-BE49-F238E27FC236}">
                  <a16:creationId xmlns:a16="http://schemas.microsoft.com/office/drawing/2014/main" id="{7B34E918-4EBB-48B4-8AA8-199B13F35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6776" y="57769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1" name="Oval 1060">
              <a:extLst>
                <a:ext uri="{FF2B5EF4-FFF2-40B4-BE49-F238E27FC236}">
                  <a16:creationId xmlns:a16="http://schemas.microsoft.com/office/drawing/2014/main" id="{D36D4470-EA39-54F0-F68D-5BD02167B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9951" y="56896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2" name="Oval 1061">
              <a:extLst>
                <a:ext uri="{FF2B5EF4-FFF2-40B4-BE49-F238E27FC236}">
                  <a16:creationId xmlns:a16="http://schemas.microsoft.com/office/drawing/2014/main" id="{7074BFC4-92C2-830C-B125-A338338BE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738" y="58039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3" name="Oval 1062">
              <a:extLst>
                <a:ext uri="{FF2B5EF4-FFF2-40B4-BE49-F238E27FC236}">
                  <a16:creationId xmlns:a16="http://schemas.microsoft.com/office/drawing/2014/main" id="{9FF36886-B4C8-E274-7649-86263050A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6776" y="57769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4" name="Oval 1063">
              <a:extLst>
                <a:ext uri="{FF2B5EF4-FFF2-40B4-BE49-F238E27FC236}">
                  <a16:creationId xmlns:a16="http://schemas.microsoft.com/office/drawing/2014/main" id="{0EAB19DA-EFD6-5E4E-A014-B51F82E68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4226" y="57626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5" name="Oval 1064">
              <a:extLst>
                <a:ext uri="{FF2B5EF4-FFF2-40B4-BE49-F238E27FC236}">
                  <a16:creationId xmlns:a16="http://schemas.microsoft.com/office/drawing/2014/main" id="{FEBACAA6-0DA9-EC75-8C66-5294D0ED3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913" y="56943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6" name="Oval 1065">
              <a:extLst>
                <a:ext uri="{FF2B5EF4-FFF2-40B4-BE49-F238E27FC236}">
                  <a16:creationId xmlns:a16="http://schemas.microsoft.com/office/drawing/2014/main" id="{78B9F7BF-0E26-47DA-C27A-144565945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1" y="58435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7" name="Oval 1066">
              <a:extLst>
                <a:ext uri="{FF2B5EF4-FFF2-40B4-BE49-F238E27FC236}">
                  <a16:creationId xmlns:a16="http://schemas.microsoft.com/office/drawing/2014/main" id="{1A5FF639-AEA1-82FB-2836-1D96E52A6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55308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8" name="Oval 1067">
              <a:extLst>
                <a:ext uri="{FF2B5EF4-FFF2-40B4-BE49-F238E27FC236}">
                  <a16:creationId xmlns:a16="http://schemas.microsoft.com/office/drawing/2014/main" id="{1F6B77ED-786B-135A-0C99-83A097CCA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426" y="55768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9" name="Oval 1068">
              <a:extLst>
                <a:ext uri="{FF2B5EF4-FFF2-40B4-BE49-F238E27FC236}">
                  <a16:creationId xmlns:a16="http://schemas.microsoft.com/office/drawing/2014/main" id="{3C7937B2-DEB5-CB03-4095-63EF65C3D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951" y="57848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0" name="Oval 1069">
              <a:extLst>
                <a:ext uri="{FF2B5EF4-FFF2-40B4-BE49-F238E27FC236}">
                  <a16:creationId xmlns:a16="http://schemas.microsoft.com/office/drawing/2014/main" id="{91DBE5BF-0F04-666E-083E-37E461BE9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0238" y="58531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1" name="Oval 1070">
              <a:extLst>
                <a:ext uri="{FF2B5EF4-FFF2-40B4-BE49-F238E27FC236}">
                  <a16:creationId xmlns:a16="http://schemas.microsoft.com/office/drawing/2014/main" id="{FD9B8CEB-3596-319B-286A-EA3B07DBA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57705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2" name="Oval 1071">
              <a:extLst>
                <a:ext uri="{FF2B5EF4-FFF2-40B4-BE49-F238E27FC236}">
                  <a16:creationId xmlns:a16="http://schemas.microsoft.com/office/drawing/2014/main" id="{52449AF9-8B24-F466-571E-46ACD4A09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451" y="58150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3" name="Oval 1072">
              <a:extLst>
                <a:ext uri="{FF2B5EF4-FFF2-40B4-BE49-F238E27FC236}">
                  <a16:creationId xmlns:a16="http://schemas.microsoft.com/office/drawing/2014/main" id="{C4C79BC7-E80A-D651-4ADB-C39585D50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1" y="53594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4" name="Oval 1073">
              <a:extLst>
                <a:ext uri="{FF2B5EF4-FFF2-40B4-BE49-F238E27FC236}">
                  <a16:creationId xmlns:a16="http://schemas.microsoft.com/office/drawing/2014/main" id="{E5C027D9-0651-8AAF-A321-74035DEF5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413" y="54832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5" name="Oval 1074">
              <a:extLst>
                <a:ext uri="{FF2B5EF4-FFF2-40B4-BE49-F238E27FC236}">
                  <a16:creationId xmlns:a16="http://schemas.microsoft.com/office/drawing/2014/main" id="{7B96E3B2-31E2-1D33-150B-6B93AC4AE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526" y="55848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6" name="Oval 1075">
              <a:extLst>
                <a:ext uri="{FF2B5EF4-FFF2-40B4-BE49-F238E27FC236}">
                  <a16:creationId xmlns:a16="http://schemas.microsoft.com/office/drawing/2014/main" id="{5588C3DC-A4A0-C17A-9EF1-C23D822E3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6880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7" name="Oval 1076">
              <a:extLst>
                <a:ext uri="{FF2B5EF4-FFF2-40B4-BE49-F238E27FC236}">
                  <a16:creationId xmlns:a16="http://schemas.microsoft.com/office/drawing/2014/main" id="{63A25640-AF68-CB52-3359-334A06F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801" y="57292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8" name="Oval 1077">
              <a:extLst>
                <a:ext uri="{FF2B5EF4-FFF2-40B4-BE49-F238E27FC236}">
                  <a16:creationId xmlns:a16="http://schemas.microsoft.com/office/drawing/2014/main" id="{59C265B7-692E-DBFF-AB26-5FE723045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963" y="577850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9" name="Oval 1078">
              <a:extLst>
                <a:ext uri="{FF2B5EF4-FFF2-40B4-BE49-F238E27FC236}">
                  <a16:creationId xmlns:a16="http://schemas.microsoft.com/office/drawing/2014/main" id="{4C8D697E-B616-29AC-E9D0-4EA8B5E07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3888" y="584835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0" name="Oval 1079">
              <a:extLst>
                <a:ext uri="{FF2B5EF4-FFF2-40B4-BE49-F238E27FC236}">
                  <a16:creationId xmlns:a16="http://schemas.microsoft.com/office/drawing/2014/main" id="{D09D4FC6-FA3D-D1F5-EC4F-AA54BC062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2276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1" name="Oval 1080">
              <a:extLst>
                <a:ext uri="{FF2B5EF4-FFF2-40B4-BE49-F238E27FC236}">
                  <a16:creationId xmlns:a16="http://schemas.microsoft.com/office/drawing/2014/main" id="{BDC94164-7AFB-A636-0C85-6000D6F06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463" y="52498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2" name="Oval 1081">
              <a:extLst>
                <a:ext uri="{FF2B5EF4-FFF2-40B4-BE49-F238E27FC236}">
                  <a16:creationId xmlns:a16="http://schemas.microsoft.com/office/drawing/2014/main" id="{61B0A03E-A9A4-EBDD-8C83-E5DD67CC2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163" y="54022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3" name="Oval 1082">
              <a:extLst>
                <a:ext uri="{FF2B5EF4-FFF2-40B4-BE49-F238E27FC236}">
                  <a16:creationId xmlns:a16="http://schemas.microsoft.com/office/drawing/2014/main" id="{CA58B89E-BDE9-3501-0889-8251B553C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801" y="53959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4" name="Oval 1083">
              <a:extLst>
                <a:ext uri="{FF2B5EF4-FFF2-40B4-BE49-F238E27FC236}">
                  <a16:creationId xmlns:a16="http://schemas.microsoft.com/office/drawing/2014/main" id="{576D4D32-DE8A-E188-938A-3277C69EF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376" y="54673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5" name="Oval 1084">
              <a:extLst>
                <a:ext uri="{FF2B5EF4-FFF2-40B4-BE49-F238E27FC236}">
                  <a16:creationId xmlns:a16="http://schemas.microsoft.com/office/drawing/2014/main" id="{8F0BD54E-A54E-2DA9-6BF9-867F7D9C9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301" y="56530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6" name="Oval 1085">
              <a:extLst>
                <a:ext uri="{FF2B5EF4-FFF2-40B4-BE49-F238E27FC236}">
                  <a16:creationId xmlns:a16="http://schemas.microsoft.com/office/drawing/2014/main" id="{628AC4FE-1701-C098-DA25-6102F752D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7721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7" name="Oval 1086">
              <a:extLst>
                <a:ext uri="{FF2B5EF4-FFF2-40B4-BE49-F238E27FC236}">
                  <a16:creationId xmlns:a16="http://schemas.microsoft.com/office/drawing/2014/main" id="{DA8CF184-DD7A-0114-27BD-5B4C5A57C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9438" y="587057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8" name="Oval 1087">
              <a:extLst>
                <a:ext uri="{FF2B5EF4-FFF2-40B4-BE49-F238E27FC236}">
                  <a16:creationId xmlns:a16="http://schemas.microsoft.com/office/drawing/2014/main" id="{88C2EDC7-EBCE-08D1-DE3F-B026FEB58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7813" y="52022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9" name="Oval 1088">
              <a:extLst>
                <a:ext uri="{FF2B5EF4-FFF2-40B4-BE49-F238E27FC236}">
                  <a16:creationId xmlns:a16="http://schemas.microsoft.com/office/drawing/2014/main" id="{9659BEFF-F790-70E6-12F5-2D82B0647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2576" y="51101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0" name="Oval 1089">
              <a:extLst>
                <a:ext uri="{FF2B5EF4-FFF2-40B4-BE49-F238E27FC236}">
                  <a16:creationId xmlns:a16="http://schemas.microsoft.com/office/drawing/2014/main" id="{85344BF6-34F5-8C3A-1B7E-B313B737E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1" y="52641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1" name="Oval 1090">
              <a:extLst>
                <a:ext uri="{FF2B5EF4-FFF2-40B4-BE49-F238E27FC236}">
                  <a16:creationId xmlns:a16="http://schemas.microsoft.com/office/drawing/2014/main" id="{24099B08-8102-28C6-A1F5-75CAFD632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263" y="53927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2" name="Oval 1091">
              <a:extLst>
                <a:ext uri="{FF2B5EF4-FFF2-40B4-BE49-F238E27FC236}">
                  <a16:creationId xmlns:a16="http://schemas.microsoft.com/office/drawing/2014/main" id="{FFA6E3DA-725A-C789-DC64-09560327C7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4013" y="53879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3" name="Oval 1092">
              <a:extLst>
                <a:ext uri="{FF2B5EF4-FFF2-40B4-BE49-F238E27FC236}">
                  <a16:creationId xmlns:a16="http://schemas.microsoft.com/office/drawing/2014/main" id="{CF9E933F-A64B-FAB7-B5F8-75B5EF406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4356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4" name="Oval 1093">
              <a:extLst>
                <a:ext uri="{FF2B5EF4-FFF2-40B4-BE49-F238E27FC236}">
                  <a16:creationId xmlns:a16="http://schemas.microsoft.com/office/drawing/2014/main" id="{C4546735-C65E-9250-F12D-6F0B2B168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9738" y="556895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5" name="Oval 1094">
              <a:extLst>
                <a:ext uri="{FF2B5EF4-FFF2-40B4-BE49-F238E27FC236}">
                  <a16:creationId xmlns:a16="http://schemas.microsoft.com/office/drawing/2014/main" id="{C18C4982-3DA5-C80D-163E-D95212F17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0538" y="566420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6" name="Oval 1095">
              <a:extLst>
                <a:ext uri="{FF2B5EF4-FFF2-40B4-BE49-F238E27FC236}">
                  <a16:creationId xmlns:a16="http://schemas.microsoft.com/office/drawing/2014/main" id="{FEFE3373-CF93-ECB6-0FAD-EF3791B06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101" y="57769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7" name="Oval 1096">
              <a:extLst>
                <a:ext uri="{FF2B5EF4-FFF2-40B4-BE49-F238E27FC236}">
                  <a16:creationId xmlns:a16="http://schemas.microsoft.com/office/drawing/2014/main" id="{EF34DA59-5C55-3B2F-8CAD-202759AB9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1" y="49196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8" name="Oval 1097">
              <a:extLst>
                <a:ext uri="{FF2B5EF4-FFF2-40B4-BE49-F238E27FC236}">
                  <a16:creationId xmlns:a16="http://schemas.microsoft.com/office/drawing/2014/main" id="{D8520FE2-6A9C-997B-A613-DE5C2E469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163" y="49863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9" name="Oval 1098">
              <a:extLst>
                <a:ext uri="{FF2B5EF4-FFF2-40B4-BE49-F238E27FC236}">
                  <a16:creationId xmlns:a16="http://schemas.microsoft.com/office/drawing/2014/main" id="{47A21363-5026-7D0B-E6FB-206AD7CBF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213" y="50450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0" name="Oval 1099">
              <a:extLst>
                <a:ext uri="{FF2B5EF4-FFF2-40B4-BE49-F238E27FC236}">
                  <a16:creationId xmlns:a16="http://schemas.microsoft.com/office/drawing/2014/main" id="{2CB975AE-4864-A4E8-D436-719C0F9A8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788" y="52308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1" name="Oval 1100">
              <a:extLst>
                <a:ext uri="{FF2B5EF4-FFF2-40B4-BE49-F238E27FC236}">
                  <a16:creationId xmlns:a16="http://schemas.microsoft.com/office/drawing/2014/main" id="{1AE5F685-EB02-311F-9B54-D28484C02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1301" y="53736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2" name="Oval 1101">
              <a:extLst>
                <a:ext uri="{FF2B5EF4-FFF2-40B4-BE49-F238E27FC236}">
                  <a16:creationId xmlns:a16="http://schemas.microsoft.com/office/drawing/2014/main" id="{DD4A236C-295F-A32F-0C36-960364C9F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926" y="54546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3" name="Oval 1102">
              <a:extLst>
                <a:ext uri="{FF2B5EF4-FFF2-40B4-BE49-F238E27FC236}">
                  <a16:creationId xmlns:a16="http://schemas.microsoft.com/office/drawing/2014/main" id="{FFDC6B0C-14EF-E9E6-1026-8BDD11AEB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313" y="56070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4" name="Oval 1103">
              <a:extLst>
                <a:ext uri="{FF2B5EF4-FFF2-40B4-BE49-F238E27FC236}">
                  <a16:creationId xmlns:a16="http://schemas.microsoft.com/office/drawing/2014/main" id="{9CD8D7C6-A9D8-7621-1CF5-3420A3457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463" y="575310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5" name="Oval 1105">
              <a:extLst>
                <a:ext uri="{FF2B5EF4-FFF2-40B4-BE49-F238E27FC236}">
                  <a16:creationId xmlns:a16="http://schemas.microsoft.com/office/drawing/2014/main" id="{8CAAC4DC-1CA9-D6FF-91CE-30F534859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375" y="57134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6" name="Oval 1106">
              <a:extLst>
                <a:ext uri="{FF2B5EF4-FFF2-40B4-BE49-F238E27FC236}">
                  <a16:creationId xmlns:a16="http://schemas.microsoft.com/office/drawing/2014/main" id="{25D10427-82B4-1461-237F-DA317A9CA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3875" y="57705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7" name="Oval 1107">
              <a:extLst>
                <a:ext uri="{FF2B5EF4-FFF2-40B4-BE49-F238E27FC236}">
                  <a16:creationId xmlns:a16="http://schemas.microsoft.com/office/drawing/2014/main" id="{4B5F2374-25C8-FCD3-12AA-3E6782D75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963" y="58610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8" name="Oval 1108">
              <a:extLst>
                <a:ext uri="{FF2B5EF4-FFF2-40B4-BE49-F238E27FC236}">
                  <a16:creationId xmlns:a16="http://schemas.microsoft.com/office/drawing/2014/main" id="{2203777F-FBB6-FBD7-C853-81F934265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288" y="47434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9" name="Oval 1109">
              <a:extLst>
                <a:ext uri="{FF2B5EF4-FFF2-40B4-BE49-F238E27FC236}">
                  <a16:creationId xmlns:a16="http://schemas.microsoft.com/office/drawing/2014/main" id="{D91B83DE-5D11-16ED-FFAB-E67FD9737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638" y="48514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0" name="Oval 1110">
              <a:extLst>
                <a:ext uri="{FF2B5EF4-FFF2-40B4-BE49-F238E27FC236}">
                  <a16:creationId xmlns:a16="http://schemas.microsoft.com/office/drawing/2014/main" id="{24F59DDA-60F4-2939-4FA6-A931CBDD0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488632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1" name="Oval 1111">
              <a:extLst>
                <a:ext uri="{FF2B5EF4-FFF2-40B4-BE49-F238E27FC236}">
                  <a16:creationId xmlns:a16="http://schemas.microsoft.com/office/drawing/2014/main" id="{270F8C90-524C-3BBF-4FB4-1EF4B6504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49847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2" name="Oval 1112">
              <a:extLst>
                <a:ext uri="{FF2B5EF4-FFF2-40B4-BE49-F238E27FC236}">
                  <a16:creationId xmlns:a16="http://schemas.microsoft.com/office/drawing/2014/main" id="{D9B77E3D-566D-EEC4-FB6B-3688C0D98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0650" y="50688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3" name="Oval 1113">
              <a:extLst>
                <a:ext uri="{FF2B5EF4-FFF2-40B4-BE49-F238E27FC236}">
                  <a16:creationId xmlns:a16="http://schemas.microsoft.com/office/drawing/2014/main" id="{DDEF21D8-395D-99BE-9D88-234A2501E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213" y="53371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4" name="Oval 1114">
              <a:extLst>
                <a:ext uri="{FF2B5EF4-FFF2-40B4-BE49-F238E27FC236}">
                  <a16:creationId xmlns:a16="http://schemas.microsoft.com/office/drawing/2014/main" id="{1098C355-834A-304A-575D-E9DD5B806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6538" y="55356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5" name="Oval 1115">
              <a:extLst>
                <a:ext uri="{FF2B5EF4-FFF2-40B4-BE49-F238E27FC236}">
                  <a16:creationId xmlns:a16="http://schemas.microsoft.com/office/drawing/2014/main" id="{1B7653D0-FAD9-5DEF-10D2-3163B37AD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3213" y="558165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6" name="Oval 1116">
              <a:extLst>
                <a:ext uri="{FF2B5EF4-FFF2-40B4-BE49-F238E27FC236}">
                  <a16:creationId xmlns:a16="http://schemas.microsoft.com/office/drawing/2014/main" id="{89FFEAE9-1079-4FB9-D4AC-FA2CA25DF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3063" y="56959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7" name="Oval 1117">
              <a:extLst>
                <a:ext uri="{FF2B5EF4-FFF2-40B4-BE49-F238E27FC236}">
                  <a16:creationId xmlns:a16="http://schemas.microsoft.com/office/drawing/2014/main" id="{A9B10A06-ACCC-ED22-26AE-77F82191E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4500" y="57991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8" name="Oval 1118">
              <a:extLst>
                <a:ext uri="{FF2B5EF4-FFF2-40B4-BE49-F238E27FC236}">
                  <a16:creationId xmlns:a16="http://schemas.microsoft.com/office/drawing/2014/main" id="{9D7071A5-1F50-A923-5A54-2C83B0706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963" y="587057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9" name="Oval 1119">
              <a:extLst>
                <a:ext uri="{FF2B5EF4-FFF2-40B4-BE49-F238E27FC236}">
                  <a16:creationId xmlns:a16="http://schemas.microsoft.com/office/drawing/2014/main" id="{648CE27D-EF9B-1DC3-3C15-B4BDA3964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300" y="46164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0" name="Oval 1120">
              <a:extLst>
                <a:ext uri="{FF2B5EF4-FFF2-40B4-BE49-F238E27FC236}">
                  <a16:creationId xmlns:a16="http://schemas.microsoft.com/office/drawing/2014/main" id="{625BFA26-DEE3-3FFD-9A8E-4E6446584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9825" y="46497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1" name="Oval 1121">
              <a:extLst>
                <a:ext uri="{FF2B5EF4-FFF2-40B4-BE49-F238E27FC236}">
                  <a16:creationId xmlns:a16="http://schemas.microsoft.com/office/drawing/2014/main" id="{0F27F3B8-1926-0FA5-5FF1-CB435E637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225" y="47736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2" name="Oval 1122">
              <a:extLst>
                <a:ext uri="{FF2B5EF4-FFF2-40B4-BE49-F238E27FC236}">
                  <a16:creationId xmlns:a16="http://schemas.microsoft.com/office/drawing/2014/main" id="{600B5A84-A441-FF5B-9CFE-3E7052FC0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6500" y="49037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3" name="Oval 1123">
              <a:extLst>
                <a:ext uri="{FF2B5EF4-FFF2-40B4-BE49-F238E27FC236}">
                  <a16:creationId xmlns:a16="http://schemas.microsoft.com/office/drawing/2014/main" id="{646F4634-0504-C67D-8554-6A0FA9D08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063" y="49641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4" name="Oval 1124">
              <a:extLst>
                <a:ext uri="{FF2B5EF4-FFF2-40B4-BE49-F238E27FC236}">
                  <a16:creationId xmlns:a16="http://schemas.microsoft.com/office/drawing/2014/main" id="{E4FDCA22-8B98-61DB-7528-DDE7AAAB5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563" y="51863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5" name="Oval 1125">
              <a:extLst>
                <a:ext uri="{FF2B5EF4-FFF2-40B4-BE49-F238E27FC236}">
                  <a16:creationId xmlns:a16="http://schemas.microsoft.com/office/drawing/2014/main" id="{39758C13-0148-2ECB-6CEC-DFCB7563E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7000" y="531336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6" name="Oval 1126">
              <a:extLst>
                <a:ext uri="{FF2B5EF4-FFF2-40B4-BE49-F238E27FC236}">
                  <a16:creationId xmlns:a16="http://schemas.microsoft.com/office/drawing/2014/main" id="{E859E249-0063-1060-20FA-E99DC286C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788" y="53990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7" name="Oval 1127">
              <a:extLst>
                <a:ext uri="{FF2B5EF4-FFF2-40B4-BE49-F238E27FC236}">
                  <a16:creationId xmlns:a16="http://schemas.microsoft.com/office/drawing/2014/main" id="{F7413F79-64E1-98C0-69EE-E83B9DC42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2575" y="54879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8" name="Oval 1128">
              <a:extLst>
                <a:ext uri="{FF2B5EF4-FFF2-40B4-BE49-F238E27FC236}">
                  <a16:creationId xmlns:a16="http://schemas.microsoft.com/office/drawing/2014/main" id="{93B5EBCC-13B0-FE17-96FC-0546253EB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3538" y="56007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9" name="Oval 1129">
              <a:extLst>
                <a:ext uri="{FF2B5EF4-FFF2-40B4-BE49-F238E27FC236}">
                  <a16:creationId xmlns:a16="http://schemas.microsoft.com/office/drawing/2014/main" id="{73C40B48-FB9A-3704-C703-BB3066E04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4500" y="57197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0" name="Oval 1130">
              <a:extLst>
                <a:ext uri="{FF2B5EF4-FFF2-40B4-BE49-F238E27FC236}">
                  <a16:creationId xmlns:a16="http://schemas.microsoft.com/office/drawing/2014/main" id="{F192E7E0-CEF1-AF56-7AA8-2A96AFBED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3875" y="58118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1" name="Oval 1131">
              <a:extLst>
                <a:ext uri="{FF2B5EF4-FFF2-40B4-BE49-F238E27FC236}">
                  <a16:creationId xmlns:a16="http://schemas.microsoft.com/office/drawing/2014/main" id="{C465566C-D8D0-0963-D185-FB6E83C44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850" y="431323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2" name="Oval 1132">
              <a:extLst>
                <a:ext uri="{FF2B5EF4-FFF2-40B4-BE49-F238E27FC236}">
                  <a16:creationId xmlns:a16="http://schemas.microsoft.com/office/drawing/2014/main" id="{EBFF873A-5346-4732-97CF-0875163F0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550" y="43561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3" name="Oval 1133">
              <a:extLst>
                <a:ext uri="{FF2B5EF4-FFF2-40B4-BE49-F238E27FC236}">
                  <a16:creationId xmlns:a16="http://schemas.microsoft.com/office/drawing/2014/main" id="{406117DC-7AC6-FFFF-EC2A-4B90E8B15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3300" y="45069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4" name="Oval 1134">
              <a:extLst>
                <a:ext uri="{FF2B5EF4-FFF2-40B4-BE49-F238E27FC236}">
                  <a16:creationId xmlns:a16="http://schemas.microsoft.com/office/drawing/2014/main" id="{8AE16095-776D-394A-4AD9-C2719A4BB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5688" y="46434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5" name="Oval 1135">
              <a:extLst>
                <a:ext uri="{FF2B5EF4-FFF2-40B4-BE49-F238E27FC236}">
                  <a16:creationId xmlns:a16="http://schemas.microsoft.com/office/drawing/2014/main" id="{2D371A45-0367-7BAA-AD02-FEB3E9861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775" y="49085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6" name="Oval 1136">
              <a:extLst>
                <a:ext uri="{FF2B5EF4-FFF2-40B4-BE49-F238E27FC236}">
                  <a16:creationId xmlns:a16="http://schemas.microsoft.com/office/drawing/2014/main" id="{E96E4A2C-5676-135E-EE5F-2045876A3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8563" y="51911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7" name="Oval 1137">
              <a:extLst>
                <a:ext uri="{FF2B5EF4-FFF2-40B4-BE49-F238E27FC236}">
                  <a16:creationId xmlns:a16="http://schemas.microsoft.com/office/drawing/2014/main" id="{38F9628B-DE18-92C0-32E9-BFCC9770B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288" y="51720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8" name="Oval 1138">
              <a:extLst>
                <a:ext uri="{FF2B5EF4-FFF2-40B4-BE49-F238E27FC236}">
                  <a16:creationId xmlns:a16="http://schemas.microsoft.com/office/drawing/2014/main" id="{B6031EB4-5556-6E75-FC91-E55D93CDB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3188" y="53038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9" name="Oval 1139">
              <a:extLst>
                <a:ext uri="{FF2B5EF4-FFF2-40B4-BE49-F238E27FC236}">
                  <a16:creationId xmlns:a16="http://schemas.microsoft.com/office/drawing/2014/main" id="{5EE4EEC7-60EB-0F30-782D-0C8C4CCA7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088" y="54594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0" name="Oval 1140">
              <a:extLst>
                <a:ext uri="{FF2B5EF4-FFF2-40B4-BE49-F238E27FC236}">
                  <a16:creationId xmlns:a16="http://schemas.microsoft.com/office/drawing/2014/main" id="{C52CF492-72F1-038C-B5A4-450DB2420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2575" y="55276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1" name="Oval 1141">
              <a:extLst>
                <a:ext uri="{FF2B5EF4-FFF2-40B4-BE49-F238E27FC236}">
                  <a16:creationId xmlns:a16="http://schemas.microsoft.com/office/drawing/2014/main" id="{ED7BE077-8D38-503E-295A-574B09651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3063" y="56530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2" name="Oval 1142">
              <a:extLst>
                <a:ext uri="{FF2B5EF4-FFF2-40B4-BE49-F238E27FC236}">
                  <a16:creationId xmlns:a16="http://schemas.microsoft.com/office/drawing/2014/main" id="{58952ABB-A07D-5C51-4B6F-358F46B02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375" y="57705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3" name="Oval 1143">
              <a:extLst>
                <a:ext uri="{FF2B5EF4-FFF2-40B4-BE49-F238E27FC236}">
                  <a16:creationId xmlns:a16="http://schemas.microsoft.com/office/drawing/2014/main" id="{FD5645ED-0FCB-C3A2-C600-D4690260A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5175" y="39576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4" name="Oval 1144">
              <a:extLst>
                <a:ext uri="{FF2B5EF4-FFF2-40B4-BE49-F238E27FC236}">
                  <a16:creationId xmlns:a16="http://schemas.microsoft.com/office/drawing/2014/main" id="{1979D7AE-44DD-CF46-4DE4-F79FC1F5B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1050" y="40401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5" name="Oval 1145">
              <a:extLst>
                <a:ext uri="{FF2B5EF4-FFF2-40B4-BE49-F238E27FC236}">
                  <a16:creationId xmlns:a16="http://schemas.microsoft.com/office/drawing/2014/main" id="{B9F4FB0C-A37E-6113-A760-965F177D0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2325" y="42687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6" name="Oval 1146">
              <a:extLst>
                <a:ext uri="{FF2B5EF4-FFF2-40B4-BE49-F238E27FC236}">
                  <a16:creationId xmlns:a16="http://schemas.microsoft.com/office/drawing/2014/main" id="{9149B49F-8124-E6D4-DA19-AA29D326A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7413" y="44561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7" name="Oval 1147">
              <a:extLst>
                <a:ext uri="{FF2B5EF4-FFF2-40B4-BE49-F238E27FC236}">
                  <a16:creationId xmlns:a16="http://schemas.microsoft.com/office/drawing/2014/main" id="{0FCF8E65-BC37-F38B-DD4D-48223AD36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550" y="45831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8" name="Oval 1148">
              <a:extLst>
                <a:ext uri="{FF2B5EF4-FFF2-40B4-BE49-F238E27FC236}">
                  <a16:creationId xmlns:a16="http://schemas.microsoft.com/office/drawing/2014/main" id="{29C5DE39-2933-9426-3D39-843BD45E8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5213" y="47926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9" name="Oval 1149">
              <a:extLst>
                <a:ext uri="{FF2B5EF4-FFF2-40B4-BE49-F238E27FC236}">
                  <a16:creationId xmlns:a16="http://schemas.microsoft.com/office/drawing/2014/main" id="{F9A05669-DF19-7B11-A9B5-499BD04EA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225" y="49276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0" name="Oval 1150">
              <a:extLst>
                <a:ext uri="{FF2B5EF4-FFF2-40B4-BE49-F238E27FC236}">
                  <a16:creationId xmlns:a16="http://schemas.microsoft.com/office/drawing/2014/main" id="{E86DA39F-5743-B4DD-C980-84032F82C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51768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1" name="Oval 1151">
              <a:extLst>
                <a:ext uri="{FF2B5EF4-FFF2-40B4-BE49-F238E27FC236}">
                  <a16:creationId xmlns:a16="http://schemas.microsoft.com/office/drawing/2014/main" id="{888DA573-247C-D76E-AD10-F0BA9718D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3188" y="53975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2" name="Oval 1152">
              <a:extLst>
                <a:ext uri="{FF2B5EF4-FFF2-40B4-BE49-F238E27FC236}">
                  <a16:creationId xmlns:a16="http://schemas.microsoft.com/office/drawing/2014/main" id="{1C23655E-16C7-EC46-60C9-3CD630788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788" y="54879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3" name="Oval 1153">
              <a:extLst>
                <a:ext uri="{FF2B5EF4-FFF2-40B4-BE49-F238E27FC236}">
                  <a16:creationId xmlns:a16="http://schemas.microsoft.com/office/drawing/2014/main" id="{7EFD792C-B7C1-128F-25DC-788644FA5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3213" y="55959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4" name="Oval 1154">
              <a:extLst>
                <a:ext uri="{FF2B5EF4-FFF2-40B4-BE49-F238E27FC236}">
                  <a16:creationId xmlns:a16="http://schemas.microsoft.com/office/drawing/2014/main" id="{EE91A737-F6E3-F490-9977-50A6E0CA7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463" y="57292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5" name="Oval 1155">
              <a:extLst>
                <a:ext uri="{FF2B5EF4-FFF2-40B4-BE49-F238E27FC236}">
                  <a16:creationId xmlns:a16="http://schemas.microsoft.com/office/drawing/2014/main" id="{4D7FFCC7-5F1F-A40D-8450-302EB4E7A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338" y="359886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6" name="Oval 1156">
              <a:extLst>
                <a:ext uri="{FF2B5EF4-FFF2-40B4-BE49-F238E27FC236}">
                  <a16:creationId xmlns:a16="http://schemas.microsoft.com/office/drawing/2014/main" id="{B9E80F78-E547-EB51-391E-BF2B5EFBF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975" y="37592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7" name="Oval 1157">
              <a:extLst>
                <a:ext uri="{FF2B5EF4-FFF2-40B4-BE49-F238E27FC236}">
                  <a16:creationId xmlns:a16="http://schemas.microsoft.com/office/drawing/2014/main" id="{0C6B3524-9ECC-4B60-F167-B3318EAF4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538" y="40481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8" name="Oval 1158">
              <a:extLst>
                <a:ext uri="{FF2B5EF4-FFF2-40B4-BE49-F238E27FC236}">
                  <a16:creationId xmlns:a16="http://schemas.microsoft.com/office/drawing/2014/main" id="{BE4DDA42-8068-81A9-8FD3-5BA8F413A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263" y="42687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9" name="Oval 1159">
              <a:extLst>
                <a:ext uri="{FF2B5EF4-FFF2-40B4-BE49-F238E27FC236}">
                  <a16:creationId xmlns:a16="http://schemas.microsoft.com/office/drawing/2014/main" id="{9983088D-AF8C-3700-A1CE-6E3B0364C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625" y="43640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0" name="Oval 1160">
              <a:extLst>
                <a:ext uri="{FF2B5EF4-FFF2-40B4-BE49-F238E27FC236}">
                  <a16:creationId xmlns:a16="http://schemas.microsoft.com/office/drawing/2014/main" id="{80360B5D-AC37-481B-9F69-37DAB6C74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3925" y="45021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1" name="Oval 1161">
              <a:extLst>
                <a:ext uri="{FF2B5EF4-FFF2-40B4-BE49-F238E27FC236}">
                  <a16:creationId xmlns:a16="http://schemas.microsoft.com/office/drawing/2014/main" id="{B0151F88-5391-A8E5-8BD3-FA097AC2B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575" y="47529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2" name="Oval 1162">
              <a:extLst>
                <a:ext uri="{FF2B5EF4-FFF2-40B4-BE49-F238E27FC236}">
                  <a16:creationId xmlns:a16="http://schemas.microsoft.com/office/drawing/2014/main" id="{4022D83E-E709-58EF-2947-C726AB15C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225" y="507682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3" name="Oval 1163">
              <a:extLst>
                <a:ext uri="{FF2B5EF4-FFF2-40B4-BE49-F238E27FC236}">
                  <a16:creationId xmlns:a16="http://schemas.microsoft.com/office/drawing/2014/main" id="{01A6C713-9840-1CFF-EA23-81F455A87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288" y="52498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4" name="Oval 1164">
              <a:extLst>
                <a:ext uri="{FF2B5EF4-FFF2-40B4-BE49-F238E27FC236}">
                  <a16:creationId xmlns:a16="http://schemas.microsoft.com/office/drawing/2014/main" id="{C6031EE0-3DE1-4BF8-10E7-93CA9C50F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7000" y="53276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5" name="Oval 1165">
              <a:extLst>
                <a:ext uri="{FF2B5EF4-FFF2-40B4-BE49-F238E27FC236}">
                  <a16:creationId xmlns:a16="http://schemas.microsoft.com/office/drawing/2014/main" id="{2F3796AD-C87C-6703-E8D6-F1F604035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6538" y="54848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6" name="Oval 1166">
              <a:extLst>
                <a:ext uri="{FF2B5EF4-FFF2-40B4-BE49-F238E27FC236}">
                  <a16:creationId xmlns:a16="http://schemas.microsoft.com/office/drawing/2014/main" id="{4DE8023B-ADC2-D5B8-0F0A-9776DB4A6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313" y="56340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7" name="Oval 1167">
              <a:extLst>
                <a:ext uri="{FF2B5EF4-FFF2-40B4-BE49-F238E27FC236}">
                  <a16:creationId xmlns:a16="http://schemas.microsoft.com/office/drawing/2014/main" id="{ABB53692-BF1F-C55E-1DAD-C0469798F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9738" y="581977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8" name="Oval 1168">
              <a:extLst>
                <a:ext uri="{FF2B5EF4-FFF2-40B4-BE49-F238E27FC236}">
                  <a16:creationId xmlns:a16="http://schemas.microsoft.com/office/drawing/2014/main" id="{56A285F4-D617-CFA2-021A-2C2EE1F65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7813" y="32321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9" name="Oval 1169">
              <a:extLst>
                <a:ext uri="{FF2B5EF4-FFF2-40B4-BE49-F238E27FC236}">
                  <a16:creationId xmlns:a16="http://schemas.microsoft.com/office/drawing/2014/main" id="{D03DE73F-A4EE-D68B-E860-C7A8EB4D6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6388" y="33924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0" name="Oval 1170">
              <a:extLst>
                <a:ext uri="{FF2B5EF4-FFF2-40B4-BE49-F238E27FC236}">
                  <a16:creationId xmlns:a16="http://schemas.microsoft.com/office/drawing/2014/main" id="{61C9966E-B061-8252-A296-1069BA848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5" y="370046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1" name="Oval 1171">
              <a:extLst>
                <a:ext uri="{FF2B5EF4-FFF2-40B4-BE49-F238E27FC236}">
                  <a16:creationId xmlns:a16="http://schemas.microsoft.com/office/drawing/2014/main" id="{F83EA0B5-98BD-B5E6-65E8-F36C21BAC9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0063" y="39624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2" name="Oval 1172">
              <a:extLst>
                <a:ext uri="{FF2B5EF4-FFF2-40B4-BE49-F238E27FC236}">
                  <a16:creationId xmlns:a16="http://schemas.microsoft.com/office/drawing/2014/main" id="{D35D5733-1A2C-2CAA-8812-9FE676941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588" y="41878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3" name="Oval 1173">
              <a:extLst>
                <a:ext uri="{FF2B5EF4-FFF2-40B4-BE49-F238E27FC236}">
                  <a16:creationId xmlns:a16="http://schemas.microsoft.com/office/drawing/2014/main" id="{6B927D9B-91CC-2922-09F8-6F2C6F01D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1050" y="44307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4" name="Oval 1174">
              <a:extLst>
                <a:ext uri="{FF2B5EF4-FFF2-40B4-BE49-F238E27FC236}">
                  <a16:creationId xmlns:a16="http://schemas.microsoft.com/office/drawing/2014/main" id="{164520EA-6EC0-D7F9-159C-58F52931F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3925" y="46974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5" name="Oval 1175">
              <a:extLst>
                <a:ext uri="{FF2B5EF4-FFF2-40B4-BE49-F238E27FC236}">
                  <a16:creationId xmlns:a16="http://schemas.microsoft.com/office/drawing/2014/main" id="{979633C6-5D47-0AB4-3C7C-3CF042496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5213" y="49672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6" name="Oval 1176">
              <a:extLst>
                <a:ext uri="{FF2B5EF4-FFF2-40B4-BE49-F238E27FC236}">
                  <a16:creationId xmlns:a16="http://schemas.microsoft.com/office/drawing/2014/main" id="{910BE11D-DE31-466D-9F15-7301F5085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8563" y="50768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7" name="Oval 1177">
              <a:extLst>
                <a:ext uri="{FF2B5EF4-FFF2-40B4-BE49-F238E27FC236}">
                  <a16:creationId xmlns:a16="http://schemas.microsoft.com/office/drawing/2014/main" id="{0D4A585C-4239-C86C-928E-95341A7F7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563" y="51863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8" name="Oval 1178">
              <a:extLst>
                <a:ext uri="{FF2B5EF4-FFF2-40B4-BE49-F238E27FC236}">
                  <a16:creationId xmlns:a16="http://schemas.microsoft.com/office/drawing/2014/main" id="{2E81FC49-28E2-7E87-2488-F2F464AD9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213" y="537686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9" name="Oval 1179">
              <a:extLst>
                <a:ext uri="{FF2B5EF4-FFF2-40B4-BE49-F238E27FC236}">
                  <a16:creationId xmlns:a16="http://schemas.microsoft.com/office/drawing/2014/main" id="{31EB61AB-E030-BBB3-9573-D7FE33C1D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925" y="55816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0" name="Oval 1180">
              <a:extLst>
                <a:ext uri="{FF2B5EF4-FFF2-40B4-BE49-F238E27FC236}">
                  <a16:creationId xmlns:a16="http://schemas.microsoft.com/office/drawing/2014/main" id="{73E7075F-57A2-25CE-4938-248A0E51F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6705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1" name="Oval 1181">
              <a:extLst>
                <a:ext uri="{FF2B5EF4-FFF2-40B4-BE49-F238E27FC236}">
                  <a16:creationId xmlns:a16="http://schemas.microsoft.com/office/drawing/2014/main" id="{97F3CDCF-6C4F-B44F-F921-8CADA631F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300" y="58499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2" name="Oval 1182">
              <a:extLst>
                <a:ext uri="{FF2B5EF4-FFF2-40B4-BE49-F238E27FC236}">
                  <a16:creationId xmlns:a16="http://schemas.microsoft.com/office/drawing/2014/main" id="{F2063689-2B36-8A82-C541-78680BFB3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375" y="290988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3" name="Oval 1183">
              <a:extLst>
                <a:ext uri="{FF2B5EF4-FFF2-40B4-BE49-F238E27FC236}">
                  <a16:creationId xmlns:a16="http://schemas.microsoft.com/office/drawing/2014/main" id="{265A23CE-BFC3-449D-F852-E91997DF2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6825" y="309562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4" name="Oval 1184">
              <a:extLst>
                <a:ext uri="{FF2B5EF4-FFF2-40B4-BE49-F238E27FC236}">
                  <a16:creationId xmlns:a16="http://schemas.microsoft.com/office/drawing/2014/main" id="{617B3B12-4CF6-95D2-6FB5-43F06970B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4300" y="335280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5" name="Oval 1185">
              <a:extLst>
                <a:ext uri="{FF2B5EF4-FFF2-40B4-BE49-F238E27FC236}">
                  <a16:creationId xmlns:a16="http://schemas.microsoft.com/office/drawing/2014/main" id="{167435B3-9C65-75E4-962B-56D914F75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7813" y="37623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6" name="Oval 1186">
              <a:extLst>
                <a:ext uri="{FF2B5EF4-FFF2-40B4-BE49-F238E27FC236}">
                  <a16:creationId xmlns:a16="http://schemas.microsoft.com/office/drawing/2014/main" id="{B4651424-F232-8E79-FD3E-35DA784F6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5613" y="41243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7" name="Oval 1187">
              <a:extLst>
                <a:ext uri="{FF2B5EF4-FFF2-40B4-BE49-F238E27FC236}">
                  <a16:creationId xmlns:a16="http://schemas.microsoft.com/office/drawing/2014/main" id="{86491E92-FB39-ECF8-80C9-9967D6915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588" y="43053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8" name="Oval 1188">
              <a:extLst>
                <a:ext uri="{FF2B5EF4-FFF2-40B4-BE49-F238E27FC236}">
                  <a16:creationId xmlns:a16="http://schemas.microsoft.com/office/drawing/2014/main" id="{B9D7593C-1580-29A6-C2A0-AC7889CFC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625" y="46069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9" name="Oval 1189">
              <a:extLst>
                <a:ext uri="{FF2B5EF4-FFF2-40B4-BE49-F238E27FC236}">
                  <a16:creationId xmlns:a16="http://schemas.microsoft.com/office/drawing/2014/main" id="{4EE3BDA4-99D0-2DD6-9447-B2E7ED297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550" y="47879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0" name="Oval 1190">
              <a:extLst>
                <a:ext uri="{FF2B5EF4-FFF2-40B4-BE49-F238E27FC236}">
                  <a16:creationId xmlns:a16="http://schemas.microsoft.com/office/drawing/2014/main" id="{C342ED09-3E6D-C6AA-BEE6-1561D9F39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775" y="48593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1" name="Oval 1191">
              <a:extLst>
                <a:ext uri="{FF2B5EF4-FFF2-40B4-BE49-F238E27FC236}">
                  <a16:creationId xmlns:a16="http://schemas.microsoft.com/office/drawing/2014/main" id="{8CBCB0B6-B7D8-D5D1-6A6C-2B96127EB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063" y="50403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2" name="Oval 1192">
              <a:extLst>
                <a:ext uri="{FF2B5EF4-FFF2-40B4-BE49-F238E27FC236}">
                  <a16:creationId xmlns:a16="http://schemas.microsoft.com/office/drawing/2014/main" id="{CA90DB14-A85E-F385-4574-C248F84BE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0650" y="52641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3" name="Oval 1193">
              <a:extLst>
                <a:ext uri="{FF2B5EF4-FFF2-40B4-BE49-F238E27FC236}">
                  <a16:creationId xmlns:a16="http://schemas.microsoft.com/office/drawing/2014/main" id="{47ABFA25-F7DF-6895-7DFF-DE6661148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1300" y="544830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4" name="Oval 1194">
              <a:extLst>
                <a:ext uri="{FF2B5EF4-FFF2-40B4-BE49-F238E27FC236}">
                  <a16:creationId xmlns:a16="http://schemas.microsoft.com/office/drawing/2014/main" id="{BDDF35BC-2197-04F9-76C1-5E8BAC507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4013" y="55641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5" name="Oval 1195">
              <a:extLst>
                <a:ext uri="{FF2B5EF4-FFF2-40B4-BE49-F238E27FC236}">
                  <a16:creationId xmlns:a16="http://schemas.microsoft.com/office/drawing/2014/main" id="{A65BB09D-F05B-DE9E-E940-1DB34556A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375" y="56673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6" name="Oval 1196">
              <a:extLst>
                <a:ext uri="{FF2B5EF4-FFF2-40B4-BE49-F238E27FC236}">
                  <a16:creationId xmlns:a16="http://schemas.microsoft.com/office/drawing/2014/main" id="{6C47D689-AAED-10E9-6F45-22CDBE1CA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800" y="58578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7" name="Oval 1197">
              <a:extLst>
                <a:ext uri="{FF2B5EF4-FFF2-40B4-BE49-F238E27FC236}">
                  <a16:creationId xmlns:a16="http://schemas.microsoft.com/office/drawing/2014/main" id="{C3817BC4-CC18-7432-E124-E645BA448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863" y="26146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8" name="Oval 1198">
              <a:extLst>
                <a:ext uri="{FF2B5EF4-FFF2-40B4-BE49-F238E27FC236}">
                  <a16:creationId xmlns:a16="http://schemas.microsoft.com/office/drawing/2014/main" id="{A305099E-38DD-CB27-3957-7AFEAE4CC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063" y="288290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9" name="Oval 1199">
              <a:extLst>
                <a:ext uri="{FF2B5EF4-FFF2-40B4-BE49-F238E27FC236}">
                  <a16:creationId xmlns:a16="http://schemas.microsoft.com/office/drawing/2014/main" id="{A7099EB5-6E42-A34A-F943-5BFE0ABC2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150" y="309403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0" name="Oval 1200">
              <a:extLst>
                <a:ext uri="{FF2B5EF4-FFF2-40B4-BE49-F238E27FC236}">
                  <a16:creationId xmlns:a16="http://schemas.microsoft.com/office/drawing/2014/main" id="{10937D9A-5F62-1208-404F-B953F3224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8100" y="346075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1" name="Oval 1201">
              <a:extLst>
                <a:ext uri="{FF2B5EF4-FFF2-40B4-BE49-F238E27FC236}">
                  <a16:creationId xmlns:a16="http://schemas.microsoft.com/office/drawing/2014/main" id="{8BDFF8C5-79E0-0818-8EA8-E03995CCA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7813" y="39973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2" name="Oval 1202">
              <a:extLst>
                <a:ext uri="{FF2B5EF4-FFF2-40B4-BE49-F238E27FC236}">
                  <a16:creationId xmlns:a16="http://schemas.microsoft.com/office/drawing/2014/main" id="{B5577AF1-E037-AE6E-5982-CD77C1CE5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0063" y="4267201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3" name="Oval 1203">
              <a:extLst>
                <a:ext uri="{FF2B5EF4-FFF2-40B4-BE49-F238E27FC236}">
                  <a16:creationId xmlns:a16="http://schemas.microsoft.com/office/drawing/2014/main" id="{F8467FF6-2400-0BD3-B1F1-FC15462C5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263" y="44735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4" name="Oval 1204">
              <a:extLst>
                <a:ext uri="{FF2B5EF4-FFF2-40B4-BE49-F238E27FC236}">
                  <a16:creationId xmlns:a16="http://schemas.microsoft.com/office/drawing/2014/main" id="{AFC95AE8-3902-BF00-D947-EB9F2503C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7413" y="45989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5" name="Oval 1205">
              <a:extLst>
                <a:ext uri="{FF2B5EF4-FFF2-40B4-BE49-F238E27FC236}">
                  <a16:creationId xmlns:a16="http://schemas.microsoft.com/office/drawing/2014/main" id="{25E19A55-8DE5-C037-954F-25D1B446B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5688" y="4710113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6" name="Oval 1206">
              <a:extLst>
                <a:ext uri="{FF2B5EF4-FFF2-40B4-BE49-F238E27FC236}">
                  <a16:creationId xmlns:a16="http://schemas.microsoft.com/office/drawing/2014/main" id="{17791156-2C46-52AA-C36C-45B2DCDA2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6500" y="49720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7" name="Oval 1207">
              <a:extLst>
                <a:ext uri="{FF2B5EF4-FFF2-40B4-BE49-F238E27FC236}">
                  <a16:creationId xmlns:a16="http://schemas.microsoft.com/office/drawing/2014/main" id="{0058CBFE-A7DB-5A77-73B6-D8F682E3C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52816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8" name="Oval 1208">
              <a:extLst>
                <a:ext uri="{FF2B5EF4-FFF2-40B4-BE49-F238E27FC236}">
                  <a16:creationId xmlns:a16="http://schemas.microsoft.com/office/drawing/2014/main" id="{D523DE76-C969-3A48-42FD-C3DCFA4DA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788" y="536892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9" name="Oval 1209">
              <a:extLst>
                <a:ext uri="{FF2B5EF4-FFF2-40B4-BE49-F238E27FC236}">
                  <a16:creationId xmlns:a16="http://schemas.microsoft.com/office/drawing/2014/main" id="{0AEECEF9-924E-F749-5885-721A5BAA8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263" y="54752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0" name="Oval 1210">
              <a:extLst>
                <a:ext uri="{FF2B5EF4-FFF2-40B4-BE49-F238E27FC236}">
                  <a16:creationId xmlns:a16="http://schemas.microsoft.com/office/drawing/2014/main" id="{E2A88961-5496-730F-69C1-20C36758E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800" y="56927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1" name="Oval 1211">
              <a:extLst>
                <a:ext uri="{FF2B5EF4-FFF2-40B4-BE49-F238E27FC236}">
                  <a16:creationId xmlns:a16="http://schemas.microsoft.com/office/drawing/2014/main" id="{F454D704-8F2F-CAB4-5534-5A6B288D6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842001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2" name="Oval 1212">
              <a:extLst>
                <a:ext uri="{FF2B5EF4-FFF2-40B4-BE49-F238E27FC236}">
                  <a16:creationId xmlns:a16="http://schemas.microsoft.com/office/drawing/2014/main" id="{E79E91BE-CFAD-6AA7-150C-866365B0D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5900" y="198913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3" name="Oval 1213">
              <a:extLst>
                <a:ext uri="{FF2B5EF4-FFF2-40B4-BE49-F238E27FC236}">
                  <a16:creationId xmlns:a16="http://schemas.microsoft.com/office/drawing/2014/main" id="{8B8EB5C4-F860-EDC2-7258-04E23FE1A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7825" y="244316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4" name="Oval 1214">
              <a:extLst>
                <a:ext uri="{FF2B5EF4-FFF2-40B4-BE49-F238E27FC236}">
                  <a16:creationId xmlns:a16="http://schemas.microsoft.com/office/drawing/2014/main" id="{56348500-AADE-EA70-8521-62F443409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9138" y="2967038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5" name="Oval 1215">
              <a:extLst>
                <a:ext uri="{FF2B5EF4-FFF2-40B4-BE49-F238E27FC236}">
                  <a16:creationId xmlns:a16="http://schemas.microsoft.com/office/drawing/2014/main" id="{DC12D706-315E-9544-31C5-F47E2F6F4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150" y="33274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6" name="Oval 1216">
              <a:extLst>
                <a:ext uri="{FF2B5EF4-FFF2-40B4-BE49-F238E27FC236}">
                  <a16:creationId xmlns:a16="http://schemas.microsoft.com/office/drawing/2014/main" id="{1FAE8C86-9795-832E-AD87-524172C98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4300" y="3816351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7" name="Oval 1217">
              <a:extLst>
                <a:ext uri="{FF2B5EF4-FFF2-40B4-BE49-F238E27FC236}">
                  <a16:creationId xmlns:a16="http://schemas.microsoft.com/office/drawing/2014/main" id="{A001D2B1-2119-D5B6-9ACC-A927C683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5" y="42259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8" name="Oval 1218">
              <a:extLst>
                <a:ext uri="{FF2B5EF4-FFF2-40B4-BE49-F238E27FC236}">
                  <a16:creationId xmlns:a16="http://schemas.microsoft.com/office/drawing/2014/main" id="{106F67AB-D7EB-FC28-40FA-58F89F0ED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538" y="44275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9" name="Oval 1219">
              <a:extLst>
                <a:ext uri="{FF2B5EF4-FFF2-40B4-BE49-F238E27FC236}">
                  <a16:creationId xmlns:a16="http://schemas.microsoft.com/office/drawing/2014/main" id="{F8DE3BC3-9A0C-337B-C0C9-EF3D8209D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2325" y="45354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0" name="Oval 1220">
              <a:extLst>
                <a:ext uri="{FF2B5EF4-FFF2-40B4-BE49-F238E27FC236}">
                  <a16:creationId xmlns:a16="http://schemas.microsoft.com/office/drawing/2014/main" id="{148DF639-0156-0A6E-6BAC-A89FC3610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3300" y="466883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1" name="Oval 1221">
              <a:extLst>
                <a:ext uri="{FF2B5EF4-FFF2-40B4-BE49-F238E27FC236}">
                  <a16:creationId xmlns:a16="http://schemas.microsoft.com/office/drawing/2014/main" id="{A59DBC11-5A13-4354-88CB-25FF7CB44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225" y="491807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2" name="Oval 1222">
              <a:extLst>
                <a:ext uri="{FF2B5EF4-FFF2-40B4-BE49-F238E27FC236}">
                  <a16:creationId xmlns:a16="http://schemas.microsoft.com/office/drawing/2014/main" id="{D47DA468-424A-E2D4-B354-584DE4C28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518001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3" name="Oval 1223">
              <a:extLst>
                <a:ext uri="{FF2B5EF4-FFF2-40B4-BE49-F238E27FC236}">
                  <a16:creationId xmlns:a16="http://schemas.microsoft.com/office/drawing/2014/main" id="{32E8EC0F-5CCE-E5C6-9125-9EEC68615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213" y="529907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4" name="Oval 1224">
              <a:extLst>
                <a:ext uri="{FF2B5EF4-FFF2-40B4-BE49-F238E27FC236}">
                  <a16:creationId xmlns:a16="http://schemas.microsoft.com/office/drawing/2014/main" id="{3F9F7B7C-18A4-35DB-A340-D6ECD35F6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55292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5" name="Oval 1225">
              <a:extLst>
                <a:ext uri="{FF2B5EF4-FFF2-40B4-BE49-F238E27FC236}">
                  <a16:creationId xmlns:a16="http://schemas.microsoft.com/office/drawing/2014/main" id="{B8558A63-9B4D-4A49-78F2-D8BA02D39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163" y="57292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6" name="Oval 1226">
              <a:extLst>
                <a:ext uri="{FF2B5EF4-FFF2-40B4-BE49-F238E27FC236}">
                  <a16:creationId xmlns:a16="http://schemas.microsoft.com/office/drawing/2014/main" id="{24BDF3FE-B335-BFA4-80A8-A242B8AD0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525" y="57435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7" name="Oval 1227">
              <a:extLst>
                <a:ext uri="{FF2B5EF4-FFF2-40B4-BE49-F238E27FC236}">
                  <a16:creationId xmlns:a16="http://schemas.microsoft.com/office/drawing/2014/main" id="{D9A3A77D-FBA9-BECC-E9AE-89DAB5AAE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950" y="58515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8" name="Oval 1228">
              <a:extLst>
                <a:ext uri="{FF2B5EF4-FFF2-40B4-BE49-F238E27FC236}">
                  <a16:creationId xmlns:a16="http://schemas.microsoft.com/office/drawing/2014/main" id="{F6D9BDE5-4F8D-0690-A467-B099B89C5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425" y="15843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9" name="Oval 1229">
              <a:extLst>
                <a:ext uri="{FF2B5EF4-FFF2-40B4-BE49-F238E27FC236}">
                  <a16:creationId xmlns:a16="http://schemas.microsoft.com/office/drawing/2014/main" id="{E9FD8380-1974-EA85-9285-360676780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63" y="19907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0" name="Oval 1230">
              <a:extLst>
                <a:ext uri="{FF2B5EF4-FFF2-40B4-BE49-F238E27FC236}">
                  <a16:creationId xmlns:a16="http://schemas.microsoft.com/office/drawing/2014/main" id="{C21406D5-0BA0-3EB7-2E08-27277474E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7825" y="2779713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1" name="Oval 1231">
              <a:extLst>
                <a:ext uri="{FF2B5EF4-FFF2-40B4-BE49-F238E27FC236}">
                  <a16:creationId xmlns:a16="http://schemas.microsoft.com/office/drawing/2014/main" id="{DCB89713-2C97-8E21-8595-9092CEEBE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063" y="3209926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2" name="Oval 1232">
              <a:extLst>
                <a:ext uri="{FF2B5EF4-FFF2-40B4-BE49-F238E27FC236}">
                  <a16:creationId xmlns:a16="http://schemas.microsoft.com/office/drawing/2014/main" id="{F66FC8EA-4296-094E-7DA0-1C0566215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6825" y="3649663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3" name="Oval 1233">
              <a:extLst>
                <a:ext uri="{FF2B5EF4-FFF2-40B4-BE49-F238E27FC236}">
                  <a16:creationId xmlns:a16="http://schemas.microsoft.com/office/drawing/2014/main" id="{9733BD4D-28C3-B02E-4F36-F38EE42AB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6388" y="40989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4" name="Oval 1234">
              <a:extLst>
                <a:ext uri="{FF2B5EF4-FFF2-40B4-BE49-F238E27FC236}">
                  <a16:creationId xmlns:a16="http://schemas.microsoft.com/office/drawing/2014/main" id="{85CF55AF-4BC9-9A55-816D-16BC7A0C7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975" y="4419601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5" name="Oval 1235">
              <a:extLst>
                <a:ext uri="{FF2B5EF4-FFF2-40B4-BE49-F238E27FC236}">
                  <a16:creationId xmlns:a16="http://schemas.microsoft.com/office/drawing/2014/main" id="{6012E928-DFCF-00F8-3140-788F60128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1050" y="4549776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6" name="Oval 1236">
              <a:extLst>
                <a:ext uri="{FF2B5EF4-FFF2-40B4-BE49-F238E27FC236}">
                  <a16:creationId xmlns:a16="http://schemas.microsoft.com/office/drawing/2014/main" id="{56A46417-5A47-8DEF-9C89-B3BC8A38F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550" y="470058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7" name="Oval 1237">
              <a:extLst>
                <a:ext uri="{FF2B5EF4-FFF2-40B4-BE49-F238E27FC236}">
                  <a16:creationId xmlns:a16="http://schemas.microsoft.com/office/drawing/2014/main" id="{9A543D78-93C9-2485-BA5A-177C105BB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9825" y="4916488"/>
              <a:ext cx="23813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8" name="Oval 1238">
              <a:extLst>
                <a:ext uri="{FF2B5EF4-FFF2-40B4-BE49-F238E27FC236}">
                  <a16:creationId xmlns:a16="http://schemas.microsoft.com/office/drawing/2014/main" id="{447F0204-D201-580B-FEC5-E25454F87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638" y="50244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9" name="Oval 1239">
              <a:extLst>
                <a:ext uri="{FF2B5EF4-FFF2-40B4-BE49-F238E27FC236}">
                  <a16:creationId xmlns:a16="http://schemas.microsoft.com/office/drawing/2014/main" id="{5F11E5C6-D32F-E4C1-467E-5B9CE8AED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163" y="5180013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0" name="Oval 1240">
              <a:extLst>
                <a:ext uri="{FF2B5EF4-FFF2-40B4-BE49-F238E27FC236}">
                  <a16:creationId xmlns:a16="http://schemas.microsoft.com/office/drawing/2014/main" id="{C05B5454-D7D3-E969-F335-2842DB044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2575" y="5462588"/>
              <a:ext cx="25400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1" name="Oval 1241">
              <a:extLst>
                <a:ext uri="{FF2B5EF4-FFF2-40B4-BE49-F238E27FC236}">
                  <a16:creationId xmlns:a16="http://schemas.microsoft.com/office/drawing/2014/main" id="{6DEEAD20-C4E7-A4D0-61CB-7F4D1B039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463" y="5591176"/>
              <a:ext cx="25400" cy="254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2" name="Oval 1242">
              <a:extLst>
                <a:ext uri="{FF2B5EF4-FFF2-40B4-BE49-F238E27FC236}">
                  <a16:creationId xmlns:a16="http://schemas.microsoft.com/office/drawing/2014/main" id="{C559B75A-A863-93A4-754D-8211E7066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413" y="5610226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3" name="Oval 1243">
              <a:extLst>
                <a:ext uri="{FF2B5EF4-FFF2-40B4-BE49-F238E27FC236}">
                  <a16:creationId xmlns:a16="http://schemas.microsoft.com/office/drawing/2014/main" id="{21A704CF-31AF-EE2C-7386-663C28494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425" y="5684838"/>
              <a:ext cx="23813" cy="238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4" name="Line 1244">
              <a:extLst>
                <a:ext uri="{FF2B5EF4-FFF2-40B4-BE49-F238E27FC236}">
                  <a16:creationId xmlns:a16="http://schemas.microsoft.com/office/drawing/2014/main" id="{1023BC7A-77DC-9094-2627-4DB9ED887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1035051"/>
              <a:ext cx="4006850" cy="4857750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5" name="Freeform 1245">
              <a:extLst>
                <a:ext uri="{FF2B5EF4-FFF2-40B4-BE49-F238E27FC236}">
                  <a16:creationId xmlns:a16="http://schemas.microsoft.com/office/drawing/2014/main" id="{D4FFF540-1083-2947-9D59-40107673C2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5675" y="1557338"/>
              <a:ext cx="79375" cy="793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6" name="Freeform 1246">
              <a:extLst>
                <a:ext uri="{FF2B5EF4-FFF2-40B4-BE49-F238E27FC236}">
                  <a16:creationId xmlns:a16="http://schemas.microsoft.com/office/drawing/2014/main" id="{4259D149-39EE-B35B-8BC4-7B0E098C9F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2150" y="2416176"/>
              <a:ext cx="79375" cy="793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7" name="Freeform 1247">
              <a:extLst>
                <a:ext uri="{FF2B5EF4-FFF2-40B4-BE49-F238E27FC236}">
                  <a16:creationId xmlns:a16="http://schemas.microsoft.com/office/drawing/2014/main" id="{6F5D356C-C684-7003-8F27-9E87107C14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51113" y="3067051"/>
              <a:ext cx="79375" cy="793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70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2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2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8" name="Freeform 1248">
              <a:extLst>
                <a:ext uri="{FF2B5EF4-FFF2-40B4-BE49-F238E27FC236}">
                  <a16:creationId xmlns:a16="http://schemas.microsoft.com/office/drawing/2014/main" id="{B407F837-40E1-485B-26C2-B06D33590D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68625" y="3735388"/>
              <a:ext cx="79375" cy="793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9" name="Freeform 1249">
              <a:extLst>
                <a:ext uri="{FF2B5EF4-FFF2-40B4-BE49-F238E27FC236}">
                  <a16:creationId xmlns:a16="http://schemas.microsoft.com/office/drawing/2014/main" id="{DA4E516D-A5B8-3449-2E2E-A180E47047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2475" y="4160838"/>
              <a:ext cx="79375" cy="793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69 h 139"/>
                <a:gd name="T4" fmla="*/ 128 w 138"/>
                <a:gd name="T5" fmla="*/ 69 h 139"/>
                <a:gd name="T6" fmla="*/ 69 w 138"/>
                <a:gd name="T7" fmla="*/ 128 h 139"/>
                <a:gd name="T8" fmla="*/ 10 w 138"/>
                <a:gd name="T9" fmla="*/ 69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69 h 139"/>
                <a:gd name="T16" fmla="*/ 69 w 138"/>
                <a:gd name="T17" fmla="*/ 139 h 139"/>
                <a:gd name="T18" fmla="*/ 138 w 138"/>
                <a:gd name="T19" fmla="*/ 69 h 139"/>
                <a:gd name="T20" fmla="*/ 138 w 138"/>
                <a:gd name="T21" fmla="*/ 69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69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0" name="Freeform 1250">
              <a:extLst>
                <a:ext uri="{FF2B5EF4-FFF2-40B4-BE49-F238E27FC236}">
                  <a16:creationId xmlns:a16="http://schemas.microsoft.com/office/drawing/2014/main" id="{E74FDD59-E530-383E-234A-97EFCFF890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57588" y="4475163"/>
              <a:ext cx="79375" cy="793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70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1" name="Freeform 1251">
              <a:extLst>
                <a:ext uri="{FF2B5EF4-FFF2-40B4-BE49-F238E27FC236}">
                  <a16:creationId xmlns:a16="http://schemas.microsoft.com/office/drawing/2014/main" id="{5A57D4EF-B931-4780-2D4F-653BB7D28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425" y="4899026"/>
              <a:ext cx="79375" cy="793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2" name="Freeform 1252">
              <a:extLst>
                <a:ext uri="{FF2B5EF4-FFF2-40B4-BE49-F238E27FC236}">
                  <a16:creationId xmlns:a16="http://schemas.microsoft.com/office/drawing/2014/main" id="{F37D0C71-3C1F-C2D9-5C1A-23000C74EC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5100" y="5275263"/>
              <a:ext cx="79375" cy="793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69" y="139"/>
                  </a:cubicBezTo>
                  <a:cubicBezTo>
                    <a:pt x="108" y="139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3" name="Freeform 1253">
              <a:extLst>
                <a:ext uri="{FF2B5EF4-FFF2-40B4-BE49-F238E27FC236}">
                  <a16:creationId xmlns:a16="http://schemas.microsoft.com/office/drawing/2014/main" id="{A2EEA1B7-D283-F6F4-A235-05BF53FF5E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46550" y="5461001"/>
              <a:ext cx="79375" cy="793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70 w 139"/>
                <a:gd name="T7" fmla="*/ 128 h 139"/>
                <a:gd name="T8" fmla="*/ 11 w 139"/>
                <a:gd name="T9" fmla="*/ 70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70 h 139"/>
                <a:gd name="T16" fmla="*/ 70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4" name="Freeform 1254">
              <a:extLst>
                <a:ext uri="{FF2B5EF4-FFF2-40B4-BE49-F238E27FC236}">
                  <a16:creationId xmlns:a16="http://schemas.microsoft.com/office/drawing/2014/main" id="{61069BD7-37F6-6CA0-6223-C8855DF68D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98950" y="5770563"/>
              <a:ext cx="79375" cy="793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69 h 139"/>
                <a:gd name="T4" fmla="*/ 128 w 138"/>
                <a:gd name="T5" fmla="*/ 69 h 139"/>
                <a:gd name="T6" fmla="*/ 69 w 138"/>
                <a:gd name="T7" fmla="*/ 128 h 139"/>
                <a:gd name="T8" fmla="*/ 10 w 138"/>
                <a:gd name="T9" fmla="*/ 69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69 h 139"/>
                <a:gd name="T16" fmla="*/ 69 w 138"/>
                <a:gd name="T17" fmla="*/ 139 h 139"/>
                <a:gd name="T18" fmla="*/ 138 w 138"/>
                <a:gd name="T19" fmla="*/ 69 h 139"/>
                <a:gd name="T20" fmla="*/ 138 w 138"/>
                <a:gd name="T21" fmla="*/ 69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69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5" name="Freeform 1255">
              <a:extLst>
                <a:ext uri="{FF2B5EF4-FFF2-40B4-BE49-F238E27FC236}">
                  <a16:creationId xmlns:a16="http://schemas.microsoft.com/office/drawing/2014/main" id="{2B626C2E-244B-76B2-2A5B-1EE9D70CC6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38650" y="5834063"/>
              <a:ext cx="77788" cy="77788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1" y="128"/>
                    <a:pt x="69" y="128"/>
                  </a:cubicBezTo>
                  <a:cubicBezTo>
                    <a:pt x="37" y="128"/>
                    <a:pt x="10" y="101"/>
                    <a:pt x="10" y="69"/>
                  </a:cubicBezTo>
                  <a:cubicBezTo>
                    <a:pt x="10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6" name="Line 1256">
              <a:extLst>
                <a:ext uri="{FF2B5EF4-FFF2-40B4-BE49-F238E27FC236}">
                  <a16:creationId xmlns:a16="http://schemas.microsoft.com/office/drawing/2014/main" id="{C502E9C3-2FEC-5896-0CB9-AEA1C346E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395288"/>
              <a:ext cx="4054475" cy="5497513"/>
            </a:xfrm>
            <a:prstGeom prst="line">
              <a:avLst/>
            </a:prstGeom>
            <a:noFill/>
            <a:ln w="6350" cap="flat">
              <a:solidFill>
                <a:srgbClr val="0059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7" name="Freeform 1257">
              <a:extLst>
                <a:ext uri="{FF2B5EF4-FFF2-40B4-BE49-F238E27FC236}">
                  <a16:creationId xmlns:a16="http://schemas.microsoft.com/office/drawing/2014/main" id="{2D74B599-AEEE-6536-1FB5-5A9FF904A5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8375" y="1935163"/>
              <a:ext cx="52388" cy="52388"/>
            </a:xfrm>
            <a:custGeom>
              <a:avLst/>
              <a:gdLst>
                <a:gd name="T0" fmla="*/ 0 w 33"/>
                <a:gd name="T1" fmla="*/ 0 h 33"/>
                <a:gd name="T2" fmla="*/ 33 w 33"/>
                <a:gd name="T3" fmla="*/ 33 h 33"/>
                <a:gd name="T4" fmla="*/ 0 w 33"/>
                <a:gd name="T5" fmla="*/ 33 h 33"/>
                <a:gd name="T6" fmla="*/ 33 w 33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3">
                  <a:moveTo>
                    <a:pt x="0" y="0"/>
                  </a:moveTo>
                  <a:lnTo>
                    <a:pt x="33" y="33"/>
                  </a:lnTo>
                  <a:moveTo>
                    <a:pt x="0" y="33"/>
                  </a:moveTo>
                  <a:lnTo>
                    <a:pt x="33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8" name="Freeform 1258">
              <a:extLst>
                <a:ext uri="{FF2B5EF4-FFF2-40B4-BE49-F238E27FC236}">
                  <a16:creationId xmlns:a16="http://schemas.microsoft.com/office/drawing/2014/main" id="{9124B0E3-A13E-4EB0-7569-C9E4CA5CD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6438" y="2967038"/>
              <a:ext cx="50800" cy="52388"/>
            </a:xfrm>
            <a:custGeom>
              <a:avLst/>
              <a:gdLst>
                <a:gd name="T0" fmla="*/ 0 w 32"/>
                <a:gd name="T1" fmla="*/ 0 h 33"/>
                <a:gd name="T2" fmla="*/ 32 w 32"/>
                <a:gd name="T3" fmla="*/ 33 h 33"/>
                <a:gd name="T4" fmla="*/ 0 w 32"/>
                <a:gd name="T5" fmla="*/ 33 h 33"/>
                <a:gd name="T6" fmla="*/ 32 w 32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3">
                  <a:moveTo>
                    <a:pt x="0" y="0"/>
                  </a:moveTo>
                  <a:lnTo>
                    <a:pt x="32" y="33"/>
                  </a:lnTo>
                  <a:moveTo>
                    <a:pt x="0" y="33"/>
                  </a:moveTo>
                  <a:lnTo>
                    <a:pt x="32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9" name="Freeform 1259">
              <a:extLst>
                <a:ext uri="{FF2B5EF4-FFF2-40B4-BE49-F238E27FC236}">
                  <a16:creationId xmlns:a16="http://schemas.microsoft.com/office/drawing/2014/main" id="{A8613B11-3D8C-570A-DE22-6601F03B92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5400" y="3568701"/>
              <a:ext cx="50800" cy="52388"/>
            </a:xfrm>
            <a:custGeom>
              <a:avLst/>
              <a:gdLst>
                <a:gd name="T0" fmla="*/ 0 w 32"/>
                <a:gd name="T1" fmla="*/ 0 h 33"/>
                <a:gd name="T2" fmla="*/ 32 w 32"/>
                <a:gd name="T3" fmla="*/ 33 h 33"/>
                <a:gd name="T4" fmla="*/ 0 w 32"/>
                <a:gd name="T5" fmla="*/ 33 h 33"/>
                <a:gd name="T6" fmla="*/ 32 w 32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3">
                  <a:moveTo>
                    <a:pt x="0" y="0"/>
                  </a:moveTo>
                  <a:lnTo>
                    <a:pt x="32" y="33"/>
                  </a:lnTo>
                  <a:moveTo>
                    <a:pt x="0" y="33"/>
                  </a:moveTo>
                  <a:lnTo>
                    <a:pt x="32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0" name="Freeform 1260">
              <a:extLst>
                <a:ext uri="{FF2B5EF4-FFF2-40B4-BE49-F238E27FC236}">
                  <a16:creationId xmlns:a16="http://schemas.microsoft.com/office/drawing/2014/main" id="{CAB891AA-AB26-BA2E-AEA2-1699498AEA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82913" y="4138613"/>
              <a:ext cx="50800" cy="50800"/>
            </a:xfrm>
            <a:custGeom>
              <a:avLst/>
              <a:gdLst>
                <a:gd name="T0" fmla="*/ 0 w 32"/>
                <a:gd name="T1" fmla="*/ 0 h 32"/>
                <a:gd name="T2" fmla="*/ 32 w 32"/>
                <a:gd name="T3" fmla="*/ 32 h 32"/>
                <a:gd name="T4" fmla="*/ 0 w 32"/>
                <a:gd name="T5" fmla="*/ 32 h 32"/>
                <a:gd name="T6" fmla="*/ 32 w 32"/>
                <a:gd name="T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2">
                  <a:moveTo>
                    <a:pt x="0" y="0"/>
                  </a:moveTo>
                  <a:lnTo>
                    <a:pt x="32" y="32"/>
                  </a:lnTo>
                  <a:moveTo>
                    <a:pt x="0" y="32"/>
                  </a:moveTo>
                  <a:lnTo>
                    <a:pt x="32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1" name="Freeform 1261">
              <a:extLst>
                <a:ext uri="{FF2B5EF4-FFF2-40B4-BE49-F238E27FC236}">
                  <a16:creationId xmlns:a16="http://schemas.microsoft.com/office/drawing/2014/main" id="{D62769F3-A409-28C6-414E-845412E809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06763" y="4519613"/>
              <a:ext cx="50800" cy="52388"/>
            </a:xfrm>
            <a:custGeom>
              <a:avLst/>
              <a:gdLst>
                <a:gd name="T0" fmla="*/ 0 w 32"/>
                <a:gd name="T1" fmla="*/ 0 h 33"/>
                <a:gd name="T2" fmla="*/ 32 w 32"/>
                <a:gd name="T3" fmla="*/ 33 h 33"/>
                <a:gd name="T4" fmla="*/ 0 w 32"/>
                <a:gd name="T5" fmla="*/ 33 h 33"/>
                <a:gd name="T6" fmla="*/ 32 w 32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3">
                  <a:moveTo>
                    <a:pt x="0" y="0"/>
                  </a:moveTo>
                  <a:lnTo>
                    <a:pt x="32" y="33"/>
                  </a:lnTo>
                  <a:moveTo>
                    <a:pt x="0" y="33"/>
                  </a:moveTo>
                  <a:lnTo>
                    <a:pt x="32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2" name="Freeform 1262">
              <a:extLst>
                <a:ext uri="{FF2B5EF4-FFF2-40B4-BE49-F238E27FC236}">
                  <a16:creationId xmlns:a16="http://schemas.microsoft.com/office/drawing/2014/main" id="{2A0507C1-D536-ADB3-CD34-70A19EFD92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1875" y="4789488"/>
              <a:ext cx="50800" cy="52388"/>
            </a:xfrm>
            <a:custGeom>
              <a:avLst/>
              <a:gdLst>
                <a:gd name="T0" fmla="*/ 0 w 32"/>
                <a:gd name="T1" fmla="*/ 0 h 33"/>
                <a:gd name="T2" fmla="*/ 32 w 32"/>
                <a:gd name="T3" fmla="*/ 33 h 33"/>
                <a:gd name="T4" fmla="*/ 0 w 32"/>
                <a:gd name="T5" fmla="*/ 33 h 33"/>
                <a:gd name="T6" fmla="*/ 32 w 32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3">
                  <a:moveTo>
                    <a:pt x="0" y="0"/>
                  </a:moveTo>
                  <a:lnTo>
                    <a:pt x="32" y="33"/>
                  </a:lnTo>
                  <a:moveTo>
                    <a:pt x="0" y="33"/>
                  </a:moveTo>
                  <a:lnTo>
                    <a:pt x="32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3" name="Freeform 1263">
              <a:extLst>
                <a:ext uri="{FF2B5EF4-FFF2-40B4-BE49-F238E27FC236}">
                  <a16:creationId xmlns:a16="http://schemas.microsoft.com/office/drawing/2014/main" id="{BC8F3B1A-6C68-A3CA-82C1-CA7C4CF672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5713" y="5202238"/>
              <a:ext cx="50800" cy="52388"/>
            </a:xfrm>
            <a:custGeom>
              <a:avLst/>
              <a:gdLst>
                <a:gd name="T0" fmla="*/ 0 w 32"/>
                <a:gd name="T1" fmla="*/ 0 h 33"/>
                <a:gd name="T2" fmla="*/ 32 w 32"/>
                <a:gd name="T3" fmla="*/ 33 h 33"/>
                <a:gd name="T4" fmla="*/ 0 w 32"/>
                <a:gd name="T5" fmla="*/ 33 h 33"/>
                <a:gd name="T6" fmla="*/ 32 w 32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3">
                  <a:moveTo>
                    <a:pt x="0" y="0"/>
                  </a:moveTo>
                  <a:lnTo>
                    <a:pt x="32" y="33"/>
                  </a:lnTo>
                  <a:moveTo>
                    <a:pt x="0" y="33"/>
                  </a:moveTo>
                  <a:lnTo>
                    <a:pt x="32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4" name="Freeform 1264">
              <a:extLst>
                <a:ext uri="{FF2B5EF4-FFF2-40B4-BE49-F238E27FC236}">
                  <a16:creationId xmlns:a16="http://schemas.microsoft.com/office/drawing/2014/main" id="{1522B4C1-AD4D-D3F6-C44F-065D296081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9388" y="5529263"/>
              <a:ext cx="52388" cy="50800"/>
            </a:xfrm>
            <a:custGeom>
              <a:avLst/>
              <a:gdLst>
                <a:gd name="T0" fmla="*/ 0 w 33"/>
                <a:gd name="T1" fmla="*/ 0 h 32"/>
                <a:gd name="T2" fmla="*/ 33 w 33"/>
                <a:gd name="T3" fmla="*/ 32 h 32"/>
                <a:gd name="T4" fmla="*/ 0 w 33"/>
                <a:gd name="T5" fmla="*/ 32 h 32"/>
                <a:gd name="T6" fmla="*/ 33 w 33"/>
                <a:gd name="T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2">
                  <a:moveTo>
                    <a:pt x="0" y="0"/>
                  </a:moveTo>
                  <a:lnTo>
                    <a:pt x="33" y="32"/>
                  </a:lnTo>
                  <a:moveTo>
                    <a:pt x="0" y="32"/>
                  </a:moveTo>
                  <a:lnTo>
                    <a:pt x="33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5" name="Freeform 1265">
              <a:extLst>
                <a:ext uri="{FF2B5EF4-FFF2-40B4-BE49-F238E27FC236}">
                  <a16:creationId xmlns:a16="http://schemas.microsoft.com/office/drawing/2014/main" id="{6035F5CB-0E01-7EEF-28C9-27F2E6DBDB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60838" y="5719763"/>
              <a:ext cx="50800" cy="52388"/>
            </a:xfrm>
            <a:custGeom>
              <a:avLst/>
              <a:gdLst>
                <a:gd name="T0" fmla="*/ 0 w 32"/>
                <a:gd name="T1" fmla="*/ 0 h 33"/>
                <a:gd name="T2" fmla="*/ 32 w 32"/>
                <a:gd name="T3" fmla="*/ 33 h 33"/>
                <a:gd name="T4" fmla="*/ 0 w 32"/>
                <a:gd name="T5" fmla="*/ 33 h 33"/>
                <a:gd name="T6" fmla="*/ 32 w 32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3">
                  <a:moveTo>
                    <a:pt x="0" y="0"/>
                  </a:moveTo>
                  <a:lnTo>
                    <a:pt x="32" y="33"/>
                  </a:lnTo>
                  <a:moveTo>
                    <a:pt x="0" y="33"/>
                  </a:moveTo>
                  <a:lnTo>
                    <a:pt x="32" y="0"/>
                  </a:lnTo>
                </a:path>
              </a:pathLst>
            </a:custGeom>
            <a:noFill/>
            <a:ln w="6350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6" name="Line 1266">
              <a:extLst>
                <a:ext uri="{FF2B5EF4-FFF2-40B4-BE49-F238E27FC236}">
                  <a16:creationId xmlns:a16="http://schemas.microsoft.com/office/drawing/2014/main" id="{0474A373-4434-1E40-1255-E40BA272A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1173163"/>
              <a:ext cx="3910013" cy="4719638"/>
            </a:xfrm>
            <a:prstGeom prst="line">
              <a:avLst/>
            </a:prstGeom>
            <a:noFill/>
            <a:ln w="6350" cap="flat">
              <a:solidFill>
                <a:srgbClr val="59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7" name="Oval 1267">
              <a:extLst>
                <a:ext uri="{FF2B5EF4-FFF2-40B4-BE49-F238E27FC236}">
                  <a16:creationId xmlns:a16="http://schemas.microsoft.com/office/drawing/2014/main" id="{F8A01DC5-9276-220B-7751-8B13FA0CB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425" y="1947863"/>
              <a:ext cx="23813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8" name="Oval 1268">
              <a:extLst>
                <a:ext uri="{FF2B5EF4-FFF2-40B4-BE49-F238E27FC236}">
                  <a16:creationId xmlns:a16="http://schemas.microsoft.com/office/drawing/2014/main" id="{FE72E992-E531-9756-C4EC-12B3D52F7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5900" y="2514601"/>
              <a:ext cx="25400" cy="254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9" name="Oval 1269">
              <a:extLst>
                <a:ext uri="{FF2B5EF4-FFF2-40B4-BE49-F238E27FC236}">
                  <a16:creationId xmlns:a16="http://schemas.microsoft.com/office/drawing/2014/main" id="{9B971C22-F181-2A76-6369-FF95AE3BA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863" y="2971801"/>
              <a:ext cx="23813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0" name="Oval 1270">
              <a:extLst>
                <a:ext uri="{FF2B5EF4-FFF2-40B4-BE49-F238E27FC236}">
                  <a16:creationId xmlns:a16="http://schemas.microsoft.com/office/drawing/2014/main" id="{41DE0B3F-9ED0-7956-4B5A-C6E3C7ABD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375" y="3392488"/>
              <a:ext cx="25400" cy="254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1" name="Oval 1271">
              <a:extLst>
                <a:ext uri="{FF2B5EF4-FFF2-40B4-BE49-F238E27FC236}">
                  <a16:creationId xmlns:a16="http://schemas.microsoft.com/office/drawing/2014/main" id="{B4793EEE-11C1-C7CC-5B5F-B219B057A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7813" y="3890963"/>
              <a:ext cx="23813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2" name="Oval 1272">
              <a:extLst>
                <a:ext uri="{FF2B5EF4-FFF2-40B4-BE49-F238E27FC236}">
                  <a16:creationId xmlns:a16="http://schemas.microsoft.com/office/drawing/2014/main" id="{EF552F6F-7808-FA62-48C4-AD3341EFA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338" y="4425951"/>
              <a:ext cx="25400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3" name="Oval 1273">
              <a:extLst>
                <a:ext uri="{FF2B5EF4-FFF2-40B4-BE49-F238E27FC236}">
                  <a16:creationId xmlns:a16="http://schemas.microsoft.com/office/drawing/2014/main" id="{B70B84A8-1E97-8EC2-AF70-0BCE95C0B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5175" y="4632326"/>
              <a:ext cx="25400" cy="254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4" name="Oval 1274">
              <a:extLst>
                <a:ext uri="{FF2B5EF4-FFF2-40B4-BE49-F238E27FC236}">
                  <a16:creationId xmlns:a16="http://schemas.microsoft.com/office/drawing/2014/main" id="{18F9C3B6-81DC-0DB6-4CCB-AA540FDF7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850" y="4697413"/>
              <a:ext cx="25400" cy="254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5" name="Oval 1275">
              <a:extLst>
                <a:ext uri="{FF2B5EF4-FFF2-40B4-BE49-F238E27FC236}">
                  <a16:creationId xmlns:a16="http://schemas.microsoft.com/office/drawing/2014/main" id="{5B1E0818-89DD-87F9-BCD0-07960BBD1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300" y="4818063"/>
              <a:ext cx="25400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6" name="Oval 1276">
              <a:extLst>
                <a:ext uri="{FF2B5EF4-FFF2-40B4-BE49-F238E27FC236}">
                  <a16:creationId xmlns:a16="http://schemas.microsoft.com/office/drawing/2014/main" id="{C5A6968E-1B51-DBC6-27C4-F44BE68E7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288" y="4911726"/>
              <a:ext cx="23813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7" name="Oval 1277">
              <a:extLst>
                <a:ext uri="{FF2B5EF4-FFF2-40B4-BE49-F238E27FC236}">
                  <a16:creationId xmlns:a16="http://schemas.microsoft.com/office/drawing/2014/main" id="{13BBA0A3-2318-EE2C-5734-DB9B3B08E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5110163"/>
              <a:ext cx="23813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8" name="Oval 1278">
              <a:extLst>
                <a:ext uri="{FF2B5EF4-FFF2-40B4-BE49-F238E27FC236}">
                  <a16:creationId xmlns:a16="http://schemas.microsoft.com/office/drawing/2014/main" id="{7F8DCAC0-6B46-AF95-0193-38419C715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7813" y="5435601"/>
              <a:ext cx="25400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9" name="Oval 1279">
              <a:extLst>
                <a:ext uri="{FF2B5EF4-FFF2-40B4-BE49-F238E27FC236}">
                  <a16:creationId xmlns:a16="http://schemas.microsoft.com/office/drawing/2014/main" id="{604D5CE5-349C-B364-48E3-833400156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529263"/>
              <a:ext cx="23813" cy="254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0" name="Oval 1280">
              <a:extLst>
                <a:ext uri="{FF2B5EF4-FFF2-40B4-BE49-F238E27FC236}">
                  <a16:creationId xmlns:a16="http://schemas.microsoft.com/office/drawing/2014/main" id="{067CCE5A-C94B-ED78-50AC-DEAAB2A97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0" y="5519738"/>
              <a:ext cx="25400" cy="254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1" name="Oval 1281">
              <a:extLst>
                <a:ext uri="{FF2B5EF4-FFF2-40B4-BE49-F238E27FC236}">
                  <a16:creationId xmlns:a16="http://schemas.microsoft.com/office/drawing/2014/main" id="{E4E02EB6-17D6-B121-3956-705CC950E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5616576"/>
              <a:ext cx="25400" cy="254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2" name="Oval 1282">
              <a:extLst>
                <a:ext uri="{FF2B5EF4-FFF2-40B4-BE49-F238E27FC236}">
                  <a16:creationId xmlns:a16="http://schemas.microsoft.com/office/drawing/2014/main" id="{3A0C8DE1-DE28-E11B-4C18-875F5BC07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913" y="5832476"/>
              <a:ext cx="23813" cy="238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3" name="Line 1283">
              <a:extLst>
                <a:ext uri="{FF2B5EF4-FFF2-40B4-BE49-F238E27FC236}">
                  <a16:creationId xmlns:a16="http://schemas.microsoft.com/office/drawing/2014/main" id="{3CC670B0-EE36-8773-FF11-29348B9279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1322388"/>
              <a:ext cx="4100513" cy="4570413"/>
            </a:xfrm>
            <a:prstGeom prst="line">
              <a:avLst/>
            </a:prstGeom>
            <a:noFill/>
            <a:ln w="6350" cap="flat">
              <a:solidFill>
                <a:srgbClr val="00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4" name="Oval 1284">
              <a:extLst>
                <a:ext uri="{FF2B5EF4-FFF2-40B4-BE49-F238E27FC236}">
                  <a16:creationId xmlns:a16="http://schemas.microsoft.com/office/drawing/2014/main" id="{3CA5026D-3FAE-2DF2-A9AF-D63C71F31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425" y="1584326"/>
              <a:ext cx="23813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5" name="Oval 1285">
              <a:extLst>
                <a:ext uri="{FF2B5EF4-FFF2-40B4-BE49-F238E27FC236}">
                  <a16:creationId xmlns:a16="http://schemas.microsoft.com/office/drawing/2014/main" id="{78981F10-A522-49EA-9BAF-69C4870C0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5900" y="1989138"/>
              <a:ext cx="25400" cy="254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6" name="Oval 1286">
              <a:extLst>
                <a:ext uri="{FF2B5EF4-FFF2-40B4-BE49-F238E27FC236}">
                  <a16:creationId xmlns:a16="http://schemas.microsoft.com/office/drawing/2014/main" id="{07526E2E-6689-A2E9-82FE-0E86AAACF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863" y="2614613"/>
              <a:ext cx="23813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7" name="Oval 1287">
              <a:extLst>
                <a:ext uri="{FF2B5EF4-FFF2-40B4-BE49-F238E27FC236}">
                  <a16:creationId xmlns:a16="http://schemas.microsoft.com/office/drawing/2014/main" id="{5A4E198C-A526-CFC8-B681-6D2763833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375" y="2909888"/>
              <a:ext cx="25400" cy="254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8" name="Oval 1288">
              <a:extLst>
                <a:ext uri="{FF2B5EF4-FFF2-40B4-BE49-F238E27FC236}">
                  <a16:creationId xmlns:a16="http://schemas.microsoft.com/office/drawing/2014/main" id="{97C04ED0-2D01-C2F6-68DA-2CDF6F026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7813" y="3232151"/>
              <a:ext cx="23813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9" name="Oval 1289">
              <a:extLst>
                <a:ext uri="{FF2B5EF4-FFF2-40B4-BE49-F238E27FC236}">
                  <a16:creationId xmlns:a16="http://schemas.microsoft.com/office/drawing/2014/main" id="{A9F0DA0A-B7E2-2806-5156-15070A466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338" y="3598863"/>
              <a:ext cx="25400" cy="254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0" name="Oval 1290">
              <a:extLst>
                <a:ext uri="{FF2B5EF4-FFF2-40B4-BE49-F238E27FC236}">
                  <a16:creationId xmlns:a16="http://schemas.microsoft.com/office/drawing/2014/main" id="{1063FE93-538B-0362-B6E4-DED6340B0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5175" y="3957638"/>
              <a:ext cx="25400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1" name="Oval 1291">
              <a:extLst>
                <a:ext uri="{FF2B5EF4-FFF2-40B4-BE49-F238E27FC236}">
                  <a16:creationId xmlns:a16="http://schemas.microsoft.com/office/drawing/2014/main" id="{208C3529-7AF1-8620-9A91-3A2441965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850" y="4313238"/>
              <a:ext cx="25400" cy="254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2" name="Oval 1292">
              <a:extLst>
                <a:ext uri="{FF2B5EF4-FFF2-40B4-BE49-F238E27FC236}">
                  <a16:creationId xmlns:a16="http://schemas.microsoft.com/office/drawing/2014/main" id="{6EA732B7-78D2-90B4-8113-5A91291D7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300" y="4616451"/>
              <a:ext cx="25400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3" name="Oval 1293">
              <a:extLst>
                <a:ext uri="{FF2B5EF4-FFF2-40B4-BE49-F238E27FC236}">
                  <a16:creationId xmlns:a16="http://schemas.microsoft.com/office/drawing/2014/main" id="{388815D5-2152-605B-555F-C823407A0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288" y="4743451"/>
              <a:ext cx="23813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4" name="Oval 1294">
              <a:extLst>
                <a:ext uri="{FF2B5EF4-FFF2-40B4-BE49-F238E27FC236}">
                  <a16:creationId xmlns:a16="http://schemas.microsoft.com/office/drawing/2014/main" id="{A84057CE-2460-E768-723D-8B185ECE9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919663"/>
              <a:ext cx="23813" cy="254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5" name="Oval 1295">
              <a:extLst>
                <a:ext uri="{FF2B5EF4-FFF2-40B4-BE49-F238E27FC236}">
                  <a16:creationId xmlns:a16="http://schemas.microsoft.com/office/drawing/2014/main" id="{A053459E-D6BB-B047-8E09-190B24823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7813" y="5202238"/>
              <a:ext cx="25400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6" name="Oval 1296">
              <a:extLst>
                <a:ext uri="{FF2B5EF4-FFF2-40B4-BE49-F238E27FC236}">
                  <a16:creationId xmlns:a16="http://schemas.microsoft.com/office/drawing/2014/main" id="{7E0EECBE-82E1-66F2-F879-B89B06851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227638"/>
              <a:ext cx="23813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7" name="Oval 1297">
              <a:extLst>
                <a:ext uri="{FF2B5EF4-FFF2-40B4-BE49-F238E27FC236}">
                  <a16:creationId xmlns:a16="http://schemas.microsoft.com/office/drawing/2014/main" id="{ECA644EE-CBFF-E9BA-D724-6D158C40A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0" y="5359401"/>
              <a:ext cx="25400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8" name="Oval 1298">
              <a:extLst>
                <a:ext uri="{FF2B5EF4-FFF2-40B4-BE49-F238E27FC236}">
                  <a16:creationId xmlns:a16="http://schemas.microsoft.com/office/drawing/2014/main" id="{24146BAE-386F-1E26-CED8-2602AF0E3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5530851"/>
              <a:ext cx="25400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9" name="Oval 1299">
              <a:extLst>
                <a:ext uri="{FF2B5EF4-FFF2-40B4-BE49-F238E27FC236}">
                  <a16:creationId xmlns:a16="http://schemas.microsoft.com/office/drawing/2014/main" id="{1C45B64A-F879-B8EA-978F-AAD980F31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913" y="5694363"/>
              <a:ext cx="23813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0" name="Oval 1300">
              <a:extLst>
                <a:ext uri="{FF2B5EF4-FFF2-40B4-BE49-F238E27FC236}">
                  <a16:creationId xmlns:a16="http://schemas.microsoft.com/office/drawing/2014/main" id="{E62B0852-F61E-C375-0826-5B51B1352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4225" y="5762626"/>
              <a:ext cx="23813" cy="238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1" name="Oval 1301">
              <a:extLst>
                <a:ext uri="{FF2B5EF4-FFF2-40B4-BE49-F238E27FC236}">
                  <a16:creationId xmlns:a16="http://schemas.microsoft.com/office/drawing/2014/main" id="{F42E1BBC-590F-547D-EBD1-6F3F1E707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6775" y="5776913"/>
              <a:ext cx="25400" cy="254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2" name="Line 1302">
              <a:extLst>
                <a:ext uri="{FF2B5EF4-FFF2-40B4-BE49-F238E27FC236}">
                  <a16:creationId xmlns:a16="http://schemas.microsoft.com/office/drawing/2014/main" id="{54B877DA-9108-6DE2-C0B1-65315352B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25" y="495301"/>
              <a:ext cx="4243388" cy="5397500"/>
            </a:xfrm>
            <a:prstGeom prst="line">
              <a:avLst/>
            </a:prstGeom>
            <a:noFill/>
            <a:ln w="6350" cap="flat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33" name="Rectangle 1318">
            <a:extLst>
              <a:ext uri="{FF2B5EF4-FFF2-40B4-BE49-F238E27FC236}">
                <a16:creationId xmlns:a16="http://schemas.microsoft.com/office/drawing/2014/main" id="{632E9BD5-9611-0421-FA5D-7FA149791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3918" y="6491287"/>
            <a:ext cx="5272088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scindatabase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pad=1 whiten=per view (subj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wtd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marg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=1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pxlmean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0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roimean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cosbell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 gen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36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132</Words>
  <Application>Microsoft Office PowerPoint</Application>
  <PresentationFormat>Widescreen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D Victor</dc:creator>
  <cp:lastModifiedBy>Jonathan D Victor</cp:lastModifiedBy>
  <cp:revision>2</cp:revision>
  <dcterms:created xsi:type="dcterms:W3CDTF">2023-01-30T15:20:04Z</dcterms:created>
  <dcterms:modified xsi:type="dcterms:W3CDTF">2023-01-30T16:01:31Z</dcterms:modified>
</cp:coreProperties>
</file>