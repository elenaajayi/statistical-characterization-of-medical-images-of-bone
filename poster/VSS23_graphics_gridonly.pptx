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86358" autoAdjust="0"/>
  </p:normalViewPr>
  <p:slideViewPr>
    <p:cSldViewPr snapToGrid="0">
      <p:cViewPr varScale="1">
        <p:scale>
          <a:sx n="113" d="100"/>
          <a:sy n="113" d="100"/>
        </p:scale>
        <p:origin x="69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5EC58-7948-7C4C-8CC6-ED56203CBB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2FD35-F142-C94A-B42F-B7DF5A2EC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5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patches are from synpic45593_N1R128_to_show_submean, with patch prior to mean subtracted plotted with altered grayscale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2FD35-F142-C94A-B42F-B7DF5A2EC5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1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C192-991A-E011-5570-3601B66C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16202-32DB-04D7-4D4B-40FB7FC5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42C5-63F3-493C-8536-9B0765D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BA7D-3D11-8ECA-CE96-608C7880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2064-E53D-29A8-FD71-D4E40E54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2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F317-3F01-5180-2EE9-4A505E11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367A-9088-A960-E216-1BBBD007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9F09-0AD6-D1AC-A46E-9DE1E9CE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44D2-27FD-898C-A0BA-E078728C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50E5-3037-5E02-2BA6-07EE4760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3D2F-B2F9-38C2-1A4F-F4607531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0CB7E-B2CC-7FF5-56F0-D37479361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F094F-A60C-2545-315B-0762A260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C953-278C-6837-F979-F93BBAB5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5E34-0917-9A47-DEF6-9897C23D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6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81E3-898F-F9C2-2256-B84612B7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92AC-BDDD-49A1-C2BD-DCCB9FAF7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A4C89-7925-C377-CB0E-0A37060E5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D0547-9EDB-89E2-7644-93012695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00A0-BA06-0193-942A-87751992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8CD62-5656-E58A-BCDF-5992A2C7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73E3-CB3F-4DD7-93F0-DD4B371B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1883E-E804-015A-2A8C-07B6D9180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3DBB-D058-F783-A1DC-5F26826D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D08AE-6C15-4087-41D7-5E43268BD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3C54C-6B04-FB9E-46B6-32316B9FF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ECD98-3A24-0593-D310-0258EC0A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6BCE3-F15D-A484-8477-D180067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90DA9-88C2-2FC7-7F73-D6F06AA3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DDC8-CE4C-3F67-8BB0-09428C4C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F7B6E-FC7D-1FF5-E22C-F2A41EC6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2F66D-DC4F-CB97-3AEC-C0C9E79A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60181-FEF4-2956-1909-234E506C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3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AD2A5-6AE5-417E-B3C5-DB708255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DF789-3CAC-D554-A604-1BD5059E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CA4D-A58B-9701-E928-00146255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6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1657-1863-0BB9-117B-C14FE0D6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923C-86F8-70BD-2089-684BBC0E4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0B649-836F-A341-8E5E-11D93A575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B6F78-4754-48D4-3DDF-DD08A524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0634D-C5F5-58AD-3F08-6686F5DD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63453-8C4A-59C4-52B1-1F61F91B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BDF2-7601-33E6-8BA9-1C51D456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1A9B-68CC-74A0-2D39-300DD48AB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DC97-0E1A-0E5C-E515-9C0710243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6F779-D163-3A68-F849-AAFA9099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C6170-4A09-09B3-4FA8-EB16A68C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11C8B-B110-39D9-AA58-AF293066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D3CD-B23F-DCF2-98CC-F1673BB3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1B731-8FD6-80C5-212F-FE39FF8E0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DB6F-F251-6A6C-F348-BDF1BA16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FD937-BBD9-1AB6-0CB4-8FB338CE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E017B-C21B-0E46-0B00-13E026D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1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CC8A4-19A1-D5D3-014E-04DE86A90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50046-4E19-DC88-258C-825A6CB3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FAB8F-1A08-6A8C-7441-EA7DE2BE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9C86-BA9A-7828-C32F-636873D9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E8C1-56CC-3F15-13DF-B826492E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4F251-8157-9829-D941-68924746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52C88-FB1F-CE47-53DA-1AC374651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66B3-92D4-6E7F-76CD-A331EBD2A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423A9-3967-400C-9CE0-7B1FE7C64F10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4D1A-F9AC-9D30-E318-935F4E834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383E-B7BD-BBFC-105E-B7E228FF8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4" name="Group 1963">
            <a:extLst>
              <a:ext uri="{FF2B5EF4-FFF2-40B4-BE49-F238E27FC236}">
                <a16:creationId xmlns:a16="http://schemas.microsoft.com/office/drawing/2014/main" id="{D342C726-F359-159D-36DC-BF753FB77F95}"/>
              </a:ext>
            </a:extLst>
          </p:cNvPr>
          <p:cNvGrpSpPr/>
          <p:nvPr/>
        </p:nvGrpSpPr>
        <p:grpSpPr>
          <a:xfrm>
            <a:off x="2979595" y="4028881"/>
            <a:ext cx="1687689" cy="1018580"/>
            <a:chOff x="2979595" y="4028881"/>
            <a:chExt cx="1687689" cy="1018580"/>
          </a:xfrm>
        </p:grpSpPr>
        <p:grpSp>
          <p:nvGrpSpPr>
            <p:cNvPr id="3232" name="Group 3231">
              <a:extLst>
                <a:ext uri="{FF2B5EF4-FFF2-40B4-BE49-F238E27FC236}">
                  <a16:creationId xmlns:a16="http://schemas.microsoft.com/office/drawing/2014/main" id="{5CE39410-C940-BFF0-CD5E-35863871EC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66700" y="4030676"/>
              <a:ext cx="100584" cy="100560"/>
              <a:chOff x="5379887" y="3655197"/>
              <a:chExt cx="137192" cy="137160"/>
            </a:xfrm>
          </p:grpSpPr>
          <p:grpSp>
            <p:nvGrpSpPr>
              <p:cNvPr id="3288" name="Group 3287">
                <a:extLst>
                  <a:ext uri="{FF2B5EF4-FFF2-40B4-BE49-F238E27FC236}">
                    <a16:creationId xmlns:a16="http://schemas.microsoft.com/office/drawing/2014/main" id="{C5039E15-5D33-B0A7-D73F-60B51EBCBD6D}"/>
                  </a:ext>
                </a:extLst>
              </p:cNvPr>
              <p:cNvGrpSpPr/>
              <p:nvPr/>
            </p:nvGrpSpPr>
            <p:grpSpPr>
              <a:xfrm>
                <a:off x="5379962" y="3655197"/>
                <a:ext cx="136966" cy="137160"/>
                <a:chOff x="5303714" y="3579046"/>
                <a:chExt cx="136966" cy="137160"/>
              </a:xfrm>
            </p:grpSpPr>
            <p:cxnSp>
              <p:nvCxnSpPr>
                <p:cNvPr id="3295" name="Straight Connector 3294">
                  <a:extLst>
                    <a:ext uri="{FF2B5EF4-FFF2-40B4-BE49-F238E27FC236}">
                      <a16:creationId xmlns:a16="http://schemas.microsoft.com/office/drawing/2014/main" id="{2777BB9C-D003-DA98-58E9-B000A7A56733}"/>
                    </a:ext>
                  </a:extLst>
                </p:cNvPr>
                <p:cNvCxnSpPr/>
                <p:nvPr/>
              </p:nvCxnSpPr>
              <p:spPr bwMode="auto">
                <a:xfrm>
                  <a:off x="5303714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6" name="Straight Connector 3295">
                  <a:extLst>
                    <a:ext uri="{FF2B5EF4-FFF2-40B4-BE49-F238E27FC236}">
                      <a16:creationId xmlns:a16="http://schemas.microsoft.com/office/drawing/2014/main" id="{FE5F4EF0-6CAD-2C61-4D13-CC48BEA0429C}"/>
                    </a:ext>
                  </a:extLst>
                </p:cNvPr>
                <p:cNvCxnSpPr/>
                <p:nvPr/>
              </p:nvCxnSpPr>
              <p:spPr bwMode="auto">
                <a:xfrm>
                  <a:off x="5337956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7" name="Straight Connector 3296">
                  <a:extLst>
                    <a:ext uri="{FF2B5EF4-FFF2-40B4-BE49-F238E27FC236}">
                      <a16:creationId xmlns:a16="http://schemas.microsoft.com/office/drawing/2014/main" id="{41C6F9D1-5DD4-F110-2943-22B1F4622BF8}"/>
                    </a:ext>
                  </a:extLst>
                </p:cNvPr>
                <p:cNvCxnSpPr/>
                <p:nvPr/>
              </p:nvCxnSpPr>
              <p:spPr bwMode="auto">
                <a:xfrm>
                  <a:off x="5372198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8" name="Straight Connector 3297">
                  <a:extLst>
                    <a:ext uri="{FF2B5EF4-FFF2-40B4-BE49-F238E27FC236}">
                      <a16:creationId xmlns:a16="http://schemas.microsoft.com/office/drawing/2014/main" id="{E0133889-15D4-B323-5593-E2C67D8B0E9B}"/>
                    </a:ext>
                  </a:extLst>
                </p:cNvPr>
                <p:cNvCxnSpPr/>
                <p:nvPr/>
              </p:nvCxnSpPr>
              <p:spPr bwMode="auto">
                <a:xfrm>
                  <a:off x="5406439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9" name="Straight Connector 3298">
                  <a:extLst>
                    <a:ext uri="{FF2B5EF4-FFF2-40B4-BE49-F238E27FC236}">
                      <a16:creationId xmlns:a16="http://schemas.microsoft.com/office/drawing/2014/main" id="{9AD26A7E-10BE-1706-5DB3-E60F8EFCBDC7}"/>
                    </a:ext>
                  </a:extLst>
                </p:cNvPr>
                <p:cNvCxnSpPr/>
                <p:nvPr/>
              </p:nvCxnSpPr>
              <p:spPr bwMode="auto">
                <a:xfrm>
                  <a:off x="5440680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3289" name="Group 3288">
                <a:extLst>
                  <a:ext uri="{FF2B5EF4-FFF2-40B4-BE49-F238E27FC236}">
                    <a16:creationId xmlns:a16="http://schemas.microsoft.com/office/drawing/2014/main" id="{CB120FED-D06D-DDD1-34A9-F124F4A51502}"/>
                  </a:ext>
                </a:extLst>
              </p:cNvPr>
              <p:cNvGrpSpPr/>
              <p:nvPr/>
            </p:nvGrpSpPr>
            <p:grpSpPr>
              <a:xfrm rot="16200000">
                <a:off x="5380000" y="3655204"/>
                <a:ext cx="136966" cy="137192"/>
                <a:chOff x="5303714" y="3579046"/>
                <a:chExt cx="136966" cy="137192"/>
              </a:xfrm>
            </p:grpSpPr>
            <p:cxnSp>
              <p:nvCxnSpPr>
                <p:cNvPr id="3290" name="Straight Connector 3289">
                  <a:extLst>
                    <a:ext uri="{FF2B5EF4-FFF2-40B4-BE49-F238E27FC236}">
                      <a16:creationId xmlns:a16="http://schemas.microsoft.com/office/drawing/2014/main" id="{E3D755D9-E18B-5EC4-B817-A6D12964F795}"/>
                    </a:ext>
                  </a:extLst>
                </p:cNvPr>
                <p:cNvCxnSpPr/>
                <p:nvPr/>
              </p:nvCxnSpPr>
              <p:spPr bwMode="auto">
                <a:xfrm>
                  <a:off x="5303714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1" name="Straight Connector 3290">
                  <a:extLst>
                    <a:ext uri="{FF2B5EF4-FFF2-40B4-BE49-F238E27FC236}">
                      <a16:creationId xmlns:a16="http://schemas.microsoft.com/office/drawing/2014/main" id="{0C0281BA-F55A-655B-C7B1-7B5CDBBAFF7A}"/>
                    </a:ext>
                  </a:extLst>
                </p:cNvPr>
                <p:cNvCxnSpPr/>
                <p:nvPr/>
              </p:nvCxnSpPr>
              <p:spPr bwMode="auto">
                <a:xfrm>
                  <a:off x="5337956" y="3579078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2" name="Straight Connector 3291">
                  <a:extLst>
                    <a:ext uri="{FF2B5EF4-FFF2-40B4-BE49-F238E27FC236}">
                      <a16:creationId xmlns:a16="http://schemas.microsoft.com/office/drawing/2014/main" id="{B6F10AA9-1BE6-B4EA-E9E8-24744DAB44FE}"/>
                    </a:ext>
                  </a:extLst>
                </p:cNvPr>
                <p:cNvCxnSpPr/>
                <p:nvPr/>
              </p:nvCxnSpPr>
              <p:spPr bwMode="auto">
                <a:xfrm>
                  <a:off x="5372198" y="357907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3" name="Straight Connector 3292">
                  <a:extLst>
                    <a:ext uri="{FF2B5EF4-FFF2-40B4-BE49-F238E27FC236}">
                      <a16:creationId xmlns:a16="http://schemas.microsoft.com/office/drawing/2014/main" id="{AB6C0B22-EE85-B566-3B9F-184E051D3A77}"/>
                    </a:ext>
                  </a:extLst>
                </p:cNvPr>
                <p:cNvCxnSpPr/>
                <p:nvPr/>
              </p:nvCxnSpPr>
              <p:spPr bwMode="auto">
                <a:xfrm>
                  <a:off x="5406439" y="357907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94" name="Straight Connector 3293">
                  <a:extLst>
                    <a:ext uri="{FF2B5EF4-FFF2-40B4-BE49-F238E27FC236}">
                      <a16:creationId xmlns:a16="http://schemas.microsoft.com/office/drawing/2014/main" id="{F918990B-3AAA-2B70-6513-9CCFB27CECDF}"/>
                    </a:ext>
                  </a:extLst>
                </p:cNvPr>
                <p:cNvCxnSpPr/>
                <p:nvPr/>
              </p:nvCxnSpPr>
              <p:spPr bwMode="auto">
                <a:xfrm>
                  <a:off x="5440680" y="3579046"/>
                  <a:ext cx="0" cy="13716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3271" name="Group 3270">
              <a:extLst>
                <a:ext uri="{FF2B5EF4-FFF2-40B4-BE49-F238E27FC236}">
                  <a16:creationId xmlns:a16="http://schemas.microsoft.com/office/drawing/2014/main" id="{A24427C7-A0BF-934C-6A40-0273107511CA}"/>
                </a:ext>
              </a:extLst>
            </p:cNvPr>
            <p:cNvGrpSpPr/>
            <p:nvPr/>
          </p:nvGrpSpPr>
          <p:grpSpPr>
            <a:xfrm>
              <a:off x="2984433" y="4494110"/>
              <a:ext cx="553351" cy="553351"/>
              <a:chOff x="2743200" y="4800600"/>
              <a:chExt cx="685800" cy="685800"/>
            </a:xfrm>
          </p:grpSpPr>
          <p:grpSp>
            <p:nvGrpSpPr>
              <p:cNvPr id="3276" name="Group 3275">
                <a:extLst>
                  <a:ext uri="{FF2B5EF4-FFF2-40B4-BE49-F238E27FC236}">
                    <a16:creationId xmlns:a16="http://schemas.microsoft.com/office/drawing/2014/main" id="{33D62C8F-7CDA-FE67-BBDA-434AF151513A}"/>
                  </a:ext>
                </a:extLst>
              </p:cNvPr>
              <p:cNvGrpSpPr/>
              <p:nvPr/>
            </p:nvGrpSpPr>
            <p:grpSpPr>
              <a:xfrm>
                <a:off x="2743200" y="4800600"/>
                <a:ext cx="685800" cy="685800"/>
                <a:chOff x="2743200" y="4800600"/>
                <a:chExt cx="685800" cy="1371600"/>
              </a:xfrm>
            </p:grpSpPr>
            <p:cxnSp>
              <p:nvCxnSpPr>
                <p:cNvPr id="3283" name="Straight Connector 3282">
                  <a:extLst>
                    <a:ext uri="{FF2B5EF4-FFF2-40B4-BE49-F238E27FC236}">
                      <a16:creationId xmlns:a16="http://schemas.microsoft.com/office/drawing/2014/main" id="{7201ABB3-52E6-E036-9FBF-9A3BFADD336A}"/>
                    </a:ext>
                  </a:extLst>
                </p:cNvPr>
                <p:cNvCxnSpPr/>
                <p:nvPr/>
              </p:nvCxnSpPr>
              <p:spPr bwMode="auto">
                <a:xfrm flipH="1">
                  <a:off x="274320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4" name="Straight Connector 3283">
                  <a:extLst>
                    <a:ext uri="{FF2B5EF4-FFF2-40B4-BE49-F238E27FC236}">
                      <a16:creationId xmlns:a16="http://schemas.microsoft.com/office/drawing/2014/main" id="{C7791B5A-2CF1-1815-DBD2-F89205F1A8F9}"/>
                    </a:ext>
                  </a:extLst>
                </p:cNvPr>
                <p:cNvCxnSpPr/>
                <p:nvPr/>
              </p:nvCxnSpPr>
              <p:spPr bwMode="auto">
                <a:xfrm flipH="1">
                  <a:off x="291465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5" name="Straight Connector 3284">
                  <a:extLst>
                    <a:ext uri="{FF2B5EF4-FFF2-40B4-BE49-F238E27FC236}">
                      <a16:creationId xmlns:a16="http://schemas.microsoft.com/office/drawing/2014/main" id="{F9F97F28-D86D-5A57-1813-8FE544852EF2}"/>
                    </a:ext>
                  </a:extLst>
                </p:cNvPr>
                <p:cNvCxnSpPr/>
                <p:nvPr/>
              </p:nvCxnSpPr>
              <p:spPr bwMode="auto">
                <a:xfrm flipH="1">
                  <a:off x="308610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6" name="Straight Connector 3285">
                  <a:extLst>
                    <a:ext uri="{FF2B5EF4-FFF2-40B4-BE49-F238E27FC236}">
                      <a16:creationId xmlns:a16="http://schemas.microsoft.com/office/drawing/2014/main" id="{35097026-D992-525D-DD95-B3877A687D92}"/>
                    </a:ext>
                  </a:extLst>
                </p:cNvPr>
                <p:cNvCxnSpPr/>
                <p:nvPr/>
              </p:nvCxnSpPr>
              <p:spPr bwMode="auto">
                <a:xfrm flipH="1">
                  <a:off x="325755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7" name="Straight Connector 3286">
                  <a:extLst>
                    <a:ext uri="{FF2B5EF4-FFF2-40B4-BE49-F238E27FC236}">
                      <a16:creationId xmlns:a16="http://schemas.microsoft.com/office/drawing/2014/main" id="{CF2EE8C8-EA35-8309-EB47-58C8237E198F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2900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3277" name="Group 3276">
                <a:extLst>
                  <a:ext uri="{FF2B5EF4-FFF2-40B4-BE49-F238E27FC236}">
                    <a16:creationId xmlns:a16="http://schemas.microsoft.com/office/drawing/2014/main" id="{A8CE372F-BAA6-0046-E773-7CC410C200E2}"/>
                  </a:ext>
                </a:extLst>
              </p:cNvPr>
              <p:cNvGrpSpPr/>
              <p:nvPr/>
            </p:nvGrpSpPr>
            <p:grpSpPr>
              <a:xfrm rot="16200000">
                <a:off x="2743200" y="4800600"/>
                <a:ext cx="685800" cy="685800"/>
                <a:chOff x="2743200" y="4800600"/>
                <a:chExt cx="685800" cy="1371600"/>
              </a:xfrm>
            </p:grpSpPr>
            <p:cxnSp>
              <p:nvCxnSpPr>
                <p:cNvPr id="3278" name="Straight Connector 3277">
                  <a:extLst>
                    <a:ext uri="{FF2B5EF4-FFF2-40B4-BE49-F238E27FC236}">
                      <a16:creationId xmlns:a16="http://schemas.microsoft.com/office/drawing/2014/main" id="{FDB8F2D9-C0A8-2BC7-535E-F896115AA697}"/>
                    </a:ext>
                  </a:extLst>
                </p:cNvPr>
                <p:cNvCxnSpPr/>
                <p:nvPr/>
              </p:nvCxnSpPr>
              <p:spPr bwMode="auto">
                <a:xfrm flipH="1">
                  <a:off x="274320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79" name="Straight Connector 3278">
                  <a:extLst>
                    <a:ext uri="{FF2B5EF4-FFF2-40B4-BE49-F238E27FC236}">
                      <a16:creationId xmlns:a16="http://schemas.microsoft.com/office/drawing/2014/main" id="{C4C4EE8F-296F-F087-EED4-1D4DD814EF5B}"/>
                    </a:ext>
                  </a:extLst>
                </p:cNvPr>
                <p:cNvCxnSpPr/>
                <p:nvPr/>
              </p:nvCxnSpPr>
              <p:spPr bwMode="auto">
                <a:xfrm flipH="1">
                  <a:off x="291465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0" name="Straight Connector 3279">
                  <a:extLst>
                    <a:ext uri="{FF2B5EF4-FFF2-40B4-BE49-F238E27FC236}">
                      <a16:creationId xmlns:a16="http://schemas.microsoft.com/office/drawing/2014/main" id="{ACCA8B6C-EDE5-52A4-C5F0-99A65FAA5A08}"/>
                    </a:ext>
                  </a:extLst>
                </p:cNvPr>
                <p:cNvCxnSpPr/>
                <p:nvPr/>
              </p:nvCxnSpPr>
              <p:spPr bwMode="auto">
                <a:xfrm flipH="1">
                  <a:off x="308610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1" name="Straight Connector 3280">
                  <a:extLst>
                    <a:ext uri="{FF2B5EF4-FFF2-40B4-BE49-F238E27FC236}">
                      <a16:creationId xmlns:a16="http://schemas.microsoft.com/office/drawing/2014/main" id="{5B92DA68-9F99-5372-F135-AAA9673EB3F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25755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82" name="Straight Connector 3281">
                  <a:extLst>
                    <a:ext uri="{FF2B5EF4-FFF2-40B4-BE49-F238E27FC236}">
                      <a16:creationId xmlns:a16="http://schemas.microsoft.com/office/drawing/2014/main" id="{604D6E45-0E3E-9F19-D4D8-894D37C9264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29000" y="4800600"/>
                  <a:ext cx="0" cy="13716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8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3272" name="Straight Connector 3271">
              <a:extLst>
                <a:ext uri="{FF2B5EF4-FFF2-40B4-BE49-F238E27FC236}">
                  <a16:creationId xmlns:a16="http://schemas.microsoft.com/office/drawing/2014/main" id="{A017FF3E-ACE9-71F9-1873-2B9528C8F830}"/>
                </a:ext>
              </a:extLst>
            </p:cNvPr>
            <p:cNvCxnSpPr/>
            <p:nvPr/>
          </p:nvCxnSpPr>
          <p:spPr bwMode="auto">
            <a:xfrm flipV="1">
              <a:off x="3536800" y="4116332"/>
              <a:ext cx="1123135" cy="9216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3" name="Straight Connector 3272">
              <a:extLst>
                <a:ext uri="{FF2B5EF4-FFF2-40B4-BE49-F238E27FC236}">
                  <a16:creationId xmlns:a16="http://schemas.microsoft.com/office/drawing/2014/main" id="{E6D0163D-E4B0-B800-70DE-2BCEDA6F27DD}"/>
                </a:ext>
              </a:extLst>
            </p:cNvPr>
            <p:cNvCxnSpPr/>
            <p:nvPr/>
          </p:nvCxnSpPr>
          <p:spPr bwMode="auto">
            <a:xfrm flipV="1">
              <a:off x="3526882" y="4044699"/>
              <a:ext cx="1126196" cy="4556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4" name="Straight Connector 3273">
              <a:extLst>
                <a:ext uri="{FF2B5EF4-FFF2-40B4-BE49-F238E27FC236}">
                  <a16:creationId xmlns:a16="http://schemas.microsoft.com/office/drawing/2014/main" id="{43DA5C89-D67D-6513-FDDD-DB396295C1A9}"/>
                </a:ext>
              </a:extLst>
            </p:cNvPr>
            <p:cNvCxnSpPr/>
            <p:nvPr/>
          </p:nvCxnSpPr>
          <p:spPr bwMode="auto">
            <a:xfrm flipV="1">
              <a:off x="2979595" y="4028881"/>
              <a:ext cx="1604005" cy="4557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65" name="Group 1964">
            <a:extLst>
              <a:ext uri="{FF2B5EF4-FFF2-40B4-BE49-F238E27FC236}">
                <a16:creationId xmlns:a16="http://schemas.microsoft.com/office/drawing/2014/main" id="{524D5390-79F3-6868-076D-80820F20A72F}"/>
              </a:ext>
            </a:extLst>
          </p:cNvPr>
          <p:cNvGrpSpPr/>
          <p:nvPr/>
        </p:nvGrpSpPr>
        <p:grpSpPr>
          <a:xfrm>
            <a:off x="2749245" y="5155086"/>
            <a:ext cx="1067985" cy="562819"/>
            <a:chOff x="2749245" y="5155086"/>
            <a:chExt cx="1067985" cy="562819"/>
          </a:xfrm>
        </p:grpSpPr>
        <p:sp>
          <p:nvSpPr>
            <p:cNvPr id="3270" name="TextBox 3269">
              <a:extLst>
                <a:ext uri="{FF2B5EF4-FFF2-40B4-BE49-F238E27FC236}">
                  <a16:creationId xmlns:a16="http://schemas.microsoft.com/office/drawing/2014/main" id="{9A7230B4-734D-2ACF-F0FF-236D72E31A45}"/>
                </a:ext>
              </a:extLst>
            </p:cNvPr>
            <p:cNvSpPr txBox="1"/>
            <p:nvPr/>
          </p:nvSpPr>
          <p:spPr>
            <a:xfrm>
              <a:off x="2749245" y="5194685"/>
              <a:ext cx="106798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A80000"/>
                  </a:solidFill>
                </a:rPr>
                <a:t>N pixels per block edge</a:t>
              </a:r>
            </a:p>
          </p:txBody>
        </p:sp>
        <p:cxnSp>
          <p:nvCxnSpPr>
            <p:cNvPr id="3275" name="Straight Arrow Connector 3274">
              <a:extLst>
                <a:ext uri="{FF2B5EF4-FFF2-40B4-BE49-F238E27FC236}">
                  <a16:creationId xmlns:a16="http://schemas.microsoft.com/office/drawing/2014/main" id="{46C77A86-0656-0E4D-E06D-CD877CF80BAB}"/>
                </a:ext>
              </a:extLst>
            </p:cNvPr>
            <p:cNvCxnSpPr/>
            <p:nvPr/>
          </p:nvCxnSpPr>
          <p:spPr bwMode="auto">
            <a:xfrm>
              <a:off x="2929693" y="5155086"/>
              <a:ext cx="64766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800000"/>
              </a:solidFill>
              <a:prstDash val="solid"/>
              <a:round/>
              <a:headEnd type="triangle" w="lg" len="lg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34" name="Group 3233">
            <a:extLst>
              <a:ext uri="{FF2B5EF4-FFF2-40B4-BE49-F238E27FC236}">
                <a16:creationId xmlns:a16="http://schemas.microsoft.com/office/drawing/2014/main" id="{1BA8F27E-5B11-7CDA-636F-00E6E9EC73A9}"/>
              </a:ext>
            </a:extLst>
          </p:cNvPr>
          <p:cNvGrpSpPr/>
          <p:nvPr/>
        </p:nvGrpSpPr>
        <p:grpSpPr>
          <a:xfrm>
            <a:off x="4596851" y="6386688"/>
            <a:ext cx="2255975" cy="363908"/>
            <a:chOff x="6430825" y="3028810"/>
            <a:chExt cx="2255975" cy="363908"/>
          </a:xfrm>
        </p:grpSpPr>
        <p:sp>
          <p:nvSpPr>
            <p:cNvPr id="3268" name="TextBox 3267">
              <a:extLst>
                <a:ext uri="{FF2B5EF4-FFF2-40B4-BE49-F238E27FC236}">
                  <a16:creationId xmlns:a16="http://schemas.microsoft.com/office/drawing/2014/main" id="{D2355E62-B774-FAF7-3AA4-C65FD2A3BC08}"/>
                </a:ext>
              </a:extLst>
            </p:cNvPr>
            <p:cNvSpPr txBox="1"/>
            <p:nvPr/>
          </p:nvSpPr>
          <p:spPr>
            <a:xfrm>
              <a:off x="6526372" y="3105583"/>
              <a:ext cx="1972851" cy="287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7030A0"/>
                  </a:solidFill>
                </a:rPr>
                <a:t>R blocks per patch edge</a:t>
              </a:r>
            </a:p>
          </p:txBody>
        </p:sp>
        <p:cxnSp>
          <p:nvCxnSpPr>
            <p:cNvPr id="3269" name="Straight Arrow Connector 3268">
              <a:extLst>
                <a:ext uri="{FF2B5EF4-FFF2-40B4-BE49-F238E27FC236}">
                  <a16:creationId xmlns:a16="http://schemas.microsoft.com/office/drawing/2014/main" id="{AFE0160E-EB16-7CFC-24B0-959CE4CF822B}"/>
                </a:ext>
              </a:extLst>
            </p:cNvPr>
            <p:cNvCxnSpPr/>
            <p:nvPr/>
          </p:nvCxnSpPr>
          <p:spPr bwMode="auto">
            <a:xfrm flipV="1">
              <a:off x="6430825" y="3028810"/>
              <a:ext cx="2255975" cy="1058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7030A0"/>
              </a:solidFill>
              <a:prstDash val="solid"/>
              <a:round/>
              <a:headEnd type="triangle" w="lg" len="lg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953" name="Group 1952">
            <a:extLst>
              <a:ext uri="{FF2B5EF4-FFF2-40B4-BE49-F238E27FC236}">
                <a16:creationId xmlns:a16="http://schemas.microsoft.com/office/drawing/2014/main" id="{BDA18ACF-DF87-21EB-EA06-9585CD817F63}"/>
              </a:ext>
            </a:extLst>
          </p:cNvPr>
          <p:cNvGrpSpPr/>
          <p:nvPr/>
        </p:nvGrpSpPr>
        <p:grpSpPr>
          <a:xfrm>
            <a:off x="4066581" y="3060829"/>
            <a:ext cx="3172226" cy="3165857"/>
            <a:chOff x="3350087" y="2509621"/>
            <a:chExt cx="3172226" cy="3165857"/>
          </a:xfrm>
        </p:grpSpPr>
        <p:sp>
          <p:nvSpPr>
            <p:cNvPr id="3231" name="Rectangle 3230">
              <a:extLst>
                <a:ext uri="{FF2B5EF4-FFF2-40B4-BE49-F238E27FC236}">
                  <a16:creationId xmlns:a16="http://schemas.microsoft.com/office/drawing/2014/main" id="{AB722B5A-2478-F0BE-2472-5557DE0FC6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67634" y="2520798"/>
              <a:ext cx="3154679" cy="315468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E700099A-FCA9-5926-569D-A329333D80B9}"/>
                </a:ext>
              </a:extLst>
            </p:cNvPr>
            <p:cNvGrpSpPr/>
            <p:nvPr/>
          </p:nvGrpSpPr>
          <p:grpSpPr>
            <a:xfrm>
              <a:off x="3350087" y="2509621"/>
              <a:ext cx="3156390" cy="3156390"/>
              <a:chOff x="3350087" y="2509621"/>
              <a:chExt cx="3156390" cy="3156390"/>
            </a:xfrm>
          </p:grpSpPr>
          <p:grpSp>
            <p:nvGrpSpPr>
              <p:cNvPr id="1918" name="Group 1917">
                <a:extLst>
                  <a:ext uri="{FF2B5EF4-FFF2-40B4-BE49-F238E27FC236}">
                    <a16:creationId xmlns:a16="http://schemas.microsoft.com/office/drawing/2014/main" id="{F226C070-9CC3-0F63-DBF3-3B9EBA4A8E57}"/>
                  </a:ext>
                </a:extLst>
              </p:cNvPr>
              <p:cNvGrpSpPr/>
              <p:nvPr/>
            </p:nvGrpSpPr>
            <p:grpSpPr>
              <a:xfrm>
                <a:off x="3350087" y="2597153"/>
                <a:ext cx="3156390" cy="2943225"/>
                <a:chOff x="3350087" y="2597153"/>
                <a:chExt cx="3156390" cy="2943225"/>
              </a:xfrm>
            </p:grpSpPr>
            <p:cxnSp>
              <p:nvCxnSpPr>
                <p:cNvPr id="3237" name="Straight Connector 3236">
                  <a:extLst>
                    <a:ext uri="{FF2B5EF4-FFF2-40B4-BE49-F238E27FC236}">
                      <a16:creationId xmlns:a16="http://schemas.microsoft.com/office/drawing/2014/main" id="{995FD43B-F245-A52B-3B94-2323D9AC4CBA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864087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38" name="Straight Connector 3237">
                  <a:extLst>
                    <a:ext uri="{FF2B5EF4-FFF2-40B4-BE49-F238E27FC236}">
                      <a16:creationId xmlns:a16="http://schemas.microsoft.com/office/drawing/2014/main" id="{A492A72F-D6F3-BC1E-0741-11439A37C768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66787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39" name="Straight Connector 3238">
                  <a:extLst>
                    <a:ext uri="{FF2B5EF4-FFF2-40B4-BE49-F238E27FC236}">
                      <a16:creationId xmlns:a16="http://schemas.microsoft.com/office/drawing/2014/main" id="{5CCCB79E-DFAA-C2A7-87D0-98FED8DD721B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471657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0" name="Straight Connector 3239">
                  <a:extLst>
                    <a:ext uri="{FF2B5EF4-FFF2-40B4-BE49-F238E27FC236}">
                      <a16:creationId xmlns:a16="http://schemas.microsoft.com/office/drawing/2014/main" id="{53E3C8F5-C805-857D-849B-9CCFDB39472B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27544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1" name="Straight Connector 3240">
                  <a:extLst>
                    <a:ext uri="{FF2B5EF4-FFF2-40B4-BE49-F238E27FC236}">
                      <a16:creationId xmlns:a16="http://schemas.microsoft.com/office/drawing/2014/main" id="{5FDBD9E2-CEA9-71C0-80B6-C8BCBBF813E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07922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2" name="Straight Connector 3241">
                  <a:extLst>
                    <a:ext uri="{FF2B5EF4-FFF2-40B4-BE49-F238E27FC236}">
                      <a16:creationId xmlns:a16="http://schemas.microsoft.com/office/drawing/2014/main" id="{3857DAD2-1768-79C6-BA95-AC5B06762824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88301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3" name="Straight Connector 3242">
                  <a:extLst>
                    <a:ext uri="{FF2B5EF4-FFF2-40B4-BE49-F238E27FC236}">
                      <a16:creationId xmlns:a16="http://schemas.microsoft.com/office/drawing/2014/main" id="{48F85B21-3573-EEEB-73FA-6E9A554C606B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68679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4" name="Straight Connector 3243">
                  <a:extLst>
                    <a:ext uri="{FF2B5EF4-FFF2-40B4-BE49-F238E27FC236}">
                      <a16:creationId xmlns:a16="http://schemas.microsoft.com/office/drawing/2014/main" id="{F2F0940F-179F-9704-02A8-6CF3CD07B907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49057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5" name="Straight Connector 3244">
                  <a:extLst>
                    <a:ext uri="{FF2B5EF4-FFF2-40B4-BE49-F238E27FC236}">
                      <a16:creationId xmlns:a16="http://schemas.microsoft.com/office/drawing/2014/main" id="{8037E370-A913-3574-7B47-335E4A6C3851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29436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6" name="Straight Connector 3245">
                  <a:extLst>
                    <a:ext uri="{FF2B5EF4-FFF2-40B4-BE49-F238E27FC236}">
                      <a16:creationId xmlns:a16="http://schemas.microsoft.com/office/drawing/2014/main" id="{9DE642A4-EDED-D0D7-7EF4-9024CBC69CC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09814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7" name="Straight Connector 3246">
                  <a:extLst>
                    <a:ext uri="{FF2B5EF4-FFF2-40B4-BE49-F238E27FC236}">
                      <a16:creationId xmlns:a16="http://schemas.microsoft.com/office/drawing/2014/main" id="{AA4F6245-EB3E-AC8D-B1F9-ABC6DC15183C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90193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8" name="Straight Connector 3247">
                  <a:extLst>
                    <a:ext uri="{FF2B5EF4-FFF2-40B4-BE49-F238E27FC236}">
                      <a16:creationId xmlns:a16="http://schemas.microsoft.com/office/drawing/2014/main" id="{EE2863B0-DE16-24BD-5BB2-328DC8066613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70571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49" name="Straight Connector 3248">
                  <a:extLst>
                    <a:ext uri="{FF2B5EF4-FFF2-40B4-BE49-F238E27FC236}">
                      <a16:creationId xmlns:a16="http://schemas.microsoft.com/office/drawing/2014/main" id="{BBE649D1-CA41-930A-0286-71F1D26F2EFD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50949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50" name="Straight Connector 3249">
                  <a:extLst>
                    <a:ext uri="{FF2B5EF4-FFF2-40B4-BE49-F238E27FC236}">
                      <a16:creationId xmlns:a16="http://schemas.microsoft.com/office/drawing/2014/main" id="{5CF2DD65-39CE-E371-6A2F-848BB1DAFCAC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31328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51" name="Straight Connector 3250">
                  <a:extLst>
                    <a:ext uri="{FF2B5EF4-FFF2-40B4-BE49-F238E27FC236}">
                      <a16:creationId xmlns:a16="http://schemas.microsoft.com/office/drawing/2014/main" id="{A68B28AD-0FF0-058B-5EB9-1484A96DBE5D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11706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2" name="Straight Connector 1901">
                  <a:extLst>
                    <a:ext uri="{FF2B5EF4-FFF2-40B4-BE49-F238E27FC236}">
                      <a16:creationId xmlns:a16="http://schemas.microsoft.com/office/drawing/2014/main" id="{DB845D38-905D-1C63-CCD3-449FF3EEA1D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962183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3" name="Straight Connector 1902">
                  <a:extLst>
                    <a:ext uri="{FF2B5EF4-FFF2-40B4-BE49-F238E27FC236}">
                      <a16:creationId xmlns:a16="http://schemas.microsoft.com/office/drawing/2014/main" id="{96E5C1F2-6F19-FB58-EE1F-21A62FF05A2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76598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4" name="Straight Connector 1903">
                  <a:extLst>
                    <a:ext uri="{FF2B5EF4-FFF2-40B4-BE49-F238E27FC236}">
                      <a16:creationId xmlns:a16="http://schemas.microsoft.com/office/drawing/2014/main" id="{53F77877-2062-9E9B-4332-3B0B76953638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569765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5" name="Straight Connector 1904">
                  <a:extLst>
                    <a:ext uri="{FF2B5EF4-FFF2-40B4-BE49-F238E27FC236}">
                      <a16:creationId xmlns:a16="http://schemas.microsoft.com/office/drawing/2014/main" id="{53CA7B51-83C6-27F8-ECD0-36B46861CD5D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37355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6" name="Straight Connector 1905">
                  <a:extLst>
                    <a:ext uri="{FF2B5EF4-FFF2-40B4-BE49-F238E27FC236}">
                      <a16:creationId xmlns:a16="http://schemas.microsoft.com/office/drawing/2014/main" id="{371DA74E-6C00-711E-7304-099ADA00669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17733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7" name="Straight Connector 1906">
                  <a:extLst>
                    <a:ext uri="{FF2B5EF4-FFF2-40B4-BE49-F238E27FC236}">
                      <a16:creationId xmlns:a16="http://schemas.microsoft.com/office/drawing/2014/main" id="{50C3FCEF-0C26-544B-2E28-4B580CEB3399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98111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8" name="Straight Connector 1907">
                  <a:extLst>
                    <a:ext uri="{FF2B5EF4-FFF2-40B4-BE49-F238E27FC236}">
                      <a16:creationId xmlns:a16="http://schemas.microsoft.com/office/drawing/2014/main" id="{ECCEE1C5-1592-BEB6-B2C7-04AF60786D84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78490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09" name="Straight Connector 1908">
                  <a:extLst>
                    <a:ext uri="{FF2B5EF4-FFF2-40B4-BE49-F238E27FC236}">
                      <a16:creationId xmlns:a16="http://schemas.microsoft.com/office/drawing/2014/main" id="{3069CB5E-9203-02AE-8528-68D9FF9A29D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58868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0" name="Straight Connector 1909">
                  <a:extLst>
                    <a:ext uri="{FF2B5EF4-FFF2-40B4-BE49-F238E27FC236}">
                      <a16:creationId xmlns:a16="http://schemas.microsoft.com/office/drawing/2014/main" id="{94BE75B4-0053-75E2-E6B9-24E1D60D929D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39247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1" name="Straight Connector 1910">
                  <a:extLst>
                    <a:ext uri="{FF2B5EF4-FFF2-40B4-BE49-F238E27FC236}">
                      <a16:creationId xmlns:a16="http://schemas.microsoft.com/office/drawing/2014/main" id="{1BB1DB33-E99A-FCE1-374B-F4E9D984747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19625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2" name="Straight Connector 1911">
                  <a:extLst>
                    <a:ext uri="{FF2B5EF4-FFF2-40B4-BE49-F238E27FC236}">
                      <a16:creationId xmlns:a16="http://schemas.microsoft.com/office/drawing/2014/main" id="{E640CDC8-C469-1B80-34E9-27015D4A6207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00003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3" name="Straight Connector 1912">
                  <a:extLst>
                    <a:ext uri="{FF2B5EF4-FFF2-40B4-BE49-F238E27FC236}">
                      <a16:creationId xmlns:a16="http://schemas.microsoft.com/office/drawing/2014/main" id="{04CDA68D-FAC0-7152-11F2-7DAA86B176D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80382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4" name="Straight Connector 1913">
                  <a:extLst>
                    <a:ext uri="{FF2B5EF4-FFF2-40B4-BE49-F238E27FC236}">
                      <a16:creationId xmlns:a16="http://schemas.microsoft.com/office/drawing/2014/main" id="{519C4A21-A5CA-5932-D18A-43E9078ABD1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60760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5" name="Straight Connector 1914">
                  <a:extLst>
                    <a:ext uri="{FF2B5EF4-FFF2-40B4-BE49-F238E27FC236}">
                      <a16:creationId xmlns:a16="http://schemas.microsoft.com/office/drawing/2014/main" id="{7C007BD4-1499-7F6F-EA5C-B04A4467125B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41139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6" name="Straight Connector 1915">
                  <a:extLst>
                    <a:ext uri="{FF2B5EF4-FFF2-40B4-BE49-F238E27FC236}">
                      <a16:creationId xmlns:a16="http://schemas.microsoft.com/office/drawing/2014/main" id="{7307F100-D032-2B42-CB60-0DEAE4D72CB0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21517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17" name="Straight Connector 1916">
                  <a:extLst>
                    <a:ext uri="{FF2B5EF4-FFF2-40B4-BE49-F238E27FC236}">
                      <a16:creationId xmlns:a16="http://schemas.microsoft.com/office/drawing/2014/main" id="{E77B104A-54BB-E2CB-CC17-AD17E7B94907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01895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919" name="Group 1918">
                <a:extLst>
                  <a:ext uri="{FF2B5EF4-FFF2-40B4-BE49-F238E27FC236}">
                    <a16:creationId xmlns:a16="http://schemas.microsoft.com/office/drawing/2014/main" id="{50302524-947A-BBC2-4670-46F9B38397CD}"/>
                  </a:ext>
                </a:extLst>
              </p:cNvPr>
              <p:cNvGrpSpPr/>
              <p:nvPr/>
            </p:nvGrpSpPr>
            <p:grpSpPr>
              <a:xfrm rot="16200000">
                <a:off x="3350087" y="2616203"/>
                <a:ext cx="3156390" cy="2943225"/>
                <a:chOff x="3350087" y="2597153"/>
                <a:chExt cx="3156390" cy="2943225"/>
              </a:xfrm>
            </p:grpSpPr>
            <p:cxnSp>
              <p:nvCxnSpPr>
                <p:cNvPr id="1920" name="Straight Connector 1919">
                  <a:extLst>
                    <a:ext uri="{FF2B5EF4-FFF2-40B4-BE49-F238E27FC236}">
                      <a16:creationId xmlns:a16="http://schemas.microsoft.com/office/drawing/2014/main" id="{3B2D3C41-F3CF-2924-59DF-068CBAF71D1E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864087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1" name="Straight Connector 1920">
                  <a:extLst>
                    <a:ext uri="{FF2B5EF4-FFF2-40B4-BE49-F238E27FC236}">
                      <a16:creationId xmlns:a16="http://schemas.microsoft.com/office/drawing/2014/main" id="{5FF36D84-E5EB-F905-B42A-28F0F8608B6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66787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2" name="Straight Connector 1921">
                  <a:extLst>
                    <a:ext uri="{FF2B5EF4-FFF2-40B4-BE49-F238E27FC236}">
                      <a16:creationId xmlns:a16="http://schemas.microsoft.com/office/drawing/2014/main" id="{8041352C-87CF-4331-8110-C6CD9EE746C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471657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3" name="Straight Connector 1922">
                  <a:extLst>
                    <a:ext uri="{FF2B5EF4-FFF2-40B4-BE49-F238E27FC236}">
                      <a16:creationId xmlns:a16="http://schemas.microsoft.com/office/drawing/2014/main" id="{BF6C5329-A7BC-C90C-ADF7-E874ED266C3C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27544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4" name="Straight Connector 1923">
                  <a:extLst>
                    <a:ext uri="{FF2B5EF4-FFF2-40B4-BE49-F238E27FC236}">
                      <a16:creationId xmlns:a16="http://schemas.microsoft.com/office/drawing/2014/main" id="{5E31F85A-BEF4-8FB2-1621-40B461D7A23A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07922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5" name="Straight Connector 1924">
                  <a:extLst>
                    <a:ext uri="{FF2B5EF4-FFF2-40B4-BE49-F238E27FC236}">
                      <a16:creationId xmlns:a16="http://schemas.microsoft.com/office/drawing/2014/main" id="{4C9EEB3B-F847-C66A-DF71-BD4A6D37B18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88301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6" name="Straight Connector 1925">
                  <a:extLst>
                    <a:ext uri="{FF2B5EF4-FFF2-40B4-BE49-F238E27FC236}">
                      <a16:creationId xmlns:a16="http://schemas.microsoft.com/office/drawing/2014/main" id="{06ED3561-81E3-0299-5CF5-0480A732BE4E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68679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7" name="Straight Connector 1926">
                  <a:extLst>
                    <a:ext uri="{FF2B5EF4-FFF2-40B4-BE49-F238E27FC236}">
                      <a16:creationId xmlns:a16="http://schemas.microsoft.com/office/drawing/2014/main" id="{EA473A90-DC68-C37C-7941-9E7A707243E0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49057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8" name="Straight Connector 1927">
                  <a:extLst>
                    <a:ext uri="{FF2B5EF4-FFF2-40B4-BE49-F238E27FC236}">
                      <a16:creationId xmlns:a16="http://schemas.microsoft.com/office/drawing/2014/main" id="{FDFE2AA1-7475-319A-2C50-2C70FE5B519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29436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29" name="Straight Connector 1928">
                  <a:extLst>
                    <a:ext uri="{FF2B5EF4-FFF2-40B4-BE49-F238E27FC236}">
                      <a16:creationId xmlns:a16="http://schemas.microsoft.com/office/drawing/2014/main" id="{09B9104E-A44D-6D4B-335B-0A6398A63AA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09814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0" name="Straight Connector 1929">
                  <a:extLst>
                    <a:ext uri="{FF2B5EF4-FFF2-40B4-BE49-F238E27FC236}">
                      <a16:creationId xmlns:a16="http://schemas.microsoft.com/office/drawing/2014/main" id="{2D267FBE-D0F0-0FD3-8713-8B24073272FE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90193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1" name="Straight Connector 1930">
                  <a:extLst>
                    <a:ext uri="{FF2B5EF4-FFF2-40B4-BE49-F238E27FC236}">
                      <a16:creationId xmlns:a16="http://schemas.microsoft.com/office/drawing/2014/main" id="{EC85C12A-8EE3-7FE7-F777-79B53DE6F6B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70571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2" name="Straight Connector 1931">
                  <a:extLst>
                    <a:ext uri="{FF2B5EF4-FFF2-40B4-BE49-F238E27FC236}">
                      <a16:creationId xmlns:a16="http://schemas.microsoft.com/office/drawing/2014/main" id="{7DD580FC-BE5F-4AC4-F7DB-BCF8C04F29C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50949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3" name="Straight Connector 1932">
                  <a:extLst>
                    <a:ext uri="{FF2B5EF4-FFF2-40B4-BE49-F238E27FC236}">
                      <a16:creationId xmlns:a16="http://schemas.microsoft.com/office/drawing/2014/main" id="{D14610B8-9F8D-3955-7F12-F5D173226E3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31328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4" name="Straight Connector 1933">
                  <a:extLst>
                    <a:ext uri="{FF2B5EF4-FFF2-40B4-BE49-F238E27FC236}">
                      <a16:creationId xmlns:a16="http://schemas.microsoft.com/office/drawing/2014/main" id="{38BE4701-FE43-A580-F952-FAC878C1EA44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11706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6" name="Straight Connector 1935">
                  <a:extLst>
                    <a:ext uri="{FF2B5EF4-FFF2-40B4-BE49-F238E27FC236}">
                      <a16:creationId xmlns:a16="http://schemas.microsoft.com/office/drawing/2014/main" id="{6A0EDFAE-022A-AC02-B3D1-FE2DAC6960F9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962183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7" name="Straight Connector 1936">
                  <a:extLst>
                    <a:ext uri="{FF2B5EF4-FFF2-40B4-BE49-F238E27FC236}">
                      <a16:creationId xmlns:a16="http://schemas.microsoft.com/office/drawing/2014/main" id="{40C54AE2-0A8C-2140-65CD-13FE1984862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76598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8" name="Straight Connector 1937">
                  <a:extLst>
                    <a:ext uri="{FF2B5EF4-FFF2-40B4-BE49-F238E27FC236}">
                      <a16:creationId xmlns:a16="http://schemas.microsoft.com/office/drawing/2014/main" id="{F56AD066-64A7-485D-5F54-C64AD7FBB073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569765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39" name="Straight Connector 1938">
                  <a:extLst>
                    <a:ext uri="{FF2B5EF4-FFF2-40B4-BE49-F238E27FC236}">
                      <a16:creationId xmlns:a16="http://schemas.microsoft.com/office/drawing/2014/main" id="{B67975EF-22C5-354C-6BF3-41D54533973D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37355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0" name="Straight Connector 1939">
                  <a:extLst>
                    <a:ext uri="{FF2B5EF4-FFF2-40B4-BE49-F238E27FC236}">
                      <a16:creationId xmlns:a16="http://schemas.microsoft.com/office/drawing/2014/main" id="{72FA465F-EC3F-DB7A-4E52-557CF52F57E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317733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1" name="Straight Connector 1940">
                  <a:extLst>
                    <a:ext uri="{FF2B5EF4-FFF2-40B4-BE49-F238E27FC236}">
                      <a16:creationId xmlns:a16="http://schemas.microsoft.com/office/drawing/2014/main" id="{ACE68BB5-D6A6-CFF9-CC99-F19B0AD01F5C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98111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2" name="Straight Connector 1941">
                  <a:extLst>
                    <a:ext uri="{FF2B5EF4-FFF2-40B4-BE49-F238E27FC236}">
                      <a16:creationId xmlns:a16="http://schemas.microsoft.com/office/drawing/2014/main" id="{EA852B2E-3780-0AFF-13B8-B70F81F6ABA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78490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3" name="Straight Connector 1942">
                  <a:extLst>
                    <a:ext uri="{FF2B5EF4-FFF2-40B4-BE49-F238E27FC236}">
                      <a16:creationId xmlns:a16="http://schemas.microsoft.com/office/drawing/2014/main" id="{FCE3B511-98FF-75E6-999C-22F7F460041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58868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4" name="Straight Connector 1943">
                  <a:extLst>
                    <a:ext uri="{FF2B5EF4-FFF2-40B4-BE49-F238E27FC236}">
                      <a16:creationId xmlns:a16="http://schemas.microsoft.com/office/drawing/2014/main" id="{ED6618DA-7337-DDF9-4875-11AF2A5710C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39247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5" name="Straight Connector 1944">
                  <a:extLst>
                    <a:ext uri="{FF2B5EF4-FFF2-40B4-BE49-F238E27FC236}">
                      <a16:creationId xmlns:a16="http://schemas.microsoft.com/office/drawing/2014/main" id="{16E4D01D-D8E7-A95C-7A43-3F7695E476F0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19625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6" name="Straight Connector 1945">
                  <a:extLst>
                    <a:ext uri="{FF2B5EF4-FFF2-40B4-BE49-F238E27FC236}">
                      <a16:creationId xmlns:a16="http://schemas.microsoft.com/office/drawing/2014/main" id="{EA1E1AFE-18BC-53B9-DF68-B9FBA55DEED1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200003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7" name="Straight Connector 1946">
                  <a:extLst>
                    <a:ext uri="{FF2B5EF4-FFF2-40B4-BE49-F238E27FC236}">
                      <a16:creationId xmlns:a16="http://schemas.microsoft.com/office/drawing/2014/main" id="{CDA7A5D3-F9A2-C767-914D-025A5EDDEE57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803822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8" name="Straight Connector 1947">
                  <a:extLst>
                    <a:ext uri="{FF2B5EF4-FFF2-40B4-BE49-F238E27FC236}">
                      <a16:creationId xmlns:a16="http://schemas.microsoft.com/office/drawing/2014/main" id="{92D3B6F5-2149-9F28-AAB9-4EF89AA8B449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607606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49" name="Straight Connector 1948">
                  <a:extLst>
                    <a:ext uri="{FF2B5EF4-FFF2-40B4-BE49-F238E27FC236}">
                      <a16:creationId xmlns:a16="http://schemas.microsoft.com/office/drawing/2014/main" id="{26CE851E-7141-5694-DD56-65E4F00D9ABA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411390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50" name="Straight Connector 1949">
                  <a:extLst>
                    <a:ext uri="{FF2B5EF4-FFF2-40B4-BE49-F238E27FC236}">
                      <a16:creationId xmlns:a16="http://schemas.microsoft.com/office/drawing/2014/main" id="{22112B6E-637A-FAD9-0794-5FDF69C3DA49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215174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951" name="Straight Connector 1950">
                  <a:extLst>
                    <a:ext uri="{FF2B5EF4-FFF2-40B4-BE49-F238E27FC236}">
                      <a16:creationId xmlns:a16="http://schemas.microsoft.com/office/drawing/2014/main" id="{AD4C024E-2034-D428-530F-76AF72FDDAEB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4928282" y="1018958"/>
                  <a:ext cx="0" cy="315639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7030A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148357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6016</TotalTime>
  <Words>35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Jonathan D Victor</cp:lastModifiedBy>
  <cp:revision>44</cp:revision>
  <dcterms:created xsi:type="dcterms:W3CDTF">2023-01-30T15:20:04Z</dcterms:created>
  <dcterms:modified xsi:type="dcterms:W3CDTF">2023-05-11T15:31:57Z</dcterms:modified>
</cp:coreProperties>
</file>