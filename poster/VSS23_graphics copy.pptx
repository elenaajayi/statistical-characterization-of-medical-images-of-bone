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57" r:id="rId5"/>
    <p:sldId id="268" r:id="rId6"/>
    <p:sldId id="273" r:id="rId7"/>
    <p:sldId id="269" r:id="rId8"/>
    <p:sldId id="270" r:id="rId9"/>
    <p:sldId id="271" r:id="rId10"/>
    <p:sldId id="272" r:id="rId11"/>
    <p:sldId id="267" r:id="rId12"/>
    <p:sldId id="261" r:id="rId13"/>
    <p:sldId id="266" r:id="rId14"/>
    <p:sldId id="262" r:id="rId15"/>
    <p:sldId id="258" r:id="rId16"/>
    <p:sldId id="259" r:id="rId17"/>
    <p:sldId id="26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97" autoAdjust="0"/>
    <p:restoredTop sz="86464" autoAdjust="0"/>
  </p:normalViewPr>
  <p:slideViewPr>
    <p:cSldViewPr snapToGrid="0">
      <p:cViewPr varScale="1">
        <p:scale>
          <a:sx n="116" d="100"/>
          <a:sy n="116" d="100"/>
        </p:scale>
        <p:origin x="272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BC192-991A-E011-5570-3601B66C1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D16202-32DB-04D7-4D4B-40FB7FC531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342C5-63F3-493C-8536-9B0765D6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4/11/23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BBA7D-3D11-8ECA-CE96-608C7880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12064-E53D-29A8-FD71-D4E40E54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526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F317-3F01-5180-2EE9-4A505E11D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7367A-9088-A960-E216-1BBBD0073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899F09-0AD6-D1AC-A46E-9DE1E9CEE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4/11/23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B44D2-27FD-898C-A0BA-E078728C2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950E5-3037-5E02-2BA6-07EE47608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5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13D2F-B2F9-38C2-1A4F-F4607531C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0CB7E-B2CC-7FF5-56F0-D37479361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F094F-A60C-2545-315B-0762A260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4/11/23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6C953-278C-6837-F979-F93BBAB5D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15E34-0917-9A47-DEF6-9897C23D8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866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181E3-898F-F9C2-2256-B84612B71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792AC-BDDD-49A1-C2BD-DCCB9FAF7C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A4C89-7925-C377-CB0E-0A37060E5F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D0547-9EDB-89E2-7644-930126950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4/11/23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700A0-BA06-0193-942A-877519928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D8CD62-5656-E58A-BCDF-5992A2C73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031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673E3-CB3F-4DD7-93F0-DD4B371BC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1883E-E804-015A-2A8C-07B6D9180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3DBB-D058-F783-A1DC-5F26826DB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D08AE-6C15-4087-41D7-5E43268BD6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B3C54C-6B04-FB9E-46B6-32316B9FF3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7ECD98-3A24-0593-D310-0258EC0A7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4/11/23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D6BCE3-F15D-A484-8477-D18006739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D90DA9-88C2-2FC7-7F73-D6F06AA30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292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0DDC8-CE4C-3F67-8BB0-09428C4C8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8F7B6E-FC7D-1FF5-E22C-F2A41EC6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4/11/23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72F66D-DC4F-CB97-3AEC-C0C9E79A8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C60181-FEF4-2956-1909-234E506CC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737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8AD2A5-6AE5-417E-B3C5-DB708255B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4/11/23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2DF789-3CAC-D554-A604-1BD5059EA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FCA4D-A58B-9701-E928-001462551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467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C1657-1863-0BB9-117B-C14FE0D61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7923C-86F8-70BD-2089-684BBC0E4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F0B649-836F-A341-8E5E-11D93A575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B6F78-4754-48D4-3DDF-DD08A524B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4/11/23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F0634D-C5F5-58AD-3F08-6686F5DD3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63453-8C4A-59C4-52B1-1F61F91BB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23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3BDF2-7601-33E6-8BA9-1C51D456A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A41A9B-68CC-74A0-2D39-300DD48ABD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A4DC97-0E1A-0E5C-E515-9C0710243D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66F779-D163-3A68-F849-AAFA9099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4/11/23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9C6170-4A09-09B3-4FA8-EB16A68C9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211C8B-B110-39D9-AA58-AF293066B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15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2D3CD-B23F-DCF2-98CC-F1673BB36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1B731-8FD6-80C5-212F-FE39FF8E0E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5DB6F-F251-6A6C-F348-BDF1BA16A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4/11/23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FD937-BBD9-1AB6-0CB4-8FB338CE5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E017B-C21B-0E46-0B00-13E026D9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17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7CC8A4-19A1-D5D3-014E-04DE86A901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150046-4E19-DC88-258C-825A6CB37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FAB8F-1A08-6A8C-7441-EA7DE2BE4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423A9-3967-400C-9CE0-7B1FE7C64F10}" type="datetimeFigureOut">
              <a:rPr lang="en-US" smtClean="0"/>
              <a:t>4/11/23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49C86-BA9A-7828-C32F-636873D95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CE8C1-56CC-3F15-13DF-B826492EA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847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A4F251-8157-9829-D941-689247460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52C88-FB1F-CE47-53DA-1AC374651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B66B3-92D4-6E7F-76CD-A331EBD2A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423A9-3967-400C-9CE0-7B1FE7C64F10}" type="datetimeFigureOut">
              <a:rPr lang="en-US" smtClean="0"/>
              <a:t>4/11/23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04D1A-F9AC-9D30-E318-935F4E8344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9383E-B7BD-BBFC-105E-B7E228FF8C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65DFF-1487-4C75-AA3F-ECA6496F8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393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AB9C09-A777-2F6E-99A9-192646A629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Diagrams</a:t>
            </a:r>
          </a:p>
        </p:txBody>
      </p:sp>
    </p:spTree>
    <p:extLst>
      <p:ext uri="{BB962C8B-B14F-4D97-AF65-F5344CB8AC3E}">
        <p14:creationId xmlns:p14="http://schemas.microsoft.com/office/powerpoint/2010/main" val="2666260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C7E9D4-6471-E279-B623-23E8D14D3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8250" y="3714750"/>
            <a:ext cx="4572000" cy="3238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62301F-BAF4-0932-4D86-5232B898C9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591" y="-430450"/>
            <a:ext cx="4572000" cy="3238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8DE818-E99B-B0FA-9290-2A848D65A0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8591" y="3505200"/>
            <a:ext cx="4572000" cy="3238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7C0F7F-8D7E-9342-23F1-9A6ED63E58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6370" y="3714750"/>
            <a:ext cx="4572000" cy="3238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73F63BA-F225-3CA8-9B5A-D27E4FF19B56}"/>
              </a:ext>
            </a:extLst>
          </p:cNvPr>
          <p:cNvSpPr txBox="1"/>
          <p:nvPr/>
        </p:nvSpPr>
        <p:spPr>
          <a:xfrm>
            <a:off x="3906370" y="899081"/>
            <a:ext cx="1041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overview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268596-64FB-5B70-EF82-5061745BDD35}"/>
              </a:ext>
            </a:extLst>
          </p:cNvPr>
          <p:cNvSpPr txBox="1"/>
          <p:nvPr/>
        </p:nvSpPr>
        <p:spPr>
          <a:xfrm>
            <a:off x="202315" y="2495868"/>
            <a:ext cx="852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natural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FC17DF-E4EC-0C55-9883-19547F46B81B}"/>
              </a:ext>
            </a:extLst>
          </p:cNvPr>
          <p:cNvSpPr txBox="1"/>
          <p:nvPr/>
        </p:nvSpPr>
        <p:spPr>
          <a:xfrm>
            <a:off x="5243331" y="3135868"/>
            <a:ext cx="1205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radiograph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C6F92A-5628-8E13-1BC0-21BF6B230315}"/>
              </a:ext>
            </a:extLst>
          </p:cNvPr>
          <p:cNvSpPr txBox="1"/>
          <p:nvPr/>
        </p:nvSpPr>
        <p:spPr>
          <a:xfrm>
            <a:off x="10357442" y="2659618"/>
            <a:ext cx="1154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scintigram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DB86A6-B2D1-69ED-0FB7-319EDD953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50" y="-57150"/>
            <a:ext cx="10515600" cy="1325563"/>
          </a:xfrm>
        </p:spPr>
        <p:txBody>
          <a:bodyPr/>
          <a:lstStyle/>
          <a:p>
            <a:r>
              <a:rPr lang="en-US" dirty="0"/>
              <a:t>From </a:t>
            </a:r>
            <a:r>
              <a:rPr lang="en-US" dirty="0" err="1"/>
              <a:t>img_gen_cartoons.m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766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73F63BA-F225-3CA8-9B5A-D27E4FF19B56}"/>
              </a:ext>
            </a:extLst>
          </p:cNvPr>
          <p:cNvSpPr txBox="1"/>
          <p:nvPr/>
        </p:nvSpPr>
        <p:spPr>
          <a:xfrm>
            <a:off x="5053604" y="1337231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scene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268596-64FB-5B70-EF82-5061745BDD35}"/>
              </a:ext>
            </a:extLst>
          </p:cNvPr>
          <p:cNvSpPr txBox="1"/>
          <p:nvPr/>
        </p:nvSpPr>
        <p:spPr>
          <a:xfrm>
            <a:off x="1231015" y="4305618"/>
            <a:ext cx="852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natural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FC17DF-E4EC-0C55-9883-19547F46B81B}"/>
              </a:ext>
            </a:extLst>
          </p:cNvPr>
          <p:cNvSpPr txBox="1"/>
          <p:nvPr/>
        </p:nvSpPr>
        <p:spPr>
          <a:xfrm>
            <a:off x="5319531" y="4305618"/>
            <a:ext cx="1205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radiograph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C6F92A-5628-8E13-1BC0-21BF6B230315}"/>
              </a:ext>
            </a:extLst>
          </p:cNvPr>
          <p:cNvSpPr txBox="1"/>
          <p:nvPr/>
        </p:nvSpPr>
        <p:spPr>
          <a:xfrm>
            <a:off x="9761286" y="4305618"/>
            <a:ext cx="1154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scintigram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DB86A6-B2D1-69ED-0FB7-319EDD953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9" y="-401638"/>
            <a:ext cx="10515600" cy="1325563"/>
          </a:xfrm>
        </p:spPr>
        <p:txBody>
          <a:bodyPr/>
          <a:lstStyle/>
          <a:p>
            <a:r>
              <a:rPr lang="en-US" dirty="0"/>
              <a:t>From </a:t>
            </a:r>
            <a:r>
              <a:rPr lang="en-US" dirty="0" err="1"/>
              <a:t>img_gen_cartoons.m</a:t>
            </a: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12C965A-71FF-AF24-1D55-4C1DB53B1BD9}"/>
              </a:ext>
            </a:extLst>
          </p:cNvPr>
          <p:cNvGrpSpPr/>
          <p:nvPr/>
        </p:nvGrpSpPr>
        <p:grpSpPr>
          <a:xfrm>
            <a:off x="3546293" y="1985963"/>
            <a:ext cx="3546475" cy="792163"/>
            <a:chOff x="4921251" y="1662113"/>
            <a:chExt cx="3546475" cy="792163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B6C412C5-395B-D09B-D313-8680050C8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1251" y="1892300"/>
              <a:ext cx="3546475" cy="561975"/>
            </a:xfrm>
            <a:custGeom>
              <a:avLst/>
              <a:gdLst>
                <a:gd name="T0" fmla="*/ 1120 w 2234"/>
                <a:gd name="T1" fmla="*/ 0 h 354"/>
                <a:gd name="T2" fmla="*/ 0 w 2234"/>
                <a:gd name="T3" fmla="*/ 177 h 354"/>
                <a:gd name="T4" fmla="*/ 1114 w 2234"/>
                <a:gd name="T5" fmla="*/ 354 h 354"/>
                <a:gd name="T6" fmla="*/ 2234 w 2234"/>
                <a:gd name="T7" fmla="*/ 177 h 354"/>
                <a:gd name="T8" fmla="*/ 1120 w 2234"/>
                <a:gd name="T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34" h="354">
                  <a:moveTo>
                    <a:pt x="1120" y="0"/>
                  </a:moveTo>
                  <a:lnTo>
                    <a:pt x="0" y="177"/>
                  </a:lnTo>
                  <a:lnTo>
                    <a:pt x="1114" y="354"/>
                  </a:lnTo>
                  <a:lnTo>
                    <a:pt x="2234" y="177"/>
                  </a:lnTo>
                  <a:lnTo>
                    <a:pt x="11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8">
              <a:extLst>
                <a:ext uri="{FF2B5EF4-FFF2-40B4-BE49-F238E27FC236}">
                  <a16:creationId xmlns:a16="http://schemas.microsoft.com/office/drawing/2014/main" id="{6565C1D5-5913-3BBA-E7D5-AD6E8A9C7A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21251" y="1892300"/>
              <a:ext cx="1778000" cy="280988"/>
            </a:xfrm>
            <a:prstGeom prst="line">
              <a:avLst/>
            </a:prstGeom>
            <a:noFill/>
            <a:ln w="3175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9">
              <a:extLst>
                <a:ext uri="{FF2B5EF4-FFF2-40B4-BE49-F238E27FC236}">
                  <a16:creationId xmlns:a16="http://schemas.microsoft.com/office/drawing/2014/main" id="{3D80AD13-619E-661B-1C0A-FB8634EAEF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99251" y="1892300"/>
              <a:ext cx="1768475" cy="280988"/>
            </a:xfrm>
            <a:prstGeom prst="line">
              <a:avLst/>
            </a:prstGeom>
            <a:noFill/>
            <a:ln w="3175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E3A92EA9-24EC-1DC7-77D7-19A20EDFD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0101" y="1882775"/>
              <a:ext cx="1346200" cy="212725"/>
            </a:xfrm>
            <a:custGeom>
              <a:avLst/>
              <a:gdLst>
                <a:gd name="T0" fmla="*/ 680 w 848"/>
                <a:gd name="T1" fmla="*/ 134 h 134"/>
                <a:gd name="T2" fmla="*/ 848 w 848"/>
                <a:gd name="T3" fmla="*/ 108 h 134"/>
                <a:gd name="T4" fmla="*/ 168 w 848"/>
                <a:gd name="T5" fmla="*/ 0 h 134"/>
                <a:gd name="T6" fmla="*/ 0 w 848"/>
                <a:gd name="T7" fmla="*/ 26 h 134"/>
                <a:gd name="T8" fmla="*/ 680 w 848"/>
                <a:gd name="T9" fmla="*/ 134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8" h="134">
                  <a:moveTo>
                    <a:pt x="680" y="134"/>
                  </a:moveTo>
                  <a:lnTo>
                    <a:pt x="848" y="108"/>
                  </a:lnTo>
                  <a:lnTo>
                    <a:pt x="168" y="0"/>
                  </a:lnTo>
                  <a:lnTo>
                    <a:pt x="0" y="26"/>
                  </a:lnTo>
                  <a:lnTo>
                    <a:pt x="680" y="13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Line 11">
              <a:extLst>
                <a:ext uri="{FF2B5EF4-FFF2-40B4-BE49-F238E27FC236}">
                  <a16:creationId xmlns:a16="http://schemas.microsoft.com/office/drawing/2014/main" id="{A5EE32C1-B52C-98A2-56D0-AF698AB67F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46801" y="1882775"/>
              <a:ext cx="1079500" cy="171450"/>
            </a:xfrm>
            <a:prstGeom prst="line">
              <a:avLst/>
            </a:prstGeom>
            <a:noFill/>
            <a:ln w="3175" cap="flat">
              <a:solidFill>
                <a:srgbClr val="59595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Line 12">
              <a:extLst>
                <a:ext uri="{FF2B5EF4-FFF2-40B4-BE49-F238E27FC236}">
                  <a16:creationId xmlns:a16="http://schemas.microsoft.com/office/drawing/2014/main" id="{1EF7C7D6-A720-755E-3514-4CEDEA1E2F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80101" y="1882775"/>
              <a:ext cx="266700" cy="41275"/>
            </a:xfrm>
            <a:prstGeom prst="line">
              <a:avLst/>
            </a:prstGeom>
            <a:noFill/>
            <a:ln w="3175" cap="flat">
              <a:solidFill>
                <a:srgbClr val="59595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Line 13">
              <a:extLst>
                <a:ext uri="{FF2B5EF4-FFF2-40B4-BE49-F238E27FC236}">
                  <a16:creationId xmlns:a16="http://schemas.microsoft.com/office/drawing/2014/main" id="{F40532A9-7922-AA78-BE0F-C4A3DA5BF9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80101" y="1924050"/>
              <a:ext cx="1079500" cy="171450"/>
            </a:xfrm>
            <a:prstGeom prst="line">
              <a:avLst/>
            </a:prstGeom>
            <a:noFill/>
            <a:ln w="3175" cap="flat">
              <a:solidFill>
                <a:srgbClr val="59595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378E3D8F-0B82-1CC1-92C4-0A9A00AFA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8801" y="1662113"/>
              <a:ext cx="1223963" cy="193675"/>
            </a:xfrm>
            <a:custGeom>
              <a:avLst/>
              <a:gdLst>
                <a:gd name="T0" fmla="*/ 256 w 771"/>
                <a:gd name="T1" fmla="*/ 122 h 122"/>
                <a:gd name="T2" fmla="*/ 771 w 771"/>
                <a:gd name="T3" fmla="*/ 41 h 122"/>
                <a:gd name="T4" fmla="*/ 515 w 771"/>
                <a:gd name="T5" fmla="*/ 0 h 122"/>
                <a:gd name="T6" fmla="*/ 0 w 771"/>
                <a:gd name="T7" fmla="*/ 81 h 122"/>
                <a:gd name="T8" fmla="*/ 256 w 771"/>
                <a:gd name="T9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1" h="122">
                  <a:moveTo>
                    <a:pt x="256" y="122"/>
                  </a:moveTo>
                  <a:lnTo>
                    <a:pt x="771" y="41"/>
                  </a:lnTo>
                  <a:lnTo>
                    <a:pt x="515" y="0"/>
                  </a:lnTo>
                  <a:lnTo>
                    <a:pt x="0" y="81"/>
                  </a:lnTo>
                  <a:lnTo>
                    <a:pt x="256" y="122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15">
              <a:extLst>
                <a:ext uri="{FF2B5EF4-FFF2-40B4-BE49-F238E27FC236}">
                  <a16:creationId xmlns:a16="http://schemas.microsoft.com/office/drawing/2014/main" id="{9C183389-C47E-1759-B04F-A93FD1EAA0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56363" y="1662113"/>
              <a:ext cx="406400" cy="65088"/>
            </a:xfrm>
            <a:prstGeom prst="line">
              <a:avLst/>
            </a:prstGeom>
            <a:noFill/>
            <a:ln w="3175" cap="flat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81B505E2-81E9-30F2-3D57-8040D9D758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38801" y="1662113"/>
              <a:ext cx="817563" cy="128588"/>
            </a:xfrm>
            <a:prstGeom prst="line">
              <a:avLst/>
            </a:prstGeom>
            <a:noFill/>
            <a:ln w="3175" cap="flat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Line 17">
              <a:extLst>
                <a:ext uri="{FF2B5EF4-FFF2-40B4-BE49-F238E27FC236}">
                  <a16:creationId xmlns:a16="http://schemas.microsoft.com/office/drawing/2014/main" id="{78D08CB4-BE34-1A7E-2878-C42C995393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45201" y="1727200"/>
              <a:ext cx="817563" cy="128588"/>
            </a:xfrm>
            <a:prstGeom prst="line">
              <a:avLst/>
            </a:prstGeom>
            <a:noFill/>
            <a:ln w="3175" cap="flat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Line 18">
              <a:extLst>
                <a:ext uri="{FF2B5EF4-FFF2-40B4-BE49-F238E27FC236}">
                  <a16:creationId xmlns:a16="http://schemas.microsoft.com/office/drawing/2014/main" id="{C70FD7F5-1B7D-65F7-01CB-CA861B3149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59601" y="2054225"/>
              <a:ext cx="266700" cy="41275"/>
            </a:xfrm>
            <a:prstGeom prst="line">
              <a:avLst/>
            </a:prstGeom>
            <a:noFill/>
            <a:ln w="3175" cap="flat">
              <a:solidFill>
                <a:srgbClr val="59595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Line 19">
              <a:extLst>
                <a:ext uri="{FF2B5EF4-FFF2-40B4-BE49-F238E27FC236}">
                  <a16:creationId xmlns:a16="http://schemas.microsoft.com/office/drawing/2014/main" id="{21F53602-45FF-F3D1-9734-1C03DC23BC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21251" y="2173288"/>
              <a:ext cx="1768475" cy="280988"/>
            </a:xfrm>
            <a:prstGeom prst="line">
              <a:avLst/>
            </a:prstGeom>
            <a:noFill/>
            <a:ln w="3175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Line 20">
              <a:extLst>
                <a:ext uri="{FF2B5EF4-FFF2-40B4-BE49-F238E27FC236}">
                  <a16:creationId xmlns:a16="http://schemas.microsoft.com/office/drawing/2014/main" id="{6A47E489-D829-9C1B-04E0-C790023180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89726" y="2173288"/>
              <a:ext cx="1778000" cy="280988"/>
            </a:xfrm>
            <a:prstGeom prst="line">
              <a:avLst/>
            </a:prstGeom>
            <a:noFill/>
            <a:ln w="3175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Line 21">
              <a:extLst>
                <a:ext uri="{FF2B5EF4-FFF2-40B4-BE49-F238E27FC236}">
                  <a16:creationId xmlns:a16="http://schemas.microsoft.com/office/drawing/2014/main" id="{3B99B298-70CB-3A9D-6E91-AFC1AF62E1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38801" y="1790700"/>
              <a:ext cx="406400" cy="65088"/>
            </a:xfrm>
            <a:prstGeom prst="line">
              <a:avLst/>
            </a:prstGeom>
            <a:noFill/>
            <a:ln w="3175" cap="flat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6835F0C-64F3-B30A-2C21-7EF7C7889406}"/>
              </a:ext>
            </a:extLst>
          </p:cNvPr>
          <p:cNvGrpSpPr/>
          <p:nvPr/>
        </p:nvGrpSpPr>
        <p:grpSpPr>
          <a:xfrm>
            <a:off x="0" y="5575300"/>
            <a:ext cx="3546476" cy="814388"/>
            <a:chOff x="-642938" y="5784850"/>
            <a:chExt cx="3546476" cy="814388"/>
          </a:xfrm>
        </p:grpSpPr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A09AF4B4-5676-C299-4213-68375ACF2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-642938" y="5988050"/>
              <a:ext cx="3546475" cy="611188"/>
            </a:xfrm>
            <a:custGeom>
              <a:avLst/>
              <a:gdLst>
                <a:gd name="T0" fmla="*/ 1117 w 2234"/>
                <a:gd name="T1" fmla="*/ 0 h 385"/>
                <a:gd name="T2" fmla="*/ 0 w 2234"/>
                <a:gd name="T3" fmla="*/ 192 h 385"/>
                <a:gd name="T4" fmla="*/ 1117 w 2234"/>
                <a:gd name="T5" fmla="*/ 385 h 385"/>
                <a:gd name="T6" fmla="*/ 2234 w 2234"/>
                <a:gd name="T7" fmla="*/ 192 h 385"/>
                <a:gd name="T8" fmla="*/ 1117 w 2234"/>
                <a:gd name="T9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34" h="385">
                  <a:moveTo>
                    <a:pt x="1117" y="0"/>
                  </a:moveTo>
                  <a:lnTo>
                    <a:pt x="0" y="192"/>
                  </a:lnTo>
                  <a:lnTo>
                    <a:pt x="1117" y="385"/>
                  </a:lnTo>
                  <a:lnTo>
                    <a:pt x="2234" y="192"/>
                  </a:lnTo>
                  <a:lnTo>
                    <a:pt x="11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Line 28">
              <a:extLst>
                <a:ext uri="{FF2B5EF4-FFF2-40B4-BE49-F238E27FC236}">
                  <a16:creationId xmlns:a16="http://schemas.microsoft.com/office/drawing/2014/main" id="{5C9E03B8-5714-683B-6CE1-66BF206F10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642938" y="5988050"/>
              <a:ext cx="1773238" cy="304800"/>
            </a:xfrm>
            <a:prstGeom prst="line">
              <a:avLst/>
            </a:prstGeom>
            <a:noFill/>
            <a:ln w="3175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Line 29">
              <a:extLst>
                <a:ext uri="{FF2B5EF4-FFF2-40B4-BE49-F238E27FC236}">
                  <a16:creationId xmlns:a16="http://schemas.microsoft.com/office/drawing/2014/main" id="{82F927F2-4ABF-E1C1-9448-F6EE2E71C0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0300" y="5988050"/>
              <a:ext cx="1773238" cy="304800"/>
            </a:xfrm>
            <a:prstGeom prst="line">
              <a:avLst/>
            </a:prstGeom>
            <a:noFill/>
            <a:ln w="3175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1DDA4DB0-F2C0-1E20-7005-BCB09D0016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4325" y="5989638"/>
              <a:ext cx="1347788" cy="333375"/>
            </a:xfrm>
            <a:custGeom>
              <a:avLst/>
              <a:gdLst>
                <a:gd name="T0" fmla="*/ 681 w 849"/>
                <a:gd name="T1" fmla="*/ 210 h 210"/>
                <a:gd name="T2" fmla="*/ 849 w 849"/>
                <a:gd name="T3" fmla="*/ 181 h 210"/>
                <a:gd name="T4" fmla="*/ 167 w 849"/>
                <a:gd name="T5" fmla="*/ 64 h 210"/>
                <a:gd name="T6" fmla="*/ 0 w 849"/>
                <a:gd name="T7" fmla="*/ 93 h 210"/>
                <a:gd name="T8" fmla="*/ 681 w 849"/>
                <a:gd name="T9" fmla="*/ 210 h 210"/>
                <a:gd name="T10" fmla="*/ 681 w 849"/>
                <a:gd name="T11" fmla="*/ 146 h 210"/>
                <a:gd name="T12" fmla="*/ 849 w 849"/>
                <a:gd name="T13" fmla="*/ 117 h 210"/>
                <a:gd name="T14" fmla="*/ 167 w 849"/>
                <a:gd name="T15" fmla="*/ 0 h 210"/>
                <a:gd name="T16" fmla="*/ 0 w 849"/>
                <a:gd name="T17" fmla="*/ 29 h 210"/>
                <a:gd name="T18" fmla="*/ 681 w 849"/>
                <a:gd name="T19" fmla="*/ 146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9" h="210">
                  <a:moveTo>
                    <a:pt x="681" y="210"/>
                  </a:moveTo>
                  <a:lnTo>
                    <a:pt x="849" y="181"/>
                  </a:lnTo>
                  <a:lnTo>
                    <a:pt x="167" y="64"/>
                  </a:lnTo>
                  <a:lnTo>
                    <a:pt x="0" y="93"/>
                  </a:lnTo>
                  <a:lnTo>
                    <a:pt x="681" y="210"/>
                  </a:lnTo>
                  <a:close/>
                  <a:moveTo>
                    <a:pt x="681" y="146"/>
                  </a:moveTo>
                  <a:lnTo>
                    <a:pt x="849" y="117"/>
                  </a:lnTo>
                  <a:lnTo>
                    <a:pt x="167" y="0"/>
                  </a:lnTo>
                  <a:lnTo>
                    <a:pt x="0" y="29"/>
                  </a:lnTo>
                  <a:lnTo>
                    <a:pt x="681" y="146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Line 31">
              <a:extLst>
                <a:ext uri="{FF2B5EF4-FFF2-40B4-BE49-F238E27FC236}">
                  <a16:creationId xmlns:a16="http://schemas.microsoft.com/office/drawing/2014/main" id="{A4D71548-19F6-D1DB-73E2-4F81F2778E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438" y="5989638"/>
              <a:ext cx="1082675" cy="185738"/>
            </a:xfrm>
            <a:prstGeom prst="line">
              <a:avLst/>
            </a:prstGeom>
            <a:noFill/>
            <a:ln w="3175" cap="flat">
              <a:solidFill>
                <a:srgbClr val="59595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32">
              <a:extLst>
                <a:ext uri="{FF2B5EF4-FFF2-40B4-BE49-F238E27FC236}">
                  <a16:creationId xmlns:a16="http://schemas.microsoft.com/office/drawing/2014/main" id="{B9091DB8-5E74-1AD6-6F95-EC942FA803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4325" y="5989638"/>
              <a:ext cx="265113" cy="46038"/>
            </a:xfrm>
            <a:prstGeom prst="line">
              <a:avLst/>
            </a:prstGeom>
            <a:noFill/>
            <a:ln w="3175" cap="flat">
              <a:solidFill>
                <a:srgbClr val="59595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33">
              <a:extLst>
                <a:ext uri="{FF2B5EF4-FFF2-40B4-BE49-F238E27FC236}">
                  <a16:creationId xmlns:a16="http://schemas.microsoft.com/office/drawing/2014/main" id="{C0820AD4-73C2-AECB-41B7-1CF5176F67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4325" y="6035675"/>
              <a:ext cx="1081088" cy="185738"/>
            </a:xfrm>
            <a:prstGeom prst="line">
              <a:avLst/>
            </a:prstGeom>
            <a:noFill/>
            <a:ln w="3175" cap="flat">
              <a:solidFill>
                <a:srgbClr val="59595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34">
              <a:extLst>
                <a:ext uri="{FF2B5EF4-FFF2-40B4-BE49-F238E27FC236}">
                  <a16:creationId xmlns:a16="http://schemas.microsoft.com/office/drawing/2014/main" id="{D665AF54-47D4-2CBB-3EED-7B5D18E64B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613" y="5784850"/>
              <a:ext cx="1223963" cy="615950"/>
            </a:xfrm>
            <a:custGeom>
              <a:avLst/>
              <a:gdLst>
                <a:gd name="T0" fmla="*/ 257 w 771"/>
                <a:gd name="T1" fmla="*/ 388 h 388"/>
                <a:gd name="T2" fmla="*/ 771 w 771"/>
                <a:gd name="T3" fmla="*/ 299 h 388"/>
                <a:gd name="T4" fmla="*/ 514 w 771"/>
                <a:gd name="T5" fmla="*/ 255 h 388"/>
                <a:gd name="T6" fmla="*/ 0 w 771"/>
                <a:gd name="T7" fmla="*/ 344 h 388"/>
                <a:gd name="T8" fmla="*/ 257 w 771"/>
                <a:gd name="T9" fmla="*/ 388 h 388"/>
                <a:gd name="T10" fmla="*/ 257 w 771"/>
                <a:gd name="T11" fmla="*/ 132 h 388"/>
                <a:gd name="T12" fmla="*/ 771 w 771"/>
                <a:gd name="T13" fmla="*/ 44 h 388"/>
                <a:gd name="T14" fmla="*/ 514 w 771"/>
                <a:gd name="T15" fmla="*/ 0 h 388"/>
                <a:gd name="T16" fmla="*/ 0 w 771"/>
                <a:gd name="T17" fmla="*/ 88 h 388"/>
                <a:gd name="T18" fmla="*/ 257 w 771"/>
                <a:gd name="T19" fmla="*/ 132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71" h="388">
                  <a:moveTo>
                    <a:pt x="257" y="388"/>
                  </a:moveTo>
                  <a:lnTo>
                    <a:pt x="771" y="299"/>
                  </a:lnTo>
                  <a:lnTo>
                    <a:pt x="514" y="255"/>
                  </a:lnTo>
                  <a:lnTo>
                    <a:pt x="0" y="344"/>
                  </a:lnTo>
                  <a:lnTo>
                    <a:pt x="257" y="388"/>
                  </a:lnTo>
                  <a:close/>
                  <a:moveTo>
                    <a:pt x="257" y="132"/>
                  </a:moveTo>
                  <a:lnTo>
                    <a:pt x="771" y="44"/>
                  </a:lnTo>
                  <a:lnTo>
                    <a:pt x="514" y="0"/>
                  </a:lnTo>
                  <a:lnTo>
                    <a:pt x="0" y="88"/>
                  </a:lnTo>
                  <a:lnTo>
                    <a:pt x="257" y="132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35">
              <a:extLst>
                <a:ext uri="{FF2B5EF4-FFF2-40B4-BE49-F238E27FC236}">
                  <a16:creationId xmlns:a16="http://schemas.microsoft.com/office/drawing/2014/main" id="{CD45A6FE-BF43-0B1F-12E6-AE289DDE76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0588" y="5784850"/>
              <a:ext cx="407988" cy="69850"/>
            </a:xfrm>
            <a:prstGeom prst="line">
              <a:avLst/>
            </a:prstGeom>
            <a:noFill/>
            <a:ln w="3175" cap="flat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36">
              <a:extLst>
                <a:ext uri="{FF2B5EF4-FFF2-40B4-BE49-F238E27FC236}">
                  <a16:creationId xmlns:a16="http://schemas.microsoft.com/office/drawing/2014/main" id="{DAD611F1-DE2B-2C76-B79D-76867A7E10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613" y="5784850"/>
              <a:ext cx="815975" cy="139700"/>
            </a:xfrm>
            <a:prstGeom prst="line">
              <a:avLst/>
            </a:prstGeom>
            <a:noFill/>
            <a:ln w="3175" cap="flat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37">
              <a:extLst>
                <a:ext uri="{FF2B5EF4-FFF2-40B4-BE49-F238E27FC236}">
                  <a16:creationId xmlns:a16="http://schemas.microsoft.com/office/drawing/2014/main" id="{2B39F123-F620-EE10-19B8-62F5EAB271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2600" y="5854700"/>
              <a:ext cx="815975" cy="139700"/>
            </a:xfrm>
            <a:prstGeom prst="line">
              <a:avLst/>
            </a:prstGeom>
            <a:noFill/>
            <a:ln w="3175" cap="flat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38">
              <a:extLst>
                <a:ext uri="{FF2B5EF4-FFF2-40B4-BE49-F238E27FC236}">
                  <a16:creationId xmlns:a16="http://schemas.microsoft.com/office/drawing/2014/main" id="{0B28B3E7-79AC-029E-E46F-A96DB8CF92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5413" y="6175375"/>
              <a:ext cx="266700" cy="46038"/>
            </a:xfrm>
            <a:prstGeom prst="line">
              <a:avLst/>
            </a:prstGeom>
            <a:noFill/>
            <a:ln w="3175" cap="flat">
              <a:solidFill>
                <a:srgbClr val="59595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39">
              <a:extLst>
                <a:ext uri="{FF2B5EF4-FFF2-40B4-BE49-F238E27FC236}">
                  <a16:creationId xmlns:a16="http://schemas.microsoft.com/office/drawing/2014/main" id="{D1E5083D-64DF-719A-3EE0-27C9C83E6E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-642938" y="6292850"/>
              <a:ext cx="1773238" cy="306388"/>
            </a:xfrm>
            <a:prstGeom prst="line">
              <a:avLst/>
            </a:prstGeom>
            <a:noFill/>
            <a:ln w="3175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40">
              <a:extLst>
                <a:ext uri="{FF2B5EF4-FFF2-40B4-BE49-F238E27FC236}">
                  <a16:creationId xmlns:a16="http://schemas.microsoft.com/office/drawing/2014/main" id="{3EFF0BCE-486B-411C-9F3E-2FC8D3801A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30300" y="6292850"/>
              <a:ext cx="1773238" cy="306388"/>
            </a:xfrm>
            <a:prstGeom prst="line">
              <a:avLst/>
            </a:prstGeom>
            <a:noFill/>
            <a:ln w="3175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Line 41">
              <a:extLst>
                <a:ext uri="{FF2B5EF4-FFF2-40B4-BE49-F238E27FC236}">
                  <a16:creationId xmlns:a16="http://schemas.microsoft.com/office/drawing/2014/main" id="{78244930-0735-54A2-E706-57365C0318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4613" y="5924550"/>
              <a:ext cx="407988" cy="69850"/>
            </a:xfrm>
            <a:prstGeom prst="line">
              <a:avLst/>
            </a:prstGeom>
            <a:noFill/>
            <a:ln w="3175" cap="flat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67F2AAB7-B222-6AD3-7E46-7247EBC46EE1}"/>
              </a:ext>
            </a:extLst>
          </p:cNvPr>
          <p:cNvGrpSpPr/>
          <p:nvPr/>
        </p:nvGrpSpPr>
        <p:grpSpPr>
          <a:xfrm>
            <a:off x="4149247" y="5551725"/>
            <a:ext cx="3546475" cy="814388"/>
            <a:chOff x="4502151" y="5784850"/>
            <a:chExt cx="3546475" cy="814388"/>
          </a:xfrm>
        </p:grpSpPr>
        <p:sp>
          <p:nvSpPr>
            <p:cNvPr id="55" name="Freeform 47">
              <a:extLst>
                <a:ext uri="{FF2B5EF4-FFF2-40B4-BE49-F238E27FC236}">
                  <a16:creationId xmlns:a16="http://schemas.microsoft.com/office/drawing/2014/main" id="{F5074E72-24CE-C0B2-901D-E50FC03449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2151" y="5988050"/>
              <a:ext cx="3546475" cy="611188"/>
            </a:xfrm>
            <a:custGeom>
              <a:avLst/>
              <a:gdLst>
                <a:gd name="T0" fmla="*/ 1117 w 2234"/>
                <a:gd name="T1" fmla="*/ 0 h 385"/>
                <a:gd name="T2" fmla="*/ 0 w 2234"/>
                <a:gd name="T3" fmla="*/ 192 h 385"/>
                <a:gd name="T4" fmla="*/ 1117 w 2234"/>
                <a:gd name="T5" fmla="*/ 385 h 385"/>
                <a:gd name="T6" fmla="*/ 2234 w 2234"/>
                <a:gd name="T7" fmla="*/ 192 h 385"/>
                <a:gd name="T8" fmla="*/ 1117 w 2234"/>
                <a:gd name="T9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34" h="385">
                  <a:moveTo>
                    <a:pt x="1117" y="0"/>
                  </a:moveTo>
                  <a:lnTo>
                    <a:pt x="0" y="192"/>
                  </a:lnTo>
                  <a:lnTo>
                    <a:pt x="1117" y="385"/>
                  </a:lnTo>
                  <a:lnTo>
                    <a:pt x="2234" y="192"/>
                  </a:lnTo>
                  <a:lnTo>
                    <a:pt x="11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Line 48">
              <a:extLst>
                <a:ext uri="{FF2B5EF4-FFF2-40B4-BE49-F238E27FC236}">
                  <a16:creationId xmlns:a16="http://schemas.microsoft.com/office/drawing/2014/main" id="{E1FB36D2-ABC0-D4D6-9D80-A1336F4A91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02151" y="5988050"/>
              <a:ext cx="1773238" cy="304800"/>
            </a:xfrm>
            <a:prstGeom prst="line">
              <a:avLst/>
            </a:prstGeom>
            <a:noFill/>
            <a:ln w="3175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Line 49">
              <a:extLst>
                <a:ext uri="{FF2B5EF4-FFF2-40B4-BE49-F238E27FC236}">
                  <a16:creationId xmlns:a16="http://schemas.microsoft.com/office/drawing/2014/main" id="{C51187C6-C2E9-3910-B7D3-B5F6439879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75388" y="5988050"/>
              <a:ext cx="1773238" cy="304800"/>
            </a:xfrm>
            <a:prstGeom prst="line">
              <a:avLst/>
            </a:prstGeom>
            <a:noFill/>
            <a:ln w="3175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50">
              <a:extLst>
                <a:ext uri="{FF2B5EF4-FFF2-40B4-BE49-F238E27FC236}">
                  <a16:creationId xmlns:a16="http://schemas.microsoft.com/office/drawing/2014/main" id="{2386A289-2B03-6081-DE5C-F099EB760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9413" y="6091238"/>
              <a:ext cx="1347788" cy="231775"/>
            </a:xfrm>
            <a:custGeom>
              <a:avLst/>
              <a:gdLst>
                <a:gd name="T0" fmla="*/ 681 w 849"/>
                <a:gd name="T1" fmla="*/ 146 h 146"/>
                <a:gd name="T2" fmla="*/ 849 w 849"/>
                <a:gd name="T3" fmla="*/ 117 h 146"/>
                <a:gd name="T4" fmla="*/ 167 w 849"/>
                <a:gd name="T5" fmla="*/ 0 h 146"/>
                <a:gd name="T6" fmla="*/ 0 w 849"/>
                <a:gd name="T7" fmla="*/ 29 h 146"/>
                <a:gd name="T8" fmla="*/ 681 w 849"/>
                <a:gd name="T9" fmla="*/ 14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9" h="146">
                  <a:moveTo>
                    <a:pt x="681" y="146"/>
                  </a:moveTo>
                  <a:lnTo>
                    <a:pt x="849" y="117"/>
                  </a:lnTo>
                  <a:lnTo>
                    <a:pt x="167" y="0"/>
                  </a:lnTo>
                  <a:lnTo>
                    <a:pt x="0" y="29"/>
                  </a:lnTo>
                  <a:lnTo>
                    <a:pt x="681" y="146"/>
                  </a:ln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51">
              <a:extLst>
                <a:ext uri="{FF2B5EF4-FFF2-40B4-BE49-F238E27FC236}">
                  <a16:creationId xmlns:a16="http://schemas.microsoft.com/office/drawing/2014/main" id="{E7820853-EDF4-1432-88DD-5A730B69C5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9413" y="5989638"/>
              <a:ext cx="1347788" cy="231775"/>
            </a:xfrm>
            <a:custGeom>
              <a:avLst/>
              <a:gdLst>
                <a:gd name="T0" fmla="*/ 681 w 849"/>
                <a:gd name="T1" fmla="*/ 146 h 146"/>
                <a:gd name="T2" fmla="*/ 849 w 849"/>
                <a:gd name="T3" fmla="*/ 117 h 146"/>
                <a:gd name="T4" fmla="*/ 167 w 849"/>
                <a:gd name="T5" fmla="*/ 0 h 146"/>
                <a:gd name="T6" fmla="*/ 0 w 849"/>
                <a:gd name="T7" fmla="*/ 29 h 146"/>
                <a:gd name="T8" fmla="*/ 681 w 849"/>
                <a:gd name="T9" fmla="*/ 14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9" h="146">
                  <a:moveTo>
                    <a:pt x="681" y="146"/>
                  </a:moveTo>
                  <a:lnTo>
                    <a:pt x="849" y="117"/>
                  </a:lnTo>
                  <a:lnTo>
                    <a:pt x="167" y="0"/>
                  </a:lnTo>
                  <a:lnTo>
                    <a:pt x="0" y="29"/>
                  </a:lnTo>
                  <a:lnTo>
                    <a:pt x="681" y="146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Line 52">
              <a:extLst>
                <a:ext uri="{FF2B5EF4-FFF2-40B4-BE49-F238E27FC236}">
                  <a16:creationId xmlns:a16="http://schemas.microsoft.com/office/drawing/2014/main" id="{F981FA3D-F029-096C-A62B-95C9B8A09F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24526" y="5989638"/>
              <a:ext cx="1082675" cy="185738"/>
            </a:xfrm>
            <a:prstGeom prst="line">
              <a:avLst/>
            </a:prstGeom>
            <a:noFill/>
            <a:ln w="3175" cap="flat">
              <a:solidFill>
                <a:srgbClr val="59595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Line 53">
              <a:extLst>
                <a:ext uri="{FF2B5EF4-FFF2-40B4-BE49-F238E27FC236}">
                  <a16:creationId xmlns:a16="http://schemas.microsoft.com/office/drawing/2014/main" id="{D23414BD-8935-B0B7-BFAB-44CE357116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59413" y="5989638"/>
              <a:ext cx="265113" cy="46038"/>
            </a:xfrm>
            <a:prstGeom prst="line">
              <a:avLst/>
            </a:prstGeom>
            <a:noFill/>
            <a:ln w="3175" cap="flat">
              <a:solidFill>
                <a:srgbClr val="59595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Line 54">
              <a:extLst>
                <a:ext uri="{FF2B5EF4-FFF2-40B4-BE49-F238E27FC236}">
                  <a16:creationId xmlns:a16="http://schemas.microsoft.com/office/drawing/2014/main" id="{B05E2454-467D-1CE6-05A7-BF9D1C8C5A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459413" y="6035675"/>
              <a:ext cx="1081088" cy="185738"/>
            </a:xfrm>
            <a:prstGeom prst="line">
              <a:avLst/>
            </a:prstGeom>
            <a:noFill/>
            <a:ln w="3175" cap="flat">
              <a:solidFill>
                <a:srgbClr val="59595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55">
              <a:extLst>
                <a:ext uri="{FF2B5EF4-FFF2-40B4-BE49-F238E27FC236}">
                  <a16:creationId xmlns:a16="http://schemas.microsoft.com/office/drawing/2014/main" id="{48659E2C-5902-67E1-7852-46B72AE0E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9701" y="6189663"/>
              <a:ext cx="1223963" cy="211138"/>
            </a:xfrm>
            <a:custGeom>
              <a:avLst/>
              <a:gdLst>
                <a:gd name="T0" fmla="*/ 257 w 771"/>
                <a:gd name="T1" fmla="*/ 133 h 133"/>
                <a:gd name="T2" fmla="*/ 771 w 771"/>
                <a:gd name="T3" fmla="*/ 44 h 133"/>
                <a:gd name="T4" fmla="*/ 514 w 771"/>
                <a:gd name="T5" fmla="*/ 0 h 133"/>
                <a:gd name="T6" fmla="*/ 0 w 771"/>
                <a:gd name="T7" fmla="*/ 89 h 133"/>
                <a:gd name="T8" fmla="*/ 257 w 771"/>
                <a:gd name="T9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1" h="133">
                  <a:moveTo>
                    <a:pt x="257" y="133"/>
                  </a:moveTo>
                  <a:lnTo>
                    <a:pt x="771" y="44"/>
                  </a:lnTo>
                  <a:lnTo>
                    <a:pt x="514" y="0"/>
                  </a:lnTo>
                  <a:lnTo>
                    <a:pt x="0" y="89"/>
                  </a:lnTo>
                  <a:lnTo>
                    <a:pt x="257" y="13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56">
              <a:extLst>
                <a:ext uri="{FF2B5EF4-FFF2-40B4-BE49-F238E27FC236}">
                  <a16:creationId xmlns:a16="http://schemas.microsoft.com/office/drawing/2014/main" id="{7C2139B2-4F1A-6D17-D4FE-61C602AF3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2326" y="6189663"/>
              <a:ext cx="541338" cy="93663"/>
            </a:xfrm>
            <a:custGeom>
              <a:avLst/>
              <a:gdLst>
                <a:gd name="T0" fmla="*/ 257 w 341"/>
                <a:gd name="T1" fmla="*/ 59 h 59"/>
                <a:gd name="T2" fmla="*/ 341 w 341"/>
                <a:gd name="T3" fmla="*/ 44 h 59"/>
                <a:gd name="T4" fmla="*/ 84 w 341"/>
                <a:gd name="T5" fmla="*/ 0 h 59"/>
                <a:gd name="T6" fmla="*/ 0 w 341"/>
                <a:gd name="T7" fmla="*/ 14 h 59"/>
                <a:gd name="T8" fmla="*/ 257 w 341"/>
                <a:gd name="T9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1" h="59">
                  <a:moveTo>
                    <a:pt x="257" y="59"/>
                  </a:moveTo>
                  <a:lnTo>
                    <a:pt x="341" y="44"/>
                  </a:lnTo>
                  <a:lnTo>
                    <a:pt x="84" y="0"/>
                  </a:lnTo>
                  <a:lnTo>
                    <a:pt x="0" y="14"/>
                  </a:lnTo>
                  <a:lnTo>
                    <a:pt x="257" y="59"/>
                  </a:ln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57">
              <a:extLst>
                <a:ext uri="{FF2B5EF4-FFF2-40B4-BE49-F238E27FC236}">
                  <a16:creationId xmlns:a16="http://schemas.microsoft.com/office/drawing/2014/main" id="{AEB36C18-E2BC-6677-FF28-9207F99B6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9701" y="5784850"/>
              <a:ext cx="1223963" cy="209550"/>
            </a:xfrm>
            <a:custGeom>
              <a:avLst/>
              <a:gdLst>
                <a:gd name="T0" fmla="*/ 257 w 771"/>
                <a:gd name="T1" fmla="*/ 132 h 132"/>
                <a:gd name="T2" fmla="*/ 771 w 771"/>
                <a:gd name="T3" fmla="*/ 44 h 132"/>
                <a:gd name="T4" fmla="*/ 514 w 771"/>
                <a:gd name="T5" fmla="*/ 0 h 132"/>
                <a:gd name="T6" fmla="*/ 0 w 771"/>
                <a:gd name="T7" fmla="*/ 88 h 132"/>
                <a:gd name="T8" fmla="*/ 257 w 771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1" h="132">
                  <a:moveTo>
                    <a:pt x="257" y="132"/>
                  </a:moveTo>
                  <a:lnTo>
                    <a:pt x="771" y="44"/>
                  </a:lnTo>
                  <a:lnTo>
                    <a:pt x="514" y="0"/>
                  </a:lnTo>
                  <a:lnTo>
                    <a:pt x="0" y="88"/>
                  </a:lnTo>
                  <a:lnTo>
                    <a:pt x="257" y="132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Line 58">
              <a:extLst>
                <a:ext uri="{FF2B5EF4-FFF2-40B4-BE49-F238E27FC236}">
                  <a16:creationId xmlns:a16="http://schemas.microsoft.com/office/drawing/2014/main" id="{EA347D40-AB60-8D5A-AD18-3382FA8463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35676" y="5784850"/>
              <a:ext cx="407988" cy="69850"/>
            </a:xfrm>
            <a:prstGeom prst="line">
              <a:avLst/>
            </a:prstGeom>
            <a:noFill/>
            <a:ln w="3175" cap="flat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Line 59">
              <a:extLst>
                <a:ext uri="{FF2B5EF4-FFF2-40B4-BE49-F238E27FC236}">
                  <a16:creationId xmlns:a16="http://schemas.microsoft.com/office/drawing/2014/main" id="{634D7FA5-7A1F-7DB8-9E48-C4DB689CB6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19701" y="5784850"/>
              <a:ext cx="815975" cy="139700"/>
            </a:xfrm>
            <a:prstGeom prst="line">
              <a:avLst/>
            </a:prstGeom>
            <a:noFill/>
            <a:ln w="3175" cap="flat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Line 60">
              <a:extLst>
                <a:ext uri="{FF2B5EF4-FFF2-40B4-BE49-F238E27FC236}">
                  <a16:creationId xmlns:a16="http://schemas.microsoft.com/office/drawing/2014/main" id="{2677CE7C-C1B2-C4A7-DD2C-06D960F10C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27688" y="5854700"/>
              <a:ext cx="815975" cy="139700"/>
            </a:xfrm>
            <a:prstGeom prst="line">
              <a:avLst/>
            </a:prstGeom>
            <a:noFill/>
            <a:ln w="3175" cap="flat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Line 61">
              <a:extLst>
                <a:ext uri="{FF2B5EF4-FFF2-40B4-BE49-F238E27FC236}">
                  <a16:creationId xmlns:a16="http://schemas.microsoft.com/office/drawing/2014/main" id="{F6528A16-B258-0763-FBDD-7614CD5EAF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40501" y="6175375"/>
              <a:ext cx="266700" cy="46038"/>
            </a:xfrm>
            <a:prstGeom prst="line">
              <a:avLst/>
            </a:prstGeom>
            <a:noFill/>
            <a:ln w="3175" cap="flat">
              <a:solidFill>
                <a:srgbClr val="59595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Line 62">
              <a:extLst>
                <a:ext uri="{FF2B5EF4-FFF2-40B4-BE49-F238E27FC236}">
                  <a16:creationId xmlns:a16="http://schemas.microsoft.com/office/drawing/2014/main" id="{BF3BFC99-3753-CBC3-B8FE-80D6678266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02151" y="6292850"/>
              <a:ext cx="1773238" cy="306388"/>
            </a:xfrm>
            <a:prstGeom prst="line">
              <a:avLst/>
            </a:prstGeom>
            <a:noFill/>
            <a:ln w="3175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Line 63">
              <a:extLst>
                <a:ext uri="{FF2B5EF4-FFF2-40B4-BE49-F238E27FC236}">
                  <a16:creationId xmlns:a16="http://schemas.microsoft.com/office/drawing/2014/main" id="{C9951C70-7940-9B0E-4BFD-E39E6279B2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75388" y="6292850"/>
              <a:ext cx="1773238" cy="306388"/>
            </a:xfrm>
            <a:prstGeom prst="line">
              <a:avLst/>
            </a:prstGeom>
            <a:noFill/>
            <a:ln w="3175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Line 64">
              <a:extLst>
                <a:ext uri="{FF2B5EF4-FFF2-40B4-BE49-F238E27FC236}">
                  <a16:creationId xmlns:a16="http://schemas.microsoft.com/office/drawing/2014/main" id="{9888A68E-729E-76A2-D9D8-011024B16E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219701" y="5924550"/>
              <a:ext cx="407988" cy="69850"/>
            </a:xfrm>
            <a:prstGeom prst="line">
              <a:avLst/>
            </a:prstGeom>
            <a:noFill/>
            <a:ln w="3175" cap="flat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99" name="Group 1298">
            <a:extLst>
              <a:ext uri="{FF2B5EF4-FFF2-40B4-BE49-F238E27FC236}">
                <a16:creationId xmlns:a16="http://schemas.microsoft.com/office/drawing/2014/main" id="{0DA708D8-6103-0D96-5ACB-2306ACB512CA}"/>
              </a:ext>
            </a:extLst>
          </p:cNvPr>
          <p:cNvGrpSpPr/>
          <p:nvPr/>
        </p:nvGrpSpPr>
        <p:grpSpPr>
          <a:xfrm>
            <a:off x="8421304" y="5566806"/>
            <a:ext cx="3546476" cy="814388"/>
            <a:chOff x="9493251" y="5575300"/>
            <a:chExt cx="3546476" cy="814388"/>
          </a:xfrm>
        </p:grpSpPr>
        <p:sp>
          <p:nvSpPr>
            <p:cNvPr id="1101" name="Freeform 70">
              <a:extLst>
                <a:ext uri="{FF2B5EF4-FFF2-40B4-BE49-F238E27FC236}">
                  <a16:creationId xmlns:a16="http://schemas.microsoft.com/office/drawing/2014/main" id="{96283F9F-3731-9700-8BBA-A04DD15D5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3251" y="5778500"/>
              <a:ext cx="3546475" cy="611188"/>
            </a:xfrm>
            <a:custGeom>
              <a:avLst/>
              <a:gdLst>
                <a:gd name="T0" fmla="*/ 2234 w 2234"/>
                <a:gd name="T1" fmla="*/ 192 h 385"/>
                <a:gd name="T2" fmla="*/ 1117 w 2234"/>
                <a:gd name="T3" fmla="*/ 0 h 385"/>
                <a:gd name="T4" fmla="*/ 0 w 2234"/>
                <a:gd name="T5" fmla="*/ 192 h 385"/>
                <a:gd name="T6" fmla="*/ 1117 w 2234"/>
                <a:gd name="T7" fmla="*/ 385 h 385"/>
                <a:gd name="T8" fmla="*/ 2234 w 2234"/>
                <a:gd name="T9" fmla="*/ 192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34" h="385">
                  <a:moveTo>
                    <a:pt x="2234" y="192"/>
                  </a:moveTo>
                  <a:lnTo>
                    <a:pt x="1117" y="0"/>
                  </a:lnTo>
                  <a:lnTo>
                    <a:pt x="0" y="192"/>
                  </a:lnTo>
                  <a:lnTo>
                    <a:pt x="1117" y="385"/>
                  </a:lnTo>
                  <a:lnTo>
                    <a:pt x="2234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2" name="Line 71">
              <a:extLst>
                <a:ext uri="{FF2B5EF4-FFF2-40B4-BE49-F238E27FC236}">
                  <a16:creationId xmlns:a16="http://schemas.microsoft.com/office/drawing/2014/main" id="{24A56028-9047-EC50-F271-B91B23102B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93251" y="5778500"/>
              <a:ext cx="1773238" cy="304800"/>
            </a:xfrm>
            <a:prstGeom prst="line">
              <a:avLst/>
            </a:prstGeom>
            <a:noFill/>
            <a:ln w="3175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3" name="Line 72">
              <a:extLst>
                <a:ext uri="{FF2B5EF4-FFF2-40B4-BE49-F238E27FC236}">
                  <a16:creationId xmlns:a16="http://schemas.microsoft.com/office/drawing/2014/main" id="{5F6CAB01-17F9-3A90-9FC8-29D826FA4D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66488" y="5778500"/>
              <a:ext cx="1773238" cy="304800"/>
            </a:xfrm>
            <a:prstGeom prst="line">
              <a:avLst/>
            </a:prstGeom>
            <a:noFill/>
            <a:ln w="3175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4" name="Oval 73">
              <a:extLst>
                <a:ext uri="{FF2B5EF4-FFF2-40B4-BE49-F238E27FC236}">
                  <a16:creationId xmlns:a16="http://schemas.microsoft.com/office/drawing/2014/main" id="{A1207269-2740-9D17-3307-809062408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6651" y="582136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5" name="Oval 74">
              <a:extLst>
                <a:ext uri="{FF2B5EF4-FFF2-40B4-BE49-F238E27FC236}">
                  <a16:creationId xmlns:a16="http://schemas.microsoft.com/office/drawing/2014/main" id="{97BF07E3-A65D-4A91-51CF-4743AF7F1A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06201" y="58245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6" name="Oval 75">
              <a:extLst>
                <a:ext uri="{FF2B5EF4-FFF2-40B4-BE49-F238E27FC236}">
                  <a16:creationId xmlns:a16="http://schemas.microsoft.com/office/drawing/2014/main" id="{7944CCEB-00C9-A83A-CCB0-CF040002D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7263" y="58372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7" name="Oval 76">
              <a:extLst>
                <a:ext uri="{FF2B5EF4-FFF2-40B4-BE49-F238E27FC236}">
                  <a16:creationId xmlns:a16="http://schemas.microsoft.com/office/drawing/2014/main" id="{45F1432B-7657-EB3A-4425-B2185A9C3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6763" y="58388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8" name="Oval 77">
              <a:extLst>
                <a:ext uri="{FF2B5EF4-FFF2-40B4-BE49-F238E27FC236}">
                  <a16:creationId xmlns:a16="http://schemas.microsoft.com/office/drawing/2014/main" id="{01D670D5-2B10-953B-1025-322C56E487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6451" y="58451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9" name="Oval 78">
              <a:extLst>
                <a:ext uri="{FF2B5EF4-FFF2-40B4-BE49-F238E27FC236}">
                  <a16:creationId xmlns:a16="http://schemas.microsoft.com/office/drawing/2014/main" id="{8253F996-BDC1-5567-4406-43CDDEFDF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7076" y="58467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0" name="Oval 79">
              <a:extLst>
                <a:ext uri="{FF2B5EF4-FFF2-40B4-BE49-F238E27FC236}">
                  <a16:creationId xmlns:a16="http://schemas.microsoft.com/office/drawing/2014/main" id="{3397844F-51A7-EBA5-06FD-0E15102B9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0926" y="58515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1" name="Oval 80">
              <a:extLst>
                <a:ext uri="{FF2B5EF4-FFF2-40B4-BE49-F238E27FC236}">
                  <a16:creationId xmlns:a16="http://schemas.microsoft.com/office/drawing/2014/main" id="{3DE9FE38-534F-83FE-57EA-E99DF1798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9776" y="58610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2" name="Oval 81">
              <a:extLst>
                <a:ext uri="{FF2B5EF4-FFF2-40B4-BE49-F238E27FC236}">
                  <a16:creationId xmlns:a16="http://schemas.microsoft.com/office/drawing/2014/main" id="{4C9724A6-AA6D-C3C6-9297-C01A0DC55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5001" y="58642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3" name="Oval 82">
              <a:extLst>
                <a:ext uri="{FF2B5EF4-FFF2-40B4-BE49-F238E27FC236}">
                  <a16:creationId xmlns:a16="http://schemas.microsoft.com/office/drawing/2014/main" id="{4541EF6E-1D94-449E-EBE2-9B872BECF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6751" y="58642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4" name="Oval 83">
              <a:extLst>
                <a:ext uri="{FF2B5EF4-FFF2-40B4-BE49-F238E27FC236}">
                  <a16:creationId xmlns:a16="http://schemas.microsoft.com/office/drawing/2014/main" id="{1532C5C8-1CCF-1D3A-A6F2-B3AE9BE9D5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3251" y="58721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5" name="Oval 84">
              <a:extLst>
                <a:ext uri="{FF2B5EF4-FFF2-40B4-BE49-F238E27FC236}">
                  <a16:creationId xmlns:a16="http://schemas.microsoft.com/office/drawing/2014/main" id="{D246763E-05AC-EF29-9F4D-E609AF1EE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1838" y="58737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6" name="Oval 85">
              <a:extLst>
                <a:ext uri="{FF2B5EF4-FFF2-40B4-BE49-F238E27FC236}">
                  <a16:creationId xmlns:a16="http://schemas.microsoft.com/office/drawing/2014/main" id="{4F2E8830-C437-6A1C-6B64-A39CE5CD7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8488" y="58753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7" name="Oval 86">
              <a:extLst>
                <a:ext uri="{FF2B5EF4-FFF2-40B4-BE49-F238E27FC236}">
                  <a16:creationId xmlns:a16="http://schemas.microsoft.com/office/drawing/2014/main" id="{344CEBCB-6EE2-57E1-3793-791D0AC0AE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8388" y="58991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8" name="Oval 87">
              <a:extLst>
                <a:ext uri="{FF2B5EF4-FFF2-40B4-BE49-F238E27FC236}">
                  <a16:creationId xmlns:a16="http://schemas.microsoft.com/office/drawing/2014/main" id="{DF562C28-4F80-A9CA-2070-B69DD41EE9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9026" y="59055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9" name="Oval 88">
              <a:extLst>
                <a:ext uri="{FF2B5EF4-FFF2-40B4-BE49-F238E27FC236}">
                  <a16:creationId xmlns:a16="http://schemas.microsoft.com/office/drawing/2014/main" id="{C962CF1D-D75C-42B2-0ACB-EC2234E15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2388" y="59118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0" name="Oval 89">
              <a:extLst>
                <a:ext uri="{FF2B5EF4-FFF2-40B4-BE49-F238E27FC236}">
                  <a16:creationId xmlns:a16="http://schemas.microsoft.com/office/drawing/2014/main" id="{D23D579B-8114-29FB-DBDC-CD23F7899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2676" y="59245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1" name="Oval 90">
              <a:extLst>
                <a:ext uri="{FF2B5EF4-FFF2-40B4-BE49-F238E27FC236}">
                  <a16:creationId xmlns:a16="http://schemas.microsoft.com/office/drawing/2014/main" id="{FCD95046-F33D-90E4-4A23-71D744225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7288" y="59277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2" name="Oval 91">
              <a:extLst>
                <a:ext uri="{FF2B5EF4-FFF2-40B4-BE49-F238E27FC236}">
                  <a16:creationId xmlns:a16="http://schemas.microsoft.com/office/drawing/2014/main" id="{4637D420-DB75-86A2-CDB7-8E45F54F3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5251" y="59324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3" name="Oval 92">
              <a:extLst>
                <a:ext uri="{FF2B5EF4-FFF2-40B4-BE49-F238E27FC236}">
                  <a16:creationId xmlns:a16="http://schemas.microsoft.com/office/drawing/2014/main" id="{B38C09AC-2D0C-92BC-1141-5277B4B4C0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8251" y="594201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4" name="Oval 93">
              <a:extLst>
                <a:ext uri="{FF2B5EF4-FFF2-40B4-BE49-F238E27FC236}">
                  <a16:creationId xmlns:a16="http://schemas.microsoft.com/office/drawing/2014/main" id="{5F8021E2-5552-AAD3-93FD-E13D6C3D9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9038" y="59451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5" name="Oval 94">
              <a:extLst>
                <a:ext uri="{FF2B5EF4-FFF2-40B4-BE49-F238E27FC236}">
                  <a16:creationId xmlns:a16="http://schemas.microsoft.com/office/drawing/2014/main" id="{A6E6D176-E1C4-07E0-A305-74D4A2BA4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90351" y="59531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6" name="Oval 95">
              <a:extLst>
                <a:ext uri="{FF2B5EF4-FFF2-40B4-BE49-F238E27FC236}">
                  <a16:creationId xmlns:a16="http://schemas.microsoft.com/office/drawing/2014/main" id="{5DC41710-AB9B-2833-4794-D2DDEA8357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84013" y="59594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7" name="Oval 96">
              <a:extLst>
                <a:ext uri="{FF2B5EF4-FFF2-40B4-BE49-F238E27FC236}">
                  <a16:creationId xmlns:a16="http://schemas.microsoft.com/office/drawing/2014/main" id="{DF32BE02-1C81-A6AB-81EA-7441CE591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06201" y="59658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8" name="Oval 97">
              <a:extLst>
                <a:ext uri="{FF2B5EF4-FFF2-40B4-BE49-F238E27FC236}">
                  <a16:creationId xmlns:a16="http://schemas.microsoft.com/office/drawing/2014/main" id="{6B941631-EE04-E617-5671-EF2C58CFA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50651" y="596741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9" name="Oval 98">
              <a:extLst>
                <a:ext uri="{FF2B5EF4-FFF2-40B4-BE49-F238E27FC236}">
                  <a16:creationId xmlns:a16="http://schemas.microsoft.com/office/drawing/2014/main" id="{9F24CCEA-3EDC-AAFD-0F1A-5564A499A1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61776" y="59674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0" name="Oval 99">
              <a:extLst>
                <a:ext uri="{FF2B5EF4-FFF2-40B4-BE49-F238E27FC236}">
                  <a16:creationId xmlns:a16="http://schemas.microsoft.com/office/drawing/2014/main" id="{45AEC2A5-3981-1E29-1E3F-8373EAB1B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60188" y="59721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1" name="Oval 100">
              <a:extLst>
                <a:ext uri="{FF2B5EF4-FFF2-40B4-BE49-F238E27FC236}">
                  <a16:creationId xmlns:a16="http://schemas.microsoft.com/office/drawing/2014/main" id="{FBA0EE10-0975-061D-F697-7AD9360097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5238" y="59753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2" name="Oval 101">
              <a:extLst>
                <a:ext uri="{FF2B5EF4-FFF2-40B4-BE49-F238E27FC236}">
                  <a16:creationId xmlns:a16="http://schemas.microsoft.com/office/drawing/2014/main" id="{031EE26F-5142-0C68-530C-9052AA9AB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30013" y="60039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3" name="Freeform 102">
              <a:extLst>
                <a:ext uri="{FF2B5EF4-FFF2-40B4-BE49-F238E27FC236}">
                  <a16:creationId xmlns:a16="http://schemas.microsoft.com/office/drawing/2014/main" id="{202515CB-1D62-67BE-1694-0CE9D46F2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15626" y="5780088"/>
              <a:ext cx="1082675" cy="231775"/>
            </a:xfrm>
            <a:custGeom>
              <a:avLst/>
              <a:gdLst>
                <a:gd name="T0" fmla="*/ 514 w 682"/>
                <a:gd name="T1" fmla="*/ 146 h 146"/>
                <a:gd name="T2" fmla="*/ 682 w 682"/>
                <a:gd name="T3" fmla="*/ 117 h 146"/>
                <a:gd name="T4" fmla="*/ 0 w 682"/>
                <a:gd name="T5" fmla="*/ 0 h 146"/>
                <a:gd name="T6" fmla="*/ 514 w 682"/>
                <a:gd name="T7" fmla="*/ 14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2" h="146">
                  <a:moveTo>
                    <a:pt x="514" y="146"/>
                  </a:moveTo>
                  <a:lnTo>
                    <a:pt x="682" y="117"/>
                  </a:lnTo>
                  <a:lnTo>
                    <a:pt x="0" y="0"/>
                  </a:lnTo>
                  <a:lnTo>
                    <a:pt x="514" y="146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4" name="Oval 103">
              <a:extLst>
                <a:ext uri="{FF2B5EF4-FFF2-40B4-BE49-F238E27FC236}">
                  <a16:creationId xmlns:a16="http://schemas.microsoft.com/office/drawing/2014/main" id="{FC8BA0C3-C76E-1D95-4CDF-D9F99EDC7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5338" y="58864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5" name="Oval 104">
              <a:extLst>
                <a:ext uri="{FF2B5EF4-FFF2-40B4-BE49-F238E27FC236}">
                  <a16:creationId xmlns:a16="http://schemas.microsoft.com/office/drawing/2014/main" id="{9C673C34-2B82-B6A3-6325-14BAE94B1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9613" y="58880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6" name="Oval 105">
              <a:extLst>
                <a:ext uri="{FF2B5EF4-FFF2-40B4-BE49-F238E27FC236}">
                  <a16:creationId xmlns:a16="http://schemas.microsoft.com/office/drawing/2014/main" id="{A2CC5DB4-3A0B-F70E-6FE7-821467EEF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5813" y="58896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7" name="Oval 106">
              <a:extLst>
                <a:ext uri="{FF2B5EF4-FFF2-40B4-BE49-F238E27FC236}">
                  <a16:creationId xmlns:a16="http://schemas.microsoft.com/office/drawing/2014/main" id="{E106533C-AB89-15CB-47DD-EB40DB603E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5488" y="5889625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8" name="Oval 107">
              <a:extLst>
                <a:ext uri="{FF2B5EF4-FFF2-40B4-BE49-F238E27FC236}">
                  <a16:creationId xmlns:a16="http://schemas.microsoft.com/office/drawing/2014/main" id="{3B32BC12-530A-12A0-6B09-769581E62C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5338" y="58959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9" name="Oval 108">
              <a:extLst>
                <a:ext uri="{FF2B5EF4-FFF2-40B4-BE49-F238E27FC236}">
                  <a16:creationId xmlns:a16="http://schemas.microsoft.com/office/drawing/2014/main" id="{165DD05A-12BA-5D2D-5DEA-5363A89AD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5501" y="59070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0" name="Oval 109">
              <a:extLst>
                <a:ext uri="{FF2B5EF4-FFF2-40B4-BE49-F238E27FC236}">
                  <a16:creationId xmlns:a16="http://schemas.microsoft.com/office/drawing/2014/main" id="{D7EEAF40-6BD6-EF5A-C931-33ECFD578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0588" y="59102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1" name="Oval 110">
              <a:extLst>
                <a:ext uri="{FF2B5EF4-FFF2-40B4-BE49-F238E27FC236}">
                  <a16:creationId xmlns:a16="http://schemas.microsoft.com/office/drawing/2014/main" id="{DB4AD009-4F40-1809-A019-ECFA10332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6138" y="59134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2" name="Oval 111">
              <a:extLst>
                <a:ext uri="{FF2B5EF4-FFF2-40B4-BE49-F238E27FC236}">
                  <a16:creationId xmlns:a16="http://schemas.microsoft.com/office/drawing/2014/main" id="{6B59D67F-25E8-43BF-3BCB-556FE9F02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5351" y="59150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3" name="Oval 112">
              <a:extLst>
                <a:ext uri="{FF2B5EF4-FFF2-40B4-BE49-F238E27FC236}">
                  <a16:creationId xmlns:a16="http://schemas.microsoft.com/office/drawing/2014/main" id="{35BCAF27-EEF1-AD75-72BD-6C81C462C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0588" y="59150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4" name="Oval 113">
              <a:extLst>
                <a:ext uri="{FF2B5EF4-FFF2-40B4-BE49-F238E27FC236}">
                  <a16:creationId xmlns:a16="http://schemas.microsoft.com/office/drawing/2014/main" id="{0C09D048-5448-E9EE-A624-85D84DA3E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6463" y="59166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5" name="Oval 114">
              <a:extLst>
                <a:ext uri="{FF2B5EF4-FFF2-40B4-BE49-F238E27FC236}">
                  <a16:creationId xmlns:a16="http://schemas.microsoft.com/office/drawing/2014/main" id="{2AC264BA-21DD-4C53-0DCE-A29C866D0F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1" y="59182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6" name="Oval 115">
              <a:extLst>
                <a:ext uri="{FF2B5EF4-FFF2-40B4-BE49-F238E27FC236}">
                  <a16:creationId xmlns:a16="http://schemas.microsoft.com/office/drawing/2014/main" id="{57F99CB3-5A53-33B0-BC16-718D07E957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2676" y="59277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7" name="Oval 116">
              <a:extLst>
                <a:ext uri="{FF2B5EF4-FFF2-40B4-BE49-F238E27FC236}">
                  <a16:creationId xmlns:a16="http://schemas.microsoft.com/office/drawing/2014/main" id="{21844F4E-46F6-15BF-AE9F-42A71097F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0913" y="59309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8" name="Oval 117">
              <a:extLst>
                <a:ext uri="{FF2B5EF4-FFF2-40B4-BE49-F238E27FC236}">
                  <a16:creationId xmlns:a16="http://schemas.microsoft.com/office/drawing/2014/main" id="{8DB2F2AB-C12B-04C6-A7DD-D079C8AAD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6001" y="59340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9" name="Oval 118">
              <a:extLst>
                <a:ext uri="{FF2B5EF4-FFF2-40B4-BE49-F238E27FC236}">
                  <a16:creationId xmlns:a16="http://schemas.microsoft.com/office/drawing/2014/main" id="{3BF22AE4-8EC5-6E7C-6F3B-89DC42C9D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488" y="59404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0" name="Oval 119">
              <a:extLst>
                <a:ext uri="{FF2B5EF4-FFF2-40B4-BE49-F238E27FC236}">
                  <a16:creationId xmlns:a16="http://schemas.microsoft.com/office/drawing/2014/main" id="{E989FB42-B873-66DA-72AF-615768653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6638" y="594201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1" name="Oval 120">
              <a:extLst>
                <a:ext uri="{FF2B5EF4-FFF2-40B4-BE49-F238E27FC236}">
                  <a16:creationId xmlns:a16="http://schemas.microsoft.com/office/drawing/2014/main" id="{B0E8B6BE-53D5-0592-CE57-B3D299B48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3" y="59436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2" name="Oval 121">
              <a:extLst>
                <a:ext uri="{FF2B5EF4-FFF2-40B4-BE49-F238E27FC236}">
                  <a16:creationId xmlns:a16="http://schemas.microsoft.com/office/drawing/2014/main" id="{72C81738-B250-518B-5EC9-E3D92AE77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0138" y="59451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3" name="Oval 122">
              <a:extLst>
                <a:ext uri="{FF2B5EF4-FFF2-40B4-BE49-F238E27FC236}">
                  <a16:creationId xmlns:a16="http://schemas.microsoft.com/office/drawing/2014/main" id="{1B2F9BD9-4C95-F55E-8E97-5D82E8233E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5376" y="595153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4" name="Oval 123">
              <a:extLst>
                <a:ext uri="{FF2B5EF4-FFF2-40B4-BE49-F238E27FC236}">
                  <a16:creationId xmlns:a16="http://schemas.microsoft.com/office/drawing/2014/main" id="{C4D3B030-61C1-6437-3D37-48968DAD3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3788" y="59531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5" name="Oval 124">
              <a:extLst>
                <a:ext uri="{FF2B5EF4-FFF2-40B4-BE49-F238E27FC236}">
                  <a16:creationId xmlns:a16="http://schemas.microsoft.com/office/drawing/2014/main" id="{3EBA621F-467C-177D-7C11-AF5375924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1251" y="59531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6" name="Oval 125">
              <a:extLst>
                <a:ext uri="{FF2B5EF4-FFF2-40B4-BE49-F238E27FC236}">
                  <a16:creationId xmlns:a16="http://schemas.microsoft.com/office/drawing/2014/main" id="{A65B45F3-0B50-1136-39A4-122DCCAC86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8401" y="59705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7" name="Oval 126">
              <a:extLst>
                <a:ext uri="{FF2B5EF4-FFF2-40B4-BE49-F238E27FC236}">
                  <a16:creationId xmlns:a16="http://schemas.microsoft.com/office/drawing/2014/main" id="{0DDD135B-863F-B5C1-0BBC-161AD7F10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3488" y="59705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8" name="Oval 127">
              <a:extLst>
                <a:ext uri="{FF2B5EF4-FFF2-40B4-BE49-F238E27FC236}">
                  <a16:creationId xmlns:a16="http://schemas.microsoft.com/office/drawing/2014/main" id="{07932B79-A5E8-A377-5A39-D97092FF8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3013" y="598011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9" name="Oval 128">
              <a:extLst>
                <a:ext uri="{FF2B5EF4-FFF2-40B4-BE49-F238E27FC236}">
                  <a16:creationId xmlns:a16="http://schemas.microsoft.com/office/drawing/2014/main" id="{806D6B60-442F-9BAA-2B50-B1D681525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7463" y="598646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0" name="Oval 129">
              <a:extLst>
                <a:ext uri="{FF2B5EF4-FFF2-40B4-BE49-F238E27FC236}">
                  <a16:creationId xmlns:a16="http://schemas.microsoft.com/office/drawing/2014/main" id="{9A2C97CF-3005-8410-BCBD-1465BF44A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4138" y="60039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1" name="Freeform 130">
              <a:extLst>
                <a:ext uri="{FF2B5EF4-FFF2-40B4-BE49-F238E27FC236}">
                  <a16:creationId xmlns:a16="http://schemas.microsoft.com/office/drawing/2014/main" id="{4D6FDD2F-24BB-7162-E037-5CF7453B69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0513" y="5780088"/>
              <a:ext cx="1081088" cy="231775"/>
            </a:xfrm>
            <a:custGeom>
              <a:avLst/>
              <a:gdLst>
                <a:gd name="T0" fmla="*/ 0 w 681"/>
                <a:gd name="T1" fmla="*/ 29 h 146"/>
                <a:gd name="T2" fmla="*/ 681 w 681"/>
                <a:gd name="T3" fmla="*/ 146 h 146"/>
                <a:gd name="T4" fmla="*/ 167 w 681"/>
                <a:gd name="T5" fmla="*/ 0 h 146"/>
                <a:gd name="T6" fmla="*/ 0 w 681"/>
                <a:gd name="T7" fmla="*/ 29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1" h="146">
                  <a:moveTo>
                    <a:pt x="0" y="29"/>
                  </a:moveTo>
                  <a:lnTo>
                    <a:pt x="681" y="146"/>
                  </a:lnTo>
                  <a:lnTo>
                    <a:pt x="167" y="0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2" name="Line 131">
              <a:extLst>
                <a:ext uri="{FF2B5EF4-FFF2-40B4-BE49-F238E27FC236}">
                  <a16:creationId xmlns:a16="http://schemas.microsoft.com/office/drawing/2014/main" id="{FDF573CE-17ED-18D0-6204-0D7979EA08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50513" y="5780088"/>
              <a:ext cx="265113" cy="46038"/>
            </a:xfrm>
            <a:prstGeom prst="line">
              <a:avLst/>
            </a:prstGeom>
            <a:noFill/>
            <a:ln w="3175" cap="flat">
              <a:solidFill>
                <a:srgbClr val="59595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3" name="Line 132">
              <a:extLst>
                <a:ext uri="{FF2B5EF4-FFF2-40B4-BE49-F238E27FC236}">
                  <a16:creationId xmlns:a16="http://schemas.microsoft.com/office/drawing/2014/main" id="{6DE90DA9-43BE-07FD-E816-51210C26F6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15626" y="5780088"/>
              <a:ext cx="1082675" cy="185738"/>
            </a:xfrm>
            <a:prstGeom prst="line">
              <a:avLst/>
            </a:prstGeom>
            <a:noFill/>
            <a:ln w="3175" cap="flat">
              <a:solidFill>
                <a:srgbClr val="59595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4" name="Oval 133">
              <a:extLst>
                <a:ext uri="{FF2B5EF4-FFF2-40B4-BE49-F238E27FC236}">
                  <a16:creationId xmlns:a16="http://schemas.microsoft.com/office/drawing/2014/main" id="{62F4E223-09CD-8154-C7F9-60998EA5E5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9363" y="58816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5" name="Oval 134">
              <a:extLst>
                <a:ext uri="{FF2B5EF4-FFF2-40B4-BE49-F238E27FC236}">
                  <a16:creationId xmlns:a16="http://schemas.microsoft.com/office/drawing/2014/main" id="{47FDF569-B7DF-6363-E595-E2EBDE0E00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6676" y="5881688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6" name="Oval 135">
              <a:extLst>
                <a:ext uri="{FF2B5EF4-FFF2-40B4-BE49-F238E27FC236}">
                  <a16:creationId xmlns:a16="http://schemas.microsoft.com/office/drawing/2014/main" id="{0E15E65B-E86B-A71D-D3E6-5D92F8EFD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6726" y="5883275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7" name="Oval 136">
              <a:extLst>
                <a:ext uri="{FF2B5EF4-FFF2-40B4-BE49-F238E27FC236}">
                  <a16:creationId xmlns:a16="http://schemas.microsoft.com/office/drawing/2014/main" id="{1B4E9C1D-AE11-84C8-6830-56FBBD3C0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8013" y="5884863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8" name="Oval 137">
              <a:extLst>
                <a:ext uri="{FF2B5EF4-FFF2-40B4-BE49-F238E27FC236}">
                  <a16:creationId xmlns:a16="http://schemas.microsoft.com/office/drawing/2014/main" id="{EFB43B57-6672-1EA3-D5FB-AF1EBC922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72876" y="58864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9" name="Oval 138">
              <a:extLst>
                <a:ext uri="{FF2B5EF4-FFF2-40B4-BE49-F238E27FC236}">
                  <a16:creationId xmlns:a16="http://schemas.microsoft.com/office/drawing/2014/main" id="{34AE64D4-74A4-2901-267B-85FE6E34A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5726" y="588803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0" name="Oval 139">
              <a:extLst>
                <a:ext uri="{FF2B5EF4-FFF2-40B4-BE49-F238E27FC236}">
                  <a16:creationId xmlns:a16="http://schemas.microsoft.com/office/drawing/2014/main" id="{A6901BC9-C007-BB01-A619-BFD0010F2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4988" y="58896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1" name="Oval 140">
              <a:extLst>
                <a:ext uri="{FF2B5EF4-FFF2-40B4-BE49-F238E27FC236}">
                  <a16:creationId xmlns:a16="http://schemas.microsoft.com/office/drawing/2014/main" id="{47581A03-6F18-9451-C761-0CB46A4E3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9913" y="58896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2" name="Oval 141">
              <a:extLst>
                <a:ext uri="{FF2B5EF4-FFF2-40B4-BE49-F238E27FC236}">
                  <a16:creationId xmlns:a16="http://schemas.microsoft.com/office/drawing/2014/main" id="{4977C649-F499-8F6E-63CB-FC75A83DB5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1988" y="58896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3" name="Oval 142">
              <a:extLst>
                <a:ext uri="{FF2B5EF4-FFF2-40B4-BE49-F238E27FC236}">
                  <a16:creationId xmlns:a16="http://schemas.microsoft.com/office/drawing/2014/main" id="{7F3CBAE2-B07A-C61D-D2DA-DABEED385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7363" y="58896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4" name="Oval 143">
              <a:extLst>
                <a:ext uri="{FF2B5EF4-FFF2-40B4-BE49-F238E27FC236}">
                  <a16:creationId xmlns:a16="http://schemas.microsoft.com/office/drawing/2014/main" id="{017A5A01-C869-1AAE-8C67-E8EFF8BDF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5788" y="5889625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5" name="Oval 144">
              <a:extLst>
                <a:ext uri="{FF2B5EF4-FFF2-40B4-BE49-F238E27FC236}">
                  <a16:creationId xmlns:a16="http://schemas.microsoft.com/office/drawing/2014/main" id="{137CE5EF-FEC5-2088-A168-AEB08845F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4188" y="58912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6" name="Oval 145">
              <a:extLst>
                <a:ext uri="{FF2B5EF4-FFF2-40B4-BE49-F238E27FC236}">
                  <a16:creationId xmlns:a16="http://schemas.microsoft.com/office/drawing/2014/main" id="{466AA090-5EEE-06A6-15C7-4F8709AF7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87038" y="58912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7" name="Oval 146">
              <a:extLst>
                <a:ext uri="{FF2B5EF4-FFF2-40B4-BE49-F238E27FC236}">
                  <a16:creationId xmlns:a16="http://schemas.microsoft.com/office/drawing/2014/main" id="{FD740113-1CE8-905B-BE75-1532D6536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6251" y="58928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8" name="Oval 147">
              <a:extLst>
                <a:ext uri="{FF2B5EF4-FFF2-40B4-BE49-F238E27FC236}">
                  <a16:creationId xmlns:a16="http://schemas.microsoft.com/office/drawing/2014/main" id="{94205FE3-A137-3D37-C86C-29572337B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4676" y="58928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9" name="Oval 148">
              <a:extLst>
                <a:ext uri="{FF2B5EF4-FFF2-40B4-BE49-F238E27FC236}">
                  <a16:creationId xmlns:a16="http://schemas.microsoft.com/office/drawing/2014/main" id="{A3C02C6A-C7A6-CD94-9E66-571F51E83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0863" y="58928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0" name="Oval 149">
              <a:extLst>
                <a:ext uri="{FF2B5EF4-FFF2-40B4-BE49-F238E27FC236}">
                  <a16:creationId xmlns:a16="http://schemas.microsoft.com/office/drawing/2014/main" id="{46E8140E-46EF-93DF-0356-27C893981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99738" y="58928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1" name="Oval 150">
              <a:extLst>
                <a:ext uri="{FF2B5EF4-FFF2-40B4-BE49-F238E27FC236}">
                  <a16:creationId xmlns:a16="http://schemas.microsoft.com/office/drawing/2014/main" id="{F94161C3-966E-3FAD-4E7D-147AB2C10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8976" y="58943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2" name="Oval 151">
              <a:extLst>
                <a:ext uri="{FF2B5EF4-FFF2-40B4-BE49-F238E27FC236}">
                  <a16:creationId xmlns:a16="http://schemas.microsoft.com/office/drawing/2014/main" id="{BFD9E1C4-6B42-0C78-41AC-40A8915A6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5726" y="58943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3" name="Oval 152">
              <a:extLst>
                <a:ext uri="{FF2B5EF4-FFF2-40B4-BE49-F238E27FC236}">
                  <a16:creationId xmlns:a16="http://schemas.microsoft.com/office/drawing/2014/main" id="{71B36A13-0C6F-FB5E-A929-B74F7718A7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2151" y="589597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4" name="Oval 153">
              <a:extLst>
                <a:ext uri="{FF2B5EF4-FFF2-40B4-BE49-F238E27FC236}">
                  <a16:creationId xmlns:a16="http://schemas.microsoft.com/office/drawing/2014/main" id="{01A7E80D-027E-727B-2DBC-D650E19B5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2138" y="58959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5" name="Oval 154">
              <a:extLst>
                <a:ext uri="{FF2B5EF4-FFF2-40B4-BE49-F238E27FC236}">
                  <a16:creationId xmlns:a16="http://schemas.microsoft.com/office/drawing/2014/main" id="{78DF4CCF-895D-D900-200F-804C00FDD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09263" y="58959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6" name="Oval 155">
              <a:extLst>
                <a:ext uri="{FF2B5EF4-FFF2-40B4-BE49-F238E27FC236}">
                  <a16:creationId xmlns:a16="http://schemas.microsoft.com/office/drawing/2014/main" id="{96455E39-63A9-77AB-C9DC-5DEFAE692B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7376" y="58975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7" name="Oval 156">
              <a:extLst>
                <a:ext uri="{FF2B5EF4-FFF2-40B4-BE49-F238E27FC236}">
                  <a16:creationId xmlns:a16="http://schemas.microsoft.com/office/drawing/2014/main" id="{186E6BFC-4537-FCBD-7602-5DA1BE04D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4526" y="58975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8" name="Oval 157">
              <a:extLst>
                <a:ext uri="{FF2B5EF4-FFF2-40B4-BE49-F238E27FC236}">
                  <a16:creationId xmlns:a16="http://schemas.microsoft.com/office/drawing/2014/main" id="{6F8540A1-B422-9BB9-C199-DA50E7AE2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80688" y="58975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9" name="Oval 158">
              <a:extLst>
                <a:ext uri="{FF2B5EF4-FFF2-40B4-BE49-F238E27FC236}">
                  <a16:creationId xmlns:a16="http://schemas.microsoft.com/office/drawing/2014/main" id="{3D0CCD1B-3C15-8584-4DA3-2A8951631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87038" y="58991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0" name="Oval 159">
              <a:extLst>
                <a:ext uri="{FF2B5EF4-FFF2-40B4-BE49-F238E27FC236}">
                  <a16:creationId xmlns:a16="http://schemas.microsoft.com/office/drawing/2014/main" id="{C203F944-EE50-B5D6-082D-D197ECD1F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2788" y="5899150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1" name="Oval 160">
              <a:extLst>
                <a:ext uri="{FF2B5EF4-FFF2-40B4-BE49-F238E27FC236}">
                  <a16:creationId xmlns:a16="http://schemas.microsoft.com/office/drawing/2014/main" id="{16157341-7A7C-193F-07F2-CAFD16BAF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6113" y="59007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2" name="Oval 161">
              <a:extLst>
                <a:ext uri="{FF2B5EF4-FFF2-40B4-BE49-F238E27FC236}">
                  <a16:creationId xmlns:a16="http://schemas.microsoft.com/office/drawing/2014/main" id="{66AF6A84-BCAB-E16E-85DE-9ECB838C1C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7226" y="59023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3" name="Oval 162">
              <a:extLst>
                <a:ext uri="{FF2B5EF4-FFF2-40B4-BE49-F238E27FC236}">
                  <a16:creationId xmlns:a16="http://schemas.microsoft.com/office/drawing/2014/main" id="{F3C3489A-5E79-7DD5-874B-FE0ACFDB44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6888" y="59023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4" name="Oval 163">
              <a:extLst>
                <a:ext uri="{FF2B5EF4-FFF2-40B4-BE49-F238E27FC236}">
                  <a16:creationId xmlns:a16="http://schemas.microsoft.com/office/drawing/2014/main" id="{7E3414E5-FFA5-4879-F1D1-73CC03BDC8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0063" y="59039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5" name="Oval 164">
              <a:extLst>
                <a:ext uri="{FF2B5EF4-FFF2-40B4-BE49-F238E27FC236}">
                  <a16:creationId xmlns:a16="http://schemas.microsoft.com/office/drawing/2014/main" id="{EDFFBE10-73E1-2C11-5A6E-715B1D9F9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01338" y="59039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6" name="Oval 165">
              <a:extLst>
                <a:ext uri="{FF2B5EF4-FFF2-40B4-BE49-F238E27FC236}">
                  <a16:creationId xmlns:a16="http://schemas.microsoft.com/office/drawing/2014/main" id="{400CF315-D9D1-F478-94E2-AD635161E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09263" y="59039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7" name="Oval 166">
              <a:extLst>
                <a:ext uri="{FF2B5EF4-FFF2-40B4-BE49-F238E27FC236}">
                  <a16:creationId xmlns:a16="http://schemas.microsoft.com/office/drawing/2014/main" id="{07D821FE-1A3F-DCA7-EF0D-3541D2C63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4051" y="590391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8" name="Oval 167">
              <a:extLst>
                <a:ext uri="{FF2B5EF4-FFF2-40B4-BE49-F238E27FC236}">
                  <a16:creationId xmlns:a16="http://schemas.microsoft.com/office/drawing/2014/main" id="{EC48F4ED-9A63-94A2-597F-31FD5910D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0888" y="59055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9" name="Oval 168">
              <a:extLst>
                <a:ext uri="{FF2B5EF4-FFF2-40B4-BE49-F238E27FC236}">
                  <a16:creationId xmlns:a16="http://schemas.microsoft.com/office/drawing/2014/main" id="{2352899B-F690-4E3E-6174-CAE4E63813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5151" y="59055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0" name="Oval 169">
              <a:extLst>
                <a:ext uri="{FF2B5EF4-FFF2-40B4-BE49-F238E27FC236}">
                  <a16:creationId xmlns:a16="http://schemas.microsoft.com/office/drawing/2014/main" id="{580BA346-E58A-3835-BBCA-8E38F5D28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36238" y="59070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1" name="Oval 170">
              <a:extLst>
                <a:ext uri="{FF2B5EF4-FFF2-40B4-BE49-F238E27FC236}">
                  <a16:creationId xmlns:a16="http://schemas.microsoft.com/office/drawing/2014/main" id="{F19F69BA-3066-FD12-B30A-D51CCF43B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82276" y="59086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2" name="Oval 171">
              <a:extLst>
                <a:ext uri="{FF2B5EF4-FFF2-40B4-BE49-F238E27FC236}">
                  <a16:creationId xmlns:a16="http://schemas.microsoft.com/office/drawing/2014/main" id="{A2591C98-3879-DFE0-D951-515133214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99726" y="590867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3" name="Oval 172">
              <a:extLst>
                <a:ext uri="{FF2B5EF4-FFF2-40B4-BE49-F238E27FC236}">
                  <a16:creationId xmlns:a16="http://schemas.microsoft.com/office/drawing/2014/main" id="{2C285499-AEF2-B94D-A98D-9DD3564FF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3413" y="590867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4" name="Oval 173">
              <a:extLst>
                <a:ext uri="{FF2B5EF4-FFF2-40B4-BE49-F238E27FC236}">
                  <a16:creationId xmlns:a16="http://schemas.microsoft.com/office/drawing/2014/main" id="{36A452C1-1D32-A0B4-B974-5FBDF5037E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2638" y="59086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5" name="Oval 174">
              <a:extLst>
                <a:ext uri="{FF2B5EF4-FFF2-40B4-BE49-F238E27FC236}">
                  <a16:creationId xmlns:a16="http://schemas.microsoft.com/office/drawing/2014/main" id="{203963A0-7C85-1E9E-B75C-C122252455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72763" y="590867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6" name="Oval 175">
              <a:extLst>
                <a:ext uri="{FF2B5EF4-FFF2-40B4-BE49-F238E27FC236}">
                  <a16:creationId xmlns:a16="http://schemas.microsoft.com/office/drawing/2014/main" id="{8AC89FE0-FF88-C5C4-98DF-0803171EAB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6426" y="59102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7" name="Oval 176">
              <a:extLst>
                <a:ext uri="{FF2B5EF4-FFF2-40B4-BE49-F238E27FC236}">
                  <a16:creationId xmlns:a16="http://schemas.microsoft.com/office/drawing/2014/main" id="{E8CAD644-5CE0-D119-1275-5EF598315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3413" y="59102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8" name="Oval 177">
              <a:extLst>
                <a:ext uri="{FF2B5EF4-FFF2-40B4-BE49-F238E27FC236}">
                  <a16:creationId xmlns:a16="http://schemas.microsoft.com/office/drawing/2014/main" id="{933F4369-97F3-7F4B-C942-21450F1E5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7701" y="59102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9" name="Oval 178">
              <a:extLst>
                <a:ext uri="{FF2B5EF4-FFF2-40B4-BE49-F238E27FC236}">
                  <a16:creationId xmlns:a16="http://schemas.microsoft.com/office/drawing/2014/main" id="{7EA051C5-233C-F247-E667-8AABDB0C2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6438" y="591026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0" name="Oval 179">
              <a:extLst>
                <a:ext uri="{FF2B5EF4-FFF2-40B4-BE49-F238E27FC236}">
                  <a16:creationId xmlns:a16="http://schemas.microsoft.com/office/drawing/2014/main" id="{F49F7CAA-27A4-E966-53E6-613F6E051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7213" y="591026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1" name="Oval 180">
              <a:extLst>
                <a:ext uri="{FF2B5EF4-FFF2-40B4-BE49-F238E27FC236}">
                  <a16:creationId xmlns:a16="http://schemas.microsoft.com/office/drawing/2014/main" id="{5A841F8A-DCFA-4A44-72F3-360E04E36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5788" y="591026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2" name="Oval 181">
              <a:extLst>
                <a:ext uri="{FF2B5EF4-FFF2-40B4-BE49-F238E27FC236}">
                  <a16:creationId xmlns:a16="http://schemas.microsoft.com/office/drawing/2014/main" id="{F759182B-1DA4-71FB-41FC-ED2E7E95A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8176" y="591185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3" name="Oval 182">
              <a:extLst>
                <a:ext uri="{FF2B5EF4-FFF2-40B4-BE49-F238E27FC236}">
                  <a16:creationId xmlns:a16="http://schemas.microsoft.com/office/drawing/2014/main" id="{9AD818CD-21D0-2B8C-661D-0769A09F2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87026" y="59118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4" name="Oval 183">
              <a:extLst>
                <a:ext uri="{FF2B5EF4-FFF2-40B4-BE49-F238E27FC236}">
                  <a16:creationId xmlns:a16="http://schemas.microsoft.com/office/drawing/2014/main" id="{AAA482CB-B93C-7151-FD82-30D6E7AFD7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3563" y="59118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5" name="Oval 184">
              <a:extLst>
                <a:ext uri="{FF2B5EF4-FFF2-40B4-BE49-F238E27FC236}">
                  <a16:creationId xmlns:a16="http://schemas.microsoft.com/office/drawing/2014/main" id="{23198DDA-0146-866F-061E-4F04C0079D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4363" y="59118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6" name="Oval 185">
              <a:extLst>
                <a:ext uri="{FF2B5EF4-FFF2-40B4-BE49-F238E27FC236}">
                  <a16:creationId xmlns:a16="http://schemas.microsoft.com/office/drawing/2014/main" id="{4C0C3550-54AD-E0A9-C2F7-550129154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2588" y="59134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7" name="Oval 186">
              <a:extLst>
                <a:ext uri="{FF2B5EF4-FFF2-40B4-BE49-F238E27FC236}">
                  <a16:creationId xmlns:a16="http://schemas.microsoft.com/office/drawing/2014/main" id="{535AAFF1-4484-1BAF-4D6A-7AE36A49E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7213" y="59134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8" name="Oval 187">
              <a:extLst>
                <a:ext uri="{FF2B5EF4-FFF2-40B4-BE49-F238E27FC236}">
                  <a16:creationId xmlns:a16="http://schemas.microsoft.com/office/drawing/2014/main" id="{C9D2EB10-BA26-393A-35E6-733330834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8176" y="59150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9" name="Oval 188">
              <a:extLst>
                <a:ext uri="{FF2B5EF4-FFF2-40B4-BE49-F238E27FC236}">
                  <a16:creationId xmlns:a16="http://schemas.microsoft.com/office/drawing/2014/main" id="{E81373A5-F7D1-34DE-578B-72F372823C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1626" y="59150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0" name="Oval 189">
              <a:extLst>
                <a:ext uri="{FF2B5EF4-FFF2-40B4-BE49-F238E27FC236}">
                  <a16:creationId xmlns:a16="http://schemas.microsoft.com/office/drawing/2014/main" id="{FAADC814-A6E9-1565-3ADB-F223FC080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1038" y="59150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1" name="Oval 190">
              <a:extLst>
                <a:ext uri="{FF2B5EF4-FFF2-40B4-BE49-F238E27FC236}">
                  <a16:creationId xmlns:a16="http://schemas.microsoft.com/office/drawing/2014/main" id="{4EF07F90-FF64-F82C-95C7-95FF780D7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4488" y="5915025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2" name="Oval 191">
              <a:extLst>
                <a:ext uri="{FF2B5EF4-FFF2-40B4-BE49-F238E27FC236}">
                  <a16:creationId xmlns:a16="http://schemas.microsoft.com/office/drawing/2014/main" id="{264E4C66-EE70-C193-0FC5-B354F0935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3576" y="59150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3" name="Oval 192">
              <a:extLst>
                <a:ext uri="{FF2B5EF4-FFF2-40B4-BE49-F238E27FC236}">
                  <a16:creationId xmlns:a16="http://schemas.microsoft.com/office/drawing/2014/main" id="{897253BB-685D-AC95-8D82-71D85F414D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0388" y="59150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4" name="Oval 193">
              <a:extLst>
                <a:ext uri="{FF2B5EF4-FFF2-40B4-BE49-F238E27FC236}">
                  <a16:creationId xmlns:a16="http://schemas.microsoft.com/office/drawing/2014/main" id="{57A7C4CF-7985-0364-41A2-7777AC8D7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25126" y="591661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5" name="Oval 194">
              <a:extLst>
                <a:ext uri="{FF2B5EF4-FFF2-40B4-BE49-F238E27FC236}">
                  <a16:creationId xmlns:a16="http://schemas.microsoft.com/office/drawing/2014/main" id="{E94BD653-739D-0278-3610-2B43E8517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7388" y="59166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6" name="Oval 195">
              <a:extLst>
                <a:ext uri="{FF2B5EF4-FFF2-40B4-BE49-F238E27FC236}">
                  <a16:creationId xmlns:a16="http://schemas.microsoft.com/office/drawing/2014/main" id="{2FAB88FE-A000-C417-8FFA-35A0291B9F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3576" y="591661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7" name="Oval 196">
              <a:extLst>
                <a:ext uri="{FF2B5EF4-FFF2-40B4-BE49-F238E27FC236}">
                  <a16:creationId xmlns:a16="http://schemas.microsoft.com/office/drawing/2014/main" id="{3F511D12-7151-5F7A-0A92-9F38AC8905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0263" y="59182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8" name="Oval 197">
              <a:extLst>
                <a:ext uri="{FF2B5EF4-FFF2-40B4-BE49-F238E27FC236}">
                  <a16:creationId xmlns:a16="http://schemas.microsoft.com/office/drawing/2014/main" id="{BFAEC28A-346C-29F4-9491-AF8563D1AB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93388" y="59197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9" name="Oval 198">
              <a:extLst>
                <a:ext uri="{FF2B5EF4-FFF2-40B4-BE49-F238E27FC236}">
                  <a16:creationId xmlns:a16="http://schemas.microsoft.com/office/drawing/2014/main" id="{C9E809A0-358E-BF4E-5BA1-180FDC3E7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1188" y="59197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0" name="Oval 199">
              <a:extLst>
                <a:ext uri="{FF2B5EF4-FFF2-40B4-BE49-F238E27FC236}">
                  <a16:creationId xmlns:a16="http://schemas.microsoft.com/office/drawing/2014/main" id="{F98920A6-BF59-E838-3DC3-62B4CCC06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0826" y="59213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1" name="Oval 200">
              <a:extLst>
                <a:ext uri="{FF2B5EF4-FFF2-40B4-BE49-F238E27FC236}">
                  <a16:creationId xmlns:a16="http://schemas.microsoft.com/office/drawing/2014/main" id="{537B5EE3-A3A0-AA67-FF4E-CD7242A14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0076" y="59213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2" name="Oval 201">
              <a:extLst>
                <a:ext uri="{FF2B5EF4-FFF2-40B4-BE49-F238E27FC236}">
                  <a16:creationId xmlns:a16="http://schemas.microsoft.com/office/drawing/2014/main" id="{82EAC29B-87DD-E13A-7006-89BAEF13D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3076" y="59213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3" name="Oval 202">
              <a:extLst>
                <a:ext uri="{FF2B5EF4-FFF2-40B4-BE49-F238E27FC236}">
                  <a16:creationId xmlns:a16="http://schemas.microsoft.com/office/drawing/2014/main" id="{44AC3B3D-82E1-A102-E1A4-6D0F66E4C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5301" y="59213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4" name="Oval 203">
              <a:extLst>
                <a:ext uri="{FF2B5EF4-FFF2-40B4-BE49-F238E27FC236}">
                  <a16:creationId xmlns:a16="http://schemas.microsoft.com/office/drawing/2014/main" id="{74A8AD7F-BF5C-30B9-EB10-9507B4BC2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5813" y="59229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5" name="Oval 204">
              <a:extLst>
                <a:ext uri="{FF2B5EF4-FFF2-40B4-BE49-F238E27FC236}">
                  <a16:creationId xmlns:a16="http://schemas.microsoft.com/office/drawing/2014/main" id="{EFFC6090-AEB5-A6CE-5B58-8153838EA6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2313" y="59229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6" name="Oval 205">
              <a:extLst>
                <a:ext uri="{FF2B5EF4-FFF2-40B4-BE49-F238E27FC236}">
                  <a16:creationId xmlns:a16="http://schemas.microsoft.com/office/drawing/2014/main" id="{8C3AECD6-DA62-28AD-47AC-59CC0D607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5776" y="592296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7" name="Oval 206">
              <a:extLst>
                <a:ext uri="{FF2B5EF4-FFF2-40B4-BE49-F238E27FC236}">
                  <a16:creationId xmlns:a16="http://schemas.microsoft.com/office/drawing/2014/main" id="{BBF61F0E-EEEA-AF59-8403-6176DEE0E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4526" y="592296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8" name="Oval 207">
              <a:extLst>
                <a:ext uri="{FF2B5EF4-FFF2-40B4-BE49-F238E27FC236}">
                  <a16:creationId xmlns:a16="http://schemas.microsoft.com/office/drawing/2014/main" id="{4648696A-C498-9A63-7F59-DC5E9678F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626" y="59229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9" name="Oval 208">
              <a:extLst>
                <a:ext uri="{FF2B5EF4-FFF2-40B4-BE49-F238E27FC236}">
                  <a16:creationId xmlns:a16="http://schemas.microsoft.com/office/drawing/2014/main" id="{7177B432-CDD1-6E2B-57AD-8A82F0130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2451" y="59245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0" name="Oval 209">
              <a:extLst>
                <a:ext uri="{FF2B5EF4-FFF2-40B4-BE49-F238E27FC236}">
                  <a16:creationId xmlns:a16="http://schemas.microsoft.com/office/drawing/2014/main" id="{DB8E1DC4-406D-2F3C-ED7F-0341F42FE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71176" y="59245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1" name="Oval 210">
              <a:extLst>
                <a:ext uri="{FF2B5EF4-FFF2-40B4-BE49-F238E27FC236}">
                  <a16:creationId xmlns:a16="http://schemas.microsoft.com/office/drawing/2014/main" id="{457A97AF-FB72-67DD-AFAF-AEB86D9EE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2463" y="59245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2" name="Oval 211">
              <a:extLst>
                <a:ext uri="{FF2B5EF4-FFF2-40B4-BE49-F238E27FC236}">
                  <a16:creationId xmlns:a16="http://schemas.microsoft.com/office/drawing/2014/main" id="{735B0CE6-7678-1B65-757C-2599DF7AF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2251" y="59245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3" name="Oval 212">
              <a:extLst>
                <a:ext uri="{FF2B5EF4-FFF2-40B4-BE49-F238E27FC236}">
                  <a16:creationId xmlns:a16="http://schemas.microsoft.com/office/drawing/2014/main" id="{67E06B54-7E34-C03B-376D-193447723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0726" y="59261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4" name="Line 213">
              <a:extLst>
                <a:ext uri="{FF2B5EF4-FFF2-40B4-BE49-F238E27FC236}">
                  <a16:creationId xmlns:a16="http://schemas.microsoft.com/office/drawing/2014/main" id="{5CE4C280-8521-CF62-5426-94CFE21E7A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450513" y="5826125"/>
              <a:ext cx="1081088" cy="185738"/>
            </a:xfrm>
            <a:prstGeom prst="line">
              <a:avLst/>
            </a:prstGeom>
            <a:noFill/>
            <a:ln w="3175" cap="flat">
              <a:solidFill>
                <a:srgbClr val="59595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5" name="Oval 214">
              <a:extLst>
                <a:ext uri="{FF2B5EF4-FFF2-40B4-BE49-F238E27FC236}">
                  <a16:creationId xmlns:a16="http://schemas.microsoft.com/office/drawing/2014/main" id="{1F64973E-FD69-D3CB-3297-43638A34B0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4851" y="59261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6" name="Oval 215">
              <a:extLst>
                <a:ext uri="{FF2B5EF4-FFF2-40B4-BE49-F238E27FC236}">
                  <a16:creationId xmlns:a16="http://schemas.microsoft.com/office/drawing/2014/main" id="{5E543DD6-B23B-D1D9-9C74-E82B1AEAAB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5813" y="59261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7" name="Oval 216">
              <a:extLst>
                <a:ext uri="{FF2B5EF4-FFF2-40B4-BE49-F238E27FC236}">
                  <a16:creationId xmlns:a16="http://schemas.microsoft.com/office/drawing/2014/main" id="{B9C3B1C9-C0E4-ED73-2BE3-0787E5F7D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5501" y="59261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8" name="Oval 217">
              <a:extLst>
                <a:ext uri="{FF2B5EF4-FFF2-40B4-BE49-F238E27FC236}">
                  <a16:creationId xmlns:a16="http://schemas.microsoft.com/office/drawing/2014/main" id="{CC47E8E6-3F09-097C-CFDE-EE43A34F9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6" y="59261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9" name="Oval 218">
              <a:extLst>
                <a:ext uri="{FF2B5EF4-FFF2-40B4-BE49-F238E27FC236}">
                  <a16:creationId xmlns:a16="http://schemas.microsoft.com/office/drawing/2014/main" id="{3D62F9DE-F4E4-3876-F62B-9AC43AB35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4526" y="59277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0" name="Oval 219">
              <a:extLst>
                <a:ext uri="{FF2B5EF4-FFF2-40B4-BE49-F238E27FC236}">
                  <a16:creationId xmlns:a16="http://schemas.microsoft.com/office/drawing/2014/main" id="{9889C470-00D8-6AB6-43E9-1D401F778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8826" y="59277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1" name="Oval 220">
              <a:extLst>
                <a:ext uri="{FF2B5EF4-FFF2-40B4-BE49-F238E27FC236}">
                  <a16:creationId xmlns:a16="http://schemas.microsoft.com/office/drawing/2014/main" id="{6D719C2A-41A1-9DB6-D1E1-08B276F50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4063" y="59277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2" name="Oval 221">
              <a:extLst>
                <a:ext uri="{FF2B5EF4-FFF2-40B4-BE49-F238E27FC236}">
                  <a16:creationId xmlns:a16="http://schemas.microsoft.com/office/drawing/2014/main" id="{8FA81ADC-8595-443C-2D4B-10335C032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8326" y="59277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3" name="Oval 222">
              <a:extLst>
                <a:ext uri="{FF2B5EF4-FFF2-40B4-BE49-F238E27FC236}">
                  <a16:creationId xmlns:a16="http://schemas.microsoft.com/office/drawing/2014/main" id="{ABFFCC18-9829-778A-31DC-33BB2A039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5638" y="59277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4" name="Oval 223">
              <a:extLst>
                <a:ext uri="{FF2B5EF4-FFF2-40B4-BE49-F238E27FC236}">
                  <a16:creationId xmlns:a16="http://schemas.microsoft.com/office/drawing/2014/main" id="{2C57588A-C7AE-00AE-800C-EE828269B2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7988" y="59293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5" name="Oval 224">
              <a:extLst>
                <a:ext uri="{FF2B5EF4-FFF2-40B4-BE49-F238E27FC236}">
                  <a16:creationId xmlns:a16="http://schemas.microsoft.com/office/drawing/2014/main" id="{048A29F5-6C16-352D-E5ED-3C40AAFE0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98288" y="59309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6" name="Oval 225">
              <a:extLst>
                <a:ext uri="{FF2B5EF4-FFF2-40B4-BE49-F238E27FC236}">
                  <a16:creationId xmlns:a16="http://schemas.microsoft.com/office/drawing/2014/main" id="{5FC85CF9-DD58-5B2C-08D5-5EAC77810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6388" y="59309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7" name="Oval 226">
              <a:extLst>
                <a:ext uri="{FF2B5EF4-FFF2-40B4-BE49-F238E27FC236}">
                  <a16:creationId xmlns:a16="http://schemas.microsoft.com/office/drawing/2014/main" id="{80A1CECA-AA68-B7FF-A5F3-0DC48C682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6" y="59324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8" name="Oval 227">
              <a:extLst>
                <a:ext uri="{FF2B5EF4-FFF2-40B4-BE49-F238E27FC236}">
                  <a16:creationId xmlns:a16="http://schemas.microsoft.com/office/drawing/2014/main" id="{93B3B52E-6980-358D-A2B0-2FB662D382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7238" y="59324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9" name="Oval 228">
              <a:extLst>
                <a:ext uri="{FF2B5EF4-FFF2-40B4-BE49-F238E27FC236}">
                  <a16:creationId xmlns:a16="http://schemas.microsoft.com/office/drawing/2014/main" id="{CA86CBDE-BA43-DB72-3C5E-9A15E2CC9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37826" y="59324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0" name="Oval 229">
              <a:extLst>
                <a:ext uri="{FF2B5EF4-FFF2-40B4-BE49-F238E27FC236}">
                  <a16:creationId xmlns:a16="http://schemas.microsoft.com/office/drawing/2014/main" id="{500B30BD-01F1-7E4A-4F29-3C1B07885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4863" y="59324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1" name="Oval 230">
              <a:extLst>
                <a:ext uri="{FF2B5EF4-FFF2-40B4-BE49-F238E27FC236}">
                  <a16:creationId xmlns:a16="http://schemas.microsoft.com/office/drawing/2014/main" id="{A93435A5-A3F0-9E2B-A732-4C620A3EA5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9126" y="59324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2" name="Oval 231">
              <a:extLst>
                <a:ext uri="{FF2B5EF4-FFF2-40B4-BE49-F238E27FC236}">
                  <a16:creationId xmlns:a16="http://schemas.microsoft.com/office/drawing/2014/main" id="{B5E54C67-863F-646F-BB2A-70876F355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9638" y="59324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3" name="Oval 232">
              <a:extLst>
                <a:ext uri="{FF2B5EF4-FFF2-40B4-BE49-F238E27FC236}">
                  <a16:creationId xmlns:a16="http://schemas.microsoft.com/office/drawing/2014/main" id="{1ED4E33E-BEE1-68F8-8BD3-18A56DE96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85438" y="59324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4" name="Oval 233">
              <a:extLst>
                <a:ext uri="{FF2B5EF4-FFF2-40B4-BE49-F238E27FC236}">
                  <a16:creationId xmlns:a16="http://schemas.microsoft.com/office/drawing/2014/main" id="{24B5639C-5CD5-DD48-59AA-F61B6B2D90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9463" y="59340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5" name="Oval 234">
              <a:extLst>
                <a:ext uri="{FF2B5EF4-FFF2-40B4-BE49-F238E27FC236}">
                  <a16:creationId xmlns:a16="http://schemas.microsoft.com/office/drawing/2014/main" id="{F076FE5D-6561-61C3-F341-AB871B12C7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0263" y="59340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6" name="Oval 235">
              <a:extLst>
                <a:ext uri="{FF2B5EF4-FFF2-40B4-BE49-F238E27FC236}">
                  <a16:creationId xmlns:a16="http://schemas.microsoft.com/office/drawing/2014/main" id="{65BB50A3-199F-2F2D-9B66-3AFBEC860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6388" y="59340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7" name="Oval 236">
              <a:extLst>
                <a:ext uri="{FF2B5EF4-FFF2-40B4-BE49-F238E27FC236}">
                  <a16:creationId xmlns:a16="http://schemas.microsoft.com/office/drawing/2014/main" id="{B7AAF9BD-722E-F87C-A205-32B8EF33D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8938" y="59340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8" name="Oval 237">
              <a:extLst>
                <a:ext uri="{FF2B5EF4-FFF2-40B4-BE49-F238E27FC236}">
                  <a16:creationId xmlns:a16="http://schemas.microsoft.com/office/drawing/2014/main" id="{2B7FB805-7CF5-BAE4-7BAC-8E1F1650F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6413" y="59340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9" name="Oval 238">
              <a:extLst>
                <a:ext uri="{FF2B5EF4-FFF2-40B4-BE49-F238E27FC236}">
                  <a16:creationId xmlns:a16="http://schemas.microsoft.com/office/drawing/2014/main" id="{44587715-52D3-96B2-901E-E82C645A9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5326" y="593407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0" name="Oval 239">
              <a:extLst>
                <a:ext uri="{FF2B5EF4-FFF2-40B4-BE49-F238E27FC236}">
                  <a16:creationId xmlns:a16="http://schemas.microsoft.com/office/drawing/2014/main" id="{F3C28914-2BD5-8FEE-0C07-7D2FE49F5B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0426" y="59340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1" name="Oval 240">
              <a:extLst>
                <a:ext uri="{FF2B5EF4-FFF2-40B4-BE49-F238E27FC236}">
                  <a16:creationId xmlns:a16="http://schemas.microsoft.com/office/drawing/2014/main" id="{763FCC56-D579-0710-B980-19EC7183F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2788" y="59340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2" name="Oval 241">
              <a:extLst>
                <a:ext uri="{FF2B5EF4-FFF2-40B4-BE49-F238E27FC236}">
                  <a16:creationId xmlns:a16="http://schemas.microsoft.com/office/drawing/2014/main" id="{8DAACC26-CB00-289D-7CF2-6C4370CAD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1" y="59356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3" name="Oval 242">
              <a:extLst>
                <a:ext uri="{FF2B5EF4-FFF2-40B4-BE49-F238E27FC236}">
                  <a16:creationId xmlns:a16="http://schemas.microsoft.com/office/drawing/2014/main" id="{5A78FAAC-ED1D-B4EB-AD21-D5BA9B69A7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226" y="59356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4" name="Oval 243">
              <a:extLst>
                <a:ext uri="{FF2B5EF4-FFF2-40B4-BE49-F238E27FC236}">
                  <a16:creationId xmlns:a16="http://schemas.microsoft.com/office/drawing/2014/main" id="{E8656DCD-E9FB-54A4-7433-E4BEF9DC7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9751" y="593566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5" name="Oval 244">
              <a:extLst>
                <a:ext uri="{FF2B5EF4-FFF2-40B4-BE49-F238E27FC236}">
                  <a16:creationId xmlns:a16="http://schemas.microsoft.com/office/drawing/2014/main" id="{25452039-39D1-EAA2-8A7A-9DBF3C529D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7238" y="5935663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6" name="Oval 245">
              <a:extLst>
                <a:ext uri="{FF2B5EF4-FFF2-40B4-BE49-F238E27FC236}">
                  <a16:creationId xmlns:a16="http://schemas.microsoft.com/office/drawing/2014/main" id="{8F6128FA-6612-8CC1-5B89-B861E4459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12438" y="593725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7" name="Oval 246">
              <a:extLst>
                <a:ext uri="{FF2B5EF4-FFF2-40B4-BE49-F238E27FC236}">
                  <a16:creationId xmlns:a16="http://schemas.microsoft.com/office/drawing/2014/main" id="{F0BF316C-7669-2438-4C55-83AD4DC97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351" y="59372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8" name="Oval 247">
              <a:extLst>
                <a:ext uri="{FF2B5EF4-FFF2-40B4-BE49-F238E27FC236}">
                  <a16:creationId xmlns:a16="http://schemas.microsoft.com/office/drawing/2014/main" id="{A644886A-124F-C674-8B7D-4EC3C6FAB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6751" y="593725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9" name="Oval 248">
              <a:extLst>
                <a:ext uri="{FF2B5EF4-FFF2-40B4-BE49-F238E27FC236}">
                  <a16:creationId xmlns:a16="http://schemas.microsoft.com/office/drawing/2014/main" id="{1EE9BE28-17D1-88DD-AC99-BDF25A8B1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2501" y="59372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0" name="Oval 249">
              <a:extLst>
                <a:ext uri="{FF2B5EF4-FFF2-40B4-BE49-F238E27FC236}">
                  <a16:creationId xmlns:a16="http://schemas.microsoft.com/office/drawing/2014/main" id="{40BEB88B-86F5-B21F-E738-572BD3FE5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2651" y="59372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1" name="Oval 250">
              <a:extLst>
                <a:ext uri="{FF2B5EF4-FFF2-40B4-BE49-F238E27FC236}">
                  <a16:creationId xmlns:a16="http://schemas.microsoft.com/office/drawing/2014/main" id="{1C2BC9C2-0B9A-4CDD-7648-0137A7693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0088" y="59372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2" name="Oval 251">
              <a:extLst>
                <a:ext uri="{FF2B5EF4-FFF2-40B4-BE49-F238E27FC236}">
                  <a16:creationId xmlns:a16="http://schemas.microsoft.com/office/drawing/2014/main" id="{5D9159F2-F1F8-4D08-C34F-E17A25CD69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7238" y="59372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3" name="Oval 252">
              <a:extLst>
                <a:ext uri="{FF2B5EF4-FFF2-40B4-BE49-F238E27FC236}">
                  <a16:creationId xmlns:a16="http://schemas.microsoft.com/office/drawing/2014/main" id="{75D70F50-CF50-54DC-906C-9C7AA6EAA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7351" y="59372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4" name="Oval 253">
              <a:extLst>
                <a:ext uri="{FF2B5EF4-FFF2-40B4-BE49-F238E27FC236}">
                  <a16:creationId xmlns:a16="http://schemas.microsoft.com/office/drawing/2014/main" id="{41261C78-ACAA-EE77-8265-EBEBEF4F0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8913" y="59388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5" name="Oval 254">
              <a:extLst>
                <a:ext uri="{FF2B5EF4-FFF2-40B4-BE49-F238E27FC236}">
                  <a16:creationId xmlns:a16="http://schemas.microsoft.com/office/drawing/2014/main" id="{E6A33DC6-6916-C6A2-5F7C-4E3392FB0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7063" y="59388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6" name="Oval 255">
              <a:extLst>
                <a:ext uri="{FF2B5EF4-FFF2-40B4-BE49-F238E27FC236}">
                  <a16:creationId xmlns:a16="http://schemas.microsoft.com/office/drawing/2014/main" id="{A4B3023D-689A-0BD2-CEBB-EC60EAB44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8926" y="59388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7" name="Oval 256">
              <a:extLst>
                <a:ext uri="{FF2B5EF4-FFF2-40B4-BE49-F238E27FC236}">
                  <a16:creationId xmlns:a16="http://schemas.microsoft.com/office/drawing/2014/main" id="{72D6EEB6-253D-3571-EA6B-71A54C1E81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0751" y="593883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8" name="Oval 257">
              <a:extLst>
                <a:ext uri="{FF2B5EF4-FFF2-40B4-BE49-F238E27FC236}">
                  <a16:creationId xmlns:a16="http://schemas.microsoft.com/office/drawing/2014/main" id="{74A311A0-D2C3-B4B6-4DF6-6CCBED6E0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0551" y="593883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9" name="Oval 258">
              <a:extLst>
                <a:ext uri="{FF2B5EF4-FFF2-40B4-BE49-F238E27FC236}">
                  <a16:creationId xmlns:a16="http://schemas.microsoft.com/office/drawing/2014/main" id="{E2A50935-6E6A-D647-09BB-009D55EFF6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7176" y="593883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0" name="Oval 259">
              <a:extLst>
                <a:ext uri="{FF2B5EF4-FFF2-40B4-BE49-F238E27FC236}">
                  <a16:creationId xmlns:a16="http://schemas.microsoft.com/office/drawing/2014/main" id="{03681172-2E7F-4910-5F24-04712C2BEA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8688" y="593883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1" name="Oval 260">
              <a:extLst>
                <a:ext uri="{FF2B5EF4-FFF2-40B4-BE49-F238E27FC236}">
                  <a16:creationId xmlns:a16="http://schemas.microsoft.com/office/drawing/2014/main" id="{F7B22A2E-B27E-07D4-472C-FAFCD51B9B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8513" y="59404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2" name="Oval 261">
              <a:extLst>
                <a:ext uri="{FF2B5EF4-FFF2-40B4-BE49-F238E27FC236}">
                  <a16:creationId xmlns:a16="http://schemas.microsoft.com/office/drawing/2014/main" id="{80B1ED39-9C07-4E0F-AA09-2F739B171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4813" y="59404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3" name="Oval 262">
              <a:extLst>
                <a:ext uri="{FF2B5EF4-FFF2-40B4-BE49-F238E27FC236}">
                  <a16:creationId xmlns:a16="http://schemas.microsoft.com/office/drawing/2014/main" id="{92CEF8A2-32D9-9F9A-DDAE-6C90A9B2C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9301" y="59404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4" name="Oval 263">
              <a:extLst>
                <a:ext uri="{FF2B5EF4-FFF2-40B4-BE49-F238E27FC236}">
                  <a16:creationId xmlns:a16="http://schemas.microsoft.com/office/drawing/2014/main" id="{B965ABAD-C4C5-7187-5784-344C8C7E2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0076" y="59420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5" name="Oval 264">
              <a:extLst>
                <a:ext uri="{FF2B5EF4-FFF2-40B4-BE49-F238E27FC236}">
                  <a16:creationId xmlns:a16="http://schemas.microsoft.com/office/drawing/2014/main" id="{F56A751A-7FB2-09C3-F33B-5426C5965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3451" y="594201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6" name="Oval 265">
              <a:extLst>
                <a:ext uri="{FF2B5EF4-FFF2-40B4-BE49-F238E27FC236}">
                  <a16:creationId xmlns:a16="http://schemas.microsoft.com/office/drawing/2014/main" id="{A23334E8-1399-3085-60C0-D3436B6A5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98138" y="594201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7" name="Oval 266">
              <a:extLst>
                <a:ext uri="{FF2B5EF4-FFF2-40B4-BE49-F238E27FC236}">
                  <a16:creationId xmlns:a16="http://schemas.microsoft.com/office/drawing/2014/main" id="{1E796445-7D6B-AFE8-DA83-9BE8AFC580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8651" y="59436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8" name="Oval 267">
              <a:extLst>
                <a:ext uri="{FF2B5EF4-FFF2-40B4-BE49-F238E27FC236}">
                  <a16:creationId xmlns:a16="http://schemas.microsoft.com/office/drawing/2014/main" id="{ACEA9BF7-3413-B4CE-650B-27DCC9728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8651" y="59436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9" name="Oval 269">
              <a:extLst>
                <a:ext uri="{FF2B5EF4-FFF2-40B4-BE49-F238E27FC236}">
                  <a16:creationId xmlns:a16="http://schemas.microsoft.com/office/drawing/2014/main" id="{563FAF7F-177C-D557-997E-C3FCBF796D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0076" y="59436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0" name="Oval 270">
              <a:extLst>
                <a:ext uri="{FF2B5EF4-FFF2-40B4-BE49-F238E27FC236}">
                  <a16:creationId xmlns:a16="http://schemas.microsoft.com/office/drawing/2014/main" id="{5693F001-C5F4-5A4C-90C3-2882295D9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7714" y="59436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1" name="Oval 271">
              <a:extLst>
                <a:ext uri="{FF2B5EF4-FFF2-40B4-BE49-F238E27FC236}">
                  <a16:creationId xmlns:a16="http://schemas.microsoft.com/office/drawing/2014/main" id="{3C226958-54AA-7742-4060-127A709BF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4239" y="59436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2" name="Oval 272">
              <a:extLst>
                <a:ext uri="{FF2B5EF4-FFF2-40B4-BE49-F238E27FC236}">
                  <a16:creationId xmlns:a16="http://schemas.microsoft.com/office/drawing/2014/main" id="{B907A308-B84E-1234-C08E-9F7C0729E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2814" y="59451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3" name="Oval 273">
              <a:extLst>
                <a:ext uri="{FF2B5EF4-FFF2-40B4-BE49-F238E27FC236}">
                  <a16:creationId xmlns:a16="http://schemas.microsoft.com/office/drawing/2014/main" id="{D2031FF5-AF73-D379-3A47-10EF572F7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9451" y="59451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4" name="Oval 274">
              <a:extLst>
                <a:ext uri="{FF2B5EF4-FFF2-40B4-BE49-F238E27FC236}">
                  <a16:creationId xmlns:a16="http://schemas.microsoft.com/office/drawing/2014/main" id="{0E320F5E-7AEC-A4E5-1D55-3A761873E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2639" y="59451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5" name="Oval 275">
              <a:extLst>
                <a:ext uri="{FF2B5EF4-FFF2-40B4-BE49-F238E27FC236}">
                  <a16:creationId xmlns:a16="http://schemas.microsoft.com/office/drawing/2014/main" id="{82ADD842-5AD1-C665-CA36-5FAC3DCC3B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8676" y="594677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6" name="Oval 276">
              <a:extLst>
                <a:ext uri="{FF2B5EF4-FFF2-40B4-BE49-F238E27FC236}">
                  <a16:creationId xmlns:a16="http://schemas.microsoft.com/office/drawing/2014/main" id="{21384749-8E78-99A9-14F9-8C05A9FA6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8501" y="59467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7" name="Oval 277">
              <a:extLst>
                <a:ext uri="{FF2B5EF4-FFF2-40B4-BE49-F238E27FC236}">
                  <a16:creationId xmlns:a16="http://schemas.microsoft.com/office/drawing/2014/main" id="{63E25B44-0060-22CD-30C6-3D8469471F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5464" y="59467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8" name="Oval 278">
              <a:extLst>
                <a:ext uri="{FF2B5EF4-FFF2-40B4-BE49-F238E27FC236}">
                  <a16:creationId xmlns:a16="http://schemas.microsoft.com/office/drawing/2014/main" id="{79F4020D-A3C3-B5E4-E418-4A0D849E3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1676" y="59467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9" name="Oval 279">
              <a:extLst>
                <a:ext uri="{FF2B5EF4-FFF2-40B4-BE49-F238E27FC236}">
                  <a16:creationId xmlns:a16="http://schemas.microsoft.com/office/drawing/2014/main" id="{5469DF71-193B-B9DB-2004-0726C53E2E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7839" y="59483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0" name="Oval 280">
              <a:extLst>
                <a:ext uri="{FF2B5EF4-FFF2-40B4-BE49-F238E27FC236}">
                  <a16:creationId xmlns:a16="http://schemas.microsoft.com/office/drawing/2014/main" id="{748E0C25-2FE4-F349-C6B1-3B08731A8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2776" y="594836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1" name="Oval 281">
              <a:extLst>
                <a:ext uri="{FF2B5EF4-FFF2-40B4-BE49-F238E27FC236}">
                  <a16:creationId xmlns:a16="http://schemas.microsoft.com/office/drawing/2014/main" id="{0ECA10B5-8CD0-4906-ADA3-5901E1D96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07676" y="59483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2" name="Oval 282">
              <a:extLst>
                <a:ext uri="{FF2B5EF4-FFF2-40B4-BE49-F238E27FC236}">
                  <a16:creationId xmlns:a16="http://schemas.microsoft.com/office/drawing/2014/main" id="{7F78A117-65BB-617E-EBED-B7623F025F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71176" y="59499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3" name="Oval 283">
              <a:extLst>
                <a:ext uri="{FF2B5EF4-FFF2-40B4-BE49-F238E27FC236}">
                  <a16:creationId xmlns:a16="http://schemas.microsoft.com/office/drawing/2014/main" id="{D72F7935-988A-0579-7336-C974C5C4D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17189" y="594995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4" name="Oval 284">
              <a:extLst>
                <a:ext uri="{FF2B5EF4-FFF2-40B4-BE49-F238E27FC236}">
                  <a16:creationId xmlns:a16="http://schemas.microsoft.com/office/drawing/2014/main" id="{FD2ACB5F-6850-2D59-B52A-A70813AA6D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2601" y="59499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5" name="Oval 285">
              <a:extLst>
                <a:ext uri="{FF2B5EF4-FFF2-40B4-BE49-F238E27FC236}">
                  <a16:creationId xmlns:a16="http://schemas.microsoft.com/office/drawing/2014/main" id="{5D2202C9-C1A2-1602-D940-69EBD7EE6C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3276" y="59499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6" name="Oval 286">
              <a:extLst>
                <a:ext uri="{FF2B5EF4-FFF2-40B4-BE49-F238E27FC236}">
                  <a16:creationId xmlns:a16="http://schemas.microsoft.com/office/drawing/2014/main" id="{A08001E8-F889-A55B-0DEB-8464C2E32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5801" y="59499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7" name="Oval 287">
              <a:extLst>
                <a:ext uri="{FF2B5EF4-FFF2-40B4-BE49-F238E27FC236}">
                  <a16:creationId xmlns:a16="http://schemas.microsoft.com/office/drawing/2014/main" id="{A334E701-F69A-1178-A612-67856F1A7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8664" y="594995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8" name="Oval 288">
              <a:extLst>
                <a:ext uri="{FF2B5EF4-FFF2-40B4-BE49-F238E27FC236}">
                  <a16:creationId xmlns:a16="http://schemas.microsoft.com/office/drawing/2014/main" id="{37A14102-CDA3-4C49-D900-E3E5C613F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8189" y="595153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9" name="Oval 289">
              <a:extLst>
                <a:ext uri="{FF2B5EF4-FFF2-40B4-BE49-F238E27FC236}">
                  <a16:creationId xmlns:a16="http://schemas.microsoft.com/office/drawing/2014/main" id="{9070797C-FDD1-A3AD-C869-C3FED4250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9139" y="595153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0" name="Oval 290">
              <a:extLst>
                <a:ext uri="{FF2B5EF4-FFF2-40B4-BE49-F238E27FC236}">
                  <a16:creationId xmlns:a16="http://schemas.microsoft.com/office/drawing/2014/main" id="{E3876D78-BA72-D50E-DE26-ADC41B076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38001" y="59531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1" name="Oval 291">
              <a:extLst>
                <a:ext uri="{FF2B5EF4-FFF2-40B4-BE49-F238E27FC236}">
                  <a16:creationId xmlns:a16="http://schemas.microsoft.com/office/drawing/2014/main" id="{082AD255-F205-4F78-403E-E7A0003DA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3901" y="59531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2" name="Oval 292">
              <a:extLst>
                <a:ext uri="{FF2B5EF4-FFF2-40B4-BE49-F238E27FC236}">
                  <a16:creationId xmlns:a16="http://schemas.microsoft.com/office/drawing/2014/main" id="{94015E2D-F922-62FD-85FA-A1FB80E927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4876" y="59531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3" name="Oval 293">
              <a:extLst>
                <a:ext uri="{FF2B5EF4-FFF2-40B4-BE49-F238E27FC236}">
                  <a16:creationId xmlns:a16="http://schemas.microsoft.com/office/drawing/2014/main" id="{06E8E0CE-1029-73E0-9A95-20F9DC9D3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2589" y="59531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4" name="Oval 294">
              <a:extLst>
                <a:ext uri="{FF2B5EF4-FFF2-40B4-BE49-F238E27FC236}">
                  <a16:creationId xmlns:a16="http://schemas.microsoft.com/office/drawing/2014/main" id="{D7B34F82-75CB-966A-84C3-57D0C497C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77514" y="59531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5" name="Oval 295">
              <a:extLst>
                <a:ext uri="{FF2B5EF4-FFF2-40B4-BE49-F238E27FC236}">
                  <a16:creationId xmlns:a16="http://schemas.microsoft.com/office/drawing/2014/main" id="{95C31F4E-D333-E162-F8E8-AE8F3151D4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2339" y="59531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6" name="Oval 296">
              <a:extLst>
                <a:ext uri="{FF2B5EF4-FFF2-40B4-BE49-F238E27FC236}">
                  <a16:creationId xmlns:a16="http://schemas.microsoft.com/office/drawing/2014/main" id="{E4910CF4-8EF9-9226-2759-53C093BFE4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0914" y="59531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7" name="Oval 297">
              <a:extLst>
                <a:ext uri="{FF2B5EF4-FFF2-40B4-BE49-F238E27FC236}">
                  <a16:creationId xmlns:a16="http://schemas.microsoft.com/office/drawing/2014/main" id="{52901D85-43E0-C1BD-AEF3-12459DAA0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12439" y="5953125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8" name="Oval 298">
              <a:extLst>
                <a:ext uri="{FF2B5EF4-FFF2-40B4-BE49-F238E27FC236}">
                  <a16:creationId xmlns:a16="http://schemas.microsoft.com/office/drawing/2014/main" id="{859FAD51-335E-8132-BE82-437A3DEE1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1226" y="59547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9" name="Oval 299">
              <a:extLst>
                <a:ext uri="{FF2B5EF4-FFF2-40B4-BE49-F238E27FC236}">
                  <a16:creationId xmlns:a16="http://schemas.microsoft.com/office/drawing/2014/main" id="{634E6C8D-8793-2EC3-0574-D77DC284E1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0239" y="59547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0" name="Oval 300">
              <a:extLst>
                <a:ext uri="{FF2B5EF4-FFF2-40B4-BE49-F238E27FC236}">
                  <a16:creationId xmlns:a16="http://schemas.microsoft.com/office/drawing/2014/main" id="{E74FCFDD-36B1-0768-C230-259844561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5839" y="595471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1" name="Oval 301">
              <a:extLst>
                <a:ext uri="{FF2B5EF4-FFF2-40B4-BE49-F238E27FC236}">
                  <a16:creationId xmlns:a16="http://schemas.microsoft.com/office/drawing/2014/main" id="{500755F7-A03A-BCA2-F52D-ABF85EFAD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2614" y="59547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2" name="Oval 302">
              <a:extLst>
                <a:ext uri="{FF2B5EF4-FFF2-40B4-BE49-F238E27FC236}">
                  <a16:creationId xmlns:a16="http://schemas.microsoft.com/office/drawing/2014/main" id="{8B7CF413-FE21-D88D-A2A5-922B34A15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8039" y="59563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3" name="Oval 303">
              <a:extLst>
                <a:ext uri="{FF2B5EF4-FFF2-40B4-BE49-F238E27FC236}">
                  <a16:creationId xmlns:a16="http://schemas.microsoft.com/office/drawing/2014/main" id="{217983E5-FA2C-325C-0E89-440124B4F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3301" y="59563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4" name="Oval 304">
              <a:extLst>
                <a:ext uri="{FF2B5EF4-FFF2-40B4-BE49-F238E27FC236}">
                  <a16:creationId xmlns:a16="http://schemas.microsoft.com/office/drawing/2014/main" id="{7A21CD3A-A5C2-BB2D-A386-B9BDB0F7C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0289" y="59563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5" name="Oval 305">
              <a:extLst>
                <a:ext uri="{FF2B5EF4-FFF2-40B4-BE49-F238E27FC236}">
                  <a16:creationId xmlns:a16="http://schemas.microsoft.com/office/drawing/2014/main" id="{5D6DA1EA-102B-782E-58D2-9D579ACAC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82451" y="59563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6" name="Oval 306">
              <a:extLst>
                <a:ext uri="{FF2B5EF4-FFF2-40B4-BE49-F238E27FC236}">
                  <a16:creationId xmlns:a16="http://schemas.microsoft.com/office/drawing/2014/main" id="{1E55AC68-858B-E987-37A1-11DF0BF05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9489" y="59563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7" name="Oval 307">
              <a:extLst>
                <a:ext uri="{FF2B5EF4-FFF2-40B4-BE49-F238E27FC236}">
                  <a16:creationId xmlns:a16="http://schemas.microsoft.com/office/drawing/2014/main" id="{F6A93993-4735-A01A-ADDD-DADF0B197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1" y="59578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8" name="Oval 308">
              <a:extLst>
                <a:ext uri="{FF2B5EF4-FFF2-40B4-BE49-F238E27FC236}">
                  <a16:creationId xmlns:a16="http://schemas.microsoft.com/office/drawing/2014/main" id="{72E61A70-6C47-D5D1-21DC-9E35F0B1D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4301" y="59578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9" name="Oval 309">
              <a:extLst>
                <a:ext uri="{FF2B5EF4-FFF2-40B4-BE49-F238E27FC236}">
                  <a16:creationId xmlns:a16="http://schemas.microsoft.com/office/drawing/2014/main" id="{78595812-7567-D48B-CB28-368798D9C5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52301" y="59578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0" name="Oval 310">
              <a:extLst>
                <a:ext uri="{FF2B5EF4-FFF2-40B4-BE49-F238E27FC236}">
                  <a16:creationId xmlns:a16="http://schemas.microsoft.com/office/drawing/2014/main" id="{051E64A7-645B-DAC7-9047-E4A0DB8A2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6439" y="59578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1" name="Oval 311">
              <a:extLst>
                <a:ext uri="{FF2B5EF4-FFF2-40B4-BE49-F238E27FC236}">
                  <a16:creationId xmlns:a16="http://schemas.microsoft.com/office/drawing/2014/main" id="{92CEBB3C-C43C-75E9-77EA-1A67F70E0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0414" y="595788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2" name="Oval 312">
              <a:extLst>
                <a:ext uri="{FF2B5EF4-FFF2-40B4-BE49-F238E27FC236}">
                  <a16:creationId xmlns:a16="http://schemas.microsoft.com/office/drawing/2014/main" id="{4F80716B-6CF7-7C6A-A0F4-B3C099671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8339" y="59594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3" name="Oval 313">
              <a:extLst>
                <a:ext uri="{FF2B5EF4-FFF2-40B4-BE49-F238E27FC236}">
                  <a16:creationId xmlns:a16="http://schemas.microsoft.com/office/drawing/2014/main" id="{84948AAA-A75D-A70F-959D-72DD5FCCA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2176" y="59594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4" name="Oval 314">
              <a:extLst>
                <a:ext uri="{FF2B5EF4-FFF2-40B4-BE49-F238E27FC236}">
                  <a16:creationId xmlns:a16="http://schemas.microsoft.com/office/drawing/2014/main" id="{4720CAED-5D45-5B34-F32D-C5BC02B0B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56876" y="59594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5" name="Oval 315">
              <a:extLst>
                <a:ext uri="{FF2B5EF4-FFF2-40B4-BE49-F238E27FC236}">
                  <a16:creationId xmlns:a16="http://schemas.microsoft.com/office/drawing/2014/main" id="{8C30C630-A0F9-FAC3-7080-345285414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5914" y="595947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6" name="Oval 316">
              <a:extLst>
                <a:ext uri="{FF2B5EF4-FFF2-40B4-BE49-F238E27FC236}">
                  <a16:creationId xmlns:a16="http://schemas.microsoft.com/office/drawing/2014/main" id="{C9F9F647-379B-A2AB-1D71-FE93695927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7539" y="59594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7" name="Oval 317">
              <a:extLst>
                <a:ext uri="{FF2B5EF4-FFF2-40B4-BE49-F238E27FC236}">
                  <a16:creationId xmlns:a16="http://schemas.microsoft.com/office/drawing/2014/main" id="{EA5845E5-AA3E-EBD1-A376-CE84D63F76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1051" y="59594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8" name="Oval 318">
              <a:extLst>
                <a:ext uri="{FF2B5EF4-FFF2-40B4-BE49-F238E27FC236}">
                  <a16:creationId xmlns:a16="http://schemas.microsoft.com/office/drawing/2014/main" id="{8940EDC4-FDF5-1511-9C83-BB9F9FE8E6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7414" y="59594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9" name="Oval 319">
              <a:extLst>
                <a:ext uri="{FF2B5EF4-FFF2-40B4-BE49-F238E27FC236}">
                  <a16:creationId xmlns:a16="http://schemas.microsoft.com/office/drawing/2014/main" id="{46320509-2877-9F31-E0B2-611147607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4839" y="59594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0" name="Oval 320">
              <a:extLst>
                <a:ext uri="{FF2B5EF4-FFF2-40B4-BE49-F238E27FC236}">
                  <a16:creationId xmlns:a16="http://schemas.microsoft.com/office/drawing/2014/main" id="{81CCAC03-2A99-ECDD-A026-A73E1B4306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3751" y="59610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1" name="Oval 321">
              <a:extLst>
                <a:ext uri="{FF2B5EF4-FFF2-40B4-BE49-F238E27FC236}">
                  <a16:creationId xmlns:a16="http://schemas.microsoft.com/office/drawing/2014/main" id="{B909F5BA-FD83-802E-C38D-3024C1C620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8389" y="59610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2" name="Oval 322">
              <a:extLst>
                <a:ext uri="{FF2B5EF4-FFF2-40B4-BE49-F238E27FC236}">
                  <a16:creationId xmlns:a16="http://schemas.microsoft.com/office/drawing/2014/main" id="{770B79D7-DDFC-3B80-D5CA-A9B6A5776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8664" y="59610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3" name="Oval 323">
              <a:extLst>
                <a:ext uri="{FF2B5EF4-FFF2-40B4-BE49-F238E27FC236}">
                  <a16:creationId xmlns:a16="http://schemas.microsoft.com/office/drawing/2014/main" id="{BE986E9B-FDF1-604F-9902-67FE40FFE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2251" y="596106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4" name="Oval 324">
              <a:extLst>
                <a:ext uri="{FF2B5EF4-FFF2-40B4-BE49-F238E27FC236}">
                  <a16:creationId xmlns:a16="http://schemas.microsoft.com/office/drawing/2014/main" id="{73F59B6E-352A-1AF4-2F3D-4042E8841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9939" y="596265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5" name="Oval 325">
              <a:extLst>
                <a:ext uri="{FF2B5EF4-FFF2-40B4-BE49-F238E27FC236}">
                  <a16:creationId xmlns:a16="http://schemas.microsoft.com/office/drawing/2014/main" id="{85DC1001-3DF5-A818-D0FC-8C6569EF5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1201" y="59626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6" name="Oval 326">
              <a:extLst>
                <a:ext uri="{FF2B5EF4-FFF2-40B4-BE49-F238E27FC236}">
                  <a16:creationId xmlns:a16="http://schemas.microsoft.com/office/drawing/2014/main" id="{DE221195-55BE-8BD3-5797-4D19F4166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5501" y="59626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7" name="Oval 327">
              <a:extLst>
                <a:ext uri="{FF2B5EF4-FFF2-40B4-BE49-F238E27FC236}">
                  <a16:creationId xmlns:a16="http://schemas.microsoft.com/office/drawing/2014/main" id="{3556EB90-9630-51A2-7218-23568CA38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3576" y="59642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8" name="Oval 328">
              <a:extLst>
                <a:ext uri="{FF2B5EF4-FFF2-40B4-BE49-F238E27FC236}">
                  <a16:creationId xmlns:a16="http://schemas.microsoft.com/office/drawing/2014/main" id="{EC9ACEC2-5D0E-226D-B4B0-E883DB1031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9314" y="59642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9" name="Oval 329">
              <a:extLst>
                <a:ext uri="{FF2B5EF4-FFF2-40B4-BE49-F238E27FC236}">
                  <a16:creationId xmlns:a16="http://schemas.microsoft.com/office/drawing/2014/main" id="{0C44BE15-D0BB-8EBE-2DA2-9D754A4F7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1551" y="59642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0" name="Oval 330">
              <a:extLst>
                <a:ext uri="{FF2B5EF4-FFF2-40B4-BE49-F238E27FC236}">
                  <a16:creationId xmlns:a16="http://schemas.microsoft.com/office/drawing/2014/main" id="{A1ACC0F4-6301-D396-ABEA-0F0B09E8EF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3214" y="59642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1" name="Oval 331">
              <a:extLst>
                <a:ext uri="{FF2B5EF4-FFF2-40B4-BE49-F238E27FC236}">
                  <a16:creationId xmlns:a16="http://schemas.microsoft.com/office/drawing/2014/main" id="{6659D6BE-FE56-3E5F-39E6-D375B8962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5339" y="596423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2" name="Oval 332">
              <a:extLst>
                <a:ext uri="{FF2B5EF4-FFF2-40B4-BE49-F238E27FC236}">
                  <a16:creationId xmlns:a16="http://schemas.microsoft.com/office/drawing/2014/main" id="{43F0DE54-55E0-23FB-10D8-E947A91B2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1514" y="596423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3" name="Oval 333">
              <a:extLst>
                <a:ext uri="{FF2B5EF4-FFF2-40B4-BE49-F238E27FC236}">
                  <a16:creationId xmlns:a16="http://schemas.microsoft.com/office/drawing/2014/main" id="{6AED3EB4-5417-F93B-E524-07F017B1C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2789" y="59658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4" name="Oval 334">
              <a:extLst>
                <a:ext uri="{FF2B5EF4-FFF2-40B4-BE49-F238E27FC236}">
                  <a16:creationId xmlns:a16="http://schemas.microsoft.com/office/drawing/2014/main" id="{E9CD6EEF-2888-6129-F0FC-353E4B44B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7076" y="59658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5" name="Oval 335">
              <a:extLst>
                <a:ext uri="{FF2B5EF4-FFF2-40B4-BE49-F238E27FC236}">
                  <a16:creationId xmlns:a16="http://schemas.microsoft.com/office/drawing/2014/main" id="{57B0D3BB-4E4B-C168-2C7E-03256EEE5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8701" y="59658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6" name="Oval 336">
              <a:extLst>
                <a:ext uri="{FF2B5EF4-FFF2-40B4-BE49-F238E27FC236}">
                  <a16:creationId xmlns:a16="http://schemas.microsoft.com/office/drawing/2014/main" id="{F4E9AF0C-F20B-9B46-B784-CD663B2CF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58426" y="59658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7" name="Oval 337">
              <a:extLst>
                <a:ext uri="{FF2B5EF4-FFF2-40B4-BE49-F238E27FC236}">
                  <a16:creationId xmlns:a16="http://schemas.microsoft.com/office/drawing/2014/main" id="{685D5A8C-529B-1C81-063B-4BED0CE6AB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0264" y="59658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8" name="Oval 338">
              <a:extLst>
                <a:ext uri="{FF2B5EF4-FFF2-40B4-BE49-F238E27FC236}">
                  <a16:creationId xmlns:a16="http://schemas.microsoft.com/office/drawing/2014/main" id="{A59FA502-AD63-BECB-A6BE-C5E1FF269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7226" y="59658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9" name="Oval 339">
              <a:extLst>
                <a:ext uri="{FF2B5EF4-FFF2-40B4-BE49-F238E27FC236}">
                  <a16:creationId xmlns:a16="http://schemas.microsoft.com/office/drawing/2014/main" id="{570B4992-8B5C-BA14-BAB0-BBA83D7CCB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7914" y="59674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0" name="Oval 340">
              <a:extLst>
                <a:ext uri="{FF2B5EF4-FFF2-40B4-BE49-F238E27FC236}">
                  <a16:creationId xmlns:a16="http://schemas.microsoft.com/office/drawing/2014/main" id="{3099DD54-92CC-8B32-73FD-C68501B28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0764" y="59690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1" name="Oval 341">
              <a:extLst>
                <a:ext uri="{FF2B5EF4-FFF2-40B4-BE49-F238E27FC236}">
                  <a16:creationId xmlns:a16="http://schemas.microsoft.com/office/drawing/2014/main" id="{5C81D4EF-CD2A-3901-FB5F-09E42215E4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0739" y="59690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2" name="Oval 342">
              <a:extLst>
                <a:ext uri="{FF2B5EF4-FFF2-40B4-BE49-F238E27FC236}">
                  <a16:creationId xmlns:a16="http://schemas.microsoft.com/office/drawing/2014/main" id="{D392FFB4-12D5-9AA0-2787-572F99849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5164" y="59690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3" name="Oval 343">
              <a:extLst>
                <a:ext uri="{FF2B5EF4-FFF2-40B4-BE49-F238E27FC236}">
                  <a16:creationId xmlns:a16="http://schemas.microsoft.com/office/drawing/2014/main" id="{D3CDB64D-7777-557D-44E9-A1E57B665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5151" y="59690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4" name="Oval 344">
              <a:extLst>
                <a:ext uri="{FF2B5EF4-FFF2-40B4-BE49-F238E27FC236}">
                  <a16:creationId xmlns:a16="http://schemas.microsoft.com/office/drawing/2014/main" id="{8DE95611-F569-BD84-EF93-F282918AE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3939" y="59690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5" name="Oval 345">
              <a:extLst>
                <a:ext uri="{FF2B5EF4-FFF2-40B4-BE49-F238E27FC236}">
                  <a16:creationId xmlns:a16="http://schemas.microsoft.com/office/drawing/2014/main" id="{98B51C7A-9FED-2640-A89C-397CEB0DC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0414" y="59690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6" name="Oval 346">
              <a:extLst>
                <a:ext uri="{FF2B5EF4-FFF2-40B4-BE49-F238E27FC236}">
                  <a16:creationId xmlns:a16="http://schemas.microsoft.com/office/drawing/2014/main" id="{4EA2C4ED-34E7-E092-854A-E0DF6F3C6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5989" y="59690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7" name="Oval 347">
              <a:extLst>
                <a:ext uri="{FF2B5EF4-FFF2-40B4-BE49-F238E27FC236}">
                  <a16:creationId xmlns:a16="http://schemas.microsoft.com/office/drawing/2014/main" id="{E20A5B32-CB2C-C7EF-0354-30E36F0BA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6451" y="59705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8" name="Oval 348">
              <a:extLst>
                <a:ext uri="{FF2B5EF4-FFF2-40B4-BE49-F238E27FC236}">
                  <a16:creationId xmlns:a16="http://schemas.microsoft.com/office/drawing/2014/main" id="{1D69E4A9-BC61-4EC6-1491-BC6AEADB1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87039" y="59705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9" name="Oval 349">
              <a:extLst>
                <a:ext uri="{FF2B5EF4-FFF2-40B4-BE49-F238E27FC236}">
                  <a16:creationId xmlns:a16="http://schemas.microsoft.com/office/drawing/2014/main" id="{5F80DD8A-E3F8-56EF-E8E4-929EFE965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6426" y="59705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0" name="Oval 350">
              <a:extLst>
                <a:ext uri="{FF2B5EF4-FFF2-40B4-BE49-F238E27FC236}">
                  <a16:creationId xmlns:a16="http://schemas.microsoft.com/office/drawing/2014/main" id="{4ECD9602-E1B3-494A-8B99-F27F1A92E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5476" y="59705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1" name="Oval 351">
              <a:extLst>
                <a:ext uri="{FF2B5EF4-FFF2-40B4-BE49-F238E27FC236}">
                  <a16:creationId xmlns:a16="http://schemas.microsoft.com/office/drawing/2014/main" id="{D92AF0F4-260B-DF2F-A0F4-E87B7A17A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2176" y="59705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2" name="Oval 352">
              <a:extLst>
                <a:ext uri="{FF2B5EF4-FFF2-40B4-BE49-F238E27FC236}">
                  <a16:creationId xmlns:a16="http://schemas.microsoft.com/office/drawing/2014/main" id="{39658A8E-4F7F-396E-A699-03ED3020F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72764" y="59705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3" name="Oval 353">
              <a:extLst>
                <a:ext uri="{FF2B5EF4-FFF2-40B4-BE49-F238E27FC236}">
                  <a16:creationId xmlns:a16="http://schemas.microsoft.com/office/drawing/2014/main" id="{D47F1FB0-82AB-8658-F81B-25C461760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5964" y="59705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4" name="Oval 354">
              <a:extLst>
                <a:ext uri="{FF2B5EF4-FFF2-40B4-BE49-F238E27FC236}">
                  <a16:creationId xmlns:a16="http://schemas.microsoft.com/office/drawing/2014/main" id="{BFA80E77-A054-6717-AB25-D67D29701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7264" y="59705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5" name="Oval 355">
              <a:extLst>
                <a:ext uri="{FF2B5EF4-FFF2-40B4-BE49-F238E27FC236}">
                  <a16:creationId xmlns:a16="http://schemas.microsoft.com/office/drawing/2014/main" id="{89ECA0A0-E2D6-2D13-2DFB-3DEA256BD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5189" y="5970588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6" name="Oval 356">
              <a:extLst>
                <a:ext uri="{FF2B5EF4-FFF2-40B4-BE49-F238E27FC236}">
                  <a16:creationId xmlns:a16="http://schemas.microsoft.com/office/drawing/2014/main" id="{E97CFDEB-D7F5-DE38-4D4B-4F7E4131FA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1676" y="5970588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7" name="Oval 357">
              <a:extLst>
                <a:ext uri="{FF2B5EF4-FFF2-40B4-BE49-F238E27FC236}">
                  <a16:creationId xmlns:a16="http://schemas.microsoft.com/office/drawing/2014/main" id="{6519E8B5-BC6C-5980-5BC5-5E93A7D00D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3426" y="597058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8" name="Oval 358">
              <a:extLst>
                <a:ext uri="{FF2B5EF4-FFF2-40B4-BE49-F238E27FC236}">
                  <a16:creationId xmlns:a16="http://schemas.microsoft.com/office/drawing/2014/main" id="{7884DF39-48FA-8927-B87D-45863BA68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1714" y="597217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9" name="Oval 359">
              <a:extLst>
                <a:ext uri="{FF2B5EF4-FFF2-40B4-BE49-F238E27FC236}">
                  <a16:creationId xmlns:a16="http://schemas.microsoft.com/office/drawing/2014/main" id="{65CAA60C-E00B-4CF4-6E25-4D9D6D9D9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0439" y="59721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0" name="Oval 360">
              <a:extLst>
                <a:ext uri="{FF2B5EF4-FFF2-40B4-BE49-F238E27FC236}">
                  <a16:creationId xmlns:a16="http://schemas.microsoft.com/office/drawing/2014/main" id="{7BDBA313-A55C-138E-C3AD-AA3AD2FC6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1076" y="597217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1" name="Oval 361">
              <a:extLst>
                <a:ext uri="{FF2B5EF4-FFF2-40B4-BE49-F238E27FC236}">
                  <a16:creationId xmlns:a16="http://schemas.microsoft.com/office/drawing/2014/main" id="{73BA5B95-E4ED-D937-F519-97EA149AF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8689" y="59721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2" name="Oval 362">
              <a:extLst>
                <a:ext uri="{FF2B5EF4-FFF2-40B4-BE49-F238E27FC236}">
                  <a16:creationId xmlns:a16="http://schemas.microsoft.com/office/drawing/2014/main" id="{7ED2151B-840B-4329-26EB-3D938B18F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226" y="59737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3" name="Oval 363">
              <a:extLst>
                <a:ext uri="{FF2B5EF4-FFF2-40B4-BE49-F238E27FC236}">
                  <a16:creationId xmlns:a16="http://schemas.microsoft.com/office/drawing/2014/main" id="{4634FF15-CA4B-4B20-AAFF-59C2AB003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2451" y="59737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4" name="Oval 364">
              <a:extLst>
                <a:ext uri="{FF2B5EF4-FFF2-40B4-BE49-F238E27FC236}">
                  <a16:creationId xmlns:a16="http://schemas.microsoft.com/office/drawing/2014/main" id="{2376377B-C8D6-AE6A-B2C8-2BEB9000BE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9314" y="59737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5" name="Oval 365">
              <a:extLst>
                <a:ext uri="{FF2B5EF4-FFF2-40B4-BE49-F238E27FC236}">
                  <a16:creationId xmlns:a16="http://schemas.microsoft.com/office/drawing/2014/main" id="{282A1EBA-4633-6BD6-0DBF-DCFA097AC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5739" y="597376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6" name="Oval 366">
              <a:extLst>
                <a:ext uri="{FF2B5EF4-FFF2-40B4-BE49-F238E27FC236}">
                  <a16:creationId xmlns:a16="http://schemas.microsoft.com/office/drawing/2014/main" id="{FCEF7A6F-EE0B-F5EB-2B4A-DE2D03B60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2789" y="59737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7" name="Oval 367">
              <a:extLst>
                <a:ext uri="{FF2B5EF4-FFF2-40B4-BE49-F238E27FC236}">
                  <a16:creationId xmlns:a16="http://schemas.microsoft.com/office/drawing/2014/main" id="{05143F3C-BC65-DF10-D88B-7500F87A0B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4551" y="59737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8" name="Oval 368">
              <a:extLst>
                <a:ext uri="{FF2B5EF4-FFF2-40B4-BE49-F238E27FC236}">
                  <a16:creationId xmlns:a16="http://schemas.microsoft.com/office/drawing/2014/main" id="{2086B7AD-58C0-3C30-4104-2E9694BF1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5351" y="59737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9" name="Oval 369">
              <a:extLst>
                <a:ext uri="{FF2B5EF4-FFF2-40B4-BE49-F238E27FC236}">
                  <a16:creationId xmlns:a16="http://schemas.microsoft.com/office/drawing/2014/main" id="{8FD7AFD5-2AF1-5605-256E-29BBE2FE4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489" y="597376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0" name="Oval 370">
              <a:extLst>
                <a:ext uri="{FF2B5EF4-FFF2-40B4-BE49-F238E27FC236}">
                  <a16:creationId xmlns:a16="http://schemas.microsoft.com/office/drawing/2014/main" id="{89EE8C7A-895B-1F46-C493-C4F84B6B8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8976" y="5973763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1" name="Oval 371">
              <a:extLst>
                <a:ext uri="{FF2B5EF4-FFF2-40B4-BE49-F238E27FC236}">
                  <a16:creationId xmlns:a16="http://schemas.microsoft.com/office/drawing/2014/main" id="{A2B560EF-69DD-25C9-8C3F-FDD2FBE71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2639" y="59753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2" name="Oval 372">
              <a:extLst>
                <a:ext uri="{FF2B5EF4-FFF2-40B4-BE49-F238E27FC236}">
                  <a16:creationId xmlns:a16="http://schemas.microsoft.com/office/drawing/2014/main" id="{63CE92DC-3816-9906-96AB-86C283128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3439" y="59753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3" name="Oval 373">
              <a:extLst>
                <a:ext uri="{FF2B5EF4-FFF2-40B4-BE49-F238E27FC236}">
                  <a16:creationId xmlns:a16="http://schemas.microsoft.com/office/drawing/2014/main" id="{8BA8AC57-E4B9-2FEB-A756-E9EAB0576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1839" y="59753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4" name="Oval 374">
              <a:extLst>
                <a:ext uri="{FF2B5EF4-FFF2-40B4-BE49-F238E27FC236}">
                  <a16:creationId xmlns:a16="http://schemas.microsoft.com/office/drawing/2014/main" id="{5F1518DC-2047-0767-9E59-9FF46C730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01514" y="59753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5" name="Oval 375">
              <a:extLst>
                <a:ext uri="{FF2B5EF4-FFF2-40B4-BE49-F238E27FC236}">
                  <a16:creationId xmlns:a16="http://schemas.microsoft.com/office/drawing/2014/main" id="{9C915B4B-1CCE-88AF-3EB1-4BA1C0AED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5514" y="59753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6" name="Oval 376">
              <a:extLst>
                <a:ext uri="{FF2B5EF4-FFF2-40B4-BE49-F238E27FC236}">
                  <a16:creationId xmlns:a16="http://schemas.microsoft.com/office/drawing/2014/main" id="{61B8448E-3FC8-B49D-D5E8-B8D4C3412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5801" y="5975350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7" name="Oval 377">
              <a:extLst>
                <a:ext uri="{FF2B5EF4-FFF2-40B4-BE49-F238E27FC236}">
                  <a16:creationId xmlns:a16="http://schemas.microsoft.com/office/drawing/2014/main" id="{99EDFAC8-16CA-AAD9-5D1F-AA569629A8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8964" y="597693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8" name="Oval 378">
              <a:extLst>
                <a:ext uri="{FF2B5EF4-FFF2-40B4-BE49-F238E27FC236}">
                  <a16:creationId xmlns:a16="http://schemas.microsoft.com/office/drawing/2014/main" id="{1B29CB97-A82D-A9BA-EE10-BD55E8763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5339" y="59769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9" name="Oval 379">
              <a:extLst>
                <a:ext uri="{FF2B5EF4-FFF2-40B4-BE49-F238E27FC236}">
                  <a16:creationId xmlns:a16="http://schemas.microsoft.com/office/drawing/2014/main" id="{29BD8A27-D174-9009-8AC7-95AC3C93C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8814" y="59769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0" name="Oval 380">
              <a:extLst>
                <a:ext uri="{FF2B5EF4-FFF2-40B4-BE49-F238E27FC236}">
                  <a16:creationId xmlns:a16="http://schemas.microsoft.com/office/drawing/2014/main" id="{084485EF-F039-8171-DB4A-8408B85747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1876" y="597693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1" name="Oval 381">
              <a:extLst>
                <a:ext uri="{FF2B5EF4-FFF2-40B4-BE49-F238E27FC236}">
                  <a16:creationId xmlns:a16="http://schemas.microsoft.com/office/drawing/2014/main" id="{6DB06915-4C77-3B65-6C95-F13281677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75926" y="597693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2" name="Oval 382">
              <a:extLst>
                <a:ext uri="{FF2B5EF4-FFF2-40B4-BE49-F238E27FC236}">
                  <a16:creationId xmlns:a16="http://schemas.microsoft.com/office/drawing/2014/main" id="{0374EC14-48DB-2857-5910-958DC1317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6951" y="597693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3" name="Oval 383">
              <a:extLst>
                <a:ext uri="{FF2B5EF4-FFF2-40B4-BE49-F238E27FC236}">
                  <a16:creationId xmlns:a16="http://schemas.microsoft.com/office/drawing/2014/main" id="{E13A88FD-1AFF-EF6B-1CB3-A3AB5B949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1701" y="59785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4" name="Oval 384">
              <a:extLst>
                <a:ext uri="{FF2B5EF4-FFF2-40B4-BE49-F238E27FC236}">
                  <a16:creationId xmlns:a16="http://schemas.microsoft.com/office/drawing/2014/main" id="{608F517B-FDBF-172E-EB4F-C67AF56609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34651" y="59785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5" name="Oval 385">
              <a:extLst>
                <a:ext uri="{FF2B5EF4-FFF2-40B4-BE49-F238E27FC236}">
                  <a16:creationId xmlns:a16="http://schemas.microsoft.com/office/drawing/2014/main" id="{48BCDCCC-0C6B-A87C-D204-9F08C16704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85676" y="59785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6" name="Oval 386">
              <a:extLst>
                <a:ext uri="{FF2B5EF4-FFF2-40B4-BE49-F238E27FC236}">
                  <a16:creationId xmlns:a16="http://schemas.microsoft.com/office/drawing/2014/main" id="{0EE14130-E2F9-6969-AF44-29B83FD058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6301" y="59785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7" name="Oval 387">
              <a:extLst>
                <a:ext uri="{FF2B5EF4-FFF2-40B4-BE49-F238E27FC236}">
                  <a16:creationId xmlns:a16="http://schemas.microsoft.com/office/drawing/2014/main" id="{A829ED6B-6DD2-2E9E-8BB2-59BD7F621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8514" y="59785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8" name="Oval 388">
              <a:extLst>
                <a:ext uri="{FF2B5EF4-FFF2-40B4-BE49-F238E27FC236}">
                  <a16:creationId xmlns:a16="http://schemas.microsoft.com/office/drawing/2014/main" id="{E8FDA3A1-FF52-3A80-20FF-268064EA8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5039" y="59785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9" name="Oval 389">
              <a:extLst>
                <a:ext uri="{FF2B5EF4-FFF2-40B4-BE49-F238E27FC236}">
                  <a16:creationId xmlns:a16="http://schemas.microsoft.com/office/drawing/2014/main" id="{DBE98C2D-FF72-79ED-A857-0DD373D73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4864" y="59801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0" name="Oval 390">
              <a:extLst>
                <a:ext uri="{FF2B5EF4-FFF2-40B4-BE49-F238E27FC236}">
                  <a16:creationId xmlns:a16="http://schemas.microsoft.com/office/drawing/2014/main" id="{05453DC0-A3F9-7FAD-CBF5-D5834D08AF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3464" y="59801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1" name="Oval 391">
              <a:extLst>
                <a:ext uri="{FF2B5EF4-FFF2-40B4-BE49-F238E27FC236}">
                  <a16:creationId xmlns:a16="http://schemas.microsoft.com/office/drawing/2014/main" id="{106867FC-C320-D4F1-F6EE-E9CE8CE72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0289" y="59801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2" name="Oval 392">
              <a:extLst>
                <a:ext uri="{FF2B5EF4-FFF2-40B4-BE49-F238E27FC236}">
                  <a16:creationId xmlns:a16="http://schemas.microsoft.com/office/drawing/2014/main" id="{15763B6D-6E18-2E18-DCD5-28AB69232A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4726" y="59801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3" name="Oval 393">
              <a:extLst>
                <a:ext uri="{FF2B5EF4-FFF2-40B4-BE49-F238E27FC236}">
                  <a16:creationId xmlns:a16="http://schemas.microsoft.com/office/drawing/2014/main" id="{88A879CD-D9A9-269B-F22D-7D38078C9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0601" y="59801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4" name="Oval 394">
              <a:extLst>
                <a:ext uri="{FF2B5EF4-FFF2-40B4-BE49-F238E27FC236}">
                  <a16:creationId xmlns:a16="http://schemas.microsoft.com/office/drawing/2014/main" id="{7A60A2AF-BA3C-0408-C94C-52AE8ABE1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6301" y="59801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5" name="Oval 395">
              <a:extLst>
                <a:ext uri="{FF2B5EF4-FFF2-40B4-BE49-F238E27FC236}">
                  <a16:creationId xmlns:a16="http://schemas.microsoft.com/office/drawing/2014/main" id="{145CDBFE-0905-FC31-2223-0DDBAF1BA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8651" y="598011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6" name="Oval 396">
              <a:extLst>
                <a:ext uri="{FF2B5EF4-FFF2-40B4-BE49-F238E27FC236}">
                  <a16:creationId xmlns:a16="http://schemas.microsoft.com/office/drawing/2014/main" id="{08E490B3-423F-999D-E31E-676EBFCBB4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4689" y="598011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7" name="Oval 397">
              <a:extLst>
                <a:ext uri="{FF2B5EF4-FFF2-40B4-BE49-F238E27FC236}">
                  <a16:creationId xmlns:a16="http://schemas.microsoft.com/office/drawing/2014/main" id="{33F08C71-A2F5-B8CC-0818-6E361B670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9464" y="59817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8" name="Oval 398">
              <a:extLst>
                <a:ext uri="{FF2B5EF4-FFF2-40B4-BE49-F238E27FC236}">
                  <a16:creationId xmlns:a16="http://schemas.microsoft.com/office/drawing/2014/main" id="{2BB7DA7C-8793-4FA3-88D4-E3E22499E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4189" y="59817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9" name="Oval 399">
              <a:extLst>
                <a:ext uri="{FF2B5EF4-FFF2-40B4-BE49-F238E27FC236}">
                  <a16:creationId xmlns:a16="http://schemas.microsoft.com/office/drawing/2014/main" id="{F3294B94-3472-70C7-0214-F026B00325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9614" y="59832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0" name="Oval 400">
              <a:extLst>
                <a:ext uri="{FF2B5EF4-FFF2-40B4-BE49-F238E27FC236}">
                  <a16:creationId xmlns:a16="http://schemas.microsoft.com/office/drawing/2014/main" id="{AA2CD323-D4DF-DC51-78DA-4CF78A2FB7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2501" y="59832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1" name="Oval 401">
              <a:extLst>
                <a:ext uri="{FF2B5EF4-FFF2-40B4-BE49-F238E27FC236}">
                  <a16:creationId xmlns:a16="http://schemas.microsoft.com/office/drawing/2014/main" id="{D3A04EBB-FF5D-D2CA-0E02-5C7967E5AC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8164" y="59832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2" name="Oval 402">
              <a:extLst>
                <a:ext uri="{FF2B5EF4-FFF2-40B4-BE49-F238E27FC236}">
                  <a16:creationId xmlns:a16="http://schemas.microsoft.com/office/drawing/2014/main" id="{10E4EDA3-54B5-CB40-B219-E35B32A1FF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0564" y="59832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3" name="Oval 403">
              <a:extLst>
                <a:ext uri="{FF2B5EF4-FFF2-40B4-BE49-F238E27FC236}">
                  <a16:creationId xmlns:a16="http://schemas.microsoft.com/office/drawing/2014/main" id="{654AF00D-111C-F323-5F9F-55718A3EE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5476" y="59832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4" name="Oval 404">
              <a:extLst>
                <a:ext uri="{FF2B5EF4-FFF2-40B4-BE49-F238E27FC236}">
                  <a16:creationId xmlns:a16="http://schemas.microsoft.com/office/drawing/2014/main" id="{93B84580-FB7D-1ACD-4A9B-98D93FA72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7601" y="59832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5" name="Oval 405">
              <a:extLst>
                <a:ext uri="{FF2B5EF4-FFF2-40B4-BE49-F238E27FC236}">
                  <a16:creationId xmlns:a16="http://schemas.microsoft.com/office/drawing/2014/main" id="{8BCB1F22-EC97-394A-D4EF-94C83EFB6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1" y="59832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6" name="Oval 406">
              <a:extLst>
                <a:ext uri="{FF2B5EF4-FFF2-40B4-BE49-F238E27FC236}">
                  <a16:creationId xmlns:a16="http://schemas.microsoft.com/office/drawing/2014/main" id="{AB7E2852-4246-41AB-1941-955E3A413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55251" y="59832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7" name="Oval 407">
              <a:extLst>
                <a:ext uri="{FF2B5EF4-FFF2-40B4-BE49-F238E27FC236}">
                  <a16:creationId xmlns:a16="http://schemas.microsoft.com/office/drawing/2014/main" id="{8A229971-7125-8FC7-527F-D3F53B1CD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9151" y="59832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8" name="Oval 408">
              <a:extLst>
                <a:ext uri="{FF2B5EF4-FFF2-40B4-BE49-F238E27FC236}">
                  <a16:creationId xmlns:a16="http://schemas.microsoft.com/office/drawing/2014/main" id="{B950245A-DCB5-408C-82FD-2ACB8498E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68214" y="59848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9" name="Oval 409">
              <a:extLst>
                <a:ext uri="{FF2B5EF4-FFF2-40B4-BE49-F238E27FC236}">
                  <a16:creationId xmlns:a16="http://schemas.microsoft.com/office/drawing/2014/main" id="{9BDC2F8B-91CB-1ECF-5281-12DBCA01C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0064" y="59848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0" name="Oval 410">
              <a:extLst>
                <a:ext uri="{FF2B5EF4-FFF2-40B4-BE49-F238E27FC236}">
                  <a16:creationId xmlns:a16="http://schemas.microsoft.com/office/drawing/2014/main" id="{EDC13E63-D8E8-4EFF-9E68-F41217E69C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0251" y="59848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1" name="Oval 411">
              <a:extLst>
                <a:ext uri="{FF2B5EF4-FFF2-40B4-BE49-F238E27FC236}">
                  <a16:creationId xmlns:a16="http://schemas.microsoft.com/office/drawing/2014/main" id="{72281343-8EC3-4F08-E5AA-D919C0E572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0414" y="59848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2" name="Oval 412">
              <a:extLst>
                <a:ext uri="{FF2B5EF4-FFF2-40B4-BE49-F238E27FC236}">
                  <a16:creationId xmlns:a16="http://schemas.microsoft.com/office/drawing/2014/main" id="{B0554191-C767-28AD-EF48-78233E03AC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4239" y="598487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3" name="Oval 413">
              <a:extLst>
                <a:ext uri="{FF2B5EF4-FFF2-40B4-BE49-F238E27FC236}">
                  <a16:creationId xmlns:a16="http://schemas.microsoft.com/office/drawing/2014/main" id="{C748E982-85F1-EF83-A32E-B509A005A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1926" y="598487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4" name="Oval 414">
              <a:extLst>
                <a:ext uri="{FF2B5EF4-FFF2-40B4-BE49-F238E27FC236}">
                  <a16:creationId xmlns:a16="http://schemas.microsoft.com/office/drawing/2014/main" id="{2EBEF950-C3EA-C68B-A06C-790F45189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9914" y="59848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5" name="Oval 415">
              <a:extLst>
                <a:ext uri="{FF2B5EF4-FFF2-40B4-BE49-F238E27FC236}">
                  <a16:creationId xmlns:a16="http://schemas.microsoft.com/office/drawing/2014/main" id="{F10EB4A5-B62D-73FE-3A3B-537215F7F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4089" y="59848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6" name="Oval 416">
              <a:extLst>
                <a:ext uri="{FF2B5EF4-FFF2-40B4-BE49-F238E27FC236}">
                  <a16:creationId xmlns:a16="http://schemas.microsoft.com/office/drawing/2014/main" id="{CAB0B8C0-5A0D-C4DF-0560-AD8BDB4EC8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1226" y="5984875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7" name="Oval 417">
              <a:extLst>
                <a:ext uri="{FF2B5EF4-FFF2-40B4-BE49-F238E27FC236}">
                  <a16:creationId xmlns:a16="http://schemas.microsoft.com/office/drawing/2014/main" id="{B7DFF563-9270-B0DC-C87F-3F6819D6D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7989" y="59864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8" name="Oval 418">
              <a:extLst>
                <a:ext uri="{FF2B5EF4-FFF2-40B4-BE49-F238E27FC236}">
                  <a16:creationId xmlns:a16="http://schemas.microsoft.com/office/drawing/2014/main" id="{B417C8B9-71FE-4465-4903-33373AC87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6151" y="5986463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9" name="Oval 419">
              <a:extLst>
                <a:ext uri="{FF2B5EF4-FFF2-40B4-BE49-F238E27FC236}">
                  <a16:creationId xmlns:a16="http://schemas.microsoft.com/office/drawing/2014/main" id="{3B5DA19C-C5C0-4E5E-C245-748921971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7389" y="59880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0" name="Oval 420">
              <a:extLst>
                <a:ext uri="{FF2B5EF4-FFF2-40B4-BE49-F238E27FC236}">
                  <a16:creationId xmlns:a16="http://schemas.microsoft.com/office/drawing/2014/main" id="{180B27A7-AED8-9C05-2E84-0BD6659EE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8514" y="598805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1" name="Oval 421">
              <a:extLst>
                <a:ext uri="{FF2B5EF4-FFF2-40B4-BE49-F238E27FC236}">
                  <a16:creationId xmlns:a16="http://schemas.microsoft.com/office/drawing/2014/main" id="{E2742163-3EB5-80AD-7F09-0303B0DFF2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7414" y="59880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2" name="Oval 422">
              <a:extLst>
                <a:ext uri="{FF2B5EF4-FFF2-40B4-BE49-F238E27FC236}">
                  <a16:creationId xmlns:a16="http://schemas.microsoft.com/office/drawing/2014/main" id="{FAE64CA8-2015-BFF2-9A64-FAED1999A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8714" y="59880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3" name="Oval 423">
              <a:extLst>
                <a:ext uri="{FF2B5EF4-FFF2-40B4-BE49-F238E27FC236}">
                  <a16:creationId xmlns:a16="http://schemas.microsoft.com/office/drawing/2014/main" id="{B27DBA17-7408-951A-C75F-6521F100C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7451" y="59880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4" name="Oval 424">
              <a:extLst>
                <a:ext uri="{FF2B5EF4-FFF2-40B4-BE49-F238E27FC236}">
                  <a16:creationId xmlns:a16="http://schemas.microsoft.com/office/drawing/2014/main" id="{3D11BC5B-646D-22D4-245C-6AE6732A3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1226" y="598805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5" name="Oval 425">
              <a:extLst>
                <a:ext uri="{FF2B5EF4-FFF2-40B4-BE49-F238E27FC236}">
                  <a16:creationId xmlns:a16="http://schemas.microsoft.com/office/drawing/2014/main" id="{7C096F06-A298-E6C1-3827-337EB706C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2526" y="59880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6" name="Oval 426">
              <a:extLst>
                <a:ext uri="{FF2B5EF4-FFF2-40B4-BE49-F238E27FC236}">
                  <a16:creationId xmlns:a16="http://schemas.microsoft.com/office/drawing/2014/main" id="{A418708C-B897-E378-25A7-C1FC12D1B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8001" y="59896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7" name="Oval 427">
              <a:extLst>
                <a:ext uri="{FF2B5EF4-FFF2-40B4-BE49-F238E27FC236}">
                  <a16:creationId xmlns:a16="http://schemas.microsoft.com/office/drawing/2014/main" id="{822E5CFC-7EFA-EC49-91B0-E98433E99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0514" y="59896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8" name="Oval 428">
              <a:extLst>
                <a:ext uri="{FF2B5EF4-FFF2-40B4-BE49-F238E27FC236}">
                  <a16:creationId xmlns:a16="http://schemas.microsoft.com/office/drawing/2014/main" id="{07C1F632-2E29-904A-AAA5-E37682842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3126" y="59896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9" name="Oval 429">
              <a:extLst>
                <a:ext uri="{FF2B5EF4-FFF2-40B4-BE49-F238E27FC236}">
                  <a16:creationId xmlns:a16="http://schemas.microsoft.com/office/drawing/2014/main" id="{3806362A-B1C0-436C-DC9D-F51E333EC6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4739" y="59896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0" name="Oval 430">
              <a:extLst>
                <a:ext uri="{FF2B5EF4-FFF2-40B4-BE49-F238E27FC236}">
                  <a16:creationId xmlns:a16="http://schemas.microsoft.com/office/drawing/2014/main" id="{6A488555-2442-79E1-3DFF-D14C72057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7701" y="59896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1" name="Oval 431">
              <a:extLst>
                <a:ext uri="{FF2B5EF4-FFF2-40B4-BE49-F238E27FC236}">
                  <a16:creationId xmlns:a16="http://schemas.microsoft.com/office/drawing/2014/main" id="{BF610F22-2B46-68C3-1DB2-B22C2D7117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45964" y="598963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2" name="Oval 432">
              <a:extLst>
                <a:ext uri="{FF2B5EF4-FFF2-40B4-BE49-F238E27FC236}">
                  <a16:creationId xmlns:a16="http://schemas.microsoft.com/office/drawing/2014/main" id="{FBE188EE-8212-E0E3-30FD-564F0FB5E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0276" y="598963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3" name="Oval 433">
              <a:extLst>
                <a:ext uri="{FF2B5EF4-FFF2-40B4-BE49-F238E27FC236}">
                  <a16:creationId xmlns:a16="http://schemas.microsoft.com/office/drawing/2014/main" id="{FBE81935-1A7F-E321-2950-2DD034B60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57026" y="598963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4" name="Oval 434">
              <a:extLst>
                <a:ext uri="{FF2B5EF4-FFF2-40B4-BE49-F238E27FC236}">
                  <a16:creationId xmlns:a16="http://schemas.microsoft.com/office/drawing/2014/main" id="{3C006F92-78FD-3641-4A13-A34E6132C4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2826" y="5989638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5" name="Oval 435">
              <a:extLst>
                <a:ext uri="{FF2B5EF4-FFF2-40B4-BE49-F238E27FC236}">
                  <a16:creationId xmlns:a16="http://schemas.microsoft.com/office/drawing/2014/main" id="{E6F95558-95E3-F191-FA74-87FC709A4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6176" y="598963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6" name="Oval 436">
              <a:extLst>
                <a:ext uri="{FF2B5EF4-FFF2-40B4-BE49-F238E27FC236}">
                  <a16:creationId xmlns:a16="http://schemas.microsoft.com/office/drawing/2014/main" id="{C0460407-F7EC-2083-C200-8CA2023A9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7651" y="598963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7" name="Oval 437">
              <a:extLst>
                <a:ext uri="{FF2B5EF4-FFF2-40B4-BE49-F238E27FC236}">
                  <a16:creationId xmlns:a16="http://schemas.microsoft.com/office/drawing/2014/main" id="{54DD0871-7D69-BF26-563F-C591DDA7E3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2951" y="598963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8" name="Oval 438">
              <a:extLst>
                <a:ext uri="{FF2B5EF4-FFF2-40B4-BE49-F238E27FC236}">
                  <a16:creationId xmlns:a16="http://schemas.microsoft.com/office/drawing/2014/main" id="{4447ABFF-DA75-2C75-1CFD-872398F39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1839" y="598963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9" name="Oval 439">
              <a:extLst>
                <a:ext uri="{FF2B5EF4-FFF2-40B4-BE49-F238E27FC236}">
                  <a16:creationId xmlns:a16="http://schemas.microsoft.com/office/drawing/2014/main" id="{2B5F9A53-355B-C652-0B35-BCBA30CD7F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6301" y="59912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0" name="Oval 440">
              <a:extLst>
                <a:ext uri="{FF2B5EF4-FFF2-40B4-BE49-F238E27FC236}">
                  <a16:creationId xmlns:a16="http://schemas.microsoft.com/office/drawing/2014/main" id="{889AF8C5-01D2-D4BB-E932-676909634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2189" y="59912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1" name="Oval 441">
              <a:extLst>
                <a:ext uri="{FF2B5EF4-FFF2-40B4-BE49-F238E27FC236}">
                  <a16:creationId xmlns:a16="http://schemas.microsoft.com/office/drawing/2014/main" id="{88F96234-FBC5-8C66-7EEE-886BF256E0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4426" y="59912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2" name="Oval 442">
              <a:extLst>
                <a:ext uri="{FF2B5EF4-FFF2-40B4-BE49-F238E27FC236}">
                  <a16:creationId xmlns:a16="http://schemas.microsoft.com/office/drawing/2014/main" id="{643D11C9-FDDD-E720-ECF5-6D695BC30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3726" y="59912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3" name="Oval 443">
              <a:extLst>
                <a:ext uri="{FF2B5EF4-FFF2-40B4-BE49-F238E27FC236}">
                  <a16:creationId xmlns:a16="http://schemas.microsoft.com/office/drawing/2014/main" id="{28F5CCD4-71A5-9B1E-B101-651641529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6139" y="59912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4" name="Oval 444">
              <a:extLst>
                <a:ext uri="{FF2B5EF4-FFF2-40B4-BE49-F238E27FC236}">
                  <a16:creationId xmlns:a16="http://schemas.microsoft.com/office/drawing/2014/main" id="{5C4F2B9F-CDF7-7653-3228-17D93F2E1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7664" y="59912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5" name="Oval 445">
              <a:extLst>
                <a:ext uri="{FF2B5EF4-FFF2-40B4-BE49-F238E27FC236}">
                  <a16:creationId xmlns:a16="http://schemas.microsoft.com/office/drawing/2014/main" id="{B1010AB9-B286-B2B7-65FC-9BF78BAABC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5176" y="59912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6" name="Oval 446">
              <a:extLst>
                <a:ext uri="{FF2B5EF4-FFF2-40B4-BE49-F238E27FC236}">
                  <a16:creationId xmlns:a16="http://schemas.microsoft.com/office/drawing/2014/main" id="{CBA65EC6-8AD0-F084-873A-EE1C74908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0901" y="599281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7" name="Oval 447">
              <a:extLst>
                <a:ext uri="{FF2B5EF4-FFF2-40B4-BE49-F238E27FC236}">
                  <a16:creationId xmlns:a16="http://schemas.microsoft.com/office/drawing/2014/main" id="{6ED0E76F-66CE-3008-8A4A-9164EBA23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8814" y="599281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8" name="Oval 448">
              <a:extLst>
                <a:ext uri="{FF2B5EF4-FFF2-40B4-BE49-F238E27FC236}">
                  <a16:creationId xmlns:a16="http://schemas.microsoft.com/office/drawing/2014/main" id="{AFD32D00-A9E4-FC0C-442D-C5F2131D1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0976" y="59928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9" name="Oval 449">
              <a:extLst>
                <a:ext uri="{FF2B5EF4-FFF2-40B4-BE49-F238E27FC236}">
                  <a16:creationId xmlns:a16="http://schemas.microsoft.com/office/drawing/2014/main" id="{344D6183-A1DC-D887-EDD0-DF9A113E5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0414" y="599281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0" name="Oval 450">
              <a:extLst>
                <a:ext uri="{FF2B5EF4-FFF2-40B4-BE49-F238E27FC236}">
                  <a16:creationId xmlns:a16="http://schemas.microsoft.com/office/drawing/2014/main" id="{D43DB6FD-7D20-4866-3AA5-BF7533B08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6826" y="59928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1" name="Oval 451">
              <a:extLst>
                <a:ext uri="{FF2B5EF4-FFF2-40B4-BE49-F238E27FC236}">
                  <a16:creationId xmlns:a16="http://schemas.microsoft.com/office/drawing/2014/main" id="{F3B0E8E1-5855-36BB-2728-B10086D2B2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2464" y="59928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2" name="Oval 452">
              <a:extLst>
                <a:ext uri="{FF2B5EF4-FFF2-40B4-BE49-F238E27FC236}">
                  <a16:creationId xmlns:a16="http://schemas.microsoft.com/office/drawing/2014/main" id="{F723C0D2-3EFD-457A-EB60-AB445DD55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4564" y="59928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3" name="Freeform 453">
              <a:extLst>
                <a:ext uri="{FF2B5EF4-FFF2-40B4-BE49-F238E27FC236}">
                  <a16:creationId xmlns:a16="http://schemas.microsoft.com/office/drawing/2014/main" id="{9C1D7119-4FDD-1DA0-6641-54913AD40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8789" y="5575300"/>
              <a:ext cx="815975" cy="209550"/>
            </a:xfrm>
            <a:custGeom>
              <a:avLst/>
              <a:gdLst>
                <a:gd name="T0" fmla="*/ 0 w 514"/>
                <a:gd name="T1" fmla="*/ 132 h 132"/>
                <a:gd name="T2" fmla="*/ 514 w 514"/>
                <a:gd name="T3" fmla="*/ 44 h 132"/>
                <a:gd name="T4" fmla="*/ 257 w 514"/>
                <a:gd name="T5" fmla="*/ 0 h 132"/>
                <a:gd name="T6" fmla="*/ 0 w 514"/>
                <a:gd name="T7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4" h="132">
                  <a:moveTo>
                    <a:pt x="0" y="132"/>
                  </a:moveTo>
                  <a:lnTo>
                    <a:pt x="514" y="44"/>
                  </a:lnTo>
                  <a:lnTo>
                    <a:pt x="257" y="0"/>
                  </a:lnTo>
                  <a:lnTo>
                    <a:pt x="0" y="132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4" name="Line 454">
              <a:extLst>
                <a:ext uri="{FF2B5EF4-FFF2-40B4-BE49-F238E27FC236}">
                  <a16:creationId xmlns:a16="http://schemas.microsoft.com/office/drawing/2014/main" id="{A8EC2943-B2A7-63DE-9060-4A9083451C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6776" y="5575300"/>
              <a:ext cx="407988" cy="69850"/>
            </a:xfrm>
            <a:prstGeom prst="line">
              <a:avLst/>
            </a:prstGeom>
            <a:noFill/>
            <a:ln w="3175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5" name="Freeform 455">
              <a:extLst>
                <a:ext uri="{FF2B5EF4-FFF2-40B4-BE49-F238E27FC236}">
                  <a16:creationId xmlns:a16="http://schemas.microsoft.com/office/drawing/2014/main" id="{7B31421C-1684-32CD-91C4-E25FAC6606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10801" y="5575300"/>
              <a:ext cx="815975" cy="209550"/>
            </a:xfrm>
            <a:custGeom>
              <a:avLst/>
              <a:gdLst>
                <a:gd name="T0" fmla="*/ 0 w 514"/>
                <a:gd name="T1" fmla="*/ 88 h 132"/>
                <a:gd name="T2" fmla="*/ 257 w 514"/>
                <a:gd name="T3" fmla="*/ 132 h 132"/>
                <a:gd name="T4" fmla="*/ 514 w 514"/>
                <a:gd name="T5" fmla="*/ 0 h 132"/>
                <a:gd name="T6" fmla="*/ 0 w 514"/>
                <a:gd name="T7" fmla="*/ 88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14" h="132">
                  <a:moveTo>
                    <a:pt x="0" y="88"/>
                  </a:moveTo>
                  <a:lnTo>
                    <a:pt x="257" y="132"/>
                  </a:lnTo>
                  <a:lnTo>
                    <a:pt x="514" y="0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6" name="Line 456">
              <a:extLst>
                <a:ext uri="{FF2B5EF4-FFF2-40B4-BE49-F238E27FC236}">
                  <a16:creationId xmlns:a16="http://schemas.microsoft.com/office/drawing/2014/main" id="{7CCA9ED8-26D2-3717-F29D-C093635AC5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10801" y="5575300"/>
              <a:ext cx="815975" cy="139700"/>
            </a:xfrm>
            <a:prstGeom prst="line">
              <a:avLst/>
            </a:prstGeom>
            <a:noFill/>
            <a:ln w="3175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7" name="Oval 457">
              <a:extLst>
                <a:ext uri="{FF2B5EF4-FFF2-40B4-BE49-F238E27FC236}">
                  <a16:creationId xmlns:a16="http://schemas.microsoft.com/office/drawing/2014/main" id="{2677C672-76B9-ADE0-32C3-B5C3E2FC5E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0114" y="5992813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8" name="Oval 458">
              <a:extLst>
                <a:ext uri="{FF2B5EF4-FFF2-40B4-BE49-F238E27FC236}">
                  <a16:creationId xmlns:a16="http://schemas.microsoft.com/office/drawing/2014/main" id="{731D2E00-DC26-F3DA-41A3-10197C0827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1401" y="599281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9" name="Oval 459">
              <a:extLst>
                <a:ext uri="{FF2B5EF4-FFF2-40B4-BE49-F238E27FC236}">
                  <a16:creationId xmlns:a16="http://schemas.microsoft.com/office/drawing/2014/main" id="{5AA34D97-030D-7859-ED70-A1D0EEA97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4876" y="59944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0" name="Oval 460">
              <a:extLst>
                <a:ext uri="{FF2B5EF4-FFF2-40B4-BE49-F238E27FC236}">
                  <a16:creationId xmlns:a16="http://schemas.microsoft.com/office/drawing/2014/main" id="{2188B934-A7DA-D974-AB03-F74873B871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5976" y="59944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1" name="Oval 461">
              <a:extLst>
                <a:ext uri="{FF2B5EF4-FFF2-40B4-BE49-F238E27FC236}">
                  <a16:creationId xmlns:a16="http://schemas.microsoft.com/office/drawing/2014/main" id="{3318C7BB-CD45-CB15-3999-F396BA6F8A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5176" y="59944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2" name="Oval 462">
              <a:extLst>
                <a:ext uri="{FF2B5EF4-FFF2-40B4-BE49-F238E27FC236}">
                  <a16:creationId xmlns:a16="http://schemas.microsoft.com/office/drawing/2014/main" id="{6C637BAC-4CA5-76E5-4931-6D3DF8E7A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5001" y="59944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3" name="Oval 463">
              <a:extLst>
                <a:ext uri="{FF2B5EF4-FFF2-40B4-BE49-F238E27FC236}">
                  <a16:creationId xmlns:a16="http://schemas.microsoft.com/office/drawing/2014/main" id="{D502FA5C-36A6-219C-90CC-6E05C2B3F6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12601" y="59944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4" name="Oval 464">
              <a:extLst>
                <a:ext uri="{FF2B5EF4-FFF2-40B4-BE49-F238E27FC236}">
                  <a16:creationId xmlns:a16="http://schemas.microsoft.com/office/drawing/2014/main" id="{B08449C0-1A92-945A-ABB5-586FE8D81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1526" y="59944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5" name="Oval 465">
              <a:extLst>
                <a:ext uri="{FF2B5EF4-FFF2-40B4-BE49-F238E27FC236}">
                  <a16:creationId xmlns:a16="http://schemas.microsoft.com/office/drawing/2014/main" id="{C380D1D9-BED0-FAE2-DCFA-693DF85F1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6626" y="59944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6" name="Oval 466">
              <a:extLst>
                <a:ext uri="{FF2B5EF4-FFF2-40B4-BE49-F238E27FC236}">
                  <a16:creationId xmlns:a16="http://schemas.microsoft.com/office/drawing/2014/main" id="{70FA9729-2036-9ED3-D3F0-C163A888D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3139" y="59944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7" name="Oval 467">
              <a:extLst>
                <a:ext uri="{FF2B5EF4-FFF2-40B4-BE49-F238E27FC236}">
                  <a16:creationId xmlns:a16="http://schemas.microsoft.com/office/drawing/2014/main" id="{6C76BB97-830C-37EC-18F7-6D477BABB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4414" y="59944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8" name="Oval 468">
              <a:extLst>
                <a:ext uri="{FF2B5EF4-FFF2-40B4-BE49-F238E27FC236}">
                  <a16:creationId xmlns:a16="http://schemas.microsoft.com/office/drawing/2014/main" id="{A6380F68-E58D-7A9E-6D1C-2C8CC72E7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1401" y="59944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9" name="Oval 470">
              <a:extLst>
                <a:ext uri="{FF2B5EF4-FFF2-40B4-BE49-F238E27FC236}">
                  <a16:creationId xmlns:a16="http://schemas.microsoft.com/office/drawing/2014/main" id="{F5492F97-A54C-7361-DE5C-5B77AC609E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3426" y="59944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0" name="Oval 471">
              <a:extLst>
                <a:ext uri="{FF2B5EF4-FFF2-40B4-BE49-F238E27FC236}">
                  <a16:creationId xmlns:a16="http://schemas.microsoft.com/office/drawing/2014/main" id="{B4E7DC37-8740-9CF6-29D2-EBF6E163BB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8963" y="59944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1" name="Oval 472">
              <a:extLst>
                <a:ext uri="{FF2B5EF4-FFF2-40B4-BE49-F238E27FC236}">
                  <a16:creationId xmlns:a16="http://schemas.microsoft.com/office/drawing/2014/main" id="{EE898674-82E1-978E-4902-754F13582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93563" y="59944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2" name="Oval 473">
              <a:extLst>
                <a:ext uri="{FF2B5EF4-FFF2-40B4-BE49-F238E27FC236}">
                  <a16:creationId xmlns:a16="http://schemas.microsoft.com/office/drawing/2014/main" id="{BDE3BA74-33DA-10FA-8434-F219EC423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0426" y="59959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3" name="Oval 474">
              <a:extLst>
                <a:ext uri="{FF2B5EF4-FFF2-40B4-BE49-F238E27FC236}">
                  <a16:creationId xmlns:a16="http://schemas.microsoft.com/office/drawing/2014/main" id="{E426DD41-33DB-72F9-F72C-9A106C812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4076" y="59959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4" name="Oval 475">
              <a:extLst>
                <a:ext uri="{FF2B5EF4-FFF2-40B4-BE49-F238E27FC236}">
                  <a16:creationId xmlns:a16="http://schemas.microsoft.com/office/drawing/2014/main" id="{A508B23D-0530-F6E6-3C2C-238FC23AE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2226" y="59959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5" name="Oval 476">
              <a:extLst>
                <a:ext uri="{FF2B5EF4-FFF2-40B4-BE49-F238E27FC236}">
                  <a16:creationId xmlns:a16="http://schemas.microsoft.com/office/drawing/2014/main" id="{3826CA3C-DE86-CABC-5113-265E45C36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0738" y="59959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6" name="Oval 477">
              <a:extLst>
                <a:ext uri="{FF2B5EF4-FFF2-40B4-BE49-F238E27FC236}">
                  <a16:creationId xmlns:a16="http://schemas.microsoft.com/office/drawing/2014/main" id="{71453D6B-F823-C35E-712A-445374A0F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6813" y="59959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7" name="Oval 478">
              <a:extLst>
                <a:ext uri="{FF2B5EF4-FFF2-40B4-BE49-F238E27FC236}">
                  <a16:creationId xmlns:a16="http://schemas.microsoft.com/office/drawing/2014/main" id="{B4D086A6-285B-7D58-5DF0-2BBE80CB8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9326" y="59959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8" name="Oval 479">
              <a:extLst>
                <a:ext uri="{FF2B5EF4-FFF2-40B4-BE49-F238E27FC236}">
                  <a16:creationId xmlns:a16="http://schemas.microsoft.com/office/drawing/2014/main" id="{FAEE8492-725C-CA2B-2E31-07597F90A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3788" y="59959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9" name="Oval 480">
              <a:extLst>
                <a:ext uri="{FF2B5EF4-FFF2-40B4-BE49-F238E27FC236}">
                  <a16:creationId xmlns:a16="http://schemas.microsoft.com/office/drawing/2014/main" id="{6F91B650-97B2-E655-67FC-4B4061218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3163" y="599598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0" name="Oval 481">
              <a:extLst>
                <a:ext uri="{FF2B5EF4-FFF2-40B4-BE49-F238E27FC236}">
                  <a16:creationId xmlns:a16="http://schemas.microsoft.com/office/drawing/2014/main" id="{7FEB3C4F-D407-D89A-CE73-02710CA15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7726" y="599757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1" name="Oval 482">
              <a:extLst>
                <a:ext uri="{FF2B5EF4-FFF2-40B4-BE49-F238E27FC236}">
                  <a16:creationId xmlns:a16="http://schemas.microsoft.com/office/drawing/2014/main" id="{AAFD6BE3-D47D-069E-E099-4C519DDEF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0251" y="59975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2" name="Oval 483">
              <a:extLst>
                <a:ext uri="{FF2B5EF4-FFF2-40B4-BE49-F238E27FC236}">
                  <a16:creationId xmlns:a16="http://schemas.microsoft.com/office/drawing/2014/main" id="{69BB47D0-B716-C8D5-1772-1291114383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6176" y="599757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3" name="Oval 484">
              <a:extLst>
                <a:ext uri="{FF2B5EF4-FFF2-40B4-BE49-F238E27FC236}">
                  <a16:creationId xmlns:a16="http://schemas.microsoft.com/office/drawing/2014/main" id="{EA46E23B-2E5E-65DC-D76F-2BB28D654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2838" y="59975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4" name="Oval 485">
              <a:extLst>
                <a:ext uri="{FF2B5EF4-FFF2-40B4-BE49-F238E27FC236}">
                  <a16:creationId xmlns:a16="http://schemas.microsoft.com/office/drawing/2014/main" id="{E9D47002-3128-3E25-A3B7-5BB15B681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1076" y="5997575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5" name="Oval 486">
              <a:extLst>
                <a:ext uri="{FF2B5EF4-FFF2-40B4-BE49-F238E27FC236}">
                  <a16:creationId xmlns:a16="http://schemas.microsoft.com/office/drawing/2014/main" id="{D2E622F0-4EE0-950B-E157-EFEC40796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5376" y="59991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6" name="Oval 487">
              <a:extLst>
                <a:ext uri="{FF2B5EF4-FFF2-40B4-BE49-F238E27FC236}">
                  <a16:creationId xmlns:a16="http://schemas.microsoft.com/office/drawing/2014/main" id="{CFE9B004-639E-7945-CBD9-AE16F22AC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7913" y="59991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7" name="Oval 488">
              <a:extLst>
                <a:ext uri="{FF2B5EF4-FFF2-40B4-BE49-F238E27FC236}">
                  <a16:creationId xmlns:a16="http://schemas.microsoft.com/office/drawing/2014/main" id="{2057FB8E-7968-E0A2-031F-852791126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1263" y="599916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8" name="Oval 489">
              <a:extLst>
                <a:ext uri="{FF2B5EF4-FFF2-40B4-BE49-F238E27FC236}">
                  <a16:creationId xmlns:a16="http://schemas.microsoft.com/office/drawing/2014/main" id="{CD7F5DD1-8190-26EB-E8AC-80EA0DAA7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6451" y="59991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9" name="Oval 490">
              <a:extLst>
                <a:ext uri="{FF2B5EF4-FFF2-40B4-BE49-F238E27FC236}">
                  <a16:creationId xmlns:a16="http://schemas.microsoft.com/office/drawing/2014/main" id="{5DF4E3BD-5A4B-8C5E-F6AB-7C5CF0F9B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9463" y="59991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0" name="Oval 491">
              <a:extLst>
                <a:ext uri="{FF2B5EF4-FFF2-40B4-BE49-F238E27FC236}">
                  <a16:creationId xmlns:a16="http://schemas.microsoft.com/office/drawing/2014/main" id="{B57DA2B4-245B-709A-67DC-4D7650F785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9126" y="59991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1" name="Oval 492">
              <a:extLst>
                <a:ext uri="{FF2B5EF4-FFF2-40B4-BE49-F238E27FC236}">
                  <a16:creationId xmlns:a16="http://schemas.microsoft.com/office/drawing/2014/main" id="{F60BE940-9E47-62C9-680F-30FC36C5F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1401" y="59991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2" name="Oval 493">
              <a:extLst>
                <a:ext uri="{FF2B5EF4-FFF2-40B4-BE49-F238E27FC236}">
                  <a16:creationId xmlns:a16="http://schemas.microsoft.com/office/drawing/2014/main" id="{6E4C1E38-094B-577A-8897-A38B2BE7BB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7563" y="5999163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3" name="Oval 494">
              <a:extLst>
                <a:ext uri="{FF2B5EF4-FFF2-40B4-BE49-F238E27FC236}">
                  <a16:creationId xmlns:a16="http://schemas.microsoft.com/office/drawing/2014/main" id="{CD817CF7-0744-781E-8C1E-E0ADC0E08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6763" y="60007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4" name="Oval 495">
              <a:extLst>
                <a:ext uri="{FF2B5EF4-FFF2-40B4-BE49-F238E27FC236}">
                  <a16:creationId xmlns:a16="http://schemas.microsoft.com/office/drawing/2014/main" id="{E0B44662-AA50-365D-CC0A-112272EC32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52076" y="60007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5" name="Oval 496">
              <a:extLst>
                <a:ext uri="{FF2B5EF4-FFF2-40B4-BE49-F238E27FC236}">
                  <a16:creationId xmlns:a16="http://schemas.microsoft.com/office/drawing/2014/main" id="{2702A191-4CEF-20F4-E19F-E067515F3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7888" y="600075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6" name="Oval 497">
              <a:extLst>
                <a:ext uri="{FF2B5EF4-FFF2-40B4-BE49-F238E27FC236}">
                  <a16:creationId xmlns:a16="http://schemas.microsoft.com/office/drawing/2014/main" id="{C91B32ED-CD90-B853-E325-BE10F9ABA8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5038" y="60007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7" name="Oval 498">
              <a:extLst>
                <a:ext uri="{FF2B5EF4-FFF2-40B4-BE49-F238E27FC236}">
                  <a16:creationId xmlns:a16="http://schemas.microsoft.com/office/drawing/2014/main" id="{53602287-AC0A-4B29-5628-72E3B3CE7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6001" y="60007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" name="Oval 499">
              <a:extLst>
                <a:ext uri="{FF2B5EF4-FFF2-40B4-BE49-F238E27FC236}">
                  <a16:creationId xmlns:a16="http://schemas.microsoft.com/office/drawing/2014/main" id="{A10C7CEC-46BB-445A-D810-900C616A9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6451" y="60007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9" name="Oval 500">
              <a:extLst>
                <a:ext uri="{FF2B5EF4-FFF2-40B4-BE49-F238E27FC236}">
                  <a16:creationId xmlns:a16="http://schemas.microsoft.com/office/drawing/2014/main" id="{CD3E8F03-0C2E-84B0-A689-2433411166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0788" y="60007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0" name="Oval 501">
              <a:extLst>
                <a:ext uri="{FF2B5EF4-FFF2-40B4-BE49-F238E27FC236}">
                  <a16:creationId xmlns:a16="http://schemas.microsoft.com/office/drawing/2014/main" id="{BA04A66A-E047-DEAF-629E-1CC76B383D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2351" y="60007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1" name="Oval 502">
              <a:extLst>
                <a:ext uri="{FF2B5EF4-FFF2-40B4-BE49-F238E27FC236}">
                  <a16:creationId xmlns:a16="http://schemas.microsoft.com/office/drawing/2014/main" id="{011B2A22-F53D-187C-DEC3-72484B112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6001" y="60007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2" name="Oval 503">
              <a:extLst>
                <a:ext uri="{FF2B5EF4-FFF2-40B4-BE49-F238E27FC236}">
                  <a16:creationId xmlns:a16="http://schemas.microsoft.com/office/drawing/2014/main" id="{8A537ECA-C7A2-FC9A-68FE-01713D25A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6" y="600233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3" name="Oval 504">
              <a:extLst>
                <a:ext uri="{FF2B5EF4-FFF2-40B4-BE49-F238E27FC236}">
                  <a16:creationId xmlns:a16="http://schemas.microsoft.com/office/drawing/2014/main" id="{3E1020F7-17C0-C599-7D54-E01DF9D793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1251" y="60023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4" name="Oval 505">
              <a:extLst>
                <a:ext uri="{FF2B5EF4-FFF2-40B4-BE49-F238E27FC236}">
                  <a16:creationId xmlns:a16="http://schemas.microsoft.com/office/drawing/2014/main" id="{39F4A986-F729-1486-09A4-DE92CB69B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9626" y="60023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5" name="Oval 506">
              <a:extLst>
                <a:ext uri="{FF2B5EF4-FFF2-40B4-BE49-F238E27FC236}">
                  <a16:creationId xmlns:a16="http://schemas.microsoft.com/office/drawing/2014/main" id="{6AB3C526-6760-8C4F-1B20-1EE441F9A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4051" y="60023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6" name="Oval 507">
              <a:extLst>
                <a:ext uri="{FF2B5EF4-FFF2-40B4-BE49-F238E27FC236}">
                  <a16:creationId xmlns:a16="http://schemas.microsoft.com/office/drawing/2014/main" id="{E8D6FFC4-C8C8-4DAA-F172-6435B1031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6626" y="60023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7" name="Oval 508">
              <a:extLst>
                <a:ext uri="{FF2B5EF4-FFF2-40B4-BE49-F238E27FC236}">
                  <a16:creationId xmlns:a16="http://schemas.microsoft.com/office/drawing/2014/main" id="{998F3018-A7CC-2CE4-B1CF-9424232E3B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91763" y="60023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8" name="Oval 509">
              <a:extLst>
                <a:ext uri="{FF2B5EF4-FFF2-40B4-BE49-F238E27FC236}">
                  <a16:creationId xmlns:a16="http://schemas.microsoft.com/office/drawing/2014/main" id="{B20E01E7-4054-C7D1-977C-119A2BDBB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2063" y="60023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9" name="Oval 510">
              <a:extLst>
                <a:ext uri="{FF2B5EF4-FFF2-40B4-BE49-F238E27FC236}">
                  <a16:creationId xmlns:a16="http://schemas.microsoft.com/office/drawing/2014/main" id="{253072B7-15D3-A74F-49E1-1885298F4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4551" y="600233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0" name="Oval 511">
              <a:extLst>
                <a:ext uri="{FF2B5EF4-FFF2-40B4-BE49-F238E27FC236}">
                  <a16:creationId xmlns:a16="http://schemas.microsoft.com/office/drawing/2014/main" id="{56379311-5011-E48A-74E3-4EAB5E9BB1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6" y="60039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1" name="Oval 512">
              <a:extLst>
                <a:ext uri="{FF2B5EF4-FFF2-40B4-BE49-F238E27FC236}">
                  <a16:creationId xmlns:a16="http://schemas.microsoft.com/office/drawing/2014/main" id="{D383B3DC-7D42-14F3-99C5-BF84C815B1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9313" y="60039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2" name="Oval 513">
              <a:extLst>
                <a:ext uri="{FF2B5EF4-FFF2-40B4-BE49-F238E27FC236}">
                  <a16:creationId xmlns:a16="http://schemas.microsoft.com/office/drawing/2014/main" id="{8AC533E2-661E-6E6A-34CD-8B32603F0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5201" y="60039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3" name="Oval 514">
              <a:extLst>
                <a:ext uri="{FF2B5EF4-FFF2-40B4-BE49-F238E27FC236}">
                  <a16:creationId xmlns:a16="http://schemas.microsoft.com/office/drawing/2014/main" id="{C01735F4-C1E6-C255-674F-3805519F8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47501" y="60039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4" name="Oval 515">
              <a:extLst>
                <a:ext uri="{FF2B5EF4-FFF2-40B4-BE49-F238E27FC236}">
                  <a16:creationId xmlns:a16="http://schemas.microsoft.com/office/drawing/2014/main" id="{E1B484F1-D722-DFEF-F6E1-CD5E741E5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2188" y="60039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5" name="Oval 516">
              <a:extLst>
                <a:ext uri="{FF2B5EF4-FFF2-40B4-BE49-F238E27FC236}">
                  <a16:creationId xmlns:a16="http://schemas.microsoft.com/office/drawing/2014/main" id="{93E75181-DD7D-6011-7839-2F185B0B6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8263" y="60039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6" name="Oval 517">
              <a:extLst>
                <a:ext uri="{FF2B5EF4-FFF2-40B4-BE49-F238E27FC236}">
                  <a16:creationId xmlns:a16="http://schemas.microsoft.com/office/drawing/2014/main" id="{770BA028-64C8-7EA3-EF68-C96A2B94D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0751" y="60055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7" name="Oval 518">
              <a:extLst>
                <a:ext uri="{FF2B5EF4-FFF2-40B4-BE49-F238E27FC236}">
                  <a16:creationId xmlns:a16="http://schemas.microsoft.com/office/drawing/2014/main" id="{94AE1A9A-BCBA-4917-4FBF-4171EE24D9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8713" y="60055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8" name="Oval 519">
              <a:extLst>
                <a:ext uri="{FF2B5EF4-FFF2-40B4-BE49-F238E27FC236}">
                  <a16:creationId xmlns:a16="http://schemas.microsoft.com/office/drawing/2014/main" id="{06FFA401-DCF4-9AAB-2C5B-1D5F9C05B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4076" y="600551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9" name="Oval 520">
              <a:extLst>
                <a:ext uri="{FF2B5EF4-FFF2-40B4-BE49-F238E27FC236}">
                  <a16:creationId xmlns:a16="http://schemas.microsoft.com/office/drawing/2014/main" id="{87FE1B0F-EC89-8B1D-1497-15159F67C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0776" y="600551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0" name="Oval 521">
              <a:extLst>
                <a:ext uri="{FF2B5EF4-FFF2-40B4-BE49-F238E27FC236}">
                  <a16:creationId xmlns:a16="http://schemas.microsoft.com/office/drawing/2014/main" id="{2F9B2C20-120C-8C5A-5783-BEE070056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1238" y="6005513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1" name="Oval 522">
              <a:extLst>
                <a:ext uri="{FF2B5EF4-FFF2-40B4-BE49-F238E27FC236}">
                  <a16:creationId xmlns:a16="http://schemas.microsoft.com/office/drawing/2014/main" id="{24BA7022-20DB-9F15-1493-2BD940A6A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6" y="60071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2" name="Oval 523">
              <a:extLst>
                <a:ext uri="{FF2B5EF4-FFF2-40B4-BE49-F238E27FC236}">
                  <a16:creationId xmlns:a16="http://schemas.microsoft.com/office/drawing/2014/main" id="{AF76F85F-2AF9-BB85-8F9C-807E205BA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8251" y="60071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3" name="Oval 524">
              <a:extLst>
                <a:ext uri="{FF2B5EF4-FFF2-40B4-BE49-F238E27FC236}">
                  <a16:creationId xmlns:a16="http://schemas.microsoft.com/office/drawing/2014/main" id="{5C1F8DC0-8B89-2779-31C8-637F8F4C6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6601" y="60071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4" name="Oval 525">
              <a:extLst>
                <a:ext uri="{FF2B5EF4-FFF2-40B4-BE49-F238E27FC236}">
                  <a16:creationId xmlns:a16="http://schemas.microsoft.com/office/drawing/2014/main" id="{D2BA7707-55C5-B240-C269-0A254CF8A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3751" y="60071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5" name="Oval 526">
              <a:extLst>
                <a:ext uri="{FF2B5EF4-FFF2-40B4-BE49-F238E27FC236}">
                  <a16:creationId xmlns:a16="http://schemas.microsoft.com/office/drawing/2014/main" id="{F8CA3117-5E53-7169-B59C-77AA8D1D3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2188" y="60071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6" name="Oval 527">
              <a:extLst>
                <a:ext uri="{FF2B5EF4-FFF2-40B4-BE49-F238E27FC236}">
                  <a16:creationId xmlns:a16="http://schemas.microsoft.com/office/drawing/2014/main" id="{A10993E3-3D98-04A1-7FFF-2A2D4484D6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2288" y="60086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7" name="Oval 528">
              <a:extLst>
                <a:ext uri="{FF2B5EF4-FFF2-40B4-BE49-F238E27FC236}">
                  <a16:creationId xmlns:a16="http://schemas.microsoft.com/office/drawing/2014/main" id="{D9B884DA-8E11-302D-493F-A6AC8D077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3251" y="60086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8" name="Oval 529">
              <a:extLst>
                <a:ext uri="{FF2B5EF4-FFF2-40B4-BE49-F238E27FC236}">
                  <a16:creationId xmlns:a16="http://schemas.microsoft.com/office/drawing/2014/main" id="{7F06072E-7BF7-8CE3-02E7-99615A529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7726" y="60086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9" name="Oval 530">
              <a:extLst>
                <a:ext uri="{FF2B5EF4-FFF2-40B4-BE49-F238E27FC236}">
                  <a16:creationId xmlns:a16="http://schemas.microsoft.com/office/drawing/2014/main" id="{CD49894A-AE47-C125-4BCA-47A887FE1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5388" y="60086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0" name="Oval 531">
              <a:extLst>
                <a:ext uri="{FF2B5EF4-FFF2-40B4-BE49-F238E27FC236}">
                  <a16:creationId xmlns:a16="http://schemas.microsoft.com/office/drawing/2014/main" id="{925A8A7E-D735-23A6-6A31-C78575BDE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6826" y="60086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1" name="Oval 532">
              <a:extLst>
                <a:ext uri="{FF2B5EF4-FFF2-40B4-BE49-F238E27FC236}">
                  <a16:creationId xmlns:a16="http://schemas.microsoft.com/office/drawing/2014/main" id="{C3A707CA-7F8A-9D66-A737-F146A25C1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5713" y="60086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2" name="Oval 533">
              <a:extLst>
                <a:ext uri="{FF2B5EF4-FFF2-40B4-BE49-F238E27FC236}">
                  <a16:creationId xmlns:a16="http://schemas.microsoft.com/office/drawing/2014/main" id="{43E14AE8-20C7-B9C3-7D58-7A5FA8C56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5063" y="60086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3" name="Oval 534">
              <a:extLst>
                <a:ext uri="{FF2B5EF4-FFF2-40B4-BE49-F238E27FC236}">
                  <a16:creationId xmlns:a16="http://schemas.microsoft.com/office/drawing/2014/main" id="{EB0C429F-6998-12F1-3606-58611653B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1413" y="60086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4" name="Oval 535">
              <a:extLst>
                <a:ext uri="{FF2B5EF4-FFF2-40B4-BE49-F238E27FC236}">
                  <a16:creationId xmlns:a16="http://schemas.microsoft.com/office/drawing/2014/main" id="{4D0185C2-C2E7-B5D4-9134-2E41F5DC6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91801" y="60086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5" name="Oval 536">
              <a:extLst>
                <a:ext uri="{FF2B5EF4-FFF2-40B4-BE49-F238E27FC236}">
                  <a16:creationId xmlns:a16="http://schemas.microsoft.com/office/drawing/2014/main" id="{304D68A3-6459-CAC2-B753-8FA2B3ADB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07788" y="60086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6" name="Oval 537">
              <a:extLst>
                <a:ext uri="{FF2B5EF4-FFF2-40B4-BE49-F238E27FC236}">
                  <a16:creationId xmlns:a16="http://schemas.microsoft.com/office/drawing/2014/main" id="{9984FE7E-3DF9-7E01-AD1E-21622DDBE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5101" y="60086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7" name="Oval 538">
              <a:extLst>
                <a:ext uri="{FF2B5EF4-FFF2-40B4-BE49-F238E27FC236}">
                  <a16:creationId xmlns:a16="http://schemas.microsoft.com/office/drawing/2014/main" id="{F06DC0A5-8CD9-1B42-9ADB-B5986C234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5638" y="600868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8" name="Oval 539">
              <a:extLst>
                <a:ext uri="{FF2B5EF4-FFF2-40B4-BE49-F238E27FC236}">
                  <a16:creationId xmlns:a16="http://schemas.microsoft.com/office/drawing/2014/main" id="{17BE347D-864A-875B-87A2-36D44E923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1376" y="6008688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9" name="Oval 540">
              <a:extLst>
                <a:ext uri="{FF2B5EF4-FFF2-40B4-BE49-F238E27FC236}">
                  <a16:creationId xmlns:a16="http://schemas.microsoft.com/office/drawing/2014/main" id="{104185DD-1941-3F80-C736-46CF00C53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601027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0" name="Oval 541">
              <a:extLst>
                <a:ext uri="{FF2B5EF4-FFF2-40B4-BE49-F238E27FC236}">
                  <a16:creationId xmlns:a16="http://schemas.microsoft.com/office/drawing/2014/main" id="{7E39F8C2-2BF6-084C-061A-5BC603A23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226" y="60102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1" name="Oval 542">
              <a:extLst>
                <a:ext uri="{FF2B5EF4-FFF2-40B4-BE49-F238E27FC236}">
                  <a16:creationId xmlns:a16="http://schemas.microsoft.com/office/drawing/2014/main" id="{267ED360-D424-E1EF-3891-28A011128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6338" y="60102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2" name="Oval 543">
              <a:extLst>
                <a:ext uri="{FF2B5EF4-FFF2-40B4-BE49-F238E27FC236}">
                  <a16:creationId xmlns:a16="http://schemas.microsoft.com/office/drawing/2014/main" id="{88C0C76E-2F4D-B05B-783B-B2F0058A6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1413" y="601027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3" name="Oval 544">
              <a:extLst>
                <a:ext uri="{FF2B5EF4-FFF2-40B4-BE49-F238E27FC236}">
                  <a16:creationId xmlns:a16="http://schemas.microsoft.com/office/drawing/2014/main" id="{17946EA6-D28A-B8CA-1B99-3BD35D858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2338" y="60102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4" name="Oval 545">
              <a:extLst>
                <a:ext uri="{FF2B5EF4-FFF2-40B4-BE49-F238E27FC236}">
                  <a16:creationId xmlns:a16="http://schemas.microsoft.com/office/drawing/2014/main" id="{B6B98D79-0D22-A117-0DD4-67939E1B8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2051" y="60102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5" name="Oval 546">
              <a:extLst>
                <a:ext uri="{FF2B5EF4-FFF2-40B4-BE49-F238E27FC236}">
                  <a16:creationId xmlns:a16="http://schemas.microsoft.com/office/drawing/2014/main" id="{BD7DEA45-A881-157F-421C-A894169D8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3288" y="60102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6" name="Oval 547">
              <a:extLst>
                <a:ext uri="{FF2B5EF4-FFF2-40B4-BE49-F238E27FC236}">
                  <a16:creationId xmlns:a16="http://schemas.microsoft.com/office/drawing/2014/main" id="{959F259C-C063-4725-3916-7654F448F6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5338" y="60102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7" name="Oval 548">
              <a:extLst>
                <a:ext uri="{FF2B5EF4-FFF2-40B4-BE49-F238E27FC236}">
                  <a16:creationId xmlns:a16="http://schemas.microsoft.com/office/drawing/2014/main" id="{EE317219-814D-74DA-DA49-446F3375E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426" y="60102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8" name="Oval 549">
              <a:extLst>
                <a:ext uri="{FF2B5EF4-FFF2-40B4-BE49-F238E27FC236}">
                  <a16:creationId xmlns:a16="http://schemas.microsoft.com/office/drawing/2014/main" id="{CF672004-F6CF-9B61-DFE7-90D6F0FBD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5688" y="60102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9" name="Oval 550">
              <a:extLst>
                <a:ext uri="{FF2B5EF4-FFF2-40B4-BE49-F238E27FC236}">
                  <a16:creationId xmlns:a16="http://schemas.microsoft.com/office/drawing/2014/main" id="{1A0FE612-11C5-5975-9D95-49D363BED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5851" y="60118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0" name="Oval 551">
              <a:extLst>
                <a:ext uri="{FF2B5EF4-FFF2-40B4-BE49-F238E27FC236}">
                  <a16:creationId xmlns:a16="http://schemas.microsoft.com/office/drawing/2014/main" id="{CB858ED1-3B4A-78B6-6A7C-498AEF05B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1" y="601186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1" name="Oval 552">
              <a:extLst>
                <a:ext uri="{FF2B5EF4-FFF2-40B4-BE49-F238E27FC236}">
                  <a16:creationId xmlns:a16="http://schemas.microsoft.com/office/drawing/2014/main" id="{01271190-653F-0C30-6C74-E7AC29AE6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0313" y="601186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2" name="Oval 553">
              <a:extLst>
                <a:ext uri="{FF2B5EF4-FFF2-40B4-BE49-F238E27FC236}">
                  <a16:creationId xmlns:a16="http://schemas.microsoft.com/office/drawing/2014/main" id="{254960B4-4D39-E86C-D0B7-A54258EA5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4576" y="60118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3" name="Oval 554">
              <a:extLst>
                <a:ext uri="{FF2B5EF4-FFF2-40B4-BE49-F238E27FC236}">
                  <a16:creationId xmlns:a16="http://schemas.microsoft.com/office/drawing/2014/main" id="{EF9431B7-700F-57DA-E5D0-1AF9EBC39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4838" y="60118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4" name="Oval 555">
              <a:extLst>
                <a:ext uri="{FF2B5EF4-FFF2-40B4-BE49-F238E27FC236}">
                  <a16:creationId xmlns:a16="http://schemas.microsoft.com/office/drawing/2014/main" id="{30C8BC38-5BFF-E725-A777-36DF617F66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88626" y="60134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5" name="Oval 556">
              <a:extLst>
                <a:ext uri="{FF2B5EF4-FFF2-40B4-BE49-F238E27FC236}">
                  <a16:creationId xmlns:a16="http://schemas.microsoft.com/office/drawing/2014/main" id="{F0D32EA8-EDDE-21AC-1CE9-C18CF3BA5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01" y="60134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6" name="Oval 557">
              <a:extLst>
                <a:ext uri="{FF2B5EF4-FFF2-40B4-BE49-F238E27FC236}">
                  <a16:creationId xmlns:a16="http://schemas.microsoft.com/office/drawing/2014/main" id="{96399CEF-FE64-8F01-2965-2AF827043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4376" y="60134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7" name="Oval 558">
              <a:extLst>
                <a:ext uri="{FF2B5EF4-FFF2-40B4-BE49-F238E27FC236}">
                  <a16:creationId xmlns:a16="http://schemas.microsoft.com/office/drawing/2014/main" id="{ADF2DADD-6E1C-DF96-4B11-DBF132024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37963" y="60134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8" name="Oval 559">
              <a:extLst>
                <a:ext uri="{FF2B5EF4-FFF2-40B4-BE49-F238E27FC236}">
                  <a16:creationId xmlns:a16="http://schemas.microsoft.com/office/drawing/2014/main" id="{43258F09-7B27-59C0-07F6-07021753C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9788" y="60134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9" name="Oval 560">
              <a:extLst>
                <a:ext uri="{FF2B5EF4-FFF2-40B4-BE49-F238E27FC236}">
                  <a16:creationId xmlns:a16="http://schemas.microsoft.com/office/drawing/2014/main" id="{9231B08E-DDEE-744D-8CAF-CD9FA03C64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5026" y="60134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0" name="Oval 561">
              <a:extLst>
                <a:ext uri="{FF2B5EF4-FFF2-40B4-BE49-F238E27FC236}">
                  <a16:creationId xmlns:a16="http://schemas.microsoft.com/office/drawing/2014/main" id="{1B5D57EA-0A3F-5F8D-5B02-9FC2B239D6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01" y="601345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1" name="Oval 562">
              <a:extLst>
                <a:ext uri="{FF2B5EF4-FFF2-40B4-BE49-F238E27FC236}">
                  <a16:creationId xmlns:a16="http://schemas.microsoft.com/office/drawing/2014/main" id="{D48CE770-13E9-A01B-D458-E8EE30CD5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14013" y="60134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2" name="Oval 563">
              <a:extLst>
                <a:ext uri="{FF2B5EF4-FFF2-40B4-BE49-F238E27FC236}">
                  <a16:creationId xmlns:a16="http://schemas.microsoft.com/office/drawing/2014/main" id="{81F59EA6-651F-2E9D-B3DC-4ABB987F0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1888" y="60134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3" name="Oval 564">
              <a:extLst>
                <a:ext uri="{FF2B5EF4-FFF2-40B4-BE49-F238E27FC236}">
                  <a16:creationId xmlns:a16="http://schemas.microsoft.com/office/drawing/2014/main" id="{CBEC8AEB-0C93-EA90-3A6B-7B761647A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9663" y="60134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4" name="Oval 565">
              <a:extLst>
                <a:ext uri="{FF2B5EF4-FFF2-40B4-BE49-F238E27FC236}">
                  <a16:creationId xmlns:a16="http://schemas.microsoft.com/office/drawing/2014/main" id="{C15819C2-E014-B53E-D378-53CA29715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6" y="60134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5" name="Oval 566">
              <a:extLst>
                <a:ext uri="{FF2B5EF4-FFF2-40B4-BE49-F238E27FC236}">
                  <a16:creationId xmlns:a16="http://schemas.microsoft.com/office/drawing/2014/main" id="{992D0DC9-56E6-A318-6390-8925C2ED7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4726" y="60134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6" name="Oval 567">
              <a:extLst>
                <a:ext uri="{FF2B5EF4-FFF2-40B4-BE49-F238E27FC236}">
                  <a16:creationId xmlns:a16="http://schemas.microsoft.com/office/drawing/2014/main" id="{B824C5B1-D368-B5D2-8B1E-1D497AEE6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80838" y="60150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7" name="Oval 568">
              <a:extLst>
                <a:ext uri="{FF2B5EF4-FFF2-40B4-BE49-F238E27FC236}">
                  <a16:creationId xmlns:a16="http://schemas.microsoft.com/office/drawing/2014/main" id="{F194E8A2-BF44-3ADB-AFE6-53B63031B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5201" y="60150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8" name="Oval 569">
              <a:extLst>
                <a:ext uri="{FF2B5EF4-FFF2-40B4-BE49-F238E27FC236}">
                  <a16:creationId xmlns:a16="http://schemas.microsoft.com/office/drawing/2014/main" id="{A935DF73-FA0D-178A-BE1D-8DEF468B1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4076" y="60150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9" name="Oval 570">
              <a:extLst>
                <a:ext uri="{FF2B5EF4-FFF2-40B4-BE49-F238E27FC236}">
                  <a16:creationId xmlns:a16="http://schemas.microsoft.com/office/drawing/2014/main" id="{6C1E3F2C-EB4A-9F9B-6D7D-EC830F63E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50463" y="60150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0" name="Oval 571">
              <a:extLst>
                <a:ext uri="{FF2B5EF4-FFF2-40B4-BE49-F238E27FC236}">
                  <a16:creationId xmlns:a16="http://schemas.microsoft.com/office/drawing/2014/main" id="{94421393-AA2C-32F4-342F-00D341E0F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5838" y="60150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1" name="Oval 572">
              <a:extLst>
                <a:ext uri="{FF2B5EF4-FFF2-40B4-BE49-F238E27FC236}">
                  <a16:creationId xmlns:a16="http://schemas.microsoft.com/office/drawing/2014/main" id="{22F48569-504B-57D5-C71E-F5499025D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5663" y="60166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2" name="Oval 573">
              <a:extLst>
                <a:ext uri="{FF2B5EF4-FFF2-40B4-BE49-F238E27FC236}">
                  <a16:creationId xmlns:a16="http://schemas.microsoft.com/office/drawing/2014/main" id="{4FBBF20A-7951-2083-FBA3-DB285920C4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8876" y="60166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3" name="Oval 574">
              <a:extLst>
                <a:ext uri="{FF2B5EF4-FFF2-40B4-BE49-F238E27FC236}">
                  <a16:creationId xmlns:a16="http://schemas.microsoft.com/office/drawing/2014/main" id="{789A8576-1FDB-B7A4-3C68-E1639C632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0951" y="60166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4" name="Oval 575">
              <a:extLst>
                <a:ext uri="{FF2B5EF4-FFF2-40B4-BE49-F238E27FC236}">
                  <a16:creationId xmlns:a16="http://schemas.microsoft.com/office/drawing/2014/main" id="{4B17F21E-60A0-6944-79E6-EEB7421A8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3813" y="60166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5" name="Oval 576">
              <a:extLst>
                <a:ext uri="{FF2B5EF4-FFF2-40B4-BE49-F238E27FC236}">
                  <a16:creationId xmlns:a16="http://schemas.microsoft.com/office/drawing/2014/main" id="{7383DB62-CBA0-1B43-31D3-8433F739D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6788" y="60166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6" name="Oval 577">
              <a:extLst>
                <a:ext uri="{FF2B5EF4-FFF2-40B4-BE49-F238E27FC236}">
                  <a16:creationId xmlns:a16="http://schemas.microsoft.com/office/drawing/2014/main" id="{29285BDA-DB2A-27E9-8BFC-8A98A10F05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12588" y="60166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7" name="Oval 578">
              <a:extLst>
                <a:ext uri="{FF2B5EF4-FFF2-40B4-BE49-F238E27FC236}">
                  <a16:creationId xmlns:a16="http://schemas.microsoft.com/office/drawing/2014/main" id="{7AEBC96D-9311-3329-DDDC-D6C41617E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4763" y="60182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8" name="Oval 579">
              <a:extLst>
                <a:ext uri="{FF2B5EF4-FFF2-40B4-BE49-F238E27FC236}">
                  <a16:creationId xmlns:a16="http://schemas.microsoft.com/office/drawing/2014/main" id="{7C8F1ACE-10C8-A5EB-851B-5FD9C3A084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9501" y="60182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9" name="Oval 580">
              <a:extLst>
                <a:ext uri="{FF2B5EF4-FFF2-40B4-BE49-F238E27FC236}">
                  <a16:creationId xmlns:a16="http://schemas.microsoft.com/office/drawing/2014/main" id="{42FE0D73-47CE-6DD3-8B46-8F9F9D4A5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7751" y="60182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0" name="Oval 581">
              <a:extLst>
                <a:ext uri="{FF2B5EF4-FFF2-40B4-BE49-F238E27FC236}">
                  <a16:creationId xmlns:a16="http://schemas.microsoft.com/office/drawing/2014/main" id="{37EC0D63-6BA9-4B65-219B-17D4F6D010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9613" y="601821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1" name="Oval 582">
              <a:extLst>
                <a:ext uri="{FF2B5EF4-FFF2-40B4-BE49-F238E27FC236}">
                  <a16:creationId xmlns:a16="http://schemas.microsoft.com/office/drawing/2014/main" id="{1D68824D-7985-C98D-0A33-6F7C9BF3C8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5088" y="601821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2" name="Oval 583">
              <a:extLst>
                <a:ext uri="{FF2B5EF4-FFF2-40B4-BE49-F238E27FC236}">
                  <a16:creationId xmlns:a16="http://schemas.microsoft.com/office/drawing/2014/main" id="{271BC48A-4D24-3012-28C7-8395968E6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5251" y="601821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3" name="Oval 584">
              <a:extLst>
                <a:ext uri="{FF2B5EF4-FFF2-40B4-BE49-F238E27FC236}">
                  <a16:creationId xmlns:a16="http://schemas.microsoft.com/office/drawing/2014/main" id="{ECC875E6-CD10-8653-442A-DE1B98646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3763" y="60198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4" name="Oval 585">
              <a:extLst>
                <a:ext uri="{FF2B5EF4-FFF2-40B4-BE49-F238E27FC236}">
                  <a16:creationId xmlns:a16="http://schemas.microsoft.com/office/drawing/2014/main" id="{A64D034D-141B-3380-27F9-2CBB06041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2201" y="60198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5" name="Oval 586">
              <a:extLst>
                <a:ext uri="{FF2B5EF4-FFF2-40B4-BE49-F238E27FC236}">
                  <a16:creationId xmlns:a16="http://schemas.microsoft.com/office/drawing/2014/main" id="{D8D18679-E536-EFBD-C9E4-AEF251380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1051" y="60198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6" name="Oval 587">
              <a:extLst>
                <a:ext uri="{FF2B5EF4-FFF2-40B4-BE49-F238E27FC236}">
                  <a16:creationId xmlns:a16="http://schemas.microsoft.com/office/drawing/2014/main" id="{3AED1A34-523D-ADAA-8B1D-F54F4781F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1726" y="60198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7" name="Oval 588">
              <a:extLst>
                <a:ext uri="{FF2B5EF4-FFF2-40B4-BE49-F238E27FC236}">
                  <a16:creationId xmlns:a16="http://schemas.microsoft.com/office/drawing/2014/main" id="{84469B92-6261-8395-9D8D-99CCBDBCCC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1076" y="60198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8" name="Oval 589">
              <a:extLst>
                <a:ext uri="{FF2B5EF4-FFF2-40B4-BE49-F238E27FC236}">
                  <a16:creationId xmlns:a16="http://schemas.microsoft.com/office/drawing/2014/main" id="{EEBC1586-9656-BADE-89DF-68D981F43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3738" y="60198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9" name="Oval 590">
              <a:extLst>
                <a:ext uri="{FF2B5EF4-FFF2-40B4-BE49-F238E27FC236}">
                  <a16:creationId xmlns:a16="http://schemas.microsoft.com/office/drawing/2014/main" id="{1F35AF9A-2AD3-1B24-7308-95FFDBAE2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58613" y="60198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0" name="Oval 591">
              <a:extLst>
                <a:ext uri="{FF2B5EF4-FFF2-40B4-BE49-F238E27FC236}">
                  <a16:creationId xmlns:a16="http://schemas.microsoft.com/office/drawing/2014/main" id="{BB70682C-AC96-D79F-F6D5-5B91B5ABE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7876" y="60198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1" name="Oval 592">
              <a:extLst>
                <a:ext uri="{FF2B5EF4-FFF2-40B4-BE49-F238E27FC236}">
                  <a16:creationId xmlns:a16="http://schemas.microsoft.com/office/drawing/2014/main" id="{BD15BFAD-4D93-B060-A190-D3025C5F0A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6013" y="60198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2" name="Oval 593">
              <a:extLst>
                <a:ext uri="{FF2B5EF4-FFF2-40B4-BE49-F238E27FC236}">
                  <a16:creationId xmlns:a16="http://schemas.microsoft.com/office/drawing/2014/main" id="{26E62C26-256A-869F-029B-2503923FA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96688" y="60213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3" name="Oval 594">
              <a:extLst>
                <a:ext uri="{FF2B5EF4-FFF2-40B4-BE49-F238E27FC236}">
                  <a16:creationId xmlns:a16="http://schemas.microsoft.com/office/drawing/2014/main" id="{4FB76F88-064F-4574-40A5-7F68F80E1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02926" y="60213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4" name="Oval 595">
              <a:extLst>
                <a:ext uri="{FF2B5EF4-FFF2-40B4-BE49-F238E27FC236}">
                  <a16:creationId xmlns:a16="http://schemas.microsoft.com/office/drawing/2014/main" id="{40383CC3-31F2-067E-A991-98D77D6A8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2701" y="60213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5" name="Oval 596">
              <a:extLst>
                <a:ext uri="{FF2B5EF4-FFF2-40B4-BE49-F238E27FC236}">
                  <a16:creationId xmlns:a16="http://schemas.microsoft.com/office/drawing/2014/main" id="{1702B588-C9B9-7EBB-7D00-033D324C6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45888" y="60213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6" name="Oval 597">
              <a:extLst>
                <a:ext uri="{FF2B5EF4-FFF2-40B4-BE49-F238E27FC236}">
                  <a16:creationId xmlns:a16="http://schemas.microsoft.com/office/drawing/2014/main" id="{D25D760A-253D-5EFF-E071-24AC1418AC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30013" y="60213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7" name="Oval 598">
              <a:extLst>
                <a:ext uri="{FF2B5EF4-FFF2-40B4-BE49-F238E27FC236}">
                  <a16:creationId xmlns:a16="http://schemas.microsoft.com/office/drawing/2014/main" id="{4BF40B7A-5CC6-2577-4620-414A2CABE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0113" y="60213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8" name="Oval 599">
              <a:extLst>
                <a:ext uri="{FF2B5EF4-FFF2-40B4-BE49-F238E27FC236}">
                  <a16:creationId xmlns:a16="http://schemas.microsoft.com/office/drawing/2014/main" id="{FD827F94-C1AF-EBDE-D417-0870267AE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75926" y="60213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9" name="Oval 600">
              <a:extLst>
                <a:ext uri="{FF2B5EF4-FFF2-40B4-BE49-F238E27FC236}">
                  <a16:creationId xmlns:a16="http://schemas.microsoft.com/office/drawing/2014/main" id="{FAE7141D-A960-17C9-39E2-89CCF69D55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6013" y="602138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0" name="Oval 601">
              <a:extLst>
                <a:ext uri="{FF2B5EF4-FFF2-40B4-BE49-F238E27FC236}">
                  <a16:creationId xmlns:a16="http://schemas.microsoft.com/office/drawing/2014/main" id="{2F109F6C-34C6-A7E2-B629-FE6630444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2376" y="602138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1" name="Oval 602">
              <a:extLst>
                <a:ext uri="{FF2B5EF4-FFF2-40B4-BE49-F238E27FC236}">
                  <a16:creationId xmlns:a16="http://schemas.microsoft.com/office/drawing/2014/main" id="{CDD20D44-649D-4ABE-A840-EA932D192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3151" y="602138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2" name="Oval 603">
              <a:extLst>
                <a:ext uri="{FF2B5EF4-FFF2-40B4-BE49-F238E27FC236}">
                  <a16:creationId xmlns:a16="http://schemas.microsoft.com/office/drawing/2014/main" id="{BB6993D0-D0D6-B0FD-16FB-4A38269FE9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1388" y="60229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3" name="Oval 604">
              <a:extLst>
                <a:ext uri="{FF2B5EF4-FFF2-40B4-BE49-F238E27FC236}">
                  <a16:creationId xmlns:a16="http://schemas.microsoft.com/office/drawing/2014/main" id="{A7165396-1876-49E2-61E0-C4D4C8548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0901" y="60229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4" name="Oval 605">
              <a:extLst>
                <a:ext uri="{FF2B5EF4-FFF2-40B4-BE49-F238E27FC236}">
                  <a16:creationId xmlns:a16="http://schemas.microsoft.com/office/drawing/2014/main" id="{213C6E18-7AC6-76B4-1906-69B390772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0738" y="60229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5" name="Oval 606">
              <a:extLst>
                <a:ext uri="{FF2B5EF4-FFF2-40B4-BE49-F238E27FC236}">
                  <a16:creationId xmlns:a16="http://schemas.microsoft.com/office/drawing/2014/main" id="{C93181B8-AB06-AA6C-28AB-B2A0E8148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8426" y="60229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6" name="Oval 607">
              <a:extLst>
                <a:ext uri="{FF2B5EF4-FFF2-40B4-BE49-F238E27FC236}">
                  <a16:creationId xmlns:a16="http://schemas.microsoft.com/office/drawing/2014/main" id="{4034972F-2AD5-8430-9F0C-111E92345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0888" y="60229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7" name="Oval 608">
              <a:extLst>
                <a:ext uri="{FF2B5EF4-FFF2-40B4-BE49-F238E27FC236}">
                  <a16:creationId xmlns:a16="http://schemas.microsoft.com/office/drawing/2014/main" id="{1A75E61F-5E62-2C7F-5B39-7BB30989F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9676" y="60229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8" name="Oval 609">
              <a:extLst>
                <a:ext uri="{FF2B5EF4-FFF2-40B4-BE49-F238E27FC236}">
                  <a16:creationId xmlns:a16="http://schemas.microsoft.com/office/drawing/2014/main" id="{201D9BD1-DF1A-37D2-CCFD-5F5C28B33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5838" y="60229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9" name="Oval 610">
              <a:extLst>
                <a:ext uri="{FF2B5EF4-FFF2-40B4-BE49-F238E27FC236}">
                  <a16:creationId xmlns:a16="http://schemas.microsoft.com/office/drawing/2014/main" id="{26354CAD-5922-44C5-52C0-3258A2654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5201" y="60229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0" name="Oval 611">
              <a:extLst>
                <a:ext uri="{FF2B5EF4-FFF2-40B4-BE49-F238E27FC236}">
                  <a16:creationId xmlns:a16="http://schemas.microsoft.com/office/drawing/2014/main" id="{181A0A94-AFA9-23C7-E014-EC50E20B09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30013" y="6022975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1" name="Oval 612">
              <a:extLst>
                <a:ext uri="{FF2B5EF4-FFF2-40B4-BE49-F238E27FC236}">
                  <a16:creationId xmlns:a16="http://schemas.microsoft.com/office/drawing/2014/main" id="{89149817-93D0-5328-49DE-C6CA02CA7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7438" y="602456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2" name="Oval 613">
              <a:extLst>
                <a:ext uri="{FF2B5EF4-FFF2-40B4-BE49-F238E27FC236}">
                  <a16:creationId xmlns:a16="http://schemas.microsoft.com/office/drawing/2014/main" id="{10994F49-CE4B-1FFF-2CFC-2C1AFC897D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1088" y="602456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3" name="Oval 614">
              <a:extLst>
                <a:ext uri="{FF2B5EF4-FFF2-40B4-BE49-F238E27FC236}">
                  <a16:creationId xmlns:a16="http://schemas.microsoft.com/office/drawing/2014/main" id="{C7DD4316-7249-E30D-4775-69CADC20F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42726" y="602456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4" name="Oval 615">
              <a:extLst>
                <a:ext uri="{FF2B5EF4-FFF2-40B4-BE49-F238E27FC236}">
                  <a16:creationId xmlns:a16="http://schemas.microsoft.com/office/drawing/2014/main" id="{CF02FEE8-31A9-6591-C320-A7E810110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026" y="60245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5" name="Oval 616">
              <a:extLst>
                <a:ext uri="{FF2B5EF4-FFF2-40B4-BE49-F238E27FC236}">
                  <a16:creationId xmlns:a16="http://schemas.microsoft.com/office/drawing/2014/main" id="{775E468E-AEBF-7C09-0D36-EABC0376C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8738" y="602456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6" name="Oval 617">
              <a:extLst>
                <a:ext uri="{FF2B5EF4-FFF2-40B4-BE49-F238E27FC236}">
                  <a16:creationId xmlns:a16="http://schemas.microsoft.com/office/drawing/2014/main" id="{76B1A5B4-EC1B-0541-3168-308A5D247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2488" y="60245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7" name="Oval 618">
              <a:extLst>
                <a:ext uri="{FF2B5EF4-FFF2-40B4-BE49-F238E27FC236}">
                  <a16:creationId xmlns:a16="http://schemas.microsoft.com/office/drawing/2014/main" id="{B3D8F00F-58A7-78FE-54DA-9407F94B2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1138" y="60245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8" name="Oval 619">
              <a:extLst>
                <a:ext uri="{FF2B5EF4-FFF2-40B4-BE49-F238E27FC236}">
                  <a16:creationId xmlns:a16="http://schemas.microsoft.com/office/drawing/2014/main" id="{09C48F39-19FE-8871-FF55-770EADDAD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3" y="60245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9" name="Oval 620">
              <a:extLst>
                <a:ext uri="{FF2B5EF4-FFF2-40B4-BE49-F238E27FC236}">
                  <a16:creationId xmlns:a16="http://schemas.microsoft.com/office/drawing/2014/main" id="{FA9B4FB4-C2B5-8F17-3788-FB3120C51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6788" y="60245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0" name="Oval 621">
              <a:extLst>
                <a:ext uri="{FF2B5EF4-FFF2-40B4-BE49-F238E27FC236}">
                  <a16:creationId xmlns:a16="http://schemas.microsoft.com/office/drawing/2014/main" id="{92B42AA0-7E6A-3A11-3341-59C6DEBCE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2488" y="60261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1" name="Oval 622">
              <a:extLst>
                <a:ext uri="{FF2B5EF4-FFF2-40B4-BE49-F238E27FC236}">
                  <a16:creationId xmlns:a16="http://schemas.microsoft.com/office/drawing/2014/main" id="{7AF54299-22DE-3526-40E2-2FC12F0A6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6451" y="60261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2" name="Oval 623">
              <a:extLst>
                <a:ext uri="{FF2B5EF4-FFF2-40B4-BE49-F238E27FC236}">
                  <a16:creationId xmlns:a16="http://schemas.microsoft.com/office/drawing/2014/main" id="{0775D536-6EE6-862D-AE7E-4ED4F7B98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7763" y="60261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3" name="Oval 624">
              <a:extLst>
                <a:ext uri="{FF2B5EF4-FFF2-40B4-BE49-F238E27FC236}">
                  <a16:creationId xmlns:a16="http://schemas.microsoft.com/office/drawing/2014/main" id="{49F7F132-4EC6-2171-FD34-4F078285F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5713" y="60261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4" name="Oval 625">
              <a:extLst>
                <a:ext uri="{FF2B5EF4-FFF2-40B4-BE49-F238E27FC236}">
                  <a16:creationId xmlns:a16="http://schemas.microsoft.com/office/drawing/2014/main" id="{8BA11C6E-4789-236D-1DA3-B5D3A9A07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1" y="60261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5" name="Oval 626">
              <a:extLst>
                <a:ext uri="{FF2B5EF4-FFF2-40B4-BE49-F238E27FC236}">
                  <a16:creationId xmlns:a16="http://schemas.microsoft.com/office/drawing/2014/main" id="{52A43F84-2882-EF4A-236D-6E269734B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8651" y="60261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6" name="Oval 627">
              <a:extLst>
                <a:ext uri="{FF2B5EF4-FFF2-40B4-BE49-F238E27FC236}">
                  <a16:creationId xmlns:a16="http://schemas.microsoft.com/office/drawing/2014/main" id="{00D621CA-F861-DCAA-C096-642F8A6BFB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3326" y="60261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7" name="Oval 628">
              <a:extLst>
                <a:ext uri="{FF2B5EF4-FFF2-40B4-BE49-F238E27FC236}">
                  <a16:creationId xmlns:a16="http://schemas.microsoft.com/office/drawing/2014/main" id="{ED5032E8-1A13-3D72-0BBD-077410743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2488" y="60261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8" name="Oval 629">
              <a:extLst>
                <a:ext uri="{FF2B5EF4-FFF2-40B4-BE49-F238E27FC236}">
                  <a16:creationId xmlns:a16="http://schemas.microsoft.com/office/drawing/2014/main" id="{DFE184EE-DF04-0365-1522-32802FE9ED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44126" y="60277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9" name="Oval 630">
              <a:extLst>
                <a:ext uri="{FF2B5EF4-FFF2-40B4-BE49-F238E27FC236}">
                  <a16:creationId xmlns:a16="http://schemas.microsoft.com/office/drawing/2014/main" id="{FEFEAAC3-FDA9-437C-659F-10688982CA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7926" y="60277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0" name="Oval 631">
              <a:extLst>
                <a:ext uri="{FF2B5EF4-FFF2-40B4-BE49-F238E27FC236}">
                  <a16:creationId xmlns:a16="http://schemas.microsoft.com/office/drawing/2014/main" id="{565A5FC1-5018-C7F5-FD24-4E404BCE76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9338" y="60277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1" name="Oval 632">
              <a:extLst>
                <a:ext uri="{FF2B5EF4-FFF2-40B4-BE49-F238E27FC236}">
                  <a16:creationId xmlns:a16="http://schemas.microsoft.com/office/drawing/2014/main" id="{C7CD3232-CCD6-AAAE-3804-22EC22BCA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6463" y="60277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2" name="Oval 633">
              <a:extLst>
                <a:ext uri="{FF2B5EF4-FFF2-40B4-BE49-F238E27FC236}">
                  <a16:creationId xmlns:a16="http://schemas.microsoft.com/office/drawing/2014/main" id="{1FC2C91D-1AF1-9EA6-E243-4531F7C33A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8838" y="60277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3" name="Oval 634">
              <a:extLst>
                <a:ext uri="{FF2B5EF4-FFF2-40B4-BE49-F238E27FC236}">
                  <a16:creationId xmlns:a16="http://schemas.microsoft.com/office/drawing/2014/main" id="{13758F7F-7467-6BC7-7081-ACDA817F1E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1088" y="602773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4" name="Oval 635">
              <a:extLst>
                <a:ext uri="{FF2B5EF4-FFF2-40B4-BE49-F238E27FC236}">
                  <a16:creationId xmlns:a16="http://schemas.microsoft.com/office/drawing/2014/main" id="{7F146294-C80E-C241-2A7A-E5EC713B2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5163" y="602773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5" name="Oval 636">
              <a:extLst>
                <a:ext uri="{FF2B5EF4-FFF2-40B4-BE49-F238E27FC236}">
                  <a16:creationId xmlns:a16="http://schemas.microsoft.com/office/drawing/2014/main" id="{75F1239E-8A3D-ABC5-6878-686ADCB57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2688" y="60293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6" name="Oval 637">
              <a:extLst>
                <a:ext uri="{FF2B5EF4-FFF2-40B4-BE49-F238E27FC236}">
                  <a16:creationId xmlns:a16="http://schemas.microsoft.com/office/drawing/2014/main" id="{1243165C-3F2F-CE53-48D0-0CE0C7D04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5838" y="60293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7" name="Oval 638">
              <a:extLst>
                <a:ext uri="{FF2B5EF4-FFF2-40B4-BE49-F238E27FC236}">
                  <a16:creationId xmlns:a16="http://schemas.microsoft.com/office/drawing/2014/main" id="{E8E58BAF-B9E6-3214-7858-ACC09939DF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55263" y="60293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8" name="Oval 639">
              <a:extLst>
                <a:ext uri="{FF2B5EF4-FFF2-40B4-BE49-F238E27FC236}">
                  <a16:creationId xmlns:a16="http://schemas.microsoft.com/office/drawing/2014/main" id="{04760E88-FE05-D8B0-97F5-8C33C407E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1" y="60293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9" name="Oval 640">
              <a:extLst>
                <a:ext uri="{FF2B5EF4-FFF2-40B4-BE49-F238E27FC236}">
                  <a16:creationId xmlns:a16="http://schemas.microsoft.com/office/drawing/2014/main" id="{20B3BFDA-58E3-190F-AAD7-D5CD5D030A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4838" y="60293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0" name="Oval 641">
              <a:extLst>
                <a:ext uri="{FF2B5EF4-FFF2-40B4-BE49-F238E27FC236}">
                  <a16:creationId xmlns:a16="http://schemas.microsoft.com/office/drawing/2014/main" id="{80683DAC-644A-1F19-AC30-830E40E5D2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0238" y="60293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1" name="Oval 642">
              <a:extLst>
                <a:ext uri="{FF2B5EF4-FFF2-40B4-BE49-F238E27FC236}">
                  <a16:creationId xmlns:a16="http://schemas.microsoft.com/office/drawing/2014/main" id="{38C16C13-89EC-FF4E-A254-4B259F70D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4538" y="60293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2" name="Oval 643">
              <a:extLst>
                <a:ext uri="{FF2B5EF4-FFF2-40B4-BE49-F238E27FC236}">
                  <a16:creationId xmlns:a16="http://schemas.microsoft.com/office/drawing/2014/main" id="{996226CD-578C-5193-D7C8-7D665BAEF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6" y="60293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3" name="Oval 644">
              <a:extLst>
                <a:ext uri="{FF2B5EF4-FFF2-40B4-BE49-F238E27FC236}">
                  <a16:creationId xmlns:a16="http://schemas.microsoft.com/office/drawing/2014/main" id="{B80D4C34-6223-49F8-18AA-F2C9FE8D1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6476" y="60309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4" name="Oval 645">
              <a:extLst>
                <a:ext uri="{FF2B5EF4-FFF2-40B4-BE49-F238E27FC236}">
                  <a16:creationId xmlns:a16="http://schemas.microsoft.com/office/drawing/2014/main" id="{B01A55D4-4BBA-DFC5-4EC9-752348584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88751" y="60309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5" name="Oval 646">
              <a:extLst>
                <a:ext uri="{FF2B5EF4-FFF2-40B4-BE49-F238E27FC236}">
                  <a16:creationId xmlns:a16="http://schemas.microsoft.com/office/drawing/2014/main" id="{C65D55E5-AACD-F209-00F2-37AAB4694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8726" y="6030913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6" name="Oval 647">
              <a:extLst>
                <a:ext uri="{FF2B5EF4-FFF2-40B4-BE49-F238E27FC236}">
                  <a16:creationId xmlns:a16="http://schemas.microsoft.com/office/drawing/2014/main" id="{D786F26E-F70E-4B88-1C63-79756AA66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74351" y="603091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7" name="Oval 648">
              <a:extLst>
                <a:ext uri="{FF2B5EF4-FFF2-40B4-BE49-F238E27FC236}">
                  <a16:creationId xmlns:a16="http://schemas.microsoft.com/office/drawing/2014/main" id="{B44BB22C-0834-C7A8-DA86-3E669741B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9313" y="60325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8" name="Oval 649">
              <a:extLst>
                <a:ext uri="{FF2B5EF4-FFF2-40B4-BE49-F238E27FC236}">
                  <a16:creationId xmlns:a16="http://schemas.microsoft.com/office/drawing/2014/main" id="{29D4D1B5-7527-EDDC-2748-4AE313DED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8388" y="60325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9" name="Oval 650">
              <a:extLst>
                <a:ext uri="{FF2B5EF4-FFF2-40B4-BE49-F238E27FC236}">
                  <a16:creationId xmlns:a16="http://schemas.microsoft.com/office/drawing/2014/main" id="{FFA0AE23-C78F-44CE-02FB-3C151EBBD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3138" y="60325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0" name="Oval 651">
              <a:extLst>
                <a:ext uri="{FF2B5EF4-FFF2-40B4-BE49-F238E27FC236}">
                  <a16:creationId xmlns:a16="http://schemas.microsoft.com/office/drawing/2014/main" id="{7D41EFCC-676E-FA0B-B9EA-0805D7674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4601" y="60325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1" name="Oval 652">
              <a:extLst>
                <a:ext uri="{FF2B5EF4-FFF2-40B4-BE49-F238E27FC236}">
                  <a16:creationId xmlns:a16="http://schemas.microsoft.com/office/drawing/2014/main" id="{507C91F4-7A6C-3DE0-6004-F7CF43907D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9976" y="60325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2" name="Oval 653">
              <a:extLst>
                <a:ext uri="{FF2B5EF4-FFF2-40B4-BE49-F238E27FC236}">
                  <a16:creationId xmlns:a16="http://schemas.microsoft.com/office/drawing/2014/main" id="{B533A936-9AD7-AE9C-22BA-980BEBBDE0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8263" y="60325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3" name="Oval 654">
              <a:extLst>
                <a:ext uri="{FF2B5EF4-FFF2-40B4-BE49-F238E27FC236}">
                  <a16:creationId xmlns:a16="http://schemas.microsoft.com/office/drawing/2014/main" id="{E01B5896-279C-9F66-BF20-6078B4B9A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7938" y="60325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4" name="Oval 655">
              <a:extLst>
                <a:ext uri="{FF2B5EF4-FFF2-40B4-BE49-F238E27FC236}">
                  <a16:creationId xmlns:a16="http://schemas.microsoft.com/office/drawing/2014/main" id="{D2B070C7-C1D3-D3A1-1E53-04577D3B1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8988" y="60325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5" name="Oval 656">
              <a:extLst>
                <a:ext uri="{FF2B5EF4-FFF2-40B4-BE49-F238E27FC236}">
                  <a16:creationId xmlns:a16="http://schemas.microsoft.com/office/drawing/2014/main" id="{444F09D5-D33B-0F9A-27A4-247597A21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3976" y="60325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6" name="Oval 657">
              <a:extLst>
                <a:ext uri="{FF2B5EF4-FFF2-40B4-BE49-F238E27FC236}">
                  <a16:creationId xmlns:a16="http://schemas.microsoft.com/office/drawing/2014/main" id="{6B423C94-872A-3683-A74A-98555074A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6476" y="60325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7" name="Oval 658">
              <a:extLst>
                <a:ext uri="{FF2B5EF4-FFF2-40B4-BE49-F238E27FC236}">
                  <a16:creationId xmlns:a16="http://schemas.microsoft.com/office/drawing/2014/main" id="{63675612-75B0-9E4C-BE58-6A8834A93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7763" y="60325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8" name="Oval 659">
              <a:extLst>
                <a:ext uri="{FF2B5EF4-FFF2-40B4-BE49-F238E27FC236}">
                  <a16:creationId xmlns:a16="http://schemas.microsoft.com/office/drawing/2014/main" id="{42020ADF-185E-2376-2E1C-F6FE9B1D3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64976" y="60325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9" name="Oval 660">
              <a:extLst>
                <a:ext uri="{FF2B5EF4-FFF2-40B4-BE49-F238E27FC236}">
                  <a16:creationId xmlns:a16="http://schemas.microsoft.com/office/drawing/2014/main" id="{B8F52FB3-4708-F1AF-5FB0-5ADEBA6C7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6113" y="60325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0" name="Oval 661">
              <a:extLst>
                <a:ext uri="{FF2B5EF4-FFF2-40B4-BE49-F238E27FC236}">
                  <a16:creationId xmlns:a16="http://schemas.microsoft.com/office/drawing/2014/main" id="{61C66A89-6D5A-7F31-4514-ECAD2B0D0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3" y="60325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1" name="Oval 662">
              <a:extLst>
                <a:ext uri="{FF2B5EF4-FFF2-40B4-BE49-F238E27FC236}">
                  <a16:creationId xmlns:a16="http://schemas.microsoft.com/office/drawing/2014/main" id="{1D2BE32C-6965-856E-BF9E-0195D228CA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5051" y="60325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2" name="Oval 663">
              <a:extLst>
                <a:ext uri="{FF2B5EF4-FFF2-40B4-BE49-F238E27FC236}">
                  <a16:creationId xmlns:a16="http://schemas.microsoft.com/office/drawing/2014/main" id="{771FB116-EEC1-40AC-0D3F-0EF047F7E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5788" y="60340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3" name="Oval 664">
              <a:extLst>
                <a:ext uri="{FF2B5EF4-FFF2-40B4-BE49-F238E27FC236}">
                  <a16:creationId xmlns:a16="http://schemas.microsoft.com/office/drawing/2014/main" id="{5DAF63D0-9476-1B5D-EB73-EA2ED935F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3438" y="60340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4" name="Oval 665">
              <a:extLst>
                <a:ext uri="{FF2B5EF4-FFF2-40B4-BE49-F238E27FC236}">
                  <a16:creationId xmlns:a16="http://schemas.microsoft.com/office/drawing/2014/main" id="{CE415986-687D-C4ED-EA36-4B11B29977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34788" y="60340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5" name="Oval 666">
              <a:extLst>
                <a:ext uri="{FF2B5EF4-FFF2-40B4-BE49-F238E27FC236}">
                  <a16:creationId xmlns:a16="http://schemas.microsoft.com/office/drawing/2014/main" id="{987118B6-E219-E03A-CAD8-96F31DA72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90338" y="60340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6" name="Oval 667">
              <a:extLst>
                <a:ext uri="{FF2B5EF4-FFF2-40B4-BE49-F238E27FC236}">
                  <a16:creationId xmlns:a16="http://schemas.microsoft.com/office/drawing/2014/main" id="{A56AA7C1-33AC-BA8F-9997-D37673BDB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8063" y="60340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7" name="Oval 668">
              <a:extLst>
                <a:ext uri="{FF2B5EF4-FFF2-40B4-BE49-F238E27FC236}">
                  <a16:creationId xmlns:a16="http://schemas.microsoft.com/office/drawing/2014/main" id="{78641B58-A5C0-1C26-9386-CCFAEE98F3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3588" y="60340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8" name="Oval 669">
              <a:extLst>
                <a:ext uri="{FF2B5EF4-FFF2-40B4-BE49-F238E27FC236}">
                  <a16:creationId xmlns:a16="http://schemas.microsoft.com/office/drawing/2014/main" id="{312EAABE-C675-0A06-39C2-B7F5585A3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6001" y="60340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" name="Oval 671">
              <a:extLst>
                <a:ext uri="{FF2B5EF4-FFF2-40B4-BE49-F238E27FC236}">
                  <a16:creationId xmlns:a16="http://schemas.microsoft.com/office/drawing/2014/main" id="{BF522ABA-EAE5-DD46-EC38-F0370F17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71313" y="60340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0" name="Oval 672">
              <a:extLst>
                <a:ext uri="{FF2B5EF4-FFF2-40B4-BE49-F238E27FC236}">
                  <a16:creationId xmlns:a16="http://schemas.microsoft.com/office/drawing/2014/main" id="{2D5BE330-B0E5-2756-2724-0AA4EE4C8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3801" y="60340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" name="Oval 673">
              <a:extLst>
                <a:ext uri="{FF2B5EF4-FFF2-40B4-BE49-F238E27FC236}">
                  <a16:creationId xmlns:a16="http://schemas.microsoft.com/office/drawing/2014/main" id="{3BED8E84-81A1-22C2-B6B8-3E407B0BC2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3" y="60340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" name="Oval 674">
              <a:extLst>
                <a:ext uri="{FF2B5EF4-FFF2-40B4-BE49-F238E27FC236}">
                  <a16:creationId xmlns:a16="http://schemas.microsoft.com/office/drawing/2014/main" id="{D002778C-FC6B-E663-AD13-6C8C11DBFA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17338" y="60340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3" name="Oval 675">
              <a:extLst>
                <a:ext uri="{FF2B5EF4-FFF2-40B4-BE49-F238E27FC236}">
                  <a16:creationId xmlns:a16="http://schemas.microsoft.com/office/drawing/2014/main" id="{ABB965BA-6623-6114-A832-A32C2C332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44301" y="603408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4" name="Oval 676">
              <a:extLst>
                <a:ext uri="{FF2B5EF4-FFF2-40B4-BE49-F238E27FC236}">
                  <a16:creationId xmlns:a16="http://schemas.microsoft.com/office/drawing/2014/main" id="{48E37F4F-E490-C954-A633-159ACCB0C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8738" y="6034088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5" name="Oval 677">
              <a:extLst>
                <a:ext uri="{FF2B5EF4-FFF2-40B4-BE49-F238E27FC236}">
                  <a16:creationId xmlns:a16="http://schemas.microsoft.com/office/drawing/2014/main" id="{1690EAE7-BCA6-E355-BD9D-00A8CBDAD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9963" y="60356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6" name="Oval 678">
              <a:extLst>
                <a:ext uri="{FF2B5EF4-FFF2-40B4-BE49-F238E27FC236}">
                  <a16:creationId xmlns:a16="http://schemas.microsoft.com/office/drawing/2014/main" id="{78050624-6735-8ADC-53D1-4595064DA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1451" y="60356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7" name="Oval 679">
              <a:extLst>
                <a:ext uri="{FF2B5EF4-FFF2-40B4-BE49-F238E27FC236}">
                  <a16:creationId xmlns:a16="http://schemas.microsoft.com/office/drawing/2014/main" id="{43C83CE7-F1D9-C9A4-38D2-B19CF06EE0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4213" y="60356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8" name="Oval 680">
              <a:extLst>
                <a:ext uri="{FF2B5EF4-FFF2-40B4-BE49-F238E27FC236}">
                  <a16:creationId xmlns:a16="http://schemas.microsoft.com/office/drawing/2014/main" id="{C8C3D109-18DE-76C2-0951-40388D4C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0113" y="60356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9" name="Oval 681">
              <a:extLst>
                <a:ext uri="{FF2B5EF4-FFF2-40B4-BE49-F238E27FC236}">
                  <a16:creationId xmlns:a16="http://schemas.microsoft.com/office/drawing/2014/main" id="{AC43CBC5-12CA-0FAC-AFD4-507BCBA90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01438" y="60356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0" name="Oval 682">
              <a:extLst>
                <a:ext uri="{FF2B5EF4-FFF2-40B4-BE49-F238E27FC236}">
                  <a16:creationId xmlns:a16="http://schemas.microsoft.com/office/drawing/2014/main" id="{F623A7F5-4513-E381-66A6-CAFE0BB7C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4876" y="60356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1" name="Oval 683">
              <a:extLst>
                <a:ext uri="{FF2B5EF4-FFF2-40B4-BE49-F238E27FC236}">
                  <a16:creationId xmlns:a16="http://schemas.microsoft.com/office/drawing/2014/main" id="{955EA8EE-0BE3-0F30-26AE-50772D4B6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0126" y="6035675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2" name="Oval 684">
              <a:extLst>
                <a:ext uri="{FF2B5EF4-FFF2-40B4-BE49-F238E27FC236}">
                  <a16:creationId xmlns:a16="http://schemas.microsoft.com/office/drawing/2014/main" id="{7974E60F-74BF-0110-1B1D-10F3DCD9EB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0788" y="60356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3" name="Oval 685">
              <a:extLst>
                <a:ext uri="{FF2B5EF4-FFF2-40B4-BE49-F238E27FC236}">
                  <a16:creationId xmlns:a16="http://schemas.microsoft.com/office/drawing/2014/main" id="{27B7AD1D-C378-88C7-3ECB-2E74571A0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7976" y="60372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" name="Oval 686">
              <a:extLst>
                <a:ext uri="{FF2B5EF4-FFF2-40B4-BE49-F238E27FC236}">
                  <a16:creationId xmlns:a16="http://schemas.microsoft.com/office/drawing/2014/main" id="{AD2F5F6A-1BF9-7718-2C17-868A175A4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1713" y="60372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" name="Oval 687">
              <a:extLst>
                <a:ext uri="{FF2B5EF4-FFF2-40B4-BE49-F238E27FC236}">
                  <a16:creationId xmlns:a16="http://schemas.microsoft.com/office/drawing/2014/main" id="{0E2ACECC-89F6-F721-6814-99D6318D9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7601" y="60372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" name="Oval 688">
              <a:extLst>
                <a:ext uri="{FF2B5EF4-FFF2-40B4-BE49-F238E27FC236}">
                  <a16:creationId xmlns:a16="http://schemas.microsoft.com/office/drawing/2014/main" id="{9A63D8B2-8A66-7489-6B57-E7DF59CD9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34776" y="60372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7" name="Oval 689">
              <a:extLst>
                <a:ext uri="{FF2B5EF4-FFF2-40B4-BE49-F238E27FC236}">
                  <a16:creationId xmlns:a16="http://schemas.microsoft.com/office/drawing/2014/main" id="{AC6DAA6E-EE4C-AD0E-380F-F11B3ED63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3313" y="60372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8" name="Oval 690">
              <a:extLst>
                <a:ext uri="{FF2B5EF4-FFF2-40B4-BE49-F238E27FC236}">
                  <a16:creationId xmlns:a16="http://schemas.microsoft.com/office/drawing/2014/main" id="{86E3FDE2-B693-620F-6C76-0CDF45C1A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3051" y="60372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9" name="Oval 691">
              <a:extLst>
                <a:ext uri="{FF2B5EF4-FFF2-40B4-BE49-F238E27FC236}">
                  <a16:creationId xmlns:a16="http://schemas.microsoft.com/office/drawing/2014/main" id="{4FE69FA0-62EF-2C01-CD1E-C5E29E3B7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3276" y="603726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0" name="Oval 692">
              <a:extLst>
                <a:ext uri="{FF2B5EF4-FFF2-40B4-BE49-F238E27FC236}">
                  <a16:creationId xmlns:a16="http://schemas.microsoft.com/office/drawing/2014/main" id="{D9FF6A3D-A055-1066-C850-5C42E8FA7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2063" y="603726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1" name="Oval 693">
              <a:extLst>
                <a:ext uri="{FF2B5EF4-FFF2-40B4-BE49-F238E27FC236}">
                  <a16:creationId xmlns:a16="http://schemas.microsoft.com/office/drawing/2014/main" id="{4B737136-7F1B-D37A-700F-6FFD06C692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3901" y="603726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2" name="Oval 694">
              <a:extLst>
                <a:ext uri="{FF2B5EF4-FFF2-40B4-BE49-F238E27FC236}">
                  <a16:creationId xmlns:a16="http://schemas.microsoft.com/office/drawing/2014/main" id="{53A6F2D6-34B4-2203-91C0-3895FB563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6476" y="60388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3" name="Oval 695">
              <a:extLst>
                <a:ext uri="{FF2B5EF4-FFF2-40B4-BE49-F238E27FC236}">
                  <a16:creationId xmlns:a16="http://schemas.microsoft.com/office/drawing/2014/main" id="{4FE032E2-B985-E8D6-AB45-07E590E52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5976" y="603885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4" name="Oval 696">
              <a:extLst>
                <a:ext uri="{FF2B5EF4-FFF2-40B4-BE49-F238E27FC236}">
                  <a16:creationId xmlns:a16="http://schemas.microsoft.com/office/drawing/2014/main" id="{56909941-2659-35C6-BFFF-AF8952DF8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5713" y="603885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" name="Oval 697">
              <a:extLst>
                <a:ext uri="{FF2B5EF4-FFF2-40B4-BE49-F238E27FC236}">
                  <a16:creationId xmlns:a16="http://schemas.microsoft.com/office/drawing/2014/main" id="{9F5F88E7-648B-0FEE-C327-27D60AEE0D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8676" y="603885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" name="Oval 698">
              <a:extLst>
                <a:ext uri="{FF2B5EF4-FFF2-40B4-BE49-F238E27FC236}">
                  <a16:creationId xmlns:a16="http://schemas.microsoft.com/office/drawing/2014/main" id="{4B20B272-15BF-C55D-C6A5-8174D188A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2676" y="60388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" name="Oval 699">
              <a:extLst>
                <a:ext uri="{FF2B5EF4-FFF2-40B4-BE49-F238E27FC236}">
                  <a16:creationId xmlns:a16="http://schemas.microsoft.com/office/drawing/2014/main" id="{21AED877-3D2C-5FAB-4259-52AEA1BDB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3463" y="60388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" name="Oval 700">
              <a:extLst>
                <a:ext uri="{FF2B5EF4-FFF2-40B4-BE49-F238E27FC236}">
                  <a16:creationId xmlns:a16="http://schemas.microsoft.com/office/drawing/2014/main" id="{D01131B6-8D95-A1B7-0F32-38F4EF0BB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7751" y="60388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" name="Oval 701">
              <a:extLst>
                <a:ext uri="{FF2B5EF4-FFF2-40B4-BE49-F238E27FC236}">
                  <a16:creationId xmlns:a16="http://schemas.microsoft.com/office/drawing/2014/main" id="{9DE1729A-DF7D-C42A-D5A3-B9800AC424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1776" y="60388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0" name="Oval 702">
              <a:extLst>
                <a:ext uri="{FF2B5EF4-FFF2-40B4-BE49-F238E27FC236}">
                  <a16:creationId xmlns:a16="http://schemas.microsoft.com/office/drawing/2014/main" id="{0614CDB6-800C-FD4A-224D-47A2CE1EB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938" y="60388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1" name="Oval 703">
              <a:extLst>
                <a:ext uri="{FF2B5EF4-FFF2-40B4-BE49-F238E27FC236}">
                  <a16:creationId xmlns:a16="http://schemas.microsoft.com/office/drawing/2014/main" id="{18B1C299-2C21-872F-E56D-89966DD01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7288" y="60388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2" name="Oval 704">
              <a:extLst>
                <a:ext uri="{FF2B5EF4-FFF2-40B4-BE49-F238E27FC236}">
                  <a16:creationId xmlns:a16="http://schemas.microsoft.com/office/drawing/2014/main" id="{7CDB7F8D-AD30-5373-1D35-2A31F6D5A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3651" y="60388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3" name="Oval 705">
              <a:extLst>
                <a:ext uri="{FF2B5EF4-FFF2-40B4-BE49-F238E27FC236}">
                  <a16:creationId xmlns:a16="http://schemas.microsoft.com/office/drawing/2014/main" id="{376BB228-0CFA-8343-C180-4A79ECD03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39551" y="60388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4" name="Oval 706">
              <a:extLst>
                <a:ext uri="{FF2B5EF4-FFF2-40B4-BE49-F238E27FC236}">
                  <a16:creationId xmlns:a16="http://schemas.microsoft.com/office/drawing/2014/main" id="{CCC0B483-9E94-389B-47A5-65EE54DD0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1213" y="60388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5" name="Oval 707">
              <a:extLst>
                <a:ext uri="{FF2B5EF4-FFF2-40B4-BE49-F238E27FC236}">
                  <a16:creationId xmlns:a16="http://schemas.microsoft.com/office/drawing/2014/main" id="{85225B19-E82D-2D08-D8E2-0D51837225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06088" y="60388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6" name="Oval 708">
              <a:extLst>
                <a:ext uri="{FF2B5EF4-FFF2-40B4-BE49-F238E27FC236}">
                  <a16:creationId xmlns:a16="http://schemas.microsoft.com/office/drawing/2014/main" id="{0E455440-B646-6C72-AF97-9B0A9079E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4751" y="603885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7" name="Oval 709">
              <a:extLst>
                <a:ext uri="{FF2B5EF4-FFF2-40B4-BE49-F238E27FC236}">
                  <a16:creationId xmlns:a16="http://schemas.microsoft.com/office/drawing/2014/main" id="{82C4D578-86E5-7231-5556-CCBB477BA7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7876" y="60388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8" name="Oval 710">
              <a:extLst>
                <a:ext uri="{FF2B5EF4-FFF2-40B4-BE49-F238E27FC236}">
                  <a16:creationId xmlns:a16="http://schemas.microsoft.com/office/drawing/2014/main" id="{2FFFCCA5-CDDC-F91A-EBF8-3496D87B3F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0076" y="60388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9" name="Oval 711">
              <a:extLst>
                <a:ext uri="{FF2B5EF4-FFF2-40B4-BE49-F238E27FC236}">
                  <a16:creationId xmlns:a16="http://schemas.microsoft.com/office/drawing/2014/main" id="{E176F5CC-F3AD-3AEB-D726-D11083A29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7113" y="60388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0" name="Oval 712">
              <a:extLst>
                <a:ext uri="{FF2B5EF4-FFF2-40B4-BE49-F238E27FC236}">
                  <a16:creationId xmlns:a16="http://schemas.microsoft.com/office/drawing/2014/main" id="{7753D925-EBDA-DF13-E41E-16679FD7E0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5113" y="60388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1" name="Oval 713">
              <a:extLst>
                <a:ext uri="{FF2B5EF4-FFF2-40B4-BE49-F238E27FC236}">
                  <a16:creationId xmlns:a16="http://schemas.microsoft.com/office/drawing/2014/main" id="{7E0974F7-4014-974D-E0D3-DBE59F49D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0276" y="60388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2" name="Oval 714">
              <a:extLst>
                <a:ext uri="{FF2B5EF4-FFF2-40B4-BE49-F238E27FC236}">
                  <a16:creationId xmlns:a16="http://schemas.microsoft.com/office/drawing/2014/main" id="{72BFFEB4-EC91-8A24-03D4-43EC1B640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3363" y="60404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3" name="Oval 715">
              <a:extLst>
                <a:ext uri="{FF2B5EF4-FFF2-40B4-BE49-F238E27FC236}">
                  <a16:creationId xmlns:a16="http://schemas.microsoft.com/office/drawing/2014/main" id="{76D2F081-84C8-6EC2-001D-D6A5D999DB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2351" y="60404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4" name="Oval 716">
              <a:extLst>
                <a:ext uri="{FF2B5EF4-FFF2-40B4-BE49-F238E27FC236}">
                  <a16:creationId xmlns:a16="http://schemas.microsoft.com/office/drawing/2014/main" id="{F6473B6E-5FF2-36D2-BAE5-0153D3564E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2576" y="604043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5" name="Oval 717">
              <a:extLst>
                <a:ext uri="{FF2B5EF4-FFF2-40B4-BE49-F238E27FC236}">
                  <a16:creationId xmlns:a16="http://schemas.microsoft.com/office/drawing/2014/main" id="{8DDF83D5-11B7-B4A9-56E4-F9DC429A50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64938" y="60404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6" name="Oval 718">
              <a:extLst>
                <a:ext uri="{FF2B5EF4-FFF2-40B4-BE49-F238E27FC236}">
                  <a16:creationId xmlns:a16="http://schemas.microsoft.com/office/drawing/2014/main" id="{B8C2E4C1-8F9C-3C99-BD77-BEEE03FBB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8701" y="60420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7" name="Oval 719">
              <a:extLst>
                <a:ext uri="{FF2B5EF4-FFF2-40B4-BE49-F238E27FC236}">
                  <a16:creationId xmlns:a16="http://schemas.microsoft.com/office/drawing/2014/main" id="{6F26F060-B774-A6F3-3B66-729D39402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04476" y="60420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8" name="Oval 720">
              <a:extLst>
                <a:ext uri="{FF2B5EF4-FFF2-40B4-BE49-F238E27FC236}">
                  <a16:creationId xmlns:a16="http://schemas.microsoft.com/office/drawing/2014/main" id="{A29200B7-D702-5973-ED95-E54095A2A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6726" y="60420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9" name="Oval 721">
              <a:extLst>
                <a:ext uri="{FF2B5EF4-FFF2-40B4-BE49-F238E27FC236}">
                  <a16:creationId xmlns:a16="http://schemas.microsoft.com/office/drawing/2014/main" id="{FC534700-7415-EFDE-7924-7F7B685DF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7863" y="60420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" name="Oval 722">
              <a:extLst>
                <a:ext uri="{FF2B5EF4-FFF2-40B4-BE49-F238E27FC236}">
                  <a16:creationId xmlns:a16="http://schemas.microsoft.com/office/drawing/2014/main" id="{D7A04274-DCF1-2D06-A1C2-06591E903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0038" y="6042025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" name="Oval 723">
              <a:extLst>
                <a:ext uri="{FF2B5EF4-FFF2-40B4-BE49-F238E27FC236}">
                  <a16:creationId xmlns:a16="http://schemas.microsoft.com/office/drawing/2014/main" id="{B3FAB108-F98B-FCE8-3A7D-EB1D791E6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60436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" name="Oval 724">
              <a:extLst>
                <a:ext uri="{FF2B5EF4-FFF2-40B4-BE49-F238E27FC236}">
                  <a16:creationId xmlns:a16="http://schemas.microsoft.com/office/drawing/2014/main" id="{32CA9DB3-E4B9-DE4C-5E70-12AC04B94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2688" y="60436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" name="Oval 725">
              <a:extLst>
                <a:ext uri="{FF2B5EF4-FFF2-40B4-BE49-F238E27FC236}">
                  <a16:creationId xmlns:a16="http://schemas.microsoft.com/office/drawing/2014/main" id="{0BB95B0E-01EF-F2B0-453D-28DCB4095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1776" y="604361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" name="Oval 726">
              <a:extLst>
                <a:ext uri="{FF2B5EF4-FFF2-40B4-BE49-F238E27FC236}">
                  <a16:creationId xmlns:a16="http://schemas.microsoft.com/office/drawing/2014/main" id="{F99BDE30-42A2-4C28-009A-5F38F767F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3138" y="60436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" name="Oval 727">
              <a:extLst>
                <a:ext uri="{FF2B5EF4-FFF2-40B4-BE49-F238E27FC236}">
                  <a16:creationId xmlns:a16="http://schemas.microsoft.com/office/drawing/2014/main" id="{3F774720-8632-E5C4-1834-CAF4A3CFD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69738" y="60436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" name="Oval 728">
              <a:extLst>
                <a:ext uri="{FF2B5EF4-FFF2-40B4-BE49-F238E27FC236}">
                  <a16:creationId xmlns:a16="http://schemas.microsoft.com/office/drawing/2014/main" id="{33DF5814-C179-1043-407B-0DB45B540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82413" y="60436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" name="Oval 729">
              <a:extLst>
                <a:ext uri="{FF2B5EF4-FFF2-40B4-BE49-F238E27FC236}">
                  <a16:creationId xmlns:a16="http://schemas.microsoft.com/office/drawing/2014/main" id="{62426E04-21D5-E07C-D6A7-8E9B48BE1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2676" y="604361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" name="Oval 730">
              <a:extLst>
                <a:ext uri="{FF2B5EF4-FFF2-40B4-BE49-F238E27FC236}">
                  <a16:creationId xmlns:a16="http://schemas.microsoft.com/office/drawing/2014/main" id="{63091224-180A-6F24-A2CB-77DAFB03C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0826" y="60452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" name="Oval 731">
              <a:extLst>
                <a:ext uri="{FF2B5EF4-FFF2-40B4-BE49-F238E27FC236}">
                  <a16:creationId xmlns:a16="http://schemas.microsoft.com/office/drawing/2014/main" id="{F2BAD6DD-8A35-2A55-CB9A-64459DFAB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5513" y="60452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" name="Oval 732">
              <a:extLst>
                <a:ext uri="{FF2B5EF4-FFF2-40B4-BE49-F238E27FC236}">
                  <a16:creationId xmlns:a16="http://schemas.microsoft.com/office/drawing/2014/main" id="{A74F01C4-70FB-7B4F-9983-B3BF854585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5388" y="60452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" name="Oval 733">
              <a:extLst>
                <a:ext uri="{FF2B5EF4-FFF2-40B4-BE49-F238E27FC236}">
                  <a16:creationId xmlns:a16="http://schemas.microsoft.com/office/drawing/2014/main" id="{63FC9CD0-3AC0-D4D0-6C2E-D2EE4C3A33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60452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" name="Oval 734">
              <a:extLst>
                <a:ext uri="{FF2B5EF4-FFF2-40B4-BE49-F238E27FC236}">
                  <a16:creationId xmlns:a16="http://schemas.microsoft.com/office/drawing/2014/main" id="{08D8A07A-08C2-9DD9-D13E-A1E13E83D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2363" y="60452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" name="Oval 735">
              <a:extLst>
                <a:ext uri="{FF2B5EF4-FFF2-40B4-BE49-F238E27FC236}">
                  <a16:creationId xmlns:a16="http://schemas.microsoft.com/office/drawing/2014/main" id="{14515E55-F1D5-A976-D7E7-BE7937E36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0826" y="60452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" name="Oval 736">
              <a:extLst>
                <a:ext uri="{FF2B5EF4-FFF2-40B4-BE49-F238E27FC236}">
                  <a16:creationId xmlns:a16="http://schemas.microsoft.com/office/drawing/2014/main" id="{80B76D86-4C01-2AEB-24D3-B4E5E0A74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8376" y="60452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" name="Oval 737">
              <a:extLst>
                <a:ext uri="{FF2B5EF4-FFF2-40B4-BE49-F238E27FC236}">
                  <a16:creationId xmlns:a16="http://schemas.microsoft.com/office/drawing/2014/main" id="{7FA4622E-5574-D26F-C770-DE8D4E3CB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3313" y="60452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" name="Oval 738">
              <a:extLst>
                <a:ext uri="{FF2B5EF4-FFF2-40B4-BE49-F238E27FC236}">
                  <a16:creationId xmlns:a16="http://schemas.microsoft.com/office/drawing/2014/main" id="{0BECCC2A-EFAD-5DBB-940D-BE8AD7542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09276" y="60452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" name="Oval 739">
              <a:extLst>
                <a:ext uri="{FF2B5EF4-FFF2-40B4-BE49-F238E27FC236}">
                  <a16:creationId xmlns:a16="http://schemas.microsoft.com/office/drawing/2014/main" id="{B04451FB-64EA-758F-1A30-7775F895F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4113" y="60452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" name="Oval 740">
              <a:extLst>
                <a:ext uri="{FF2B5EF4-FFF2-40B4-BE49-F238E27FC236}">
                  <a16:creationId xmlns:a16="http://schemas.microsoft.com/office/drawing/2014/main" id="{C50406B8-4D60-D444-D5E2-EA0309F54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1513" y="60452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" name="Oval 741">
              <a:extLst>
                <a:ext uri="{FF2B5EF4-FFF2-40B4-BE49-F238E27FC236}">
                  <a16:creationId xmlns:a16="http://schemas.microsoft.com/office/drawing/2014/main" id="{D3F19F21-12C0-C94F-A087-9F0ACDD5C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36363" y="6045200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" name="Oval 742">
              <a:extLst>
                <a:ext uri="{FF2B5EF4-FFF2-40B4-BE49-F238E27FC236}">
                  <a16:creationId xmlns:a16="http://schemas.microsoft.com/office/drawing/2014/main" id="{4886AE23-3C8D-0D68-0F8D-24F3E6325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2451" y="60467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" name="Oval 743">
              <a:extLst>
                <a:ext uri="{FF2B5EF4-FFF2-40B4-BE49-F238E27FC236}">
                  <a16:creationId xmlns:a16="http://schemas.microsoft.com/office/drawing/2014/main" id="{15098579-F68A-AA0F-186E-EE4F1EC7B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3588" y="60467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" name="Oval 744">
              <a:extLst>
                <a:ext uri="{FF2B5EF4-FFF2-40B4-BE49-F238E27FC236}">
                  <a16:creationId xmlns:a16="http://schemas.microsoft.com/office/drawing/2014/main" id="{38D9521C-C934-0203-2C26-9AA3F7791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1988" y="60467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" name="Oval 745">
              <a:extLst>
                <a:ext uri="{FF2B5EF4-FFF2-40B4-BE49-F238E27FC236}">
                  <a16:creationId xmlns:a16="http://schemas.microsoft.com/office/drawing/2014/main" id="{6BD4A7AE-648A-9543-6079-B686C3DC6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66651" y="60467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" name="Oval 746">
              <a:extLst>
                <a:ext uri="{FF2B5EF4-FFF2-40B4-BE49-F238E27FC236}">
                  <a16:creationId xmlns:a16="http://schemas.microsoft.com/office/drawing/2014/main" id="{A0B109ED-EEA3-232C-C581-A17880CC84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5788" y="60467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" name="Oval 747">
              <a:extLst>
                <a:ext uri="{FF2B5EF4-FFF2-40B4-BE49-F238E27FC236}">
                  <a16:creationId xmlns:a16="http://schemas.microsoft.com/office/drawing/2014/main" id="{A2829131-6117-9786-9266-8BA2779C3F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2863" y="60467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" name="Oval 748">
              <a:extLst>
                <a:ext uri="{FF2B5EF4-FFF2-40B4-BE49-F238E27FC236}">
                  <a16:creationId xmlns:a16="http://schemas.microsoft.com/office/drawing/2014/main" id="{E32C6C01-E18F-10A0-92D5-28C9CA5127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06201" y="60467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" name="Oval 749">
              <a:extLst>
                <a:ext uri="{FF2B5EF4-FFF2-40B4-BE49-F238E27FC236}">
                  <a16:creationId xmlns:a16="http://schemas.microsoft.com/office/drawing/2014/main" id="{2FF3F759-018D-D1D8-F5B4-4E3D7E40D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3263" y="60467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" name="Oval 750">
              <a:extLst>
                <a:ext uri="{FF2B5EF4-FFF2-40B4-BE49-F238E27FC236}">
                  <a16:creationId xmlns:a16="http://schemas.microsoft.com/office/drawing/2014/main" id="{AF19BBDC-9A9A-2BDB-42DC-89B38E90C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44313" y="60467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" name="Oval 751">
              <a:extLst>
                <a:ext uri="{FF2B5EF4-FFF2-40B4-BE49-F238E27FC236}">
                  <a16:creationId xmlns:a16="http://schemas.microsoft.com/office/drawing/2014/main" id="{BB4E318D-764C-7DF5-70BB-1177FB35F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5313" y="604678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" name="Oval 752">
              <a:extLst>
                <a:ext uri="{FF2B5EF4-FFF2-40B4-BE49-F238E27FC236}">
                  <a16:creationId xmlns:a16="http://schemas.microsoft.com/office/drawing/2014/main" id="{F4A295C0-3FB9-FC72-D20F-0A74CAAE4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4413" y="60483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" name="Oval 753">
              <a:extLst>
                <a:ext uri="{FF2B5EF4-FFF2-40B4-BE49-F238E27FC236}">
                  <a16:creationId xmlns:a16="http://schemas.microsoft.com/office/drawing/2014/main" id="{957A20D6-DEE5-87A3-E9F2-42BA625B0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7888" y="60483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" name="Oval 754">
              <a:extLst>
                <a:ext uri="{FF2B5EF4-FFF2-40B4-BE49-F238E27FC236}">
                  <a16:creationId xmlns:a16="http://schemas.microsoft.com/office/drawing/2014/main" id="{A783421A-C19C-155F-2510-E634961BC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71301" y="60483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" name="Oval 755">
              <a:extLst>
                <a:ext uri="{FF2B5EF4-FFF2-40B4-BE49-F238E27FC236}">
                  <a16:creationId xmlns:a16="http://schemas.microsoft.com/office/drawing/2014/main" id="{514D7AF8-3361-8AA1-524E-9B1A0B7DB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3" y="604837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" name="Oval 756">
              <a:extLst>
                <a:ext uri="{FF2B5EF4-FFF2-40B4-BE49-F238E27FC236}">
                  <a16:creationId xmlns:a16="http://schemas.microsoft.com/office/drawing/2014/main" id="{1F4474A8-9917-1816-C924-D7A2DE452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4738" y="60483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" name="Oval 757">
              <a:extLst>
                <a:ext uri="{FF2B5EF4-FFF2-40B4-BE49-F238E27FC236}">
                  <a16:creationId xmlns:a16="http://schemas.microsoft.com/office/drawing/2014/main" id="{9C274DD1-BCD0-37D0-765E-7F7DAC905A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3801" y="60483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" name="Oval 758">
              <a:extLst>
                <a:ext uri="{FF2B5EF4-FFF2-40B4-BE49-F238E27FC236}">
                  <a16:creationId xmlns:a16="http://schemas.microsoft.com/office/drawing/2014/main" id="{3E0FC679-71DF-5505-0DDB-F9C9F210A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488" y="60483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" name="Oval 759">
              <a:extLst>
                <a:ext uri="{FF2B5EF4-FFF2-40B4-BE49-F238E27FC236}">
                  <a16:creationId xmlns:a16="http://schemas.microsoft.com/office/drawing/2014/main" id="{CFC2F3A3-F701-C300-BD2E-874142224A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6338" y="60483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" name="Oval 760">
              <a:extLst>
                <a:ext uri="{FF2B5EF4-FFF2-40B4-BE49-F238E27FC236}">
                  <a16:creationId xmlns:a16="http://schemas.microsoft.com/office/drawing/2014/main" id="{CFB78992-A43D-1450-D749-F97187528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1826" y="60483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" name="Oval 761">
              <a:extLst>
                <a:ext uri="{FF2B5EF4-FFF2-40B4-BE49-F238E27FC236}">
                  <a16:creationId xmlns:a16="http://schemas.microsoft.com/office/drawing/2014/main" id="{DFB4B2F2-3265-5FE4-E218-B7EDB5EF6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9876" y="604837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" name="Oval 762">
              <a:extLst>
                <a:ext uri="{FF2B5EF4-FFF2-40B4-BE49-F238E27FC236}">
                  <a16:creationId xmlns:a16="http://schemas.microsoft.com/office/drawing/2014/main" id="{CD2B42B9-4FD6-BD48-9191-C74F69CAF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6301" y="604837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" name="Oval 763">
              <a:extLst>
                <a:ext uri="{FF2B5EF4-FFF2-40B4-BE49-F238E27FC236}">
                  <a16:creationId xmlns:a16="http://schemas.microsoft.com/office/drawing/2014/main" id="{27333288-3D68-0292-FE9E-A005544201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9201" y="6048375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" name="Oval 764">
              <a:extLst>
                <a:ext uri="{FF2B5EF4-FFF2-40B4-BE49-F238E27FC236}">
                  <a16:creationId xmlns:a16="http://schemas.microsoft.com/office/drawing/2014/main" id="{940FEF44-C1D4-C229-2F25-7A7409787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8551" y="60499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" name="Oval 765">
              <a:extLst>
                <a:ext uri="{FF2B5EF4-FFF2-40B4-BE49-F238E27FC236}">
                  <a16:creationId xmlns:a16="http://schemas.microsoft.com/office/drawing/2014/main" id="{5F73945D-67BD-7065-88A6-D94B87341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9501" y="60499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" name="Oval 766">
              <a:extLst>
                <a:ext uri="{FF2B5EF4-FFF2-40B4-BE49-F238E27FC236}">
                  <a16:creationId xmlns:a16="http://schemas.microsoft.com/office/drawing/2014/main" id="{15ED2D7A-7F4F-6989-F7A2-921C5271B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8651" y="604996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" name="Oval 767">
              <a:extLst>
                <a:ext uri="{FF2B5EF4-FFF2-40B4-BE49-F238E27FC236}">
                  <a16:creationId xmlns:a16="http://schemas.microsoft.com/office/drawing/2014/main" id="{12626496-EC49-3FF9-887B-324DFDD70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7126" y="604996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" name="Oval 768">
              <a:extLst>
                <a:ext uri="{FF2B5EF4-FFF2-40B4-BE49-F238E27FC236}">
                  <a16:creationId xmlns:a16="http://schemas.microsoft.com/office/drawing/2014/main" id="{857E8B8E-03F6-B48E-14A2-5B070D70D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88626" y="6049963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" name="Oval 769">
              <a:extLst>
                <a:ext uri="{FF2B5EF4-FFF2-40B4-BE49-F238E27FC236}">
                  <a16:creationId xmlns:a16="http://schemas.microsoft.com/office/drawing/2014/main" id="{29424320-D506-A4E1-8614-F89C46396E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2988" y="604996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" name="Oval 770">
              <a:extLst>
                <a:ext uri="{FF2B5EF4-FFF2-40B4-BE49-F238E27FC236}">
                  <a16:creationId xmlns:a16="http://schemas.microsoft.com/office/drawing/2014/main" id="{74CBFB8E-F048-C287-D157-2D46E6694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6176" y="6049963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" name="Oval 771">
              <a:extLst>
                <a:ext uri="{FF2B5EF4-FFF2-40B4-BE49-F238E27FC236}">
                  <a16:creationId xmlns:a16="http://schemas.microsoft.com/office/drawing/2014/main" id="{832AC304-C42E-D9D3-0B40-800D93B7F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5026" y="60515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" name="Oval 772">
              <a:extLst>
                <a:ext uri="{FF2B5EF4-FFF2-40B4-BE49-F238E27FC236}">
                  <a16:creationId xmlns:a16="http://schemas.microsoft.com/office/drawing/2014/main" id="{77A3643E-44FF-2F23-ACF1-347552BCF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14151" y="605155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" name="Oval 773">
              <a:extLst>
                <a:ext uri="{FF2B5EF4-FFF2-40B4-BE49-F238E27FC236}">
                  <a16:creationId xmlns:a16="http://schemas.microsoft.com/office/drawing/2014/main" id="{C02B2CD2-EDB3-E54C-B77F-71A089548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6388" y="605155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" name="Oval 774">
              <a:extLst>
                <a:ext uri="{FF2B5EF4-FFF2-40B4-BE49-F238E27FC236}">
                  <a16:creationId xmlns:a16="http://schemas.microsoft.com/office/drawing/2014/main" id="{E7556805-62BB-EBA6-9534-76F552064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18926" y="60531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" name="Oval 775">
              <a:extLst>
                <a:ext uri="{FF2B5EF4-FFF2-40B4-BE49-F238E27FC236}">
                  <a16:creationId xmlns:a16="http://schemas.microsoft.com/office/drawing/2014/main" id="{4FE36220-B10D-667A-FB78-AB0A384B4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58688" y="60531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" name="Oval 776">
              <a:extLst>
                <a:ext uri="{FF2B5EF4-FFF2-40B4-BE49-F238E27FC236}">
                  <a16:creationId xmlns:a16="http://schemas.microsoft.com/office/drawing/2014/main" id="{124DABEE-0F49-A837-A534-7527919853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3738" y="60531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" name="Oval 777">
              <a:extLst>
                <a:ext uri="{FF2B5EF4-FFF2-40B4-BE49-F238E27FC236}">
                  <a16:creationId xmlns:a16="http://schemas.microsoft.com/office/drawing/2014/main" id="{05B0F090-4C56-09C2-8D15-488682591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91751" y="60531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" name="Oval 778">
              <a:extLst>
                <a:ext uri="{FF2B5EF4-FFF2-40B4-BE49-F238E27FC236}">
                  <a16:creationId xmlns:a16="http://schemas.microsoft.com/office/drawing/2014/main" id="{BA482CE0-9DC0-4E9D-DFC5-6CF53AE0B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6376" y="60531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" name="Oval 779">
              <a:extLst>
                <a:ext uri="{FF2B5EF4-FFF2-40B4-BE49-F238E27FC236}">
                  <a16:creationId xmlns:a16="http://schemas.microsoft.com/office/drawing/2014/main" id="{CBD98262-5B1A-4901-6C82-B291216F00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57001" y="60531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" name="Oval 780">
              <a:extLst>
                <a:ext uri="{FF2B5EF4-FFF2-40B4-BE49-F238E27FC236}">
                  <a16:creationId xmlns:a16="http://schemas.microsoft.com/office/drawing/2014/main" id="{1931C6A8-5E9B-353D-2504-6D984FC9C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5401" y="60547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" name="Oval 781">
              <a:extLst>
                <a:ext uri="{FF2B5EF4-FFF2-40B4-BE49-F238E27FC236}">
                  <a16:creationId xmlns:a16="http://schemas.microsoft.com/office/drawing/2014/main" id="{F9130C57-3B7E-6324-008B-8173CA7940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9751" y="60547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" name="Oval 782">
              <a:extLst>
                <a:ext uri="{FF2B5EF4-FFF2-40B4-BE49-F238E27FC236}">
                  <a16:creationId xmlns:a16="http://schemas.microsoft.com/office/drawing/2014/main" id="{290C9BCE-2D5C-FEC9-CC04-6BDBAD63C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4551" y="60547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" name="Oval 783">
              <a:extLst>
                <a:ext uri="{FF2B5EF4-FFF2-40B4-BE49-F238E27FC236}">
                  <a16:creationId xmlns:a16="http://schemas.microsoft.com/office/drawing/2014/main" id="{3D589CE1-E8A3-E2DF-2512-FD158515F6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2826" y="60547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" name="Oval 784">
              <a:extLst>
                <a:ext uri="{FF2B5EF4-FFF2-40B4-BE49-F238E27FC236}">
                  <a16:creationId xmlns:a16="http://schemas.microsoft.com/office/drawing/2014/main" id="{F7D1BB8D-BA1D-6B5F-27BA-8909B9E89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5501" y="60547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" name="Oval 785">
              <a:extLst>
                <a:ext uri="{FF2B5EF4-FFF2-40B4-BE49-F238E27FC236}">
                  <a16:creationId xmlns:a16="http://schemas.microsoft.com/office/drawing/2014/main" id="{83513D4F-3B6B-43A5-19FA-C5F3ABF7EC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7626" y="60547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" name="Oval 786">
              <a:extLst>
                <a:ext uri="{FF2B5EF4-FFF2-40B4-BE49-F238E27FC236}">
                  <a16:creationId xmlns:a16="http://schemas.microsoft.com/office/drawing/2014/main" id="{5E1AED3A-C172-266F-04B9-9D7D56C70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1913" y="60547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" name="Oval 787">
              <a:extLst>
                <a:ext uri="{FF2B5EF4-FFF2-40B4-BE49-F238E27FC236}">
                  <a16:creationId xmlns:a16="http://schemas.microsoft.com/office/drawing/2014/main" id="{F885A66C-AC11-5315-1082-923E2292E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1276" y="60547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" name="Oval 788">
              <a:extLst>
                <a:ext uri="{FF2B5EF4-FFF2-40B4-BE49-F238E27FC236}">
                  <a16:creationId xmlns:a16="http://schemas.microsoft.com/office/drawing/2014/main" id="{9535C36C-B3A0-93B1-5E3B-21B75C9F5C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3726" y="60547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" name="Oval 789">
              <a:extLst>
                <a:ext uri="{FF2B5EF4-FFF2-40B4-BE49-F238E27FC236}">
                  <a16:creationId xmlns:a16="http://schemas.microsoft.com/office/drawing/2014/main" id="{D5E1B8D5-9B2E-5FE5-C733-E9A4A8063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53826" y="60547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" name="Oval 790">
              <a:extLst>
                <a:ext uri="{FF2B5EF4-FFF2-40B4-BE49-F238E27FC236}">
                  <a16:creationId xmlns:a16="http://schemas.microsoft.com/office/drawing/2014/main" id="{6746579A-00B3-FE34-8EDC-E5A8987C8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0263" y="60547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" name="Oval 791">
              <a:extLst>
                <a:ext uri="{FF2B5EF4-FFF2-40B4-BE49-F238E27FC236}">
                  <a16:creationId xmlns:a16="http://schemas.microsoft.com/office/drawing/2014/main" id="{282B9DA1-043D-2E46-4990-279996F22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7463" y="60547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" name="Oval 792">
              <a:extLst>
                <a:ext uri="{FF2B5EF4-FFF2-40B4-BE49-F238E27FC236}">
                  <a16:creationId xmlns:a16="http://schemas.microsoft.com/office/drawing/2014/main" id="{82F8F22B-08A8-33FC-4589-283511A13A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6076" y="60547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1" name="Oval 793">
              <a:extLst>
                <a:ext uri="{FF2B5EF4-FFF2-40B4-BE49-F238E27FC236}">
                  <a16:creationId xmlns:a16="http://schemas.microsoft.com/office/drawing/2014/main" id="{E25914EF-EC55-326F-7B7A-C05E578EC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2613" y="60547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" name="Oval 794">
              <a:extLst>
                <a:ext uri="{FF2B5EF4-FFF2-40B4-BE49-F238E27FC236}">
                  <a16:creationId xmlns:a16="http://schemas.microsoft.com/office/drawing/2014/main" id="{25A13B62-BB97-F63F-3B76-4BCAC4B3B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02926" y="60547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" name="Oval 795">
              <a:extLst>
                <a:ext uri="{FF2B5EF4-FFF2-40B4-BE49-F238E27FC236}">
                  <a16:creationId xmlns:a16="http://schemas.microsoft.com/office/drawing/2014/main" id="{25F1C07F-8BD4-0C2F-F094-5C5079E8C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2938" y="60547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" name="Oval 796">
              <a:extLst>
                <a:ext uri="{FF2B5EF4-FFF2-40B4-BE49-F238E27FC236}">
                  <a16:creationId xmlns:a16="http://schemas.microsoft.com/office/drawing/2014/main" id="{B47138BF-2EC1-0042-77FF-000CA898F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9963" y="60547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" name="Oval 797">
              <a:extLst>
                <a:ext uri="{FF2B5EF4-FFF2-40B4-BE49-F238E27FC236}">
                  <a16:creationId xmlns:a16="http://schemas.microsoft.com/office/drawing/2014/main" id="{2B5E7B3A-DB88-2F33-BFCD-5E3C6188F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7451" y="60547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" name="Oval 798">
              <a:extLst>
                <a:ext uri="{FF2B5EF4-FFF2-40B4-BE49-F238E27FC236}">
                  <a16:creationId xmlns:a16="http://schemas.microsoft.com/office/drawing/2014/main" id="{B0FED05B-F6B3-C73E-0D4B-A31F28CF6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0313" y="60547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7" name="Oval 799">
              <a:extLst>
                <a:ext uri="{FF2B5EF4-FFF2-40B4-BE49-F238E27FC236}">
                  <a16:creationId xmlns:a16="http://schemas.microsoft.com/office/drawing/2014/main" id="{B8A11424-A982-BE21-F822-DD70FB176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1501" y="60547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" name="Oval 800">
              <a:extLst>
                <a:ext uri="{FF2B5EF4-FFF2-40B4-BE49-F238E27FC236}">
                  <a16:creationId xmlns:a16="http://schemas.microsoft.com/office/drawing/2014/main" id="{8F5C53B2-2106-BBF0-58C6-CD3F35CADB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4451" y="6054725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" name="Oval 801">
              <a:extLst>
                <a:ext uri="{FF2B5EF4-FFF2-40B4-BE49-F238E27FC236}">
                  <a16:creationId xmlns:a16="http://schemas.microsoft.com/office/drawing/2014/main" id="{B5E1150E-4F16-EA15-0130-DAD32F6B8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57013" y="60563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" name="Oval 802">
              <a:extLst>
                <a:ext uri="{FF2B5EF4-FFF2-40B4-BE49-F238E27FC236}">
                  <a16:creationId xmlns:a16="http://schemas.microsoft.com/office/drawing/2014/main" id="{73C159AA-3871-56BD-6A72-AF966C63D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1113" y="60563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" name="Oval 803">
              <a:extLst>
                <a:ext uri="{FF2B5EF4-FFF2-40B4-BE49-F238E27FC236}">
                  <a16:creationId xmlns:a16="http://schemas.microsoft.com/office/drawing/2014/main" id="{B63C1FA8-F116-9674-F14C-E8C132B036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1738" y="605631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" name="Oval 804">
              <a:extLst>
                <a:ext uri="{FF2B5EF4-FFF2-40B4-BE49-F238E27FC236}">
                  <a16:creationId xmlns:a16="http://schemas.microsoft.com/office/drawing/2014/main" id="{6B3EB146-872B-422A-D594-902D170F3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90338" y="60563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" name="Oval 805">
              <a:extLst>
                <a:ext uri="{FF2B5EF4-FFF2-40B4-BE49-F238E27FC236}">
                  <a16:creationId xmlns:a16="http://schemas.microsoft.com/office/drawing/2014/main" id="{3AF59B88-77AF-2CC1-C329-1683EB021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5663" y="60563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" name="Oval 806">
              <a:extLst>
                <a:ext uri="{FF2B5EF4-FFF2-40B4-BE49-F238E27FC236}">
                  <a16:creationId xmlns:a16="http://schemas.microsoft.com/office/drawing/2014/main" id="{D34E12DE-9E9A-3E4F-A5E9-881018DAD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88788" y="60563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" name="Oval 807">
              <a:extLst>
                <a:ext uri="{FF2B5EF4-FFF2-40B4-BE49-F238E27FC236}">
                  <a16:creationId xmlns:a16="http://schemas.microsoft.com/office/drawing/2014/main" id="{2E1EC845-3482-728B-80E1-7E902F712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5188" y="60563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" name="Oval 808">
              <a:extLst>
                <a:ext uri="{FF2B5EF4-FFF2-40B4-BE49-F238E27FC236}">
                  <a16:creationId xmlns:a16="http://schemas.microsoft.com/office/drawing/2014/main" id="{D32036AE-5FA7-25E7-4C05-72F74C924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6676" y="60579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" name="Oval 809">
              <a:extLst>
                <a:ext uri="{FF2B5EF4-FFF2-40B4-BE49-F238E27FC236}">
                  <a16:creationId xmlns:a16="http://schemas.microsoft.com/office/drawing/2014/main" id="{7B11A044-F92F-AB44-7E95-9243BC2CEF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9201" y="60579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" name="Oval 810">
              <a:extLst>
                <a:ext uri="{FF2B5EF4-FFF2-40B4-BE49-F238E27FC236}">
                  <a16:creationId xmlns:a16="http://schemas.microsoft.com/office/drawing/2014/main" id="{CC169E80-35CF-CEBF-7C36-8781A86E0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2388" y="60579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9" name="Oval 811">
              <a:extLst>
                <a:ext uri="{FF2B5EF4-FFF2-40B4-BE49-F238E27FC236}">
                  <a16:creationId xmlns:a16="http://schemas.microsoft.com/office/drawing/2014/main" id="{EB527CD6-F6F0-06DA-4CDB-DEF362005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2476" y="60579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0" name="Oval 812">
              <a:extLst>
                <a:ext uri="{FF2B5EF4-FFF2-40B4-BE49-F238E27FC236}">
                  <a16:creationId xmlns:a16="http://schemas.microsoft.com/office/drawing/2014/main" id="{E7D0CFA2-4250-ADBE-32C1-F64B86BC1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28238" y="60579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" name="Oval 813">
              <a:extLst>
                <a:ext uri="{FF2B5EF4-FFF2-40B4-BE49-F238E27FC236}">
                  <a16:creationId xmlns:a16="http://schemas.microsoft.com/office/drawing/2014/main" id="{17ED8BCA-3FD1-F134-FD0E-BC6D40FAB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4438" y="60579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" name="Oval 814">
              <a:extLst>
                <a:ext uri="{FF2B5EF4-FFF2-40B4-BE49-F238E27FC236}">
                  <a16:creationId xmlns:a16="http://schemas.microsoft.com/office/drawing/2014/main" id="{65B019A8-8E65-1FE2-E465-D1ADECC9A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3951" y="60579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" name="Oval 815">
              <a:extLst>
                <a:ext uri="{FF2B5EF4-FFF2-40B4-BE49-F238E27FC236}">
                  <a16:creationId xmlns:a16="http://schemas.microsoft.com/office/drawing/2014/main" id="{1BD30E98-F488-B789-1842-B320D0BD5B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5538" y="60579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" name="Oval 816">
              <a:extLst>
                <a:ext uri="{FF2B5EF4-FFF2-40B4-BE49-F238E27FC236}">
                  <a16:creationId xmlns:a16="http://schemas.microsoft.com/office/drawing/2014/main" id="{3A8A0D67-B401-DE87-F948-2D07BB10F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03038" y="60579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" name="Oval 817">
              <a:extLst>
                <a:ext uri="{FF2B5EF4-FFF2-40B4-BE49-F238E27FC236}">
                  <a16:creationId xmlns:a16="http://schemas.microsoft.com/office/drawing/2014/main" id="{740E14AD-A422-F7CF-DB74-7269C5A91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5188" y="60579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" name="Oval 818">
              <a:extLst>
                <a:ext uri="{FF2B5EF4-FFF2-40B4-BE49-F238E27FC236}">
                  <a16:creationId xmlns:a16="http://schemas.microsoft.com/office/drawing/2014/main" id="{0D1364DA-0254-C558-DCDC-E89DFD328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3751" y="60594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" name="Oval 819">
              <a:extLst>
                <a:ext uri="{FF2B5EF4-FFF2-40B4-BE49-F238E27FC236}">
                  <a16:creationId xmlns:a16="http://schemas.microsoft.com/office/drawing/2014/main" id="{973F2955-10E3-5467-3A5F-07DD48B1B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8901" y="60594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" name="Oval 820">
              <a:extLst>
                <a:ext uri="{FF2B5EF4-FFF2-40B4-BE49-F238E27FC236}">
                  <a16:creationId xmlns:a16="http://schemas.microsoft.com/office/drawing/2014/main" id="{B30EB76E-80CA-28AD-2921-B631159A9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6313" y="60594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" name="Oval 821">
              <a:extLst>
                <a:ext uri="{FF2B5EF4-FFF2-40B4-BE49-F238E27FC236}">
                  <a16:creationId xmlns:a16="http://schemas.microsoft.com/office/drawing/2014/main" id="{EADC0238-A7F1-2CDB-AA97-A86B5D9DF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8513" y="60594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0" name="Oval 822">
              <a:extLst>
                <a:ext uri="{FF2B5EF4-FFF2-40B4-BE49-F238E27FC236}">
                  <a16:creationId xmlns:a16="http://schemas.microsoft.com/office/drawing/2014/main" id="{0BD2F0BF-58DB-13C7-DFD0-833803283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5688" y="60594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" name="Oval 823">
              <a:extLst>
                <a:ext uri="{FF2B5EF4-FFF2-40B4-BE49-F238E27FC236}">
                  <a16:creationId xmlns:a16="http://schemas.microsoft.com/office/drawing/2014/main" id="{7C29E8E8-7F42-C27C-FAD8-F0BAA7DDE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31601" y="60594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" name="Oval 824">
              <a:extLst>
                <a:ext uri="{FF2B5EF4-FFF2-40B4-BE49-F238E27FC236}">
                  <a16:creationId xmlns:a16="http://schemas.microsoft.com/office/drawing/2014/main" id="{D30E65C0-0403-03BE-58DE-9B8F5FEACB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5713" y="605948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" name="Oval 825">
              <a:extLst>
                <a:ext uri="{FF2B5EF4-FFF2-40B4-BE49-F238E27FC236}">
                  <a16:creationId xmlns:a16="http://schemas.microsoft.com/office/drawing/2014/main" id="{36BB3CD6-583D-73D8-5FDC-F09C692C6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1" y="60610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" name="Oval 826">
              <a:extLst>
                <a:ext uri="{FF2B5EF4-FFF2-40B4-BE49-F238E27FC236}">
                  <a16:creationId xmlns:a16="http://schemas.microsoft.com/office/drawing/2014/main" id="{E6859897-2268-1293-3948-B56FB6A94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5963" y="60610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" name="Oval 827">
              <a:extLst>
                <a:ext uri="{FF2B5EF4-FFF2-40B4-BE49-F238E27FC236}">
                  <a16:creationId xmlns:a16="http://schemas.microsoft.com/office/drawing/2014/main" id="{FE40BC5B-1A6B-6289-2B97-511C0911FD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60201" y="60610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" name="Oval 828">
              <a:extLst>
                <a:ext uri="{FF2B5EF4-FFF2-40B4-BE49-F238E27FC236}">
                  <a16:creationId xmlns:a16="http://schemas.microsoft.com/office/drawing/2014/main" id="{0A3E53B9-151C-BA84-E21E-E485A8E47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52026" y="60610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" name="Oval 829">
              <a:extLst>
                <a:ext uri="{FF2B5EF4-FFF2-40B4-BE49-F238E27FC236}">
                  <a16:creationId xmlns:a16="http://schemas.microsoft.com/office/drawing/2014/main" id="{002B0750-4617-66E5-8986-E1B3AA44A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9563" y="60610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" name="Oval 830">
              <a:extLst>
                <a:ext uri="{FF2B5EF4-FFF2-40B4-BE49-F238E27FC236}">
                  <a16:creationId xmlns:a16="http://schemas.microsoft.com/office/drawing/2014/main" id="{26AF8901-B336-F9F0-4A73-FA4570519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22088" y="60610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" name="Oval 831">
              <a:extLst>
                <a:ext uri="{FF2B5EF4-FFF2-40B4-BE49-F238E27FC236}">
                  <a16:creationId xmlns:a16="http://schemas.microsoft.com/office/drawing/2014/main" id="{C1D9A75B-532A-0D60-9E0F-3748AB8F3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53676" y="60610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" name="Oval 832">
              <a:extLst>
                <a:ext uri="{FF2B5EF4-FFF2-40B4-BE49-F238E27FC236}">
                  <a16:creationId xmlns:a16="http://schemas.microsoft.com/office/drawing/2014/main" id="{9118135A-7941-7E64-73A0-BEB78CA7F8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7863" y="60610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" name="Oval 833">
              <a:extLst>
                <a:ext uri="{FF2B5EF4-FFF2-40B4-BE49-F238E27FC236}">
                  <a16:creationId xmlns:a16="http://schemas.microsoft.com/office/drawing/2014/main" id="{E2686D1E-8439-FB4B-BA08-0A611FCC24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6438" y="60610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" name="Oval 834">
              <a:extLst>
                <a:ext uri="{FF2B5EF4-FFF2-40B4-BE49-F238E27FC236}">
                  <a16:creationId xmlns:a16="http://schemas.microsoft.com/office/drawing/2014/main" id="{4412B03E-B733-61DE-0EC6-A45AE3932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9026" y="60610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" name="Oval 835">
              <a:extLst>
                <a:ext uri="{FF2B5EF4-FFF2-40B4-BE49-F238E27FC236}">
                  <a16:creationId xmlns:a16="http://schemas.microsoft.com/office/drawing/2014/main" id="{E9E95CFF-653C-B45A-3EC7-D1B9975BC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68126" y="60626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" name="Oval 836">
              <a:extLst>
                <a:ext uri="{FF2B5EF4-FFF2-40B4-BE49-F238E27FC236}">
                  <a16:creationId xmlns:a16="http://schemas.microsoft.com/office/drawing/2014/main" id="{26A01AF2-B4CC-6333-CF62-5F3E5530E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6888" y="60626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" name="Oval 837">
              <a:extLst>
                <a:ext uri="{FF2B5EF4-FFF2-40B4-BE49-F238E27FC236}">
                  <a16:creationId xmlns:a16="http://schemas.microsoft.com/office/drawing/2014/main" id="{0A6F37BF-DCEE-983C-0551-2443BD33E7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9213" y="60626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" name="Oval 838">
              <a:extLst>
                <a:ext uri="{FF2B5EF4-FFF2-40B4-BE49-F238E27FC236}">
                  <a16:creationId xmlns:a16="http://schemas.microsoft.com/office/drawing/2014/main" id="{12192EA2-54FD-4373-1E62-F33261696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4988" y="60626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7" name="Oval 839">
              <a:extLst>
                <a:ext uri="{FF2B5EF4-FFF2-40B4-BE49-F238E27FC236}">
                  <a16:creationId xmlns:a16="http://schemas.microsoft.com/office/drawing/2014/main" id="{D770A249-1A04-BE46-6560-77A2307821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5026" y="60626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8" name="Oval 840">
              <a:extLst>
                <a:ext uri="{FF2B5EF4-FFF2-40B4-BE49-F238E27FC236}">
                  <a16:creationId xmlns:a16="http://schemas.microsoft.com/office/drawing/2014/main" id="{E7AFD3CC-F8A0-D8A1-FB2E-EB68D7AC9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3013" y="606266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" name="Oval 841">
              <a:extLst>
                <a:ext uri="{FF2B5EF4-FFF2-40B4-BE49-F238E27FC236}">
                  <a16:creationId xmlns:a16="http://schemas.microsoft.com/office/drawing/2014/main" id="{2FF88443-1490-F6C9-D386-CBB6D96C3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3" y="606266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0" name="Oval 842">
              <a:extLst>
                <a:ext uri="{FF2B5EF4-FFF2-40B4-BE49-F238E27FC236}">
                  <a16:creationId xmlns:a16="http://schemas.microsoft.com/office/drawing/2014/main" id="{C8A91A8C-1753-5B4A-F039-1277D1592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5901" y="60626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1" name="Oval 843">
              <a:extLst>
                <a:ext uri="{FF2B5EF4-FFF2-40B4-BE49-F238E27FC236}">
                  <a16:creationId xmlns:a16="http://schemas.microsoft.com/office/drawing/2014/main" id="{0B7301F9-C6D1-7BFC-78E8-9E6DC3C5B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4701" y="6062663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2" name="Line 844">
              <a:extLst>
                <a:ext uri="{FF2B5EF4-FFF2-40B4-BE49-F238E27FC236}">
                  <a16:creationId xmlns:a16="http://schemas.microsoft.com/office/drawing/2014/main" id="{A49008B7-B9EC-0720-528F-8E9D8F2D46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18788" y="5645150"/>
              <a:ext cx="815975" cy="139700"/>
            </a:xfrm>
            <a:prstGeom prst="line">
              <a:avLst/>
            </a:prstGeom>
            <a:noFill/>
            <a:ln w="3175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3" name="Oval 845">
              <a:extLst>
                <a:ext uri="{FF2B5EF4-FFF2-40B4-BE49-F238E27FC236}">
                  <a16:creationId xmlns:a16="http://schemas.microsoft.com/office/drawing/2014/main" id="{00B4E996-76B0-07E6-7E7C-A48722132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4201" y="60642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4" name="Oval 846">
              <a:extLst>
                <a:ext uri="{FF2B5EF4-FFF2-40B4-BE49-F238E27FC236}">
                  <a16:creationId xmlns:a16="http://schemas.microsoft.com/office/drawing/2014/main" id="{4CF6C071-7843-B97C-40DA-1C42FE58F3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2588" y="60642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5" name="Oval 847">
              <a:extLst>
                <a:ext uri="{FF2B5EF4-FFF2-40B4-BE49-F238E27FC236}">
                  <a16:creationId xmlns:a16="http://schemas.microsoft.com/office/drawing/2014/main" id="{C5DD1A9C-5850-D09E-C40B-38416D110D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2113" y="60642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6" name="Oval 848">
              <a:extLst>
                <a:ext uri="{FF2B5EF4-FFF2-40B4-BE49-F238E27FC236}">
                  <a16:creationId xmlns:a16="http://schemas.microsoft.com/office/drawing/2014/main" id="{506E04CD-5F02-D6FA-DD35-B487B5D83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41138" y="60642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7" name="Oval 849">
              <a:extLst>
                <a:ext uri="{FF2B5EF4-FFF2-40B4-BE49-F238E27FC236}">
                  <a16:creationId xmlns:a16="http://schemas.microsoft.com/office/drawing/2014/main" id="{45EBF830-75D3-894B-81D8-B95915156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9838" y="60642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8" name="Oval 850">
              <a:extLst>
                <a:ext uri="{FF2B5EF4-FFF2-40B4-BE49-F238E27FC236}">
                  <a16:creationId xmlns:a16="http://schemas.microsoft.com/office/drawing/2014/main" id="{92D7CD26-705F-CD0F-EDF0-2361B74F1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7301" y="60642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9" name="Oval 851">
              <a:extLst>
                <a:ext uri="{FF2B5EF4-FFF2-40B4-BE49-F238E27FC236}">
                  <a16:creationId xmlns:a16="http://schemas.microsoft.com/office/drawing/2014/main" id="{4351158B-2800-4101-DB3A-BB5A9A9E7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1263" y="606425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0" name="Oval 852">
              <a:extLst>
                <a:ext uri="{FF2B5EF4-FFF2-40B4-BE49-F238E27FC236}">
                  <a16:creationId xmlns:a16="http://schemas.microsoft.com/office/drawing/2014/main" id="{F00D9D2E-977D-C6E5-FF29-0767D9CD0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7051" y="60642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1" name="Oval 853">
              <a:extLst>
                <a:ext uri="{FF2B5EF4-FFF2-40B4-BE49-F238E27FC236}">
                  <a16:creationId xmlns:a16="http://schemas.microsoft.com/office/drawing/2014/main" id="{0C4A3349-38AC-720E-EA89-78E28BA27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42738" y="60658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2" name="Oval 854">
              <a:extLst>
                <a:ext uri="{FF2B5EF4-FFF2-40B4-BE49-F238E27FC236}">
                  <a16:creationId xmlns:a16="http://schemas.microsoft.com/office/drawing/2014/main" id="{D7370C9C-D999-8D3D-4BCC-9368BE017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1238" y="60658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3" name="Oval 855">
              <a:extLst>
                <a:ext uri="{FF2B5EF4-FFF2-40B4-BE49-F238E27FC236}">
                  <a16:creationId xmlns:a16="http://schemas.microsoft.com/office/drawing/2014/main" id="{5521D95B-1B8D-9215-1E7A-3DC5F5AD7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39538" y="60658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4" name="Oval 856">
              <a:extLst>
                <a:ext uri="{FF2B5EF4-FFF2-40B4-BE49-F238E27FC236}">
                  <a16:creationId xmlns:a16="http://schemas.microsoft.com/office/drawing/2014/main" id="{B36B891D-85E5-2742-D061-01F508E6E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55426" y="60658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5" name="Oval 857">
              <a:extLst>
                <a:ext uri="{FF2B5EF4-FFF2-40B4-BE49-F238E27FC236}">
                  <a16:creationId xmlns:a16="http://schemas.microsoft.com/office/drawing/2014/main" id="{A2694FF8-A0EE-FD30-8A40-609B0698B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0051" y="60658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6" name="Oval 858">
              <a:extLst>
                <a:ext uri="{FF2B5EF4-FFF2-40B4-BE49-F238E27FC236}">
                  <a16:creationId xmlns:a16="http://schemas.microsoft.com/office/drawing/2014/main" id="{CE2D277A-3360-5664-8BE0-2116733AC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34776" y="606583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7" name="Line 859">
              <a:extLst>
                <a:ext uri="{FF2B5EF4-FFF2-40B4-BE49-F238E27FC236}">
                  <a16:creationId xmlns:a16="http://schemas.microsoft.com/office/drawing/2014/main" id="{F545A422-3221-53B3-85AD-E17DF834FA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531601" y="5965825"/>
              <a:ext cx="266700" cy="46038"/>
            </a:xfrm>
            <a:prstGeom prst="line">
              <a:avLst/>
            </a:prstGeom>
            <a:noFill/>
            <a:ln w="3175" cap="flat">
              <a:solidFill>
                <a:srgbClr val="59595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8" name="Oval 860">
              <a:extLst>
                <a:ext uri="{FF2B5EF4-FFF2-40B4-BE49-F238E27FC236}">
                  <a16:creationId xmlns:a16="http://schemas.microsoft.com/office/drawing/2014/main" id="{0933622B-1F90-1C02-D986-187589DF49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8338" y="60674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9" name="Oval 861">
              <a:extLst>
                <a:ext uri="{FF2B5EF4-FFF2-40B4-BE49-F238E27FC236}">
                  <a16:creationId xmlns:a16="http://schemas.microsoft.com/office/drawing/2014/main" id="{8FA03050-26E3-E87B-6737-04747B91E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06226" y="60674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0" name="Oval 862">
              <a:extLst>
                <a:ext uri="{FF2B5EF4-FFF2-40B4-BE49-F238E27FC236}">
                  <a16:creationId xmlns:a16="http://schemas.microsoft.com/office/drawing/2014/main" id="{B84E019D-180D-9E93-CB90-7E89312E0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2863" y="60674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1" name="Oval 863">
              <a:extLst>
                <a:ext uri="{FF2B5EF4-FFF2-40B4-BE49-F238E27FC236}">
                  <a16:creationId xmlns:a16="http://schemas.microsoft.com/office/drawing/2014/main" id="{5E62362B-2509-40EF-47B1-81E5F74AC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41151" y="60674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2" name="Oval 864">
              <a:extLst>
                <a:ext uri="{FF2B5EF4-FFF2-40B4-BE49-F238E27FC236}">
                  <a16:creationId xmlns:a16="http://schemas.microsoft.com/office/drawing/2014/main" id="{1F0741C0-4FE6-BAEC-63A1-75E1F2CA5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99726" y="60674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3" name="Oval 865">
              <a:extLst>
                <a:ext uri="{FF2B5EF4-FFF2-40B4-BE49-F238E27FC236}">
                  <a16:creationId xmlns:a16="http://schemas.microsoft.com/office/drawing/2014/main" id="{3F8A4D98-8065-E03E-855C-A36FEA5DDF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8401" y="60674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4" name="Oval 866">
              <a:extLst>
                <a:ext uri="{FF2B5EF4-FFF2-40B4-BE49-F238E27FC236}">
                  <a16:creationId xmlns:a16="http://schemas.microsoft.com/office/drawing/2014/main" id="{2843C4AE-2819-D2E5-D431-AD168CBC3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12613" y="60674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5" name="Oval 867">
              <a:extLst>
                <a:ext uri="{FF2B5EF4-FFF2-40B4-BE49-F238E27FC236}">
                  <a16:creationId xmlns:a16="http://schemas.microsoft.com/office/drawing/2014/main" id="{15B71413-59BA-DCC6-ABC2-9A23E5574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3501" y="60674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6" name="Oval 868">
              <a:extLst>
                <a:ext uri="{FF2B5EF4-FFF2-40B4-BE49-F238E27FC236}">
                  <a16:creationId xmlns:a16="http://schemas.microsoft.com/office/drawing/2014/main" id="{D09BF7FD-29EF-7D55-7EE6-472648103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12576" y="60674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7" name="Oval 869">
              <a:extLst>
                <a:ext uri="{FF2B5EF4-FFF2-40B4-BE49-F238E27FC236}">
                  <a16:creationId xmlns:a16="http://schemas.microsoft.com/office/drawing/2014/main" id="{8059EA3B-1419-79E6-D5C2-D10F38CC5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3563" y="60674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8" name="Oval 870">
              <a:extLst>
                <a:ext uri="{FF2B5EF4-FFF2-40B4-BE49-F238E27FC236}">
                  <a16:creationId xmlns:a16="http://schemas.microsoft.com/office/drawing/2014/main" id="{06BA2751-4FDA-A65C-D2EA-5766196ED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5726" y="60674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9" name="Oval 872">
              <a:extLst>
                <a:ext uri="{FF2B5EF4-FFF2-40B4-BE49-F238E27FC236}">
                  <a16:creationId xmlns:a16="http://schemas.microsoft.com/office/drawing/2014/main" id="{CE8BA5D4-C90D-B782-86A2-3CCD9282A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79226" y="6067425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0" name="Oval 873">
              <a:extLst>
                <a:ext uri="{FF2B5EF4-FFF2-40B4-BE49-F238E27FC236}">
                  <a16:creationId xmlns:a16="http://schemas.microsoft.com/office/drawing/2014/main" id="{2235CDA5-DBD6-1A35-9670-917A8B115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87164" y="60690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1" name="Oval 874">
              <a:extLst>
                <a:ext uri="{FF2B5EF4-FFF2-40B4-BE49-F238E27FC236}">
                  <a16:creationId xmlns:a16="http://schemas.microsoft.com/office/drawing/2014/main" id="{A5AF5F8F-87E8-836C-918F-C760FC3A3C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8451" y="60690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2" name="Oval 875">
              <a:extLst>
                <a:ext uri="{FF2B5EF4-FFF2-40B4-BE49-F238E27FC236}">
                  <a16:creationId xmlns:a16="http://schemas.microsoft.com/office/drawing/2014/main" id="{C9C7F065-3973-2300-1FF3-E5D88280E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42726" y="60690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3" name="Oval 876">
              <a:extLst>
                <a:ext uri="{FF2B5EF4-FFF2-40B4-BE49-F238E27FC236}">
                  <a16:creationId xmlns:a16="http://schemas.microsoft.com/office/drawing/2014/main" id="{D36FDD33-CA3C-DA76-344E-D1EB88693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0514" y="60690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4" name="Oval 877">
              <a:extLst>
                <a:ext uri="{FF2B5EF4-FFF2-40B4-BE49-F238E27FC236}">
                  <a16:creationId xmlns:a16="http://schemas.microsoft.com/office/drawing/2014/main" id="{A0A88FEA-EC00-FD25-FBE2-330B04880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60239" y="606901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5" name="Oval 878">
              <a:extLst>
                <a:ext uri="{FF2B5EF4-FFF2-40B4-BE49-F238E27FC236}">
                  <a16:creationId xmlns:a16="http://schemas.microsoft.com/office/drawing/2014/main" id="{82FB73F0-BFE7-1285-D267-09AC92658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7126" y="60690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6" name="Oval 879">
              <a:extLst>
                <a:ext uri="{FF2B5EF4-FFF2-40B4-BE49-F238E27FC236}">
                  <a16:creationId xmlns:a16="http://schemas.microsoft.com/office/drawing/2014/main" id="{E38BFAF3-8C66-74B0-37E0-D34B8D667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34651" y="60690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" name="Oval 880">
              <a:extLst>
                <a:ext uri="{FF2B5EF4-FFF2-40B4-BE49-F238E27FC236}">
                  <a16:creationId xmlns:a16="http://schemas.microsoft.com/office/drawing/2014/main" id="{0C55A6C9-5429-64CB-2D1D-350187E69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42539" y="60690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8" name="Oval 881">
              <a:extLst>
                <a:ext uri="{FF2B5EF4-FFF2-40B4-BE49-F238E27FC236}">
                  <a16:creationId xmlns:a16="http://schemas.microsoft.com/office/drawing/2014/main" id="{07457A31-9FC3-C960-45E7-F670A8144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5676" y="606901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" name="Oval 882">
              <a:extLst>
                <a:ext uri="{FF2B5EF4-FFF2-40B4-BE49-F238E27FC236}">
                  <a16:creationId xmlns:a16="http://schemas.microsoft.com/office/drawing/2014/main" id="{5FD92A3C-D123-4FC4-327C-CB778BEF1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6514" y="6069013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0" name="Oval 883">
              <a:extLst>
                <a:ext uri="{FF2B5EF4-FFF2-40B4-BE49-F238E27FC236}">
                  <a16:creationId xmlns:a16="http://schemas.microsoft.com/office/drawing/2014/main" id="{F189CB44-E8ED-ADCE-D075-641FA2E44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3339" y="60706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1" name="Oval 884">
              <a:extLst>
                <a:ext uri="{FF2B5EF4-FFF2-40B4-BE49-F238E27FC236}">
                  <a16:creationId xmlns:a16="http://schemas.microsoft.com/office/drawing/2014/main" id="{44AE353D-BC72-51B9-3112-DD5004517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8801" y="60706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2" name="Oval 885">
              <a:extLst>
                <a:ext uri="{FF2B5EF4-FFF2-40B4-BE49-F238E27FC236}">
                  <a16:creationId xmlns:a16="http://schemas.microsoft.com/office/drawing/2014/main" id="{30D23AFA-CC71-F467-7413-9F287C612B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4751" y="60706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3" name="Oval 886">
              <a:extLst>
                <a:ext uri="{FF2B5EF4-FFF2-40B4-BE49-F238E27FC236}">
                  <a16:creationId xmlns:a16="http://schemas.microsoft.com/office/drawing/2014/main" id="{6AFD7E4C-6C02-1C15-B518-375C834B22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0614" y="60706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4" name="Oval 887">
              <a:extLst>
                <a:ext uri="{FF2B5EF4-FFF2-40B4-BE49-F238E27FC236}">
                  <a16:creationId xmlns:a16="http://schemas.microsoft.com/office/drawing/2014/main" id="{8CCA78D4-2237-86ED-B12D-4DEB4D001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0376" y="60706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5" name="Oval 888">
              <a:extLst>
                <a:ext uri="{FF2B5EF4-FFF2-40B4-BE49-F238E27FC236}">
                  <a16:creationId xmlns:a16="http://schemas.microsoft.com/office/drawing/2014/main" id="{53CFB716-6BB4-CCBF-84D2-CE9B7F5E2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351" y="60706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6" name="Oval 889">
              <a:extLst>
                <a:ext uri="{FF2B5EF4-FFF2-40B4-BE49-F238E27FC236}">
                  <a16:creationId xmlns:a16="http://schemas.microsoft.com/office/drawing/2014/main" id="{323908E0-5A44-1A6E-5060-EC21DD957F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8839" y="60706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7" name="Oval 890">
              <a:extLst>
                <a:ext uri="{FF2B5EF4-FFF2-40B4-BE49-F238E27FC236}">
                  <a16:creationId xmlns:a16="http://schemas.microsoft.com/office/drawing/2014/main" id="{BFDF5D62-1DC7-7CA1-4B19-9BFB3782A7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9" y="60706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8" name="Oval 891">
              <a:extLst>
                <a:ext uri="{FF2B5EF4-FFF2-40B4-BE49-F238E27FC236}">
                  <a16:creationId xmlns:a16="http://schemas.microsoft.com/office/drawing/2014/main" id="{FE1136A7-B615-BD0D-ACB4-187870871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96564" y="60706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9" name="Oval 892">
              <a:extLst>
                <a:ext uri="{FF2B5EF4-FFF2-40B4-BE49-F238E27FC236}">
                  <a16:creationId xmlns:a16="http://schemas.microsoft.com/office/drawing/2014/main" id="{33D5D7EF-1B51-47E9-0CB5-D612776B3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4439" y="60721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0" name="Oval 893">
              <a:extLst>
                <a:ext uri="{FF2B5EF4-FFF2-40B4-BE49-F238E27FC236}">
                  <a16:creationId xmlns:a16="http://schemas.microsoft.com/office/drawing/2014/main" id="{D2C08576-B962-C4DF-3385-AD26EC31F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34576" y="60721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1" name="Oval 894">
              <a:extLst>
                <a:ext uri="{FF2B5EF4-FFF2-40B4-BE49-F238E27FC236}">
                  <a16:creationId xmlns:a16="http://schemas.microsoft.com/office/drawing/2014/main" id="{298C58E8-9036-B52B-254C-A28DF49BEF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9651" y="60721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2" name="Oval 895">
              <a:extLst>
                <a:ext uri="{FF2B5EF4-FFF2-40B4-BE49-F238E27FC236}">
                  <a16:creationId xmlns:a16="http://schemas.microsoft.com/office/drawing/2014/main" id="{263D8845-B71A-9F4C-6A59-6D7FABD9E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0776" y="60721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3" name="Oval 896">
              <a:extLst>
                <a:ext uri="{FF2B5EF4-FFF2-40B4-BE49-F238E27FC236}">
                  <a16:creationId xmlns:a16="http://schemas.microsoft.com/office/drawing/2014/main" id="{9CD11EB4-AEFD-0775-DD2F-E117BE8372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3251" y="60721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4" name="Oval 897">
              <a:extLst>
                <a:ext uri="{FF2B5EF4-FFF2-40B4-BE49-F238E27FC236}">
                  <a16:creationId xmlns:a16="http://schemas.microsoft.com/office/drawing/2014/main" id="{6444F5BD-5F33-B822-64B2-1BBFA3587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7926" y="60721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5" name="Oval 898">
              <a:extLst>
                <a:ext uri="{FF2B5EF4-FFF2-40B4-BE49-F238E27FC236}">
                  <a16:creationId xmlns:a16="http://schemas.microsoft.com/office/drawing/2014/main" id="{BFEE9BC6-DF3B-DDD3-802E-B2D612E42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1" y="607218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6" name="Oval 899">
              <a:extLst>
                <a:ext uri="{FF2B5EF4-FFF2-40B4-BE49-F238E27FC236}">
                  <a16:creationId xmlns:a16="http://schemas.microsoft.com/office/drawing/2014/main" id="{E2CA418E-BFA3-AEF1-682F-AB126B5D9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96689" y="607218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7" name="Oval 900">
              <a:extLst>
                <a:ext uri="{FF2B5EF4-FFF2-40B4-BE49-F238E27FC236}">
                  <a16:creationId xmlns:a16="http://schemas.microsoft.com/office/drawing/2014/main" id="{DBC9ACF7-6C94-D954-064F-087B57168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5239" y="60737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" name="Oval 901">
              <a:extLst>
                <a:ext uri="{FF2B5EF4-FFF2-40B4-BE49-F238E27FC236}">
                  <a16:creationId xmlns:a16="http://schemas.microsoft.com/office/drawing/2014/main" id="{A5F94CD7-1259-B2A0-6C02-63C481C6D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1214" y="60737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9" name="Oval 902">
              <a:extLst>
                <a:ext uri="{FF2B5EF4-FFF2-40B4-BE49-F238E27FC236}">
                  <a16:creationId xmlns:a16="http://schemas.microsoft.com/office/drawing/2014/main" id="{5501391E-425C-B1D7-08A1-0C16785EE5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4039" y="60737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0" name="Oval 903">
              <a:extLst>
                <a:ext uri="{FF2B5EF4-FFF2-40B4-BE49-F238E27FC236}">
                  <a16:creationId xmlns:a16="http://schemas.microsoft.com/office/drawing/2014/main" id="{CA308515-7291-8228-9B11-0038B6E72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0076" y="60737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1" name="Oval 904">
              <a:extLst>
                <a:ext uri="{FF2B5EF4-FFF2-40B4-BE49-F238E27FC236}">
                  <a16:creationId xmlns:a16="http://schemas.microsoft.com/office/drawing/2014/main" id="{13B44E2C-185C-031C-5D73-E9B83F1CF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8764" y="60737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2" name="Oval 905">
              <a:extLst>
                <a:ext uri="{FF2B5EF4-FFF2-40B4-BE49-F238E27FC236}">
                  <a16:creationId xmlns:a16="http://schemas.microsoft.com/office/drawing/2014/main" id="{185993EE-B91C-AD12-4EB1-7C253EC6F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3189" y="60737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3" name="Oval 906">
              <a:extLst>
                <a:ext uri="{FF2B5EF4-FFF2-40B4-BE49-F238E27FC236}">
                  <a16:creationId xmlns:a16="http://schemas.microsoft.com/office/drawing/2014/main" id="{53A3DE4A-6790-C1F9-6BCE-4C9BA2F20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0889" y="607377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4" name="Oval 907">
              <a:extLst>
                <a:ext uri="{FF2B5EF4-FFF2-40B4-BE49-F238E27FC236}">
                  <a16:creationId xmlns:a16="http://schemas.microsoft.com/office/drawing/2014/main" id="{0FD5BBCC-ABD5-6EA0-ED60-94657E0C1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52239" y="60737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5" name="Oval 908">
              <a:extLst>
                <a:ext uri="{FF2B5EF4-FFF2-40B4-BE49-F238E27FC236}">
                  <a16:creationId xmlns:a16="http://schemas.microsoft.com/office/drawing/2014/main" id="{3FF26890-91CB-5964-FF89-79DD642B1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8451" y="60737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6" name="Oval 909">
              <a:extLst>
                <a:ext uri="{FF2B5EF4-FFF2-40B4-BE49-F238E27FC236}">
                  <a16:creationId xmlns:a16="http://schemas.microsoft.com/office/drawing/2014/main" id="{7E1F9C0A-D4DC-66D2-BD4B-1C7ECDFC6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9501" y="60737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7" name="Oval 910">
              <a:extLst>
                <a:ext uri="{FF2B5EF4-FFF2-40B4-BE49-F238E27FC236}">
                  <a16:creationId xmlns:a16="http://schemas.microsoft.com/office/drawing/2014/main" id="{E8F4DC69-1BEF-F91D-43B2-6DAAE5A0A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42726" y="6073775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8" name="Oval 911">
              <a:extLst>
                <a:ext uri="{FF2B5EF4-FFF2-40B4-BE49-F238E27FC236}">
                  <a16:creationId xmlns:a16="http://schemas.microsoft.com/office/drawing/2014/main" id="{2812B723-A6E8-4EFD-03ED-6ACE741DF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5676" y="60737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9" name="Oval 912">
              <a:extLst>
                <a:ext uri="{FF2B5EF4-FFF2-40B4-BE49-F238E27FC236}">
                  <a16:creationId xmlns:a16="http://schemas.microsoft.com/office/drawing/2014/main" id="{C4BC27C0-7F4D-8A53-EDB5-80D060B54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5564" y="60753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0" name="Oval 913">
              <a:extLst>
                <a:ext uri="{FF2B5EF4-FFF2-40B4-BE49-F238E27FC236}">
                  <a16:creationId xmlns:a16="http://schemas.microsoft.com/office/drawing/2014/main" id="{39C363E6-E314-7CF2-7147-CDFAB42E0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6826" y="60753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1" name="Oval 914">
              <a:extLst>
                <a:ext uri="{FF2B5EF4-FFF2-40B4-BE49-F238E27FC236}">
                  <a16:creationId xmlns:a16="http://schemas.microsoft.com/office/drawing/2014/main" id="{5E1BE65A-9181-88DE-B489-65B2A30DA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63351" y="6075363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2" name="Oval 915">
              <a:extLst>
                <a:ext uri="{FF2B5EF4-FFF2-40B4-BE49-F238E27FC236}">
                  <a16:creationId xmlns:a16="http://schemas.microsoft.com/office/drawing/2014/main" id="{F9598D77-82CC-4831-F1C2-B6C6DB264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3551" y="60769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3" name="Oval 916">
              <a:extLst>
                <a:ext uri="{FF2B5EF4-FFF2-40B4-BE49-F238E27FC236}">
                  <a16:creationId xmlns:a16="http://schemas.microsoft.com/office/drawing/2014/main" id="{F4EE16B5-F8F6-06D1-5E7F-D5F1159F2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1101" y="60769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4" name="Oval 917">
              <a:extLst>
                <a:ext uri="{FF2B5EF4-FFF2-40B4-BE49-F238E27FC236}">
                  <a16:creationId xmlns:a16="http://schemas.microsoft.com/office/drawing/2014/main" id="{FD381B65-3B34-9475-A3D4-42490EECCB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04726" y="60769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5" name="Oval 918">
              <a:extLst>
                <a:ext uri="{FF2B5EF4-FFF2-40B4-BE49-F238E27FC236}">
                  <a16:creationId xmlns:a16="http://schemas.microsoft.com/office/drawing/2014/main" id="{4C8B1DD9-7655-5597-F5BC-70B678843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8901" y="60769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6" name="Oval 919">
              <a:extLst>
                <a:ext uri="{FF2B5EF4-FFF2-40B4-BE49-F238E27FC236}">
                  <a16:creationId xmlns:a16="http://schemas.microsoft.com/office/drawing/2014/main" id="{0FFF55D8-4E7D-11E1-FDC3-CF61F15A5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09276" y="60769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7" name="Oval 920">
              <a:extLst>
                <a:ext uri="{FF2B5EF4-FFF2-40B4-BE49-F238E27FC236}">
                  <a16:creationId xmlns:a16="http://schemas.microsoft.com/office/drawing/2014/main" id="{5759326F-7CBE-EB6E-B3F3-BD154DF02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52251" y="60769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" name="Oval 921">
              <a:extLst>
                <a:ext uri="{FF2B5EF4-FFF2-40B4-BE49-F238E27FC236}">
                  <a16:creationId xmlns:a16="http://schemas.microsoft.com/office/drawing/2014/main" id="{3D0D3606-0479-56B1-5F66-31201672D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10839" y="60769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9" name="Oval 922">
              <a:extLst>
                <a:ext uri="{FF2B5EF4-FFF2-40B4-BE49-F238E27FC236}">
                  <a16:creationId xmlns:a16="http://schemas.microsoft.com/office/drawing/2014/main" id="{B733602A-8F22-6EA1-6896-06CE94A2D2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4451" y="60769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0" name="Oval 923">
              <a:extLst>
                <a:ext uri="{FF2B5EF4-FFF2-40B4-BE49-F238E27FC236}">
                  <a16:creationId xmlns:a16="http://schemas.microsoft.com/office/drawing/2014/main" id="{A7189E0A-60A0-F450-C30D-1DC813724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0264" y="6076950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1" name="Oval 924">
              <a:extLst>
                <a:ext uri="{FF2B5EF4-FFF2-40B4-BE49-F238E27FC236}">
                  <a16:creationId xmlns:a16="http://schemas.microsoft.com/office/drawing/2014/main" id="{8ED9CA2E-A98B-A695-5F10-E50EB696C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5364" y="607853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2" name="Oval 925">
              <a:extLst>
                <a:ext uri="{FF2B5EF4-FFF2-40B4-BE49-F238E27FC236}">
                  <a16:creationId xmlns:a16="http://schemas.microsoft.com/office/drawing/2014/main" id="{34DA2811-F2C4-875C-7521-238E455B4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99864" y="607853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3" name="Oval 926">
              <a:extLst>
                <a:ext uri="{FF2B5EF4-FFF2-40B4-BE49-F238E27FC236}">
                  <a16:creationId xmlns:a16="http://schemas.microsoft.com/office/drawing/2014/main" id="{26C76950-1C4E-C37C-1DE3-EBC69FD99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49064" y="60785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4" name="Oval 927">
              <a:extLst>
                <a:ext uri="{FF2B5EF4-FFF2-40B4-BE49-F238E27FC236}">
                  <a16:creationId xmlns:a16="http://schemas.microsoft.com/office/drawing/2014/main" id="{4E198F55-13E5-A0AC-E650-0CF1BF7E2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64939" y="60785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5" name="Line 928">
              <a:extLst>
                <a:ext uri="{FF2B5EF4-FFF2-40B4-BE49-F238E27FC236}">
                  <a16:creationId xmlns:a16="http://schemas.microsoft.com/office/drawing/2014/main" id="{36A69FCF-BA64-DFDA-BD7E-AD5F7F5EC4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266489" y="6083300"/>
              <a:ext cx="1773238" cy="306388"/>
            </a:xfrm>
            <a:prstGeom prst="line">
              <a:avLst/>
            </a:prstGeom>
            <a:noFill/>
            <a:ln w="3175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6" name="Line 929">
              <a:extLst>
                <a:ext uri="{FF2B5EF4-FFF2-40B4-BE49-F238E27FC236}">
                  <a16:creationId xmlns:a16="http://schemas.microsoft.com/office/drawing/2014/main" id="{B2F2B1E6-0CF5-D817-1A7A-90C8217D5E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493251" y="6083300"/>
              <a:ext cx="1773238" cy="306388"/>
            </a:xfrm>
            <a:prstGeom prst="line">
              <a:avLst/>
            </a:prstGeom>
            <a:noFill/>
            <a:ln w="3175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7" name="Oval 930">
              <a:extLst>
                <a:ext uri="{FF2B5EF4-FFF2-40B4-BE49-F238E27FC236}">
                  <a16:creationId xmlns:a16="http://schemas.microsoft.com/office/drawing/2014/main" id="{CC4B823E-3D3D-2735-B8F7-D0971229F6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4714" y="607853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" name="Oval 931">
              <a:extLst>
                <a:ext uri="{FF2B5EF4-FFF2-40B4-BE49-F238E27FC236}">
                  <a16:creationId xmlns:a16="http://schemas.microsoft.com/office/drawing/2014/main" id="{6720E353-0EE0-CC27-E6EB-4B033472A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3089" y="60785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9" name="Oval 932">
              <a:extLst>
                <a:ext uri="{FF2B5EF4-FFF2-40B4-BE49-F238E27FC236}">
                  <a16:creationId xmlns:a16="http://schemas.microsoft.com/office/drawing/2014/main" id="{E82D8611-CE24-A9F0-D299-14FF2D4E9C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4089" y="6078538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0" name="Oval 933">
              <a:extLst>
                <a:ext uri="{FF2B5EF4-FFF2-40B4-BE49-F238E27FC236}">
                  <a16:creationId xmlns:a16="http://schemas.microsoft.com/office/drawing/2014/main" id="{7665D4F3-2E05-7DBE-1A60-CBEAFE07B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37826" y="607853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1" name="Oval 934">
              <a:extLst>
                <a:ext uri="{FF2B5EF4-FFF2-40B4-BE49-F238E27FC236}">
                  <a16:creationId xmlns:a16="http://schemas.microsoft.com/office/drawing/2014/main" id="{3BF5E0DF-EC4A-A188-97A5-D56D026CB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2626" y="607853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2" name="Oval 935">
              <a:extLst>
                <a:ext uri="{FF2B5EF4-FFF2-40B4-BE49-F238E27FC236}">
                  <a16:creationId xmlns:a16="http://schemas.microsoft.com/office/drawing/2014/main" id="{F187E09C-3444-6437-55D9-1CFC78410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0726" y="60801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" name="Oval 936">
              <a:extLst>
                <a:ext uri="{FF2B5EF4-FFF2-40B4-BE49-F238E27FC236}">
                  <a16:creationId xmlns:a16="http://schemas.microsoft.com/office/drawing/2014/main" id="{2DAB0CB0-CD3D-BD9D-D921-BB5FCD01D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9501" y="60801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" name="Oval 937">
              <a:extLst>
                <a:ext uri="{FF2B5EF4-FFF2-40B4-BE49-F238E27FC236}">
                  <a16:creationId xmlns:a16="http://schemas.microsoft.com/office/drawing/2014/main" id="{8376AC18-7426-5637-2A13-93B8D9853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5126" y="60801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" name="Oval 938">
              <a:extLst>
                <a:ext uri="{FF2B5EF4-FFF2-40B4-BE49-F238E27FC236}">
                  <a16:creationId xmlns:a16="http://schemas.microsoft.com/office/drawing/2014/main" id="{49BD0CAA-CC59-936D-6E3B-E0DC60F5F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5976" y="60801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" name="Oval 939">
              <a:extLst>
                <a:ext uri="{FF2B5EF4-FFF2-40B4-BE49-F238E27FC236}">
                  <a16:creationId xmlns:a16="http://schemas.microsoft.com/office/drawing/2014/main" id="{428F0150-B6D8-5B52-DEB2-38C134D03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13964" y="60801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" name="Oval 940">
              <a:extLst>
                <a:ext uri="{FF2B5EF4-FFF2-40B4-BE49-F238E27FC236}">
                  <a16:creationId xmlns:a16="http://schemas.microsoft.com/office/drawing/2014/main" id="{D5454D6F-F6BB-935C-7F01-EE0C49A29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76051" y="60801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8" name="Oval 941">
              <a:extLst>
                <a:ext uri="{FF2B5EF4-FFF2-40B4-BE49-F238E27FC236}">
                  <a16:creationId xmlns:a16="http://schemas.microsoft.com/office/drawing/2014/main" id="{77189819-83D0-99A4-28F9-148CE29809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83814" y="60801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9" name="Oval 942">
              <a:extLst>
                <a:ext uri="{FF2B5EF4-FFF2-40B4-BE49-F238E27FC236}">
                  <a16:creationId xmlns:a16="http://schemas.microsoft.com/office/drawing/2014/main" id="{DC8144E1-513A-9920-B7BA-DB7B6B3DCC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53701" y="60801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0" name="Oval 943">
              <a:extLst>
                <a:ext uri="{FF2B5EF4-FFF2-40B4-BE49-F238E27FC236}">
                  <a16:creationId xmlns:a16="http://schemas.microsoft.com/office/drawing/2014/main" id="{57695E81-BC11-C680-7F0F-7F0284046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0114" y="60801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1" name="Oval 944">
              <a:extLst>
                <a:ext uri="{FF2B5EF4-FFF2-40B4-BE49-F238E27FC236}">
                  <a16:creationId xmlns:a16="http://schemas.microsoft.com/office/drawing/2014/main" id="{C353F074-F637-78DB-63BB-D24B748ED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7814" y="60801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2" name="Oval 945">
              <a:extLst>
                <a:ext uri="{FF2B5EF4-FFF2-40B4-BE49-F238E27FC236}">
                  <a16:creationId xmlns:a16="http://schemas.microsoft.com/office/drawing/2014/main" id="{638230EA-0343-DD5F-6BB3-7A6748025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3526" y="60817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3" name="Oval 946">
              <a:extLst>
                <a:ext uri="{FF2B5EF4-FFF2-40B4-BE49-F238E27FC236}">
                  <a16:creationId xmlns:a16="http://schemas.microsoft.com/office/drawing/2014/main" id="{23133FED-566E-3863-33AE-570D65545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6926" y="608171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4" name="Oval 947">
              <a:extLst>
                <a:ext uri="{FF2B5EF4-FFF2-40B4-BE49-F238E27FC236}">
                  <a16:creationId xmlns:a16="http://schemas.microsoft.com/office/drawing/2014/main" id="{E9550A95-D071-B3D8-2720-6D2F4812B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0089" y="60817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5" name="Oval 948">
              <a:extLst>
                <a:ext uri="{FF2B5EF4-FFF2-40B4-BE49-F238E27FC236}">
                  <a16:creationId xmlns:a16="http://schemas.microsoft.com/office/drawing/2014/main" id="{74A24C74-C98B-1790-273C-47D3ECDB9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6114" y="608171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6" name="Oval 949">
              <a:extLst>
                <a:ext uri="{FF2B5EF4-FFF2-40B4-BE49-F238E27FC236}">
                  <a16:creationId xmlns:a16="http://schemas.microsoft.com/office/drawing/2014/main" id="{26969064-9AE9-2D74-7DB3-4FFC2DBD3C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6314" y="608171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7" name="Oval 950">
              <a:extLst>
                <a:ext uri="{FF2B5EF4-FFF2-40B4-BE49-F238E27FC236}">
                  <a16:creationId xmlns:a16="http://schemas.microsoft.com/office/drawing/2014/main" id="{1DBB900F-5466-CC4E-AA99-7CECC2CD1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6614" y="608171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" name="Oval 951">
              <a:extLst>
                <a:ext uri="{FF2B5EF4-FFF2-40B4-BE49-F238E27FC236}">
                  <a16:creationId xmlns:a16="http://schemas.microsoft.com/office/drawing/2014/main" id="{816910E8-EEB9-89C0-87BA-D8210AB94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12389" y="60833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9" name="Oval 952">
              <a:extLst>
                <a:ext uri="{FF2B5EF4-FFF2-40B4-BE49-F238E27FC236}">
                  <a16:creationId xmlns:a16="http://schemas.microsoft.com/office/drawing/2014/main" id="{1FF80D82-F6BE-8088-E9C9-81447BF6C7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2864" y="60833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0" name="Oval 953">
              <a:extLst>
                <a:ext uri="{FF2B5EF4-FFF2-40B4-BE49-F238E27FC236}">
                  <a16:creationId xmlns:a16="http://schemas.microsoft.com/office/drawing/2014/main" id="{4F203F78-31C8-D345-207E-6A332C5AE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33026" y="60833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1" name="Oval 954">
              <a:extLst>
                <a:ext uri="{FF2B5EF4-FFF2-40B4-BE49-F238E27FC236}">
                  <a16:creationId xmlns:a16="http://schemas.microsoft.com/office/drawing/2014/main" id="{9EEE675F-760E-CE41-FE92-8C6E0FEB3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9251" y="60833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2" name="Oval 955">
              <a:extLst>
                <a:ext uri="{FF2B5EF4-FFF2-40B4-BE49-F238E27FC236}">
                  <a16:creationId xmlns:a16="http://schemas.microsoft.com/office/drawing/2014/main" id="{A779F9AA-9544-4102-6BBA-1EC4F6451D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91789" y="60833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3" name="Oval 956">
              <a:extLst>
                <a:ext uri="{FF2B5EF4-FFF2-40B4-BE49-F238E27FC236}">
                  <a16:creationId xmlns:a16="http://schemas.microsoft.com/office/drawing/2014/main" id="{1BCFF99C-DAE8-C710-1971-C79DD207D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66551" y="60833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4" name="Oval 957">
              <a:extLst>
                <a:ext uri="{FF2B5EF4-FFF2-40B4-BE49-F238E27FC236}">
                  <a16:creationId xmlns:a16="http://schemas.microsoft.com/office/drawing/2014/main" id="{30A06DBD-4308-3612-2917-B518A406FB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0889" y="60833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5" name="Oval 958">
              <a:extLst>
                <a:ext uri="{FF2B5EF4-FFF2-40B4-BE49-F238E27FC236}">
                  <a16:creationId xmlns:a16="http://schemas.microsoft.com/office/drawing/2014/main" id="{06870579-4BF3-4205-3292-E7C04BD2F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0564" y="60833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6" name="Oval 959">
              <a:extLst>
                <a:ext uri="{FF2B5EF4-FFF2-40B4-BE49-F238E27FC236}">
                  <a16:creationId xmlns:a16="http://schemas.microsoft.com/office/drawing/2014/main" id="{16D69245-F45F-1BF5-71B9-11FA04020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5239" y="60833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7" name="Oval 960">
              <a:extLst>
                <a:ext uri="{FF2B5EF4-FFF2-40B4-BE49-F238E27FC236}">
                  <a16:creationId xmlns:a16="http://schemas.microsoft.com/office/drawing/2014/main" id="{60A703AE-3955-4B7D-DEBE-FDA3D124F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9451" y="60833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8" name="Oval 961">
              <a:extLst>
                <a:ext uri="{FF2B5EF4-FFF2-40B4-BE49-F238E27FC236}">
                  <a16:creationId xmlns:a16="http://schemas.microsoft.com/office/drawing/2014/main" id="{B32A3265-0533-78ED-9FBE-D4FF1991C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9589" y="60833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9" name="Oval 962">
              <a:extLst>
                <a:ext uri="{FF2B5EF4-FFF2-40B4-BE49-F238E27FC236}">
                  <a16:creationId xmlns:a16="http://schemas.microsoft.com/office/drawing/2014/main" id="{3628D744-409A-A4F0-4CDD-AC7226961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351" y="60833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0" name="Oval 963">
              <a:extLst>
                <a:ext uri="{FF2B5EF4-FFF2-40B4-BE49-F238E27FC236}">
                  <a16:creationId xmlns:a16="http://schemas.microsoft.com/office/drawing/2014/main" id="{89ED576B-C27F-7C9B-EDB7-0E5C525300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88764" y="60848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1" name="Oval 964">
              <a:extLst>
                <a:ext uri="{FF2B5EF4-FFF2-40B4-BE49-F238E27FC236}">
                  <a16:creationId xmlns:a16="http://schemas.microsoft.com/office/drawing/2014/main" id="{E64885AC-931D-5EB1-732F-91F8597F13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94976" y="60848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2" name="Oval 965">
              <a:extLst>
                <a:ext uri="{FF2B5EF4-FFF2-40B4-BE49-F238E27FC236}">
                  <a16:creationId xmlns:a16="http://schemas.microsoft.com/office/drawing/2014/main" id="{EE6CBAF9-B873-5E21-D147-8F87C3F37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3501" y="60848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3" name="Oval 966">
              <a:extLst>
                <a:ext uri="{FF2B5EF4-FFF2-40B4-BE49-F238E27FC236}">
                  <a16:creationId xmlns:a16="http://schemas.microsoft.com/office/drawing/2014/main" id="{680D25E8-A041-4BDC-7C7F-70D2A5BB7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33201" y="60848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4" name="Oval 967">
              <a:extLst>
                <a:ext uri="{FF2B5EF4-FFF2-40B4-BE49-F238E27FC236}">
                  <a16:creationId xmlns:a16="http://schemas.microsoft.com/office/drawing/2014/main" id="{CE3251C4-77CA-B241-7C00-236916C06F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74289" y="6084888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5" name="Oval 968">
              <a:extLst>
                <a:ext uri="{FF2B5EF4-FFF2-40B4-BE49-F238E27FC236}">
                  <a16:creationId xmlns:a16="http://schemas.microsoft.com/office/drawing/2014/main" id="{37CA5FD5-857C-BDEB-9656-EFD91F3AA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8426" y="60864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6" name="Oval 969">
              <a:extLst>
                <a:ext uri="{FF2B5EF4-FFF2-40B4-BE49-F238E27FC236}">
                  <a16:creationId xmlns:a16="http://schemas.microsoft.com/office/drawing/2014/main" id="{C216785C-7D33-934C-00D8-0314B7E0D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88776" y="60864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7" name="Oval 970">
              <a:extLst>
                <a:ext uri="{FF2B5EF4-FFF2-40B4-BE49-F238E27FC236}">
                  <a16:creationId xmlns:a16="http://schemas.microsoft.com/office/drawing/2014/main" id="{0B4BD0D5-C08A-7854-9F07-185398B7B6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7614" y="60864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8" name="Oval 971">
              <a:extLst>
                <a:ext uri="{FF2B5EF4-FFF2-40B4-BE49-F238E27FC236}">
                  <a16:creationId xmlns:a16="http://schemas.microsoft.com/office/drawing/2014/main" id="{BA23C564-824B-A03C-B30F-8E65BF3E8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5001" y="60864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9" name="Oval 972">
              <a:extLst>
                <a:ext uri="{FF2B5EF4-FFF2-40B4-BE49-F238E27FC236}">
                  <a16:creationId xmlns:a16="http://schemas.microsoft.com/office/drawing/2014/main" id="{A7964381-AE11-CACE-06F3-0966CB379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9" y="60864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0" name="Oval 973">
              <a:extLst>
                <a:ext uri="{FF2B5EF4-FFF2-40B4-BE49-F238E27FC236}">
                  <a16:creationId xmlns:a16="http://schemas.microsoft.com/office/drawing/2014/main" id="{554422B7-1AF6-88A5-4072-741B1A16D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77676" y="60864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1" name="Oval 974">
              <a:extLst>
                <a:ext uri="{FF2B5EF4-FFF2-40B4-BE49-F238E27FC236}">
                  <a16:creationId xmlns:a16="http://schemas.microsoft.com/office/drawing/2014/main" id="{158CAE80-8903-E65C-5434-7AA77D81A4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45889" y="60864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2" name="Oval 975">
              <a:extLst>
                <a:ext uri="{FF2B5EF4-FFF2-40B4-BE49-F238E27FC236}">
                  <a16:creationId xmlns:a16="http://schemas.microsoft.com/office/drawing/2014/main" id="{D63C6399-A0AC-5B98-6883-B6669689F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9676" y="60864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3" name="Oval 976">
              <a:extLst>
                <a:ext uri="{FF2B5EF4-FFF2-40B4-BE49-F238E27FC236}">
                  <a16:creationId xmlns:a16="http://schemas.microsoft.com/office/drawing/2014/main" id="{3A6466F2-43EB-35B8-860F-176C79EDA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2701" y="608806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4" name="Oval 977">
              <a:extLst>
                <a:ext uri="{FF2B5EF4-FFF2-40B4-BE49-F238E27FC236}">
                  <a16:creationId xmlns:a16="http://schemas.microsoft.com/office/drawing/2014/main" id="{EC479524-C7D1-454B-BBDE-EBCFF9B69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1389" y="60880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5" name="Oval 978">
              <a:extLst>
                <a:ext uri="{FF2B5EF4-FFF2-40B4-BE49-F238E27FC236}">
                  <a16:creationId xmlns:a16="http://schemas.microsoft.com/office/drawing/2014/main" id="{CDFB357D-0F11-1276-249B-D6BFF631F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7239" y="60880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6" name="Oval 979">
              <a:extLst>
                <a:ext uri="{FF2B5EF4-FFF2-40B4-BE49-F238E27FC236}">
                  <a16:creationId xmlns:a16="http://schemas.microsoft.com/office/drawing/2014/main" id="{1155932D-FC8D-66C4-636B-5801E3E64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6114" y="60880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7" name="Oval 980">
              <a:extLst>
                <a:ext uri="{FF2B5EF4-FFF2-40B4-BE49-F238E27FC236}">
                  <a16:creationId xmlns:a16="http://schemas.microsoft.com/office/drawing/2014/main" id="{D7647BCA-9CB1-5A91-1B51-506646102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2626" y="608806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8" name="Oval 981">
              <a:extLst>
                <a:ext uri="{FF2B5EF4-FFF2-40B4-BE49-F238E27FC236}">
                  <a16:creationId xmlns:a16="http://schemas.microsoft.com/office/drawing/2014/main" id="{E6D76A4E-88AD-124F-29A3-32620B2A2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7014" y="608806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9" name="Oval 982">
              <a:extLst>
                <a:ext uri="{FF2B5EF4-FFF2-40B4-BE49-F238E27FC236}">
                  <a16:creationId xmlns:a16="http://schemas.microsoft.com/office/drawing/2014/main" id="{D576CEA4-6641-9F1B-AF34-EAE609014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8264" y="608965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0" name="Oval 983">
              <a:extLst>
                <a:ext uri="{FF2B5EF4-FFF2-40B4-BE49-F238E27FC236}">
                  <a16:creationId xmlns:a16="http://schemas.microsoft.com/office/drawing/2014/main" id="{792C37BF-38F6-F07F-4DE7-8CE6AEC6B7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9576" y="60896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1" name="Oval 984">
              <a:extLst>
                <a:ext uri="{FF2B5EF4-FFF2-40B4-BE49-F238E27FC236}">
                  <a16:creationId xmlns:a16="http://schemas.microsoft.com/office/drawing/2014/main" id="{2FA46B76-BE70-8F59-0214-44D13B26C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1876" y="60896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2" name="Oval 985">
              <a:extLst>
                <a:ext uri="{FF2B5EF4-FFF2-40B4-BE49-F238E27FC236}">
                  <a16:creationId xmlns:a16="http://schemas.microsoft.com/office/drawing/2014/main" id="{259EEA5E-362B-E782-1C95-754DC81F61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3751" y="60896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3" name="Oval 986">
              <a:extLst>
                <a:ext uri="{FF2B5EF4-FFF2-40B4-BE49-F238E27FC236}">
                  <a16:creationId xmlns:a16="http://schemas.microsoft.com/office/drawing/2014/main" id="{B0138AC8-037F-59A9-D21B-B3DBC02B3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2901" y="608965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4" name="Oval 987">
              <a:extLst>
                <a:ext uri="{FF2B5EF4-FFF2-40B4-BE49-F238E27FC236}">
                  <a16:creationId xmlns:a16="http://schemas.microsoft.com/office/drawing/2014/main" id="{59B12289-8C66-0760-7A14-E5D7D529D5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8564" y="60896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5" name="Oval 988">
              <a:extLst>
                <a:ext uri="{FF2B5EF4-FFF2-40B4-BE49-F238E27FC236}">
                  <a16:creationId xmlns:a16="http://schemas.microsoft.com/office/drawing/2014/main" id="{18A82259-E81E-366E-DA69-8803036A5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0114" y="60896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6" name="Oval 989">
              <a:extLst>
                <a:ext uri="{FF2B5EF4-FFF2-40B4-BE49-F238E27FC236}">
                  <a16:creationId xmlns:a16="http://schemas.microsoft.com/office/drawing/2014/main" id="{12612593-3E4C-5E00-5E7D-9ABA496C32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7314" y="60896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7" name="Oval 990">
              <a:extLst>
                <a:ext uri="{FF2B5EF4-FFF2-40B4-BE49-F238E27FC236}">
                  <a16:creationId xmlns:a16="http://schemas.microsoft.com/office/drawing/2014/main" id="{3D93FDBF-E3B9-B153-8E80-E3B31998F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58601" y="60912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8" name="Oval 991">
              <a:extLst>
                <a:ext uri="{FF2B5EF4-FFF2-40B4-BE49-F238E27FC236}">
                  <a16:creationId xmlns:a16="http://schemas.microsoft.com/office/drawing/2014/main" id="{8D8555BB-55E2-CF1F-6515-36668BC2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1664" y="60912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" name="Oval 992">
              <a:extLst>
                <a:ext uri="{FF2B5EF4-FFF2-40B4-BE49-F238E27FC236}">
                  <a16:creationId xmlns:a16="http://schemas.microsoft.com/office/drawing/2014/main" id="{3D2AD244-0CEA-3DDF-64D0-C259EEBC08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8664" y="60912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" name="Oval 993">
              <a:extLst>
                <a:ext uri="{FF2B5EF4-FFF2-40B4-BE49-F238E27FC236}">
                  <a16:creationId xmlns:a16="http://schemas.microsoft.com/office/drawing/2014/main" id="{F331FFE1-65F9-FDE3-CE60-A3C282ADE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4" y="60912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1" name="Oval 994">
              <a:extLst>
                <a:ext uri="{FF2B5EF4-FFF2-40B4-BE49-F238E27FC236}">
                  <a16:creationId xmlns:a16="http://schemas.microsoft.com/office/drawing/2014/main" id="{E602B302-BA98-2C13-126F-237F360C1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2301" y="60912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2" name="Oval 995">
              <a:extLst>
                <a:ext uri="{FF2B5EF4-FFF2-40B4-BE49-F238E27FC236}">
                  <a16:creationId xmlns:a16="http://schemas.microsoft.com/office/drawing/2014/main" id="{28A320B7-4BD7-5D31-50CA-FF7CC84BF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2639" y="60912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3" name="Oval 996">
              <a:extLst>
                <a:ext uri="{FF2B5EF4-FFF2-40B4-BE49-F238E27FC236}">
                  <a16:creationId xmlns:a16="http://schemas.microsoft.com/office/drawing/2014/main" id="{40D88CA8-E1DE-21F4-4FF5-A8BD24E85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06051" y="609123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4" name="Oval 997">
              <a:extLst>
                <a:ext uri="{FF2B5EF4-FFF2-40B4-BE49-F238E27FC236}">
                  <a16:creationId xmlns:a16="http://schemas.microsoft.com/office/drawing/2014/main" id="{7E4DFC66-5FD4-46DD-A2EB-96F652C21E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74339" y="609123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5" name="Oval 998">
              <a:extLst>
                <a:ext uri="{FF2B5EF4-FFF2-40B4-BE49-F238E27FC236}">
                  <a16:creationId xmlns:a16="http://schemas.microsoft.com/office/drawing/2014/main" id="{DA6CC5EF-D69F-C3AD-CAF7-AA9C7072A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6989" y="60928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6" name="Oval 999">
              <a:extLst>
                <a:ext uri="{FF2B5EF4-FFF2-40B4-BE49-F238E27FC236}">
                  <a16:creationId xmlns:a16="http://schemas.microsoft.com/office/drawing/2014/main" id="{6DB0DE3E-364C-5F9D-BE5A-2A427D9B3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939" y="60928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7" name="Oval 1000">
              <a:extLst>
                <a:ext uri="{FF2B5EF4-FFF2-40B4-BE49-F238E27FC236}">
                  <a16:creationId xmlns:a16="http://schemas.microsoft.com/office/drawing/2014/main" id="{23ECB334-F867-05A2-822D-917D82EA4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7964" y="60928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8" name="Oval 1001">
              <a:extLst>
                <a:ext uri="{FF2B5EF4-FFF2-40B4-BE49-F238E27FC236}">
                  <a16:creationId xmlns:a16="http://schemas.microsoft.com/office/drawing/2014/main" id="{A5032F47-1F68-C166-6E22-04C045B66A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71289" y="60928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9" name="Oval 1002">
              <a:extLst>
                <a:ext uri="{FF2B5EF4-FFF2-40B4-BE49-F238E27FC236}">
                  <a16:creationId xmlns:a16="http://schemas.microsoft.com/office/drawing/2014/main" id="{3C6858D0-5BA1-107B-1CE5-A29994952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52089" y="6092825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0" name="Oval 1003">
              <a:extLst>
                <a:ext uri="{FF2B5EF4-FFF2-40B4-BE49-F238E27FC236}">
                  <a16:creationId xmlns:a16="http://schemas.microsoft.com/office/drawing/2014/main" id="{183C5981-97AD-132D-94CA-9DC8884F1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4676" y="60928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1" name="Oval 1004">
              <a:extLst>
                <a:ext uri="{FF2B5EF4-FFF2-40B4-BE49-F238E27FC236}">
                  <a16:creationId xmlns:a16="http://schemas.microsoft.com/office/drawing/2014/main" id="{D895F6EB-4BBB-845D-ACF3-1EE8CB1E5E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0564" y="60928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2" name="Oval 1005">
              <a:extLst>
                <a:ext uri="{FF2B5EF4-FFF2-40B4-BE49-F238E27FC236}">
                  <a16:creationId xmlns:a16="http://schemas.microsoft.com/office/drawing/2014/main" id="{68B508EF-E623-7471-2729-643B02D2D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5914" y="60928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3" name="Oval 1006">
              <a:extLst>
                <a:ext uri="{FF2B5EF4-FFF2-40B4-BE49-F238E27FC236}">
                  <a16:creationId xmlns:a16="http://schemas.microsoft.com/office/drawing/2014/main" id="{5A93E8BC-752B-7834-6860-7A7C6DE32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06101" y="609441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4" name="Oval 1007">
              <a:extLst>
                <a:ext uri="{FF2B5EF4-FFF2-40B4-BE49-F238E27FC236}">
                  <a16:creationId xmlns:a16="http://schemas.microsoft.com/office/drawing/2014/main" id="{6BCEFCE9-E6E3-9872-8329-A36559D10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36376" y="60944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5" name="Oval 1008">
              <a:extLst>
                <a:ext uri="{FF2B5EF4-FFF2-40B4-BE49-F238E27FC236}">
                  <a16:creationId xmlns:a16="http://schemas.microsoft.com/office/drawing/2014/main" id="{DC5B4D89-BA1E-F18E-60C0-82569162E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4739" y="60944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6" name="Oval 1009">
              <a:extLst>
                <a:ext uri="{FF2B5EF4-FFF2-40B4-BE49-F238E27FC236}">
                  <a16:creationId xmlns:a16="http://schemas.microsoft.com/office/drawing/2014/main" id="{5A5FE868-C836-AE48-C5DD-C48428FC2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0226" y="60944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7" name="Oval 1010">
              <a:extLst>
                <a:ext uri="{FF2B5EF4-FFF2-40B4-BE49-F238E27FC236}">
                  <a16:creationId xmlns:a16="http://schemas.microsoft.com/office/drawing/2014/main" id="{9EDBB27B-EE9E-D297-2483-1ADBB65958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8964" y="609441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8" name="Oval 1011">
              <a:extLst>
                <a:ext uri="{FF2B5EF4-FFF2-40B4-BE49-F238E27FC236}">
                  <a16:creationId xmlns:a16="http://schemas.microsoft.com/office/drawing/2014/main" id="{15541A7A-292E-02D6-437F-9D7979CF8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3226" y="609441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9" name="Oval 1012">
              <a:extLst>
                <a:ext uri="{FF2B5EF4-FFF2-40B4-BE49-F238E27FC236}">
                  <a16:creationId xmlns:a16="http://schemas.microsoft.com/office/drawing/2014/main" id="{17ED74CF-9B4C-B06C-C75D-8142E06F3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9689" y="60960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0" name="Oval 1013">
              <a:extLst>
                <a:ext uri="{FF2B5EF4-FFF2-40B4-BE49-F238E27FC236}">
                  <a16:creationId xmlns:a16="http://schemas.microsoft.com/office/drawing/2014/main" id="{339564FC-53B1-F476-249F-81123272A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5364" y="60960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1" name="Oval 1014">
              <a:extLst>
                <a:ext uri="{FF2B5EF4-FFF2-40B4-BE49-F238E27FC236}">
                  <a16:creationId xmlns:a16="http://schemas.microsoft.com/office/drawing/2014/main" id="{80D760FB-0457-492C-1DA5-3B2E26D30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8389" y="60960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2" name="Oval 1015">
              <a:extLst>
                <a:ext uri="{FF2B5EF4-FFF2-40B4-BE49-F238E27FC236}">
                  <a16:creationId xmlns:a16="http://schemas.microsoft.com/office/drawing/2014/main" id="{0CB16F33-D841-5DFE-836B-43AF4A8AD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2789" y="60960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3" name="Oval 1016">
              <a:extLst>
                <a:ext uri="{FF2B5EF4-FFF2-40B4-BE49-F238E27FC236}">
                  <a16:creationId xmlns:a16="http://schemas.microsoft.com/office/drawing/2014/main" id="{FBBF04B9-DE05-B858-76B6-8753CD849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77639" y="60960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4" name="Oval 1017">
              <a:extLst>
                <a:ext uri="{FF2B5EF4-FFF2-40B4-BE49-F238E27FC236}">
                  <a16:creationId xmlns:a16="http://schemas.microsoft.com/office/drawing/2014/main" id="{33691A7F-342C-A684-D23C-067C47979D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6439" y="60960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5" name="Oval 1018">
              <a:extLst>
                <a:ext uri="{FF2B5EF4-FFF2-40B4-BE49-F238E27FC236}">
                  <a16:creationId xmlns:a16="http://schemas.microsoft.com/office/drawing/2014/main" id="{320763A0-2880-1524-E4DD-D083D4CE59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7801" y="60960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6" name="Oval 1019">
              <a:extLst>
                <a:ext uri="{FF2B5EF4-FFF2-40B4-BE49-F238E27FC236}">
                  <a16:creationId xmlns:a16="http://schemas.microsoft.com/office/drawing/2014/main" id="{E363E7C6-7128-E8D0-C8D4-882AA253D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8351" y="60960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7" name="Oval 1020">
              <a:extLst>
                <a:ext uri="{FF2B5EF4-FFF2-40B4-BE49-F238E27FC236}">
                  <a16:creationId xmlns:a16="http://schemas.microsoft.com/office/drawing/2014/main" id="{1E85DCC1-27EC-55B7-2B44-44D7D26881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28301" y="60975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8" name="Oval 1021">
              <a:extLst>
                <a:ext uri="{FF2B5EF4-FFF2-40B4-BE49-F238E27FC236}">
                  <a16:creationId xmlns:a16="http://schemas.microsoft.com/office/drawing/2014/main" id="{7C14D4F9-2607-BB9B-7AC5-49F8EBE65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1151" y="60975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9" name="Oval 1022">
              <a:extLst>
                <a:ext uri="{FF2B5EF4-FFF2-40B4-BE49-F238E27FC236}">
                  <a16:creationId xmlns:a16="http://schemas.microsoft.com/office/drawing/2014/main" id="{48EA3453-9AF1-EB2E-4C07-D45FC13C7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8651" y="60975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" name="Oval 1023">
              <a:extLst>
                <a:ext uri="{FF2B5EF4-FFF2-40B4-BE49-F238E27FC236}">
                  <a16:creationId xmlns:a16="http://schemas.microsoft.com/office/drawing/2014/main" id="{77EF56A6-4CCB-3348-C3CE-7887C31EC2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98364" y="60975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" name="Oval 1024">
              <a:extLst>
                <a:ext uri="{FF2B5EF4-FFF2-40B4-BE49-F238E27FC236}">
                  <a16:creationId xmlns:a16="http://schemas.microsoft.com/office/drawing/2014/main" id="{36A5D132-8183-5200-9022-3C2F223700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10814" y="60975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2" name="Oval 1025">
              <a:extLst>
                <a:ext uri="{FF2B5EF4-FFF2-40B4-BE49-F238E27FC236}">
                  <a16:creationId xmlns:a16="http://schemas.microsoft.com/office/drawing/2014/main" id="{4F52ACCE-A177-EDD8-0DB1-0EC16A0C6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1964" y="60975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3" name="Oval 1026">
              <a:extLst>
                <a:ext uri="{FF2B5EF4-FFF2-40B4-BE49-F238E27FC236}">
                  <a16:creationId xmlns:a16="http://schemas.microsoft.com/office/drawing/2014/main" id="{00E39F72-16DE-3CE3-4077-3335D53DA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1376" y="60975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" name="Oval 1027">
              <a:extLst>
                <a:ext uri="{FF2B5EF4-FFF2-40B4-BE49-F238E27FC236}">
                  <a16:creationId xmlns:a16="http://schemas.microsoft.com/office/drawing/2014/main" id="{6CE10BD2-74B1-6FDC-22F3-71D7D6824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3289" y="609758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5" name="Oval 1028">
              <a:extLst>
                <a:ext uri="{FF2B5EF4-FFF2-40B4-BE49-F238E27FC236}">
                  <a16:creationId xmlns:a16="http://schemas.microsoft.com/office/drawing/2014/main" id="{2D0C2247-CFCA-E34E-F3EC-562B216E5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7739" y="60991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6" name="Oval 1029">
              <a:extLst>
                <a:ext uri="{FF2B5EF4-FFF2-40B4-BE49-F238E27FC236}">
                  <a16:creationId xmlns:a16="http://schemas.microsoft.com/office/drawing/2014/main" id="{EAAB80D2-B862-7642-6A3C-796A75B4E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5376" y="60991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7" name="Oval 1030">
              <a:extLst>
                <a:ext uri="{FF2B5EF4-FFF2-40B4-BE49-F238E27FC236}">
                  <a16:creationId xmlns:a16="http://schemas.microsoft.com/office/drawing/2014/main" id="{4A8CFF8F-5272-5A75-87ED-840D95CF64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2814" y="60991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8" name="Oval 1031">
              <a:extLst>
                <a:ext uri="{FF2B5EF4-FFF2-40B4-BE49-F238E27FC236}">
                  <a16:creationId xmlns:a16="http://schemas.microsoft.com/office/drawing/2014/main" id="{624205F7-9D6B-93A8-BD3F-4A96109B6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09239" y="61007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" name="Oval 1032">
              <a:extLst>
                <a:ext uri="{FF2B5EF4-FFF2-40B4-BE49-F238E27FC236}">
                  <a16:creationId xmlns:a16="http://schemas.microsoft.com/office/drawing/2014/main" id="{44DE6C17-292E-FEB7-87BA-021BA3D65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8414" y="61007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" name="Oval 1033">
              <a:extLst>
                <a:ext uri="{FF2B5EF4-FFF2-40B4-BE49-F238E27FC236}">
                  <a16:creationId xmlns:a16="http://schemas.microsoft.com/office/drawing/2014/main" id="{E6708DFB-6B1B-F98E-F7FB-F531C524B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33189" y="61007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" name="Oval 1034">
              <a:extLst>
                <a:ext uri="{FF2B5EF4-FFF2-40B4-BE49-F238E27FC236}">
                  <a16:creationId xmlns:a16="http://schemas.microsoft.com/office/drawing/2014/main" id="{E1F3BBA4-4D5D-2C86-1495-04836D249E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4789" y="61007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2" name="Oval 1035">
              <a:extLst>
                <a:ext uri="{FF2B5EF4-FFF2-40B4-BE49-F238E27FC236}">
                  <a16:creationId xmlns:a16="http://schemas.microsoft.com/office/drawing/2014/main" id="{25EBAFAB-2448-4A3C-5E7E-5619585E7B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55289" y="61007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3" name="Oval 1036">
              <a:extLst>
                <a:ext uri="{FF2B5EF4-FFF2-40B4-BE49-F238E27FC236}">
                  <a16:creationId xmlns:a16="http://schemas.microsoft.com/office/drawing/2014/main" id="{8FDC9B9C-543D-F2C2-8378-AE8C443A8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7664" y="61007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4" name="Oval 1037">
              <a:extLst>
                <a:ext uri="{FF2B5EF4-FFF2-40B4-BE49-F238E27FC236}">
                  <a16:creationId xmlns:a16="http://schemas.microsoft.com/office/drawing/2014/main" id="{771BBE70-25DD-E706-63B8-B091A79C3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2864" y="61007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5" name="Oval 1038">
              <a:extLst>
                <a:ext uri="{FF2B5EF4-FFF2-40B4-BE49-F238E27FC236}">
                  <a16:creationId xmlns:a16="http://schemas.microsoft.com/office/drawing/2014/main" id="{7AB2BD56-3192-C84C-3634-5F511213B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9126" y="61007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6" name="Oval 1039">
              <a:extLst>
                <a:ext uri="{FF2B5EF4-FFF2-40B4-BE49-F238E27FC236}">
                  <a16:creationId xmlns:a16="http://schemas.microsoft.com/office/drawing/2014/main" id="{69C38FB5-E375-26FB-53F6-2E1518CF40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8926" y="61007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7" name="Oval 1040">
              <a:extLst>
                <a:ext uri="{FF2B5EF4-FFF2-40B4-BE49-F238E27FC236}">
                  <a16:creationId xmlns:a16="http://schemas.microsoft.com/office/drawing/2014/main" id="{A20E3B07-8692-BCD6-6FA2-F65A12DF18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1651" y="61007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8" name="Oval 1041">
              <a:extLst>
                <a:ext uri="{FF2B5EF4-FFF2-40B4-BE49-F238E27FC236}">
                  <a16:creationId xmlns:a16="http://schemas.microsoft.com/office/drawing/2014/main" id="{145A752F-0167-8A0C-075B-E455244C1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6676" y="61023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9" name="Oval 1042">
              <a:extLst>
                <a:ext uri="{FF2B5EF4-FFF2-40B4-BE49-F238E27FC236}">
                  <a16:creationId xmlns:a16="http://schemas.microsoft.com/office/drawing/2014/main" id="{711F70F6-6374-168C-B315-3763BC741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37951" y="61023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0" name="Oval 1043">
              <a:extLst>
                <a:ext uri="{FF2B5EF4-FFF2-40B4-BE49-F238E27FC236}">
                  <a16:creationId xmlns:a16="http://schemas.microsoft.com/office/drawing/2014/main" id="{DC4C581A-FD44-5831-CB19-DF7F3D12F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66526" y="61023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1" name="Oval 1044">
              <a:extLst>
                <a:ext uri="{FF2B5EF4-FFF2-40B4-BE49-F238E27FC236}">
                  <a16:creationId xmlns:a16="http://schemas.microsoft.com/office/drawing/2014/main" id="{9C03CD68-142A-FC5C-F30A-B5482B5C5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2814" y="61023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2" name="Oval 1045">
              <a:extLst>
                <a:ext uri="{FF2B5EF4-FFF2-40B4-BE49-F238E27FC236}">
                  <a16:creationId xmlns:a16="http://schemas.microsoft.com/office/drawing/2014/main" id="{5006105D-91AD-466C-E3BE-7466D217C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8676" y="61023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3" name="Oval 1046">
              <a:extLst>
                <a:ext uri="{FF2B5EF4-FFF2-40B4-BE49-F238E27FC236}">
                  <a16:creationId xmlns:a16="http://schemas.microsoft.com/office/drawing/2014/main" id="{05142ACE-97EA-D906-8646-C63A81F0D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29839" y="61023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4" name="Oval 1047">
              <a:extLst>
                <a:ext uri="{FF2B5EF4-FFF2-40B4-BE49-F238E27FC236}">
                  <a16:creationId xmlns:a16="http://schemas.microsoft.com/office/drawing/2014/main" id="{CEACDF9A-8A9F-A723-BDC9-31BA8DC3EB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2989" y="61023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5" name="Oval 1048">
              <a:extLst>
                <a:ext uri="{FF2B5EF4-FFF2-40B4-BE49-F238E27FC236}">
                  <a16:creationId xmlns:a16="http://schemas.microsoft.com/office/drawing/2014/main" id="{0BE66DCD-B48D-1922-9A18-128596DFC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59964" y="61023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6" name="Oval 1049">
              <a:extLst>
                <a:ext uri="{FF2B5EF4-FFF2-40B4-BE49-F238E27FC236}">
                  <a16:creationId xmlns:a16="http://schemas.microsoft.com/office/drawing/2014/main" id="{20C8D84A-7B1A-389E-DB3F-C573B732F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49089" y="61039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7" name="Oval 1050">
              <a:extLst>
                <a:ext uri="{FF2B5EF4-FFF2-40B4-BE49-F238E27FC236}">
                  <a16:creationId xmlns:a16="http://schemas.microsoft.com/office/drawing/2014/main" id="{7E82CD78-CC09-CE5A-11AE-D9AE6CFDA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5151" y="61039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8" name="Oval 1051">
              <a:extLst>
                <a:ext uri="{FF2B5EF4-FFF2-40B4-BE49-F238E27FC236}">
                  <a16:creationId xmlns:a16="http://schemas.microsoft.com/office/drawing/2014/main" id="{CC06DE17-BD14-EE0A-0BC8-9FF517DC7E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06039" y="61039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" name="Oval 1052">
              <a:extLst>
                <a:ext uri="{FF2B5EF4-FFF2-40B4-BE49-F238E27FC236}">
                  <a16:creationId xmlns:a16="http://schemas.microsoft.com/office/drawing/2014/main" id="{04CF9C96-C77B-D66D-D9B7-1212B3A51A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0639" y="61039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0" name="Oval 1053">
              <a:extLst>
                <a:ext uri="{FF2B5EF4-FFF2-40B4-BE49-F238E27FC236}">
                  <a16:creationId xmlns:a16="http://schemas.microsoft.com/office/drawing/2014/main" id="{8655B981-2B2F-947B-4E78-61F574DF8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8414" y="610393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" name="Oval 1054">
              <a:extLst>
                <a:ext uri="{FF2B5EF4-FFF2-40B4-BE49-F238E27FC236}">
                  <a16:creationId xmlns:a16="http://schemas.microsoft.com/office/drawing/2014/main" id="{7DD04D00-5301-9886-067C-021F359417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0751" y="610393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2" name="Oval 1055">
              <a:extLst>
                <a:ext uri="{FF2B5EF4-FFF2-40B4-BE49-F238E27FC236}">
                  <a16:creationId xmlns:a16="http://schemas.microsoft.com/office/drawing/2014/main" id="{AA258C1D-A62A-64E4-A585-3B009F9E8D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75939" y="61039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3" name="Oval 1056">
              <a:extLst>
                <a:ext uri="{FF2B5EF4-FFF2-40B4-BE49-F238E27FC236}">
                  <a16:creationId xmlns:a16="http://schemas.microsoft.com/office/drawing/2014/main" id="{A86DCC95-0F90-2F0E-6675-517B7B411D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58414" y="61055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4" name="Oval 1057">
              <a:extLst>
                <a:ext uri="{FF2B5EF4-FFF2-40B4-BE49-F238E27FC236}">
                  <a16:creationId xmlns:a16="http://schemas.microsoft.com/office/drawing/2014/main" id="{B36CBEE4-9778-5A84-DEA1-0D95F4E20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5126" y="61055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5" name="Oval 1058">
              <a:extLst>
                <a:ext uri="{FF2B5EF4-FFF2-40B4-BE49-F238E27FC236}">
                  <a16:creationId xmlns:a16="http://schemas.microsoft.com/office/drawing/2014/main" id="{D85B9586-D172-C00D-CB6D-A641A80E5B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80689" y="61055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6" name="Oval 1059">
              <a:extLst>
                <a:ext uri="{FF2B5EF4-FFF2-40B4-BE49-F238E27FC236}">
                  <a16:creationId xmlns:a16="http://schemas.microsoft.com/office/drawing/2014/main" id="{6CA1DDF2-6EAC-6C7C-9748-2682892CB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37826" y="61055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7" name="Oval 1060">
              <a:extLst>
                <a:ext uri="{FF2B5EF4-FFF2-40B4-BE49-F238E27FC236}">
                  <a16:creationId xmlns:a16="http://schemas.microsoft.com/office/drawing/2014/main" id="{33BC4271-BD72-AAE7-3E54-DB0AD417D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8926" y="61055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8" name="Oval 1061">
              <a:extLst>
                <a:ext uri="{FF2B5EF4-FFF2-40B4-BE49-F238E27FC236}">
                  <a16:creationId xmlns:a16="http://schemas.microsoft.com/office/drawing/2014/main" id="{5F337F6B-D4B9-B65D-9488-363B127769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75926" y="61055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9" name="Oval 1062">
              <a:extLst>
                <a:ext uri="{FF2B5EF4-FFF2-40B4-BE49-F238E27FC236}">
                  <a16:creationId xmlns:a16="http://schemas.microsoft.com/office/drawing/2014/main" id="{ED3A356F-D5E4-66B2-98CF-3F9AFB5E1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0576" y="61071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0" name="Oval 1063">
              <a:extLst>
                <a:ext uri="{FF2B5EF4-FFF2-40B4-BE49-F238E27FC236}">
                  <a16:creationId xmlns:a16="http://schemas.microsoft.com/office/drawing/2014/main" id="{F919C9FA-26B6-CB4C-A16B-D06748980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8739" y="61071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1" name="Oval 1064">
              <a:extLst>
                <a:ext uri="{FF2B5EF4-FFF2-40B4-BE49-F238E27FC236}">
                  <a16:creationId xmlns:a16="http://schemas.microsoft.com/office/drawing/2014/main" id="{64CDBC1D-414A-D519-DB76-0F0A4E3EA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7989" y="61071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2" name="Oval 1065">
              <a:extLst>
                <a:ext uri="{FF2B5EF4-FFF2-40B4-BE49-F238E27FC236}">
                  <a16:creationId xmlns:a16="http://schemas.microsoft.com/office/drawing/2014/main" id="{CECB8E1A-C72E-B0DD-AE09-F95A366E78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3901" y="610711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3" name="Oval 1066">
              <a:extLst>
                <a:ext uri="{FF2B5EF4-FFF2-40B4-BE49-F238E27FC236}">
                  <a16:creationId xmlns:a16="http://schemas.microsoft.com/office/drawing/2014/main" id="{92DB1EBA-D332-5996-DA7F-52CF0364E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8976" y="610711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4" name="Oval 1067">
              <a:extLst>
                <a:ext uri="{FF2B5EF4-FFF2-40B4-BE49-F238E27FC236}">
                  <a16:creationId xmlns:a16="http://schemas.microsoft.com/office/drawing/2014/main" id="{482D5B09-DBA2-6019-ADFD-D418D7A095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6126" y="61087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5" name="Oval 1068">
              <a:extLst>
                <a:ext uri="{FF2B5EF4-FFF2-40B4-BE49-F238E27FC236}">
                  <a16:creationId xmlns:a16="http://schemas.microsoft.com/office/drawing/2014/main" id="{16B2077B-1B1A-6D02-80CD-7E9C9ED293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1451" y="61087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6" name="Oval 1069">
              <a:extLst>
                <a:ext uri="{FF2B5EF4-FFF2-40B4-BE49-F238E27FC236}">
                  <a16:creationId xmlns:a16="http://schemas.microsoft.com/office/drawing/2014/main" id="{6089A7A8-CE55-3ED9-F74B-922D36AA8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4064" y="61087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7" name="Oval 1070">
              <a:extLst>
                <a:ext uri="{FF2B5EF4-FFF2-40B4-BE49-F238E27FC236}">
                  <a16:creationId xmlns:a16="http://schemas.microsoft.com/office/drawing/2014/main" id="{C5BCE86E-2FD8-784F-614F-15D7E8DBD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41126" y="61087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8" name="Oval 1071">
              <a:extLst>
                <a:ext uri="{FF2B5EF4-FFF2-40B4-BE49-F238E27FC236}">
                  <a16:creationId xmlns:a16="http://schemas.microsoft.com/office/drawing/2014/main" id="{9AD4C644-A573-B992-2123-809947F8D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9251" y="61087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9" name="Oval 1073">
              <a:extLst>
                <a:ext uri="{FF2B5EF4-FFF2-40B4-BE49-F238E27FC236}">
                  <a16:creationId xmlns:a16="http://schemas.microsoft.com/office/drawing/2014/main" id="{D7BB298C-C6A8-B273-C9CD-EA63C5914B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88614" y="61102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0" name="Oval 1074">
              <a:extLst>
                <a:ext uri="{FF2B5EF4-FFF2-40B4-BE49-F238E27FC236}">
                  <a16:creationId xmlns:a16="http://schemas.microsoft.com/office/drawing/2014/main" id="{1516D8DB-D88F-08A5-2DEF-5D998526B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59989" y="61102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" name="Oval 1075">
              <a:extLst>
                <a:ext uri="{FF2B5EF4-FFF2-40B4-BE49-F238E27FC236}">
                  <a16:creationId xmlns:a16="http://schemas.microsoft.com/office/drawing/2014/main" id="{ECE9269C-54E3-7DD1-B0A5-56A7DBCB0A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8014" y="61102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" name="Oval 1076">
              <a:extLst>
                <a:ext uri="{FF2B5EF4-FFF2-40B4-BE49-F238E27FC236}">
                  <a16:creationId xmlns:a16="http://schemas.microsoft.com/office/drawing/2014/main" id="{2836D289-7081-8499-0B13-FB60988EC5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77639" y="611028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" name="Oval 1077">
              <a:extLst>
                <a:ext uri="{FF2B5EF4-FFF2-40B4-BE49-F238E27FC236}">
                  <a16:creationId xmlns:a16="http://schemas.microsoft.com/office/drawing/2014/main" id="{1A2DD23D-05A0-408E-C5E7-A67BA720F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0351" y="6110288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" name="Oval 1078">
              <a:extLst>
                <a:ext uri="{FF2B5EF4-FFF2-40B4-BE49-F238E27FC236}">
                  <a16:creationId xmlns:a16="http://schemas.microsoft.com/office/drawing/2014/main" id="{F67A5A0E-6F03-58CD-BDCA-CF21717507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93376" y="611028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" name="Oval 1079">
              <a:extLst>
                <a:ext uri="{FF2B5EF4-FFF2-40B4-BE49-F238E27FC236}">
                  <a16:creationId xmlns:a16="http://schemas.microsoft.com/office/drawing/2014/main" id="{5D8AC213-86DE-2F23-08D1-E50A95CC07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9814" y="61118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" name="Oval 1080">
              <a:extLst>
                <a:ext uri="{FF2B5EF4-FFF2-40B4-BE49-F238E27FC236}">
                  <a16:creationId xmlns:a16="http://schemas.microsoft.com/office/drawing/2014/main" id="{6832F079-F9CF-6946-389D-79A5F42FB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14026" y="61118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" name="Oval 1081">
              <a:extLst>
                <a:ext uri="{FF2B5EF4-FFF2-40B4-BE49-F238E27FC236}">
                  <a16:creationId xmlns:a16="http://schemas.microsoft.com/office/drawing/2014/main" id="{D6BEA848-3040-8DF9-14A8-03D6E291A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5814" y="61118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" name="Oval 1082">
              <a:extLst>
                <a:ext uri="{FF2B5EF4-FFF2-40B4-BE49-F238E27FC236}">
                  <a16:creationId xmlns:a16="http://schemas.microsoft.com/office/drawing/2014/main" id="{E9DBAFD9-9AA0-1CE0-A714-2439BB81E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0601" y="61134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9" name="Oval 1083">
              <a:extLst>
                <a:ext uri="{FF2B5EF4-FFF2-40B4-BE49-F238E27FC236}">
                  <a16:creationId xmlns:a16="http://schemas.microsoft.com/office/drawing/2014/main" id="{23889AF0-344C-8707-22D5-719FAD329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07789" y="61134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0" name="Oval 1084">
              <a:extLst>
                <a:ext uri="{FF2B5EF4-FFF2-40B4-BE49-F238E27FC236}">
                  <a16:creationId xmlns:a16="http://schemas.microsoft.com/office/drawing/2014/main" id="{4B001C2A-062B-CCDA-B0E5-B442B1418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3589" y="611346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1" name="Oval 1085">
              <a:extLst>
                <a:ext uri="{FF2B5EF4-FFF2-40B4-BE49-F238E27FC236}">
                  <a16:creationId xmlns:a16="http://schemas.microsoft.com/office/drawing/2014/main" id="{45D66167-7475-217F-5FD2-9A776F586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7489" y="61134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2" name="Oval 1086">
              <a:extLst>
                <a:ext uri="{FF2B5EF4-FFF2-40B4-BE49-F238E27FC236}">
                  <a16:creationId xmlns:a16="http://schemas.microsoft.com/office/drawing/2014/main" id="{A5860730-47F8-5708-8CD0-20409AEC9B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02914" y="611346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Oval 1087">
              <a:extLst>
                <a:ext uri="{FF2B5EF4-FFF2-40B4-BE49-F238E27FC236}">
                  <a16:creationId xmlns:a16="http://schemas.microsoft.com/office/drawing/2014/main" id="{8805028E-BE0C-A3AD-0CBB-F802E9099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93314" y="611505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4" name="Oval 1088">
              <a:extLst>
                <a:ext uri="{FF2B5EF4-FFF2-40B4-BE49-F238E27FC236}">
                  <a16:creationId xmlns:a16="http://schemas.microsoft.com/office/drawing/2014/main" id="{70A712FB-CD50-8DC9-A61A-F17F9F24DD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9951" y="61150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5" name="Oval 1089">
              <a:extLst>
                <a:ext uri="{FF2B5EF4-FFF2-40B4-BE49-F238E27FC236}">
                  <a16:creationId xmlns:a16="http://schemas.microsoft.com/office/drawing/2014/main" id="{EA41A0A5-2FF8-1169-5E22-383EE52D9D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4139" y="61150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6" name="Oval 1090">
              <a:extLst>
                <a:ext uri="{FF2B5EF4-FFF2-40B4-BE49-F238E27FC236}">
                  <a16:creationId xmlns:a16="http://schemas.microsoft.com/office/drawing/2014/main" id="{FA02BB0E-CD3F-A03E-AC86-4C4612BD63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56876" y="61150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7" name="Oval 1091">
              <a:extLst>
                <a:ext uri="{FF2B5EF4-FFF2-40B4-BE49-F238E27FC236}">
                  <a16:creationId xmlns:a16="http://schemas.microsoft.com/office/drawing/2014/main" id="{A5014891-9DAA-B048-E8B0-E23ED24C6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1064" y="611505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8" name="Oval 1092">
              <a:extLst>
                <a:ext uri="{FF2B5EF4-FFF2-40B4-BE49-F238E27FC236}">
                  <a16:creationId xmlns:a16="http://schemas.microsoft.com/office/drawing/2014/main" id="{D0315DBC-92D0-9751-CF45-869EA3F5E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2139" y="61150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9" name="Oval 1093">
              <a:extLst>
                <a:ext uri="{FF2B5EF4-FFF2-40B4-BE49-F238E27FC236}">
                  <a16:creationId xmlns:a16="http://schemas.microsoft.com/office/drawing/2014/main" id="{D509D525-93BF-9526-D236-C2CE3EEFD8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8226" y="61150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0" name="Oval 1094">
              <a:extLst>
                <a:ext uri="{FF2B5EF4-FFF2-40B4-BE49-F238E27FC236}">
                  <a16:creationId xmlns:a16="http://schemas.microsoft.com/office/drawing/2014/main" id="{BF31CFAA-CFE2-DC2A-2D77-934ECF187D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9614" y="61150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1" name="Oval 1095">
              <a:extLst>
                <a:ext uri="{FF2B5EF4-FFF2-40B4-BE49-F238E27FC236}">
                  <a16:creationId xmlns:a16="http://schemas.microsoft.com/office/drawing/2014/main" id="{176A4DC9-6B93-239B-3A5E-1458F05CD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9526" y="61150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Oval 1096">
              <a:extLst>
                <a:ext uri="{FF2B5EF4-FFF2-40B4-BE49-F238E27FC236}">
                  <a16:creationId xmlns:a16="http://schemas.microsoft.com/office/drawing/2014/main" id="{B92449C8-6E51-9CBD-308B-0DE3924E66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58589" y="61166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3" name="Oval 1097">
              <a:extLst>
                <a:ext uri="{FF2B5EF4-FFF2-40B4-BE49-F238E27FC236}">
                  <a16:creationId xmlns:a16="http://schemas.microsoft.com/office/drawing/2014/main" id="{63927110-162E-F77A-946C-8BC6186C1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1851" y="61166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4" name="Oval 1098">
              <a:extLst>
                <a:ext uri="{FF2B5EF4-FFF2-40B4-BE49-F238E27FC236}">
                  <a16:creationId xmlns:a16="http://schemas.microsoft.com/office/drawing/2014/main" id="{C2D584D0-0C0F-C8F8-ED4F-BD139D7F0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5951" y="61166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5" name="Oval 1099">
              <a:extLst>
                <a:ext uri="{FF2B5EF4-FFF2-40B4-BE49-F238E27FC236}">
                  <a16:creationId xmlns:a16="http://schemas.microsoft.com/office/drawing/2014/main" id="{AF1081EC-3890-D3E6-4CC1-3F0CD3B70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6139" y="61166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6" name="Oval 1100">
              <a:extLst>
                <a:ext uri="{FF2B5EF4-FFF2-40B4-BE49-F238E27FC236}">
                  <a16:creationId xmlns:a16="http://schemas.microsoft.com/office/drawing/2014/main" id="{D089F20C-915B-C7D7-5D1A-6BD128F459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8326" y="61166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7" name="Oval 1101">
              <a:extLst>
                <a:ext uri="{FF2B5EF4-FFF2-40B4-BE49-F238E27FC236}">
                  <a16:creationId xmlns:a16="http://schemas.microsoft.com/office/drawing/2014/main" id="{B083F79B-C628-D9D2-CA32-2BBDEC33D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6364" y="61166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8" name="Oval 1102">
              <a:extLst>
                <a:ext uri="{FF2B5EF4-FFF2-40B4-BE49-F238E27FC236}">
                  <a16:creationId xmlns:a16="http://schemas.microsoft.com/office/drawing/2014/main" id="{F7822168-3C10-F4DE-098C-CF221B8254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8651" y="611663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9" name="Oval 1103">
              <a:extLst>
                <a:ext uri="{FF2B5EF4-FFF2-40B4-BE49-F238E27FC236}">
                  <a16:creationId xmlns:a16="http://schemas.microsoft.com/office/drawing/2014/main" id="{B0A25DF3-2005-DB5C-564F-13B892F680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50464" y="61182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0" name="Oval 1104">
              <a:extLst>
                <a:ext uri="{FF2B5EF4-FFF2-40B4-BE49-F238E27FC236}">
                  <a16:creationId xmlns:a16="http://schemas.microsoft.com/office/drawing/2014/main" id="{200E4E3F-D518-9B0F-25CF-14B4484F61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9464" y="61182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1" name="Oval 1105">
              <a:extLst>
                <a:ext uri="{FF2B5EF4-FFF2-40B4-BE49-F238E27FC236}">
                  <a16:creationId xmlns:a16="http://schemas.microsoft.com/office/drawing/2014/main" id="{977B9ED9-C764-6C01-86E2-0E61C29521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83989" y="61182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2" name="Oval 1106">
              <a:extLst>
                <a:ext uri="{FF2B5EF4-FFF2-40B4-BE49-F238E27FC236}">
                  <a16:creationId xmlns:a16="http://schemas.microsoft.com/office/drawing/2014/main" id="{C6089361-8F8E-FA19-6661-A754A8A9A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39414" y="61198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3" name="Oval 1107">
              <a:extLst>
                <a:ext uri="{FF2B5EF4-FFF2-40B4-BE49-F238E27FC236}">
                  <a16:creationId xmlns:a16="http://schemas.microsoft.com/office/drawing/2014/main" id="{CBBB8AB6-C885-B674-25A7-A40AB7525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98151" y="61198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4" name="Oval 1108">
              <a:extLst>
                <a:ext uri="{FF2B5EF4-FFF2-40B4-BE49-F238E27FC236}">
                  <a16:creationId xmlns:a16="http://schemas.microsoft.com/office/drawing/2014/main" id="{F5C8AEED-61E4-15FC-4BFD-BD240DB53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9851" y="61198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5" name="Oval 1109">
              <a:extLst>
                <a:ext uri="{FF2B5EF4-FFF2-40B4-BE49-F238E27FC236}">
                  <a16:creationId xmlns:a16="http://schemas.microsoft.com/office/drawing/2014/main" id="{858985FC-AC73-6178-3AFB-95EDA26FD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4801" y="61198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6" name="Oval 1110">
              <a:extLst>
                <a:ext uri="{FF2B5EF4-FFF2-40B4-BE49-F238E27FC236}">
                  <a16:creationId xmlns:a16="http://schemas.microsoft.com/office/drawing/2014/main" id="{6CE88F78-446C-DBFC-1B27-1168BB404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3089" y="6119813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7" name="Oval 1111">
              <a:extLst>
                <a:ext uri="{FF2B5EF4-FFF2-40B4-BE49-F238E27FC236}">
                  <a16:creationId xmlns:a16="http://schemas.microsoft.com/office/drawing/2014/main" id="{6649BE04-9FD1-D0FF-5492-787C25DCD8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4826" y="611981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8" name="Oval 1112">
              <a:extLst>
                <a:ext uri="{FF2B5EF4-FFF2-40B4-BE49-F238E27FC236}">
                  <a16:creationId xmlns:a16="http://schemas.microsoft.com/office/drawing/2014/main" id="{429F4161-C5A6-4342-EBDE-3F0628A9D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34651" y="6119813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9" name="Oval 1113">
              <a:extLst>
                <a:ext uri="{FF2B5EF4-FFF2-40B4-BE49-F238E27FC236}">
                  <a16:creationId xmlns:a16="http://schemas.microsoft.com/office/drawing/2014/main" id="{8A3A0D83-3625-DEFE-0A7A-CEE6679B54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2789" y="61214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0" name="Oval 1114">
              <a:extLst>
                <a:ext uri="{FF2B5EF4-FFF2-40B4-BE49-F238E27FC236}">
                  <a16:creationId xmlns:a16="http://schemas.microsoft.com/office/drawing/2014/main" id="{59C582CC-EC6D-0024-F4AF-82E660B33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6989" y="61214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1" name="Oval 1115">
              <a:extLst>
                <a:ext uri="{FF2B5EF4-FFF2-40B4-BE49-F238E27FC236}">
                  <a16:creationId xmlns:a16="http://schemas.microsoft.com/office/drawing/2014/main" id="{D6FF0CDE-A253-38B6-515A-BE52A37C7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83864" y="61214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2" name="Oval 1116">
              <a:extLst>
                <a:ext uri="{FF2B5EF4-FFF2-40B4-BE49-F238E27FC236}">
                  <a16:creationId xmlns:a16="http://schemas.microsoft.com/office/drawing/2014/main" id="{2A404F51-64E5-210C-3E05-8C6259594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37789" y="61214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3" name="Oval 1117">
              <a:extLst>
                <a:ext uri="{FF2B5EF4-FFF2-40B4-BE49-F238E27FC236}">
                  <a16:creationId xmlns:a16="http://schemas.microsoft.com/office/drawing/2014/main" id="{271AADFB-984A-2289-F71D-B7F0CAC4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3201" y="61229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4" name="Oval 1118">
              <a:extLst>
                <a:ext uri="{FF2B5EF4-FFF2-40B4-BE49-F238E27FC236}">
                  <a16:creationId xmlns:a16="http://schemas.microsoft.com/office/drawing/2014/main" id="{CF7AAE4B-CBF5-B956-4AB4-8FEFA6F7B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1201" y="61229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5" name="Oval 1119">
              <a:extLst>
                <a:ext uri="{FF2B5EF4-FFF2-40B4-BE49-F238E27FC236}">
                  <a16:creationId xmlns:a16="http://schemas.microsoft.com/office/drawing/2014/main" id="{35778FD7-0263-1927-19F8-9D88C951D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2139" y="61229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6" name="Oval 1120">
              <a:extLst>
                <a:ext uri="{FF2B5EF4-FFF2-40B4-BE49-F238E27FC236}">
                  <a16:creationId xmlns:a16="http://schemas.microsoft.com/office/drawing/2014/main" id="{81B88C00-A0DD-E039-9619-7E02737CE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1014" y="61229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7" name="Oval 1121">
              <a:extLst>
                <a:ext uri="{FF2B5EF4-FFF2-40B4-BE49-F238E27FC236}">
                  <a16:creationId xmlns:a16="http://schemas.microsoft.com/office/drawing/2014/main" id="{2CC732C0-6920-CC90-73FF-87D9CC4248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79064" y="61229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8" name="Oval 1122">
              <a:extLst>
                <a:ext uri="{FF2B5EF4-FFF2-40B4-BE49-F238E27FC236}">
                  <a16:creationId xmlns:a16="http://schemas.microsoft.com/office/drawing/2014/main" id="{56D7E15B-4550-537E-77CF-CA124172A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9464" y="61229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9" name="Oval 1123">
              <a:extLst>
                <a:ext uri="{FF2B5EF4-FFF2-40B4-BE49-F238E27FC236}">
                  <a16:creationId xmlns:a16="http://schemas.microsoft.com/office/drawing/2014/main" id="{2C19669B-4161-B191-08FB-C0A29B227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9439" y="6122988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0" name="Oval 1124">
              <a:extLst>
                <a:ext uri="{FF2B5EF4-FFF2-40B4-BE49-F238E27FC236}">
                  <a16:creationId xmlns:a16="http://schemas.microsoft.com/office/drawing/2014/main" id="{D9EC30D9-BA15-A5F6-C646-13A5C771A8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03039" y="61245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1" name="Oval 1125">
              <a:extLst>
                <a:ext uri="{FF2B5EF4-FFF2-40B4-BE49-F238E27FC236}">
                  <a16:creationId xmlns:a16="http://schemas.microsoft.com/office/drawing/2014/main" id="{EF795275-B583-34C2-B98B-9DA518FC2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80939" y="61245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2" name="Oval 1126">
              <a:extLst>
                <a:ext uri="{FF2B5EF4-FFF2-40B4-BE49-F238E27FC236}">
                  <a16:creationId xmlns:a16="http://schemas.microsoft.com/office/drawing/2014/main" id="{30B40303-3AD1-6B6F-6FA3-CE55CBF0F8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02926" y="61245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3" name="Oval 1127">
              <a:extLst>
                <a:ext uri="{FF2B5EF4-FFF2-40B4-BE49-F238E27FC236}">
                  <a16:creationId xmlns:a16="http://schemas.microsoft.com/office/drawing/2014/main" id="{5EC37EB0-9C54-1A48-DE12-86916EC7C7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77526" y="6124575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4" name="Oval 1128">
              <a:extLst>
                <a:ext uri="{FF2B5EF4-FFF2-40B4-BE49-F238E27FC236}">
                  <a16:creationId xmlns:a16="http://schemas.microsoft.com/office/drawing/2014/main" id="{C59A0550-9905-A023-0671-3515C3DF2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226" y="61245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5" name="Oval 1129">
              <a:extLst>
                <a:ext uri="{FF2B5EF4-FFF2-40B4-BE49-F238E27FC236}">
                  <a16:creationId xmlns:a16="http://schemas.microsoft.com/office/drawing/2014/main" id="{6698E88D-9553-35E2-D463-F92CDF2DD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4489" y="6124575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6" name="Oval 1130">
              <a:extLst>
                <a:ext uri="{FF2B5EF4-FFF2-40B4-BE49-F238E27FC236}">
                  <a16:creationId xmlns:a16="http://schemas.microsoft.com/office/drawing/2014/main" id="{BE89A9FB-717B-E63A-40F1-DE26E5170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85451" y="6124575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7" name="Oval 1131">
              <a:extLst>
                <a:ext uri="{FF2B5EF4-FFF2-40B4-BE49-F238E27FC236}">
                  <a16:creationId xmlns:a16="http://schemas.microsoft.com/office/drawing/2014/main" id="{7D9606AD-332B-55CC-7568-A9CD29BD5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6589" y="61245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8" name="Oval 1132">
              <a:extLst>
                <a:ext uri="{FF2B5EF4-FFF2-40B4-BE49-F238E27FC236}">
                  <a16:creationId xmlns:a16="http://schemas.microsoft.com/office/drawing/2014/main" id="{3E29C9F4-3FC9-6BB4-21E9-B91143AB3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9576" y="61261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9" name="Oval 1133">
              <a:extLst>
                <a:ext uri="{FF2B5EF4-FFF2-40B4-BE49-F238E27FC236}">
                  <a16:creationId xmlns:a16="http://schemas.microsoft.com/office/drawing/2014/main" id="{3CD56EAD-3C11-D393-A967-CAF3E6EC3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9426" y="61261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0" name="Oval 1134">
              <a:extLst>
                <a:ext uri="{FF2B5EF4-FFF2-40B4-BE49-F238E27FC236}">
                  <a16:creationId xmlns:a16="http://schemas.microsoft.com/office/drawing/2014/main" id="{D9FC84E5-600E-F4B8-CF47-2645D8142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7276" y="61261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1" name="Oval 1135">
              <a:extLst>
                <a:ext uri="{FF2B5EF4-FFF2-40B4-BE49-F238E27FC236}">
                  <a16:creationId xmlns:a16="http://schemas.microsoft.com/office/drawing/2014/main" id="{E269C454-5AA0-0D06-DFC9-4C6CC5D7B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1451" y="61261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2" name="Oval 1136">
              <a:extLst>
                <a:ext uri="{FF2B5EF4-FFF2-40B4-BE49-F238E27FC236}">
                  <a16:creationId xmlns:a16="http://schemas.microsoft.com/office/drawing/2014/main" id="{A1928955-F0A7-BE6E-5F99-7526A80FB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4364" y="61261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3" name="Oval 1137">
              <a:extLst>
                <a:ext uri="{FF2B5EF4-FFF2-40B4-BE49-F238E27FC236}">
                  <a16:creationId xmlns:a16="http://schemas.microsoft.com/office/drawing/2014/main" id="{4246F72E-6129-AF0A-B91B-171F968012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8276" y="612616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4" name="Oval 1138">
              <a:extLst>
                <a:ext uri="{FF2B5EF4-FFF2-40B4-BE49-F238E27FC236}">
                  <a16:creationId xmlns:a16="http://schemas.microsoft.com/office/drawing/2014/main" id="{7C78418C-9AEE-D515-8C44-D65BFC45A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4176" y="61277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5" name="Oval 1139">
              <a:extLst>
                <a:ext uri="{FF2B5EF4-FFF2-40B4-BE49-F238E27FC236}">
                  <a16:creationId xmlns:a16="http://schemas.microsoft.com/office/drawing/2014/main" id="{9DEAF460-92F9-D02C-F603-CB7C22B56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8126" y="61277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6" name="Oval 1140">
              <a:extLst>
                <a:ext uri="{FF2B5EF4-FFF2-40B4-BE49-F238E27FC236}">
                  <a16:creationId xmlns:a16="http://schemas.microsoft.com/office/drawing/2014/main" id="{63D097A6-6CAD-C5F3-B255-17CF974AA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77514" y="61277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7" name="Oval 1141">
              <a:extLst>
                <a:ext uri="{FF2B5EF4-FFF2-40B4-BE49-F238E27FC236}">
                  <a16:creationId xmlns:a16="http://schemas.microsoft.com/office/drawing/2014/main" id="{15D66043-A110-D6EF-2634-A88CB9D65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0239" y="612775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Oval 1142">
              <a:extLst>
                <a:ext uri="{FF2B5EF4-FFF2-40B4-BE49-F238E27FC236}">
                  <a16:creationId xmlns:a16="http://schemas.microsoft.com/office/drawing/2014/main" id="{16289985-D426-5FED-347A-9F754B672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21951" y="61293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9" name="Oval 1143">
              <a:extLst>
                <a:ext uri="{FF2B5EF4-FFF2-40B4-BE49-F238E27FC236}">
                  <a16:creationId xmlns:a16="http://schemas.microsoft.com/office/drawing/2014/main" id="{A2661317-2AD4-64A8-DE6B-E9CE807A2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5001" y="61293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0" name="Oval 1144">
              <a:extLst>
                <a:ext uri="{FF2B5EF4-FFF2-40B4-BE49-F238E27FC236}">
                  <a16:creationId xmlns:a16="http://schemas.microsoft.com/office/drawing/2014/main" id="{4C31F86D-080E-5A68-4ECA-D89536AA0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6876" y="61293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1" name="Oval 1145">
              <a:extLst>
                <a:ext uri="{FF2B5EF4-FFF2-40B4-BE49-F238E27FC236}">
                  <a16:creationId xmlns:a16="http://schemas.microsoft.com/office/drawing/2014/main" id="{963DD553-DAA8-7BCF-9F85-2807F8FC5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7889" y="612933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2" name="Oval 1146">
              <a:extLst>
                <a:ext uri="{FF2B5EF4-FFF2-40B4-BE49-F238E27FC236}">
                  <a16:creationId xmlns:a16="http://schemas.microsoft.com/office/drawing/2014/main" id="{DAADB93A-9F8B-ADC1-F88B-3C3932526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9676" y="61309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Oval 1147">
              <a:extLst>
                <a:ext uri="{FF2B5EF4-FFF2-40B4-BE49-F238E27FC236}">
                  <a16:creationId xmlns:a16="http://schemas.microsoft.com/office/drawing/2014/main" id="{434AC648-5053-57C7-FE20-425A2284E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9564" y="61309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4" name="Oval 1148">
              <a:extLst>
                <a:ext uri="{FF2B5EF4-FFF2-40B4-BE49-F238E27FC236}">
                  <a16:creationId xmlns:a16="http://schemas.microsoft.com/office/drawing/2014/main" id="{C35871EA-AAEF-2830-D6A9-F8DE16E15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07639" y="613092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5" name="Oval 1149">
              <a:extLst>
                <a:ext uri="{FF2B5EF4-FFF2-40B4-BE49-F238E27FC236}">
                  <a16:creationId xmlns:a16="http://schemas.microsoft.com/office/drawing/2014/main" id="{89575A1C-2C74-78B3-758F-4EA0BBFA2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98089" y="61309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6" name="Oval 1150">
              <a:extLst>
                <a:ext uri="{FF2B5EF4-FFF2-40B4-BE49-F238E27FC236}">
                  <a16:creationId xmlns:a16="http://schemas.microsoft.com/office/drawing/2014/main" id="{A54DB74C-CC89-0946-C075-FACF9C8F4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29889" y="61309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7" name="Oval 1151">
              <a:extLst>
                <a:ext uri="{FF2B5EF4-FFF2-40B4-BE49-F238E27FC236}">
                  <a16:creationId xmlns:a16="http://schemas.microsoft.com/office/drawing/2014/main" id="{260B0DFE-5071-C0C0-5692-2B048B725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87026" y="61309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8" name="Oval 1152">
              <a:extLst>
                <a:ext uri="{FF2B5EF4-FFF2-40B4-BE49-F238E27FC236}">
                  <a16:creationId xmlns:a16="http://schemas.microsoft.com/office/drawing/2014/main" id="{BD84103C-FABB-8553-3A01-6DF7049AB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9751" y="61325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9" name="Oval 1153">
              <a:extLst>
                <a:ext uri="{FF2B5EF4-FFF2-40B4-BE49-F238E27FC236}">
                  <a16:creationId xmlns:a16="http://schemas.microsoft.com/office/drawing/2014/main" id="{EC62AC26-8905-B7CB-D62C-5344B23ED4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8926" y="61325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0" name="Oval 1154">
              <a:extLst>
                <a:ext uri="{FF2B5EF4-FFF2-40B4-BE49-F238E27FC236}">
                  <a16:creationId xmlns:a16="http://schemas.microsoft.com/office/drawing/2014/main" id="{72E747B5-69AA-C504-DDA6-0F972808B2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1" y="61325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1" name="Oval 1155">
              <a:extLst>
                <a:ext uri="{FF2B5EF4-FFF2-40B4-BE49-F238E27FC236}">
                  <a16:creationId xmlns:a16="http://schemas.microsoft.com/office/drawing/2014/main" id="{5BAD3B98-83BA-3B2C-6DF6-DE6B790685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3889" y="61325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2" name="Oval 1156">
              <a:extLst>
                <a:ext uri="{FF2B5EF4-FFF2-40B4-BE49-F238E27FC236}">
                  <a16:creationId xmlns:a16="http://schemas.microsoft.com/office/drawing/2014/main" id="{4A08DE04-98C2-D285-50DA-89B9702E0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3651" y="61325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3" name="Line 1157">
              <a:extLst>
                <a:ext uri="{FF2B5EF4-FFF2-40B4-BE49-F238E27FC236}">
                  <a16:creationId xmlns:a16="http://schemas.microsoft.com/office/drawing/2014/main" id="{1AFE94DE-7C92-AEFF-24C2-08257189CF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210801" y="5715000"/>
              <a:ext cx="407988" cy="69850"/>
            </a:xfrm>
            <a:prstGeom prst="line">
              <a:avLst/>
            </a:prstGeom>
            <a:noFill/>
            <a:ln w="3175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4" name="Oval 1158">
              <a:extLst>
                <a:ext uri="{FF2B5EF4-FFF2-40B4-BE49-F238E27FC236}">
                  <a16:creationId xmlns:a16="http://schemas.microsoft.com/office/drawing/2014/main" id="{24FFAFA6-F807-BE0D-6A65-74A8FC115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6289" y="61341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5" name="Oval 1159">
              <a:extLst>
                <a:ext uri="{FF2B5EF4-FFF2-40B4-BE49-F238E27FC236}">
                  <a16:creationId xmlns:a16="http://schemas.microsoft.com/office/drawing/2014/main" id="{4A762CE5-1EDF-B720-F5C2-3476852AA0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5989" y="61341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6" name="Oval 1160">
              <a:extLst>
                <a:ext uri="{FF2B5EF4-FFF2-40B4-BE49-F238E27FC236}">
                  <a16:creationId xmlns:a16="http://schemas.microsoft.com/office/drawing/2014/main" id="{0E64EBC8-D8AE-22CC-F780-B32D51CC5D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5076" y="61341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7" name="Oval 1161">
              <a:extLst>
                <a:ext uri="{FF2B5EF4-FFF2-40B4-BE49-F238E27FC236}">
                  <a16:creationId xmlns:a16="http://schemas.microsoft.com/office/drawing/2014/main" id="{CBA7709D-0826-226E-DDB6-03D1450FE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8164" y="61341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8" name="Oval 1162">
              <a:extLst>
                <a:ext uri="{FF2B5EF4-FFF2-40B4-BE49-F238E27FC236}">
                  <a16:creationId xmlns:a16="http://schemas.microsoft.com/office/drawing/2014/main" id="{F7331576-1F42-9975-E9E5-1AA8DD8AAF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2526" y="61356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9" name="Oval 1163">
              <a:extLst>
                <a:ext uri="{FF2B5EF4-FFF2-40B4-BE49-F238E27FC236}">
                  <a16:creationId xmlns:a16="http://schemas.microsoft.com/office/drawing/2014/main" id="{226EB518-F965-A35A-FE48-7A0F0D3B75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7364" y="61356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0" name="Oval 1164">
              <a:extLst>
                <a:ext uri="{FF2B5EF4-FFF2-40B4-BE49-F238E27FC236}">
                  <a16:creationId xmlns:a16="http://schemas.microsoft.com/office/drawing/2014/main" id="{F2F1EC5F-DBC3-146A-CB55-B02F240895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5164" y="61356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1" name="Oval 1165">
              <a:extLst>
                <a:ext uri="{FF2B5EF4-FFF2-40B4-BE49-F238E27FC236}">
                  <a16:creationId xmlns:a16="http://schemas.microsoft.com/office/drawing/2014/main" id="{54B7B220-5B19-624A-FC6F-DC816A2B4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28301" y="613727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2" name="Oval 1166">
              <a:extLst>
                <a:ext uri="{FF2B5EF4-FFF2-40B4-BE49-F238E27FC236}">
                  <a16:creationId xmlns:a16="http://schemas.microsoft.com/office/drawing/2014/main" id="{4FF86B56-621B-E132-986A-5B8A91085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3551" y="61372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3" name="Oval 1167">
              <a:extLst>
                <a:ext uri="{FF2B5EF4-FFF2-40B4-BE49-F238E27FC236}">
                  <a16:creationId xmlns:a16="http://schemas.microsoft.com/office/drawing/2014/main" id="{42E450A2-32D6-9ABF-2725-79FD97AB6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8951" y="61372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4" name="Oval 1168">
              <a:extLst>
                <a:ext uri="{FF2B5EF4-FFF2-40B4-BE49-F238E27FC236}">
                  <a16:creationId xmlns:a16="http://schemas.microsoft.com/office/drawing/2014/main" id="{2B74EB66-ACE8-AC0B-9E70-CABA25FF1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4664" y="61372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5" name="Oval 1169">
              <a:extLst>
                <a:ext uri="{FF2B5EF4-FFF2-40B4-BE49-F238E27FC236}">
                  <a16:creationId xmlns:a16="http://schemas.microsoft.com/office/drawing/2014/main" id="{643F7E1C-F63D-0924-71E1-29B4F7935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8251" y="613886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6" name="Oval 1170">
              <a:extLst>
                <a:ext uri="{FF2B5EF4-FFF2-40B4-BE49-F238E27FC236}">
                  <a16:creationId xmlns:a16="http://schemas.microsoft.com/office/drawing/2014/main" id="{E9088034-0E1D-C054-DB6D-59994F8F1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50476" y="613886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7" name="Oval 1171">
              <a:extLst>
                <a:ext uri="{FF2B5EF4-FFF2-40B4-BE49-F238E27FC236}">
                  <a16:creationId xmlns:a16="http://schemas.microsoft.com/office/drawing/2014/main" id="{E27A4DC2-4F4D-159C-13F1-9CA50F44C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61801" y="6138863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8" name="Oval 1172">
              <a:extLst>
                <a:ext uri="{FF2B5EF4-FFF2-40B4-BE49-F238E27FC236}">
                  <a16:creationId xmlns:a16="http://schemas.microsoft.com/office/drawing/2014/main" id="{9F2681C7-20EF-3620-BEFF-FA18A46D8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53701" y="61404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9" name="Oval 1173">
              <a:extLst>
                <a:ext uri="{FF2B5EF4-FFF2-40B4-BE49-F238E27FC236}">
                  <a16:creationId xmlns:a16="http://schemas.microsoft.com/office/drawing/2014/main" id="{3B6F6632-BD5C-AE35-7C3E-3426C773F5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4864" y="61404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0" name="Oval 1174">
              <a:extLst>
                <a:ext uri="{FF2B5EF4-FFF2-40B4-BE49-F238E27FC236}">
                  <a16:creationId xmlns:a16="http://schemas.microsoft.com/office/drawing/2014/main" id="{FF09EBB1-71C8-0EBC-E67A-8F3E4F5DD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5426" y="61404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1" name="Oval 1175">
              <a:extLst>
                <a:ext uri="{FF2B5EF4-FFF2-40B4-BE49-F238E27FC236}">
                  <a16:creationId xmlns:a16="http://schemas.microsoft.com/office/drawing/2014/main" id="{EFCDFE05-8A4B-9A46-CD8A-091CBE154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6751" y="61420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2" name="Oval 1176">
              <a:extLst>
                <a:ext uri="{FF2B5EF4-FFF2-40B4-BE49-F238E27FC236}">
                  <a16:creationId xmlns:a16="http://schemas.microsoft.com/office/drawing/2014/main" id="{565BEF76-87C2-6C42-1C4F-5AD992E24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1526" y="61420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3" name="Oval 1177">
              <a:extLst>
                <a:ext uri="{FF2B5EF4-FFF2-40B4-BE49-F238E27FC236}">
                  <a16:creationId xmlns:a16="http://schemas.microsoft.com/office/drawing/2014/main" id="{91C8C51C-6AD2-A290-8BB2-FCDFF77D4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6864" y="61420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" name="Oval 1178">
              <a:extLst>
                <a:ext uri="{FF2B5EF4-FFF2-40B4-BE49-F238E27FC236}">
                  <a16:creationId xmlns:a16="http://schemas.microsoft.com/office/drawing/2014/main" id="{CC0D25A1-1663-C32F-FB01-4C0F7C16DA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8064" y="61420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" name="Oval 1179">
              <a:extLst>
                <a:ext uri="{FF2B5EF4-FFF2-40B4-BE49-F238E27FC236}">
                  <a16:creationId xmlns:a16="http://schemas.microsoft.com/office/drawing/2014/main" id="{162B6CFE-CEA2-DF0A-1B0D-FB6DAD679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13976" y="614203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" name="Oval 1180">
              <a:extLst>
                <a:ext uri="{FF2B5EF4-FFF2-40B4-BE49-F238E27FC236}">
                  <a16:creationId xmlns:a16="http://schemas.microsoft.com/office/drawing/2014/main" id="{C9951482-3C20-1F5B-405D-3C25291A33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3889" y="61436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7" name="Oval 1181">
              <a:extLst>
                <a:ext uri="{FF2B5EF4-FFF2-40B4-BE49-F238E27FC236}">
                  <a16:creationId xmlns:a16="http://schemas.microsoft.com/office/drawing/2014/main" id="{95034355-541C-18BB-CCD0-A697EF63C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8564" y="61436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" name="Oval 1182">
              <a:extLst>
                <a:ext uri="{FF2B5EF4-FFF2-40B4-BE49-F238E27FC236}">
                  <a16:creationId xmlns:a16="http://schemas.microsoft.com/office/drawing/2014/main" id="{DB01F167-3EAC-7E35-148D-E6B0A1E21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18714" y="61436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" name="Oval 1183">
              <a:extLst>
                <a:ext uri="{FF2B5EF4-FFF2-40B4-BE49-F238E27FC236}">
                  <a16:creationId xmlns:a16="http://schemas.microsoft.com/office/drawing/2014/main" id="{9091436E-0D23-F21A-8D18-1DC8DE13F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8489" y="61436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" name="Oval 1184">
              <a:extLst>
                <a:ext uri="{FF2B5EF4-FFF2-40B4-BE49-F238E27FC236}">
                  <a16:creationId xmlns:a16="http://schemas.microsoft.com/office/drawing/2014/main" id="{B66C5236-CEB7-2840-0EAE-248303709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86989" y="61452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1" name="Oval 1185">
              <a:extLst>
                <a:ext uri="{FF2B5EF4-FFF2-40B4-BE49-F238E27FC236}">
                  <a16:creationId xmlns:a16="http://schemas.microsoft.com/office/drawing/2014/main" id="{FCA01B9A-B7EE-1D48-F802-C789C0760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9439" y="61452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2" name="Oval 1186">
              <a:extLst>
                <a:ext uri="{FF2B5EF4-FFF2-40B4-BE49-F238E27FC236}">
                  <a16:creationId xmlns:a16="http://schemas.microsoft.com/office/drawing/2014/main" id="{1DD684BF-EA6C-777F-950A-7D682B3A6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6339" y="61452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3" name="Oval 1187">
              <a:extLst>
                <a:ext uri="{FF2B5EF4-FFF2-40B4-BE49-F238E27FC236}">
                  <a16:creationId xmlns:a16="http://schemas.microsoft.com/office/drawing/2014/main" id="{18AA1A31-3AF1-0C5E-7EAD-5AB689F0C2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5114" y="61452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4" name="Oval 1188">
              <a:extLst>
                <a:ext uri="{FF2B5EF4-FFF2-40B4-BE49-F238E27FC236}">
                  <a16:creationId xmlns:a16="http://schemas.microsoft.com/office/drawing/2014/main" id="{1FE58EAF-3E9D-274A-9ABF-7DFA47B9B2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2901" y="61452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5" name="Oval 1189">
              <a:extLst>
                <a:ext uri="{FF2B5EF4-FFF2-40B4-BE49-F238E27FC236}">
                  <a16:creationId xmlns:a16="http://schemas.microsoft.com/office/drawing/2014/main" id="{957DFF18-5C9B-308F-D8AD-7393DCBE3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2151" y="61468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6" name="Oval 1190">
              <a:extLst>
                <a:ext uri="{FF2B5EF4-FFF2-40B4-BE49-F238E27FC236}">
                  <a16:creationId xmlns:a16="http://schemas.microsoft.com/office/drawing/2014/main" id="{905FDD28-B2A9-D1BA-2EDF-87B7E9E18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4201" y="61468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7" name="Oval 1191">
              <a:extLst>
                <a:ext uri="{FF2B5EF4-FFF2-40B4-BE49-F238E27FC236}">
                  <a16:creationId xmlns:a16="http://schemas.microsoft.com/office/drawing/2014/main" id="{4AD3D3E8-FA7F-59E2-D7B3-002BA2C1E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91801" y="61468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8" name="Oval 1192">
              <a:extLst>
                <a:ext uri="{FF2B5EF4-FFF2-40B4-BE49-F238E27FC236}">
                  <a16:creationId xmlns:a16="http://schemas.microsoft.com/office/drawing/2014/main" id="{3013F114-78C8-028C-2B83-E440D58E60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0539" y="61483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9" name="Oval 1193">
              <a:extLst>
                <a:ext uri="{FF2B5EF4-FFF2-40B4-BE49-F238E27FC236}">
                  <a16:creationId xmlns:a16="http://schemas.microsoft.com/office/drawing/2014/main" id="{5F318168-5B12-91B8-4AF1-AEE6D5807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15614" y="61483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0" name="Oval 1194">
              <a:extLst>
                <a:ext uri="{FF2B5EF4-FFF2-40B4-BE49-F238E27FC236}">
                  <a16:creationId xmlns:a16="http://schemas.microsoft.com/office/drawing/2014/main" id="{A7F032D7-0506-9CFF-6052-AB79FA8B9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6751" y="61499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1" name="Oval 1195">
              <a:extLst>
                <a:ext uri="{FF2B5EF4-FFF2-40B4-BE49-F238E27FC236}">
                  <a16:creationId xmlns:a16="http://schemas.microsoft.com/office/drawing/2014/main" id="{DD80F63A-47FE-B3A9-84B8-C418595A1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6251" y="61499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2" name="Oval 1196">
              <a:extLst>
                <a:ext uri="{FF2B5EF4-FFF2-40B4-BE49-F238E27FC236}">
                  <a16:creationId xmlns:a16="http://schemas.microsoft.com/office/drawing/2014/main" id="{0C971DEA-1DE9-5240-80E2-6CB03BF1C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83889" y="61515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3" name="Oval 1197">
              <a:extLst>
                <a:ext uri="{FF2B5EF4-FFF2-40B4-BE49-F238E27FC236}">
                  <a16:creationId xmlns:a16="http://schemas.microsoft.com/office/drawing/2014/main" id="{C7FA838D-735F-7DCB-28DF-889C556A6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58526" y="61515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4" name="Oval 1198">
              <a:extLst>
                <a:ext uri="{FF2B5EF4-FFF2-40B4-BE49-F238E27FC236}">
                  <a16:creationId xmlns:a16="http://schemas.microsoft.com/office/drawing/2014/main" id="{BD174FFE-4AF4-9402-1162-D64A1369A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1001" y="615156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5" name="Oval 1199">
              <a:extLst>
                <a:ext uri="{FF2B5EF4-FFF2-40B4-BE49-F238E27FC236}">
                  <a16:creationId xmlns:a16="http://schemas.microsoft.com/office/drawing/2014/main" id="{36E93E24-E323-D369-F2C9-B1AB3BABEC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2526" y="61531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6" name="Oval 1200">
              <a:extLst>
                <a:ext uri="{FF2B5EF4-FFF2-40B4-BE49-F238E27FC236}">
                  <a16:creationId xmlns:a16="http://schemas.microsoft.com/office/drawing/2014/main" id="{0CC81596-5EE4-7AED-3A71-E8D08D6E2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37826" y="615315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7" name="Oval 1201">
              <a:extLst>
                <a:ext uri="{FF2B5EF4-FFF2-40B4-BE49-F238E27FC236}">
                  <a16:creationId xmlns:a16="http://schemas.microsoft.com/office/drawing/2014/main" id="{2D5E9E03-694F-3693-DFDE-BA523818D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34576" y="61531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8" name="Oval 1202">
              <a:extLst>
                <a:ext uri="{FF2B5EF4-FFF2-40B4-BE49-F238E27FC236}">
                  <a16:creationId xmlns:a16="http://schemas.microsoft.com/office/drawing/2014/main" id="{27775D47-5B35-7CB5-7730-4CA73DD95F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7951" y="61547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9" name="Oval 1203">
              <a:extLst>
                <a:ext uri="{FF2B5EF4-FFF2-40B4-BE49-F238E27FC236}">
                  <a16:creationId xmlns:a16="http://schemas.microsoft.com/office/drawing/2014/main" id="{6F7604DF-B52C-583D-9BFD-D1796B6CA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9526" y="615473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0" name="Oval 1204">
              <a:extLst>
                <a:ext uri="{FF2B5EF4-FFF2-40B4-BE49-F238E27FC236}">
                  <a16:creationId xmlns:a16="http://schemas.microsoft.com/office/drawing/2014/main" id="{5E82122D-9660-B2E3-F89B-DD95F05ED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2626" y="61563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1" name="Oval 1205">
              <a:extLst>
                <a:ext uri="{FF2B5EF4-FFF2-40B4-BE49-F238E27FC236}">
                  <a16:creationId xmlns:a16="http://schemas.microsoft.com/office/drawing/2014/main" id="{FF3A75CD-29D0-64A1-1F69-C1A7D00D5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85439" y="61579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2" name="Oval 1206">
              <a:extLst>
                <a:ext uri="{FF2B5EF4-FFF2-40B4-BE49-F238E27FC236}">
                  <a16:creationId xmlns:a16="http://schemas.microsoft.com/office/drawing/2014/main" id="{F74D22A1-A400-1655-7C2E-3746040BF2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15614" y="615791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3" name="Oval 1207">
              <a:extLst>
                <a:ext uri="{FF2B5EF4-FFF2-40B4-BE49-F238E27FC236}">
                  <a16:creationId xmlns:a16="http://schemas.microsoft.com/office/drawing/2014/main" id="{17670D9B-EF28-63FA-AC48-516CDEBF19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6651" y="61579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4" name="Oval 1208">
              <a:extLst>
                <a:ext uri="{FF2B5EF4-FFF2-40B4-BE49-F238E27FC236}">
                  <a16:creationId xmlns:a16="http://schemas.microsoft.com/office/drawing/2014/main" id="{7A0DCFE4-588F-1FF0-91F7-375922EAC4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07651" y="61595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5" name="Oval 1209">
              <a:extLst>
                <a:ext uri="{FF2B5EF4-FFF2-40B4-BE49-F238E27FC236}">
                  <a16:creationId xmlns:a16="http://schemas.microsoft.com/office/drawing/2014/main" id="{2B5363F6-15F4-01F1-8681-8DE6B04ED5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4951" y="61595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6" name="Oval 1210">
              <a:extLst>
                <a:ext uri="{FF2B5EF4-FFF2-40B4-BE49-F238E27FC236}">
                  <a16:creationId xmlns:a16="http://schemas.microsoft.com/office/drawing/2014/main" id="{B24A5FB9-A3B2-823F-B099-A336C55F56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1076" y="616108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7" name="Oval 1211">
              <a:extLst>
                <a:ext uri="{FF2B5EF4-FFF2-40B4-BE49-F238E27FC236}">
                  <a16:creationId xmlns:a16="http://schemas.microsoft.com/office/drawing/2014/main" id="{2FF865C4-0692-4E5D-5B73-7360DDD42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1851" y="61626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8" name="Oval 1212">
              <a:extLst>
                <a:ext uri="{FF2B5EF4-FFF2-40B4-BE49-F238E27FC236}">
                  <a16:creationId xmlns:a16="http://schemas.microsoft.com/office/drawing/2014/main" id="{A4DFB481-B2E8-4A6A-9806-B70BD5CEB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82264" y="61626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9" name="Oval 1213">
              <a:extLst>
                <a:ext uri="{FF2B5EF4-FFF2-40B4-BE49-F238E27FC236}">
                  <a16:creationId xmlns:a16="http://schemas.microsoft.com/office/drawing/2014/main" id="{4357EB64-7DD5-C951-DD2C-53F284C21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8251" y="61626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0" name="Oval 1214">
              <a:extLst>
                <a:ext uri="{FF2B5EF4-FFF2-40B4-BE49-F238E27FC236}">
                  <a16:creationId xmlns:a16="http://schemas.microsoft.com/office/drawing/2014/main" id="{BA2E3757-6B57-4A8A-3973-E306AFB37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33276" y="61642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1" name="Oval 1215">
              <a:extLst>
                <a:ext uri="{FF2B5EF4-FFF2-40B4-BE49-F238E27FC236}">
                  <a16:creationId xmlns:a16="http://schemas.microsoft.com/office/drawing/2014/main" id="{435A0AA7-FAB0-DB27-1369-38BB22D76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7889" y="61642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2" name="Oval 1216">
              <a:extLst>
                <a:ext uri="{FF2B5EF4-FFF2-40B4-BE49-F238E27FC236}">
                  <a16:creationId xmlns:a16="http://schemas.microsoft.com/office/drawing/2014/main" id="{178B66CB-611D-BBF0-44FA-FCCB11C07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3164" y="616426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3" name="Oval 1217">
              <a:extLst>
                <a:ext uri="{FF2B5EF4-FFF2-40B4-BE49-F238E27FC236}">
                  <a16:creationId xmlns:a16="http://schemas.microsoft.com/office/drawing/2014/main" id="{747DE2B4-714B-70CC-1769-B21C38B3F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42576" y="61658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4" name="Oval 1218">
              <a:extLst>
                <a:ext uri="{FF2B5EF4-FFF2-40B4-BE49-F238E27FC236}">
                  <a16:creationId xmlns:a16="http://schemas.microsoft.com/office/drawing/2014/main" id="{102F05B7-3229-C4D8-2192-6B97F6AF0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0876" y="61658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5" name="Oval 1219">
              <a:extLst>
                <a:ext uri="{FF2B5EF4-FFF2-40B4-BE49-F238E27FC236}">
                  <a16:creationId xmlns:a16="http://schemas.microsoft.com/office/drawing/2014/main" id="{78F8E552-2AFA-95C9-82BE-EA43676A5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1589" y="61658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6" name="Oval 1220">
              <a:extLst>
                <a:ext uri="{FF2B5EF4-FFF2-40B4-BE49-F238E27FC236}">
                  <a16:creationId xmlns:a16="http://schemas.microsoft.com/office/drawing/2014/main" id="{4C572723-E3C8-7275-DB21-E71A22491E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9314" y="616743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7" name="Oval 1221">
              <a:extLst>
                <a:ext uri="{FF2B5EF4-FFF2-40B4-BE49-F238E27FC236}">
                  <a16:creationId xmlns:a16="http://schemas.microsoft.com/office/drawing/2014/main" id="{0656C1C0-9BC1-A9AA-C646-A16541C71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17201" y="61674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8" name="Oval 1222">
              <a:extLst>
                <a:ext uri="{FF2B5EF4-FFF2-40B4-BE49-F238E27FC236}">
                  <a16:creationId xmlns:a16="http://schemas.microsoft.com/office/drawing/2014/main" id="{C7178DD4-91CC-87E5-73A4-D625E12BB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8539" y="616743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9" name="Oval 1223">
              <a:extLst>
                <a:ext uri="{FF2B5EF4-FFF2-40B4-BE49-F238E27FC236}">
                  <a16:creationId xmlns:a16="http://schemas.microsoft.com/office/drawing/2014/main" id="{3C2E400C-ACE3-7348-A5C3-EAB697EDB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85576" y="61690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0" name="Oval 1224">
              <a:extLst>
                <a:ext uri="{FF2B5EF4-FFF2-40B4-BE49-F238E27FC236}">
                  <a16:creationId xmlns:a16="http://schemas.microsoft.com/office/drawing/2014/main" id="{B0FBCBED-1A8C-C773-6D4D-6ED43F27F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44139" y="61690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1" name="Oval 1225">
              <a:extLst>
                <a:ext uri="{FF2B5EF4-FFF2-40B4-BE49-F238E27FC236}">
                  <a16:creationId xmlns:a16="http://schemas.microsoft.com/office/drawing/2014/main" id="{B5940DF1-7533-8604-8975-695EE9C1D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6264" y="61706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2" name="Oval 1226">
              <a:extLst>
                <a:ext uri="{FF2B5EF4-FFF2-40B4-BE49-F238E27FC236}">
                  <a16:creationId xmlns:a16="http://schemas.microsoft.com/office/drawing/2014/main" id="{5D063191-DF93-51EC-B324-D54BFDD3F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8914" y="61706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3" name="Oval 1227">
              <a:extLst>
                <a:ext uri="{FF2B5EF4-FFF2-40B4-BE49-F238E27FC236}">
                  <a16:creationId xmlns:a16="http://schemas.microsoft.com/office/drawing/2014/main" id="{43AB3B92-7CA5-7CE1-5470-240FD205A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5251" y="6170613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4" name="Oval 1228">
              <a:extLst>
                <a:ext uri="{FF2B5EF4-FFF2-40B4-BE49-F238E27FC236}">
                  <a16:creationId xmlns:a16="http://schemas.microsoft.com/office/drawing/2014/main" id="{BEAA478C-1FA0-1B55-4E87-C59A74525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28301" y="6170613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5" name="Oval 1229">
              <a:extLst>
                <a:ext uri="{FF2B5EF4-FFF2-40B4-BE49-F238E27FC236}">
                  <a16:creationId xmlns:a16="http://schemas.microsoft.com/office/drawing/2014/main" id="{69625FE8-1622-AD9A-E602-E79DB02E2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31476" y="61722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6" name="Oval 1230">
              <a:extLst>
                <a:ext uri="{FF2B5EF4-FFF2-40B4-BE49-F238E27FC236}">
                  <a16:creationId xmlns:a16="http://schemas.microsoft.com/office/drawing/2014/main" id="{868FE74C-2311-CB60-B0B3-525CF12831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1414" y="61722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7" name="Oval 1231">
              <a:extLst>
                <a:ext uri="{FF2B5EF4-FFF2-40B4-BE49-F238E27FC236}">
                  <a16:creationId xmlns:a16="http://schemas.microsoft.com/office/drawing/2014/main" id="{966F0412-1474-ABAA-B95D-8F94DC848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4926" y="617220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8" name="Oval 1232">
              <a:extLst>
                <a:ext uri="{FF2B5EF4-FFF2-40B4-BE49-F238E27FC236}">
                  <a16:creationId xmlns:a16="http://schemas.microsoft.com/office/drawing/2014/main" id="{92F9B835-E892-27BB-127D-284A0C2D35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80639" y="61737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9" name="Oval 1233">
              <a:extLst>
                <a:ext uri="{FF2B5EF4-FFF2-40B4-BE49-F238E27FC236}">
                  <a16:creationId xmlns:a16="http://schemas.microsoft.com/office/drawing/2014/main" id="{61F5F41C-CC7F-7350-D90E-2D0214365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7214" y="6173788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0" name="Oval 1234">
              <a:extLst>
                <a:ext uri="{FF2B5EF4-FFF2-40B4-BE49-F238E27FC236}">
                  <a16:creationId xmlns:a16="http://schemas.microsoft.com/office/drawing/2014/main" id="{A8BE47A7-F9B8-57B1-9795-519A3C5DC0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6376" y="61753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1" name="Oval 1235">
              <a:extLst>
                <a:ext uri="{FF2B5EF4-FFF2-40B4-BE49-F238E27FC236}">
                  <a16:creationId xmlns:a16="http://schemas.microsoft.com/office/drawing/2014/main" id="{BAB66A75-20C6-BDCB-DEF0-6D9C7D588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03026" y="6175375"/>
              <a:ext cx="12700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2" name="Oval 1236">
              <a:extLst>
                <a:ext uri="{FF2B5EF4-FFF2-40B4-BE49-F238E27FC236}">
                  <a16:creationId xmlns:a16="http://schemas.microsoft.com/office/drawing/2014/main" id="{1B3EC615-8902-0C5B-E559-25593FCB6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10839" y="617696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3" name="Oval 1237">
              <a:extLst>
                <a:ext uri="{FF2B5EF4-FFF2-40B4-BE49-F238E27FC236}">
                  <a16:creationId xmlns:a16="http://schemas.microsoft.com/office/drawing/2014/main" id="{A532C4BC-D61D-5536-DA69-6BAE25CBA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8951" y="6178550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4" name="Oval 1238">
              <a:extLst>
                <a:ext uri="{FF2B5EF4-FFF2-40B4-BE49-F238E27FC236}">
                  <a16:creationId xmlns:a16="http://schemas.microsoft.com/office/drawing/2014/main" id="{2A01ED84-7E27-046B-FEE8-1C3F7090D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9089" y="61785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5" name="Oval 1239">
              <a:extLst>
                <a:ext uri="{FF2B5EF4-FFF2-40B4-BE49-F238E27FC236}">
                  <a16:creationId xmlns:a16="http://schemas.microsoft.com/office/drawing/2014/main" id="{D5846EA0-7874-2A17-ACB7-68435271D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7664" y="618013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6" name="Oval 1240">
              <a:extLst>
                <a:ext uri="{FF2B5EF4-FFF2-40B4-BE49-F238E27FC236}">
                  <a16:creationId xmlns:a16="http://schemas.microsoft.com/office/drawing/2014/main" id="{2CB8002C-AD5D-C858-3BBB-139402515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4039" y="618013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7" name="Oval 1241">
              <a:extLst>
                <a:ext uri="{FF2B5EF4-FFF2-40B4-BE49-F238E27FC236}">
                  <a16:creationId xmlns:a16="http://schemas.microsoft.com/office/drawing/2014/main" id="{190DDEFB-FAE8-FCB6-9B34-C8B988554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87026" y="61817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8" name="Oval 1242">
              <a:extLst>
                <a:ext uri="{FF2B5EF4-FFF2-40B4-BE49-F238E27FC236}">
                  <a16:creationId xmlns:a16="http://schemas.microsoft.com/office/drawing/2014/main" id="{D626D929-510A-05E1-E90C-A3DB0D945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5151" y="61817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9" name="Oval 1243">
              <a:extLst>
                <a:ext uri="{FF2B5EF4-FFF2-40B4-BE49-F238E27FC236}">
                  <a16:creationId xmlns:a16="http://schemas.microsoft.com/office/drawing/2014/main" id="{5A7EB145-8A50-9535-C59A-8A318AB33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1489" y="618331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0" name="Oval 1244">
              <a:extLst>
                <a:ext uri="{FF2B5EF4-FFF2-40B4-BE49-F238E27FC236}">
                  <a16:creationId xmlns:a16="http://schemas.microsoft.com/office/drawing/2014/main" id="{5A93A402-9E44-C89A-38D6-3D6C73F37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0239" y="61849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1" name="Oval 1245">
              <a:extLst>
                <a:ext uri="{FF2B5EF4-FFF2-40B4-BE49-F238E27FC236}">
                  <a16:creationId xmlns:a16="http://schemas.microsoft.com/office/drawing/2014/main" id="{2A752797-866F-48C8-C3FE-81D743E1C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1464" y="61849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2" name="Oval 1246">
              <a:extLst>
                <a:ext uri="{FF2B5EF4-FFF2-40B4-BE49-F238E27FC236}">
                  <a16:creationId xmlns:a16="http://schemas.microsoft.com/office/drawing/2014/main" id="{20118EB7-0989-13BC-7D87-A76B7F5CD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4364" y="61880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3" name="Oval 1247">
              <a:extLst>
                <a:ext uri="{FF2B5EF4-FFF2-40B4-BE49-F238E27FC236}">
                  <a16:creationId xmlns:a16="http://schemas.microsoft.com/office/drawing/2014/main" id="{A08B4584-36A9-9869-5ED1-CCD2F8E1D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6414" y="61928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4" name="Oval 1248">
              <a:extLst>
                <a:ext uri="{FF2B5EF4-FFF2-40B4-BE49-F238E27FC236}">
                  <a16:creationId xmlns:a16="http://schemas.microsoft.com/office/drawing/2014/main" id="{F866490E-84F2-86AB-E37A-D1EC37F23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10839" y="61944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5" name="Oval 1249">
              <a:extLst>
                <a:ext uri="{FF2B5EF4-FFF2-40B4-BE49-F238E27FC236}">
                  <a16:creationId xmlns:a16="http://schemas.microsoft.com/office/drawing/2014/main" id="{04EF555F-951E-05F1-17C3-205A453AA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6" y="619601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6" name="Oval 1250">
              <a:extLst>
                <a:ext uri="{FF2B5EF4-FFF2-40B4-BE49-F238E27FC236}">
                  <a16:creationId xmlns:a16="http://schemas.microsoft.com/office/drawing/2014/main" id="{FC73E075-6585-0C6E-C1EC-A74CCCE14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6864" y="619601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7" name="Oval 1251">
              <a:extLst>
                <a:ext uri="{FF2B5EF4-FFF2-40B4-BE49-F238E27FC236}">
                  <a16:creationId xmlns:a16="http://schemas.microsoft.com/office/drawing/2014/main" id="{1FF56713-67A3-ACA5-1F33-376674A27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3264" y="61976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8" name="Oval 1252">
              <a:extLst>
                <a:ext uri="{FF2B5EF4-FFF2-40B4-BE49-F238E27FC236}">
                  <a16:creationId xmlns:a16="http://schemas.microsoft.com/office/drawing/2014/main" id="{8F3BB043-030E-8B85-A7E0-5221D07564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4726" y="61991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9" name="Oval 1253">
              <a:extLst>
                <a:ext uri="{FF2B5EF4-FFF2-40B4-BE49-F238E27FC236}">
                  <a16:creationId xmlns:a16="http://schemas.microsoft.com/office/drawing/2014/main" id="{298F15F1-BB33-4019-3722-55B3D07282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1601" y="619918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0" name="Oval 1254">
              <a:extLst>
                <a:ext uri="{FF2B5EF4-FFF2-40B4-BE49-F238E27FC236}">
                  <a16:creationId xmlns:a16="http://schemas.microsoft.com/office/drawing/2014/main" id="{058012BD-22A6-FF9B-B080-9526105D5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30014" y="62007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1" name="Oval 1255">
              <a:extLst>
                <a:ext uri="{FF2B5EF4-FFF2-40B4-BE49-F238E27FC236}">
                  <a16:creationId xmlns:a16="http://schemas.microsoft.com/office/drawing/2014/main" id="{0D73B54A-72B3-F5A2-9D82-016D9055B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3439" y="62023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" name="Oval 1256">
              <a:extLst>
                <a:ext uri="{FF2B5EF4-FFF2-40B4-BE49-F238E27FC236}">
                  <a16:creationId xmlns:a16="http://schemas.microsoft.com/office/drawing/2014/main" id="{15357DBE-ACB5-B733-862E-18DAC3F0B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8976" y="620395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" name="Oval 1257">
              <a:extLst>
                <a:ext uri="{FF2B5EF4-FFF2-40B4-BE49-F238E27FC236}">
                  <a16:creationId xmlns:a16="http://schemas.microsoft.com/office/drawing/2014/main" id="{4060E196-7CE7-17AE-2537-745683EA7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1064" y="62055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" name="Oval 1258">
              <a:extLst>
                <a:ext uri="{FF2B5EF4-FFF2-40B4-BE49-F238E27FC236}">
                  <a16:creationId xmlns:a16="http://schemas.microsoft.com/office/drawing/2014/main" id="{43B038EF-A845-7C69-2294-6FD7F0F57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6676" y="620553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" name="Oval 1259">
              <a:extLst>
                <a:ext uri="{FF2B5EF4-FFF2-40B4-BE49-F238E27FC236}">
                  <a16:creationId xmlns:a16="http://schemas.microsoft.com/office/drawing/2014/main" id="{44952D79-D161-F3F8-D9F3-3FA188EDC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0264" y="62071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" name="Oval 1260">
              <a:extLst>
                <a:ext uri="{FF2B5EF4-FFF2-40B4-BE49-F238E27FC236}">
                  <a16:creationId xmlns:a16="http://schemas.microsoft.com/office/drawing/2014/main" id="{526428F8-D2C8-D47D-60CB-12F1F0CDB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3951" y="62103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" name="Oval 1261">
              <a:extLst>
                <a:ext uri="{FF2B5EF4-FFF2-40B4-BE49-F238E27FC236}">
                  <a16:creationId xmlns:a16="http://schemas.microsoft.com/office/drawing/2014/main" id="{24BCC6BC-745D-E311-3E9C-A7D39E128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6964" y="62118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8" name="Oval 1262">
              <a:extLst>
                <a:ext uri="{FF2B5EF4-FFF2-40B4-BE49-F238E27FC236}">
                  <a16:creationId xmlns:a16="http://schemas.microsoft.com/office/drawing/2014/main" id="{3FD513DB-775E-AA89-A4E7-16645AA3A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3626" y="6215063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9" name="Oval 1263">
              <a:extLst>
                <a:ext uri="{FF2B5EF4-FFF2-40B4-BE49-F238E27FC236}">
                  <a16:creationId xmlns:a16="http://schemas.microsoft.com/office/drawing/2014/main" id="{DAC3604A-291B-74A5-C96A-0144399A0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5489" y="62150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0" name="Oval 1264">
              <a:extLst>
                <a:ext uri="{FF2B5EF4-FFF2-40B4-BE49-F238E27FC236}">
                  <a16:creationId xmlns:a16="http://schemas.microsoft.com/office/drawing/2014/main" id="{467DD58F-1140-F0DD-51A0-918A8ADAB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2314" y="621506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1" name="Oval 1265">
              <a:extLst>
                <a:ext uri="{FF2B5EF4-FFF2-40B4-BE49-F238E27FC236}">
                  <a16:creationId xmlns:a16="http://schemas.microsoft.com/office/drawing/2014/main" id="{E1D2D324-0E16-3902-2B11-6493CDE2B6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09239" y="62166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2" name="Oval 1266">
              <a:extLst>
                <a:ext uri="{FF2B5EF4-FFF2-40B4-BE49-F238E27FC236}">
                  <a16:creationId xmlns:a16="http://schemas.microsoft.com/office/drawing/2014/main" id="{1645AC2B-3FAC-4F58-D753-5411A59E2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87176" y="622141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3" name="Oval 1267">
              <a:extLst>
                <a:ext uri="{FF2B5EF4-FFF2-40B4-BE49-F238E27FC236}">
                  <a16:creationId xmlns:a16="http://schemas.microsoft.com/office/drawing/2014/main" id="{19A41847-A65B-A5E4-81A1-93E84EC4D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90226" y="62245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4" name="Oval 1268">
              <a:extLst>
                <a:ext uri="{FF2B5EF4-FFF2-40B4-BE49-F238E27FC236}">
                  <a16:creationId xmlns:a16="http://schemas.microsoft.com/office/drawing/2014/main" id="{9A52BE03-6AB1-4995-976C-8D0413799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56876" y="622458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5" name="Oval 1269">
              <a:extLst>
                <a:ext uri="{FF2B5EF4-FFF2-40B4-BE49-F238E27FC236}">
                  <a16:creationId xmlns:a16="http://schemas.microsoft.com/office/drawing/2014/main" id="{0FF5ACD5-8468-7D7B-1188-9969C7393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9651" y="62261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6" name="Oval 1270">
              <a:extLst>
                <a:ext uri="{FF2B5EF4-FFF2-40B4-BE49-F238E27FC236}">
                  <a16:creationId xmlns:a16="http://schemas.microsoft.com/office/drawing/2014/main" id="{D1F20534-2C6F-29C7-C071-23B0B1981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5039" y="6226175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7" name="Oval 1271">
              <a:extLst>
                <a:ext uri="{FF2B5EF4-FFF2-40B4-BE49-F238E27FC236}">
                  <a16:creationId xmlns:a16="http://schemas.microsoft.com/office/drawing/2014/main" id="{46878523-A806-A0FF-0CD7-E1066E973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82251" y="622617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8" name="Oval 1272">
              <a:extLst>
                <a:ext uri="{FF2B5EF4-FFF2-40B4-BE49-F238E27FC236}">
                  <a16:creationId xmlns:a16="http://schemas.microsoft.com/office/drawing/2014/main" id="{276F0F3D-41D0-E2BC-D4C5-6B57644AC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60189" y="6232525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Oval 1274">
              <a:extLst>
                <a:ext uri="{FF2B5EF4-FFF2-40B4-BE49-F238E27FC236}">
                  <a16:creationId xmlns:a16="http://schemas.microsoft.com/office/drawing/2014/main" id="{03EAD839-C7AC-D77C-79A4-6D0FCB1EC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37826" y="62357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Oval 1275">
              <a:extLst>
                <a:ext uri="{FF2B5EF4-FFF2-40B4-BE49-F238E27FC236}">
                  <a16:creationId xmlns:a16="http://schemas.microsoft.com/office/drawing/2014/main" id="{35736E0C-C2ED-BCEA-6455-6680895AD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3313" y="62357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Oval 1276">
              <a:extLst>
                <a:ext uri="{FF2B5EF4-FFF2-40B4-BE49-F238E27FC236}">
                  <a16:creationId xmlns:a16="http://schemas.microsoft.com/office/drawing/2014/main" id="{6B50AFB0-7429-988E-5A4E-1CBEA646B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4176" y="62388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Oval 1277">
              <a:extLst>
                <a:ext uri="{FF2B5EF4-FFF2-40B4-BE49-F238E27FC236}">
                  <a16:creationId xmlns:a16="http://schemas.microsoft.com/office/drawing/2014/main" id="{48934C03-0F5B-2506-D887-EAC8D285E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52113" y="6243638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Oval 1278">
              <a:extLst>
                <a:ext uri="{FF2B5EF4-FFF2-40B4-BE49-F238E27FC236}">
                  <a16:creationId xmlns:a16="http://schemas.microsoft.com/office/drawing/2014/main" id="{49987320-8CF5-1B7B-CF6F-FC3BB1926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99738" y="624522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Oval 1279">
              <a:extLst>
                <a:ext uri="{FF2B5EF4-FFF2-40B4-BE49-F238E27FC236}">
                  <a16:creationId xmlns:a16="http://schemas.microsoft.com/office/drawing/2014/main" id="{358FAC1F-032A-ECC3-15CF-AD4414B3E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3563" y="62531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Oval 1280">
              <a:extLst>
                <a:ext uri="{FF2B5EF4-FFF2-40B4-BE49-F238E27FC236}">
                  <a16:creationId xmlns:a16="http://schemas.microsoft.com/office/drawing/2014/main" id="{F33FE850-2F5D-1BB4-20E5-D72BFCF29F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9201" y="6253163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Oval 1281">
              <a:extLst>
                <a:ext uri="{FF2B5EF4-FFF2-40B4-BE49-F238E27FC236}">
                  <a16:creationId xmlns:a16="http://schemas.microsoft.com/office/drawing/2014/main" id="{39F5A8E5-A272-CFB9-B91C-5174A037A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15613" y="625951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0" name="Oval 1282">
              <a:extLst>
                <a:ext uri="{FF2B5EF4-FFF2-40B4-BE49-F238E27FC236}">
                  <a16:creationId xmlns:a16="http://schemas.microsoft.com/office/drawing/2014/main" id="{AA927837-44AD-03BC-6F67-0E191981D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1638" y="62626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Oval 1283">
              <a:extLst>
                <a:ext uri="{FF2B5EF4-FFF2-40B4-BE49-F238E27FC236}">
                  <a16:creationId xmlns:a16="http://schemas.microsoft.com/office/drawing/2014/main" id="{42644526-CD24-24BC-3252-C13B90209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04626" y="62674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2" name="Oval 1284">
              <a:extLst>
                <a:ext uri="{FF2B5EF4-FFF2-40B4-BE49-F238E27FC236}">
                  <a16:creationId xmlns:a16="http://schemas.microsoft.com/office/drawing/2014/main" id="{9F2C80D2-D300-D9E7-8CD9-7A387099D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5813" y="626745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Oval 1285">
              <a:extLst>
                <a:ext uri="{FF2B5EF4-FFF2-40B4-BE49-F238E27FC236}">
                  <a16:creationId xmlns:a16="http://schemas.microsoft.com/office/drawing/2014/main" id="{8F2C278E-ECAC-5331-C918-4C18905DD8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6313" y="6275388"/>
              <a:ext cx="12700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Oval 1286">
              <a:extLst>
                <a:ext uri="{FF2B5EF4-FFF2-40B4-BE49-F238E27FC236}">
                  <a16:creationId xmlns:a16="http://schemas.microsoft.com/office/drawing/2014/main" id="{B0BDB40A-20BD-5C9E-9C45-357FD2E21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6176" y="6275388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Oval 1287">
              <a:extLst>
                <a:ext uri="{FF2B5EF4-FFF2-40B4-BE49-F238E27FC236}">
                  <a16:creationId xmlns:a16="http://schemas.microsoft.com/office/drawing/2014/main" id="{4349A8C5-81EA-0172-ED98-1396B18CB4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28438" y="6286500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Oval 1288">
              <a:extLst>
                <a:ext uri="{FF2B5EF4-FFF2-40B4-BE49-F238E27FC236}">
                  <a16:creationId xmlns:a16="http://schemas.microsoft.com/office/drawing/2014/main" id="{4A567A25-EA5A-DDF8-4E11-5DA2AEFE7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4451" y="6286500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Oval 1289">
              <a:extLst>
                <a:ext uri="{FF2B5EF4-FFF2-40B4-BE49-F238E27FC236}">
                  <a16:creationId xmlns:a16="http://schemas.microsoft.com/office/drawing/2014/main" id="{CF12776B-84F7-8223-FA80-4E13256D5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3576" y="6289675"/>
              <a:ext cx="11113" cy="11113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Oval 1290">
              <a:extLst>
                <a:ext uri="{FF2B5EF4-FFF2-40B4-BE49-F238E27FC236}">
                  <a16:creationId xmlns:a16="http://schemas.microsoft.com/office/drawing/2014/main" id="{B1843D26-500D-7A19-87F0-FAEBBC83A5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1688" y="6310313"/>
              <a:ext cx="11113" cy="12700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EAA6E67-159C-5010-C0C2-3D1BC0D58194}"/>
              </a:ext>
            </a:extLst>
          </p:cNvPr>
          <p:cNvSpPr txBox="1"/>
          <p:nvPr/>
        </p:nvSpPr>
        <p:spPr>
          <a:xfrm>
            <a:off x="418859" y="3810000"/>
            <a:ext cx="2980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 light source icon and rays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5C26B6-CB17-48F9-16B5-1BCFB23EAA05}"/>
              </a:ext>
            </a:extLst>
          </p:cNvPr>
          <p:cNvSpPr txBox="1"/>
          <p:nvPr/>
        </p:nvSpPr>
        <p:spPr>
          <a:xfrm>
            <a:off x="4020670" y="3806085"/>
            <a:ext cx="4476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 </a:t>
            </a:r>
            <a:r>
              <a:rPr lang="en-US" dirty="0" err="1"/>
              <a:t>xray</a:t>
            </a:r>
            <a:r>
              <a:rPr lang="en-US" dirty="0"/>
              <a:t> source icon and rays that go through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00612A-1976-859B-0E13-6DEB06C91E5A}"/>
              </a:ext>
            </a:extLst>
          </p:cNvPr>
          <p:cNvSpPr txBox="1"/>
          <p:nvPr/>
        </p:nvSpPr>
        <p:spPr>
          <a:xfrm>
            <a:off x="2421466" y="6239933"/>
            <a:ext cx="1330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plane</a:t>
            </a:r>
          </a:p>
        </p:txBody>
      </p:sp>
    </p:spTree>
    <p:extLst>
      <p:ext uri="{BB962C8B-B14F-4D97-AF65-F5344CB8AC3E}">
        <p14:creationId xmlns:p14="http://schemas.microsoft.com/office/powerpoint/2010/main" val="4261846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AB9C09-A777-2F6E-99A9-192646A629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EMFs</a:t>
            </a:r>
          </a:p>
        </p:txBody>
      </p:sp>
    </p:spTree>
    <p:extLst>
      <p:ext uri="{BB962C8B-B14F-4D97-AF65-F5344CB8AC3E}">
        <p14:creationId xmlns:p14="http://schemas.microsoft.com/office/powerpoint/2010/main" val="203936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AB9C09-A777-2F6E-99A9-192646A629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spectra: heatmaps and </a:t>
            </a:r>
            <a:r>
              <a:rPr lang="en-US" dirty="0" err="1"/>
              <a:t>dotplots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705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19" name="Group 3718">
            <a:extLst>
              <a:ext uri="{FF2B5EF4-FFF2-40B4-BE49-F238E27FC236}">
                <a16:creationId xmlns:a16="http://schemas.microsoft.com/office/drawing/2014/main" id="{2EC573A9-3E1E-976F-3BF3-3C4C5237BE54}"/>
              </a:ext>
            </a:extLst>
          </p:cNvPr>
          <p:cNvGrpSpPr>
            <a:grpSpLocks noChangeAspect="1"/>
          </p:cNvGrpSpPr>
          <p:nvPr/>
        </p:nvGrpSpPr>
        <p:grpSpPr>
          <a:xfrm>
            <a:off x="553368" y="1354643"/>
            <a:ext cx="2299494" cy="2074357"/>
            <a:chOff x="-5310717" y="896606"/>
            <a:chExt cx="4598988" cy="4148713"/>
          </a:xfrm>
        </p:grpSpPr>
        <p:sp>
          <p:nvSpPr>
            <p:cNvPr id="2862" name="TextBox 2861">
              <a:extLst>
                <a:ext uri="{FF2B5EF4-FFF2-40B4-BE49-F238E27FC236}">
                  <a16:creationId xmlns:a16="http://schemas.microsoft.com/office/drawing/2014/main" id="{11B38BAE-555B-AA0A-A9C4-DA0E2005F2BB}"/>
                </a:ext>
              </a:extLst>
            </p:cNvPr>
            <p:cNvSpPr txBox="1"/>
            <p:nvPr/>
          </p:nvSpPr>
          <p:spPr>
            <a:xfrm>
              <a:off x="-4301861" y="896606"/>
              <a:ext cx="103746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bone</a:t>
              </a:r>
            </a:p>
          </p:txBody>
        </p:sp>
        <p:grpSp>
          <p:nvGrpSpPr>
            <p:cNvPr id="472" name="Group 471">
              <a:extLst>
                <a:ext uri="{FF2B5EF4-FFF2-40B4-BE49-F238E27FC236}">
                  <a16:creationId xmlns:a16="http://schemas.microsoft.com/office/drawing/2014/main" id="{C8AFE74E-9573-F976-A202-68720E41DAAD}"/>
                </a:ext>
              </a:extLst>
            </p:cNvPr>
            <p:cNvGrpSpPr/>
            <p:nvPr/>
          </p:nvGrpSpPr>
          <p:grpSpPr>
            <a:xfrm>
              <a:off x="-5310717" y="1059106"/>
              <a:ext cx="4598988" cy="3986213"/>
              <a:chOff x="-214313" y="1292225"/>
              <a:chExt cx="4598988" cy="3986213"/>
            </a:xfrm>
          </p:grpSpPr>
          <p:sp>
            <p:nvSpPr>
              <p:cNvPr id="15" name="Rectangle 7">
                <a:extLst>
                  <a:ext uri="{FF2B5EF4-FFF2-40B4-BE49-F238E27FC236}">
                    <a16:creationId xmlns:a16="http://schemas.microsoft.com/office/drawing/2014/main" id="{EE18BC18-B916-F914-A263-A3243C97B0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8362" y="1820863"/>
                <a:ext cx="3040063" cy="30432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Rectangle 8">
                <a:extLst>
                  <a:ext uri="{FF2B5EF4-FFF2-40B4-BE49-F238E27FC236}">
                    <a16:creationId xmlns:a16="http://schemas.microsoft.com/office/drawing/2014/main" id="{4A7AAEBF-E730-AA51-300F-9119BF9FB6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7075" y="1292225"/>
                <a:ext cx="88106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std (avg per subj)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pic>
            <p:nvPicPr>
              <p:cNvPr id="1033" name="Picture 9">
                <a:extLst>
                  <a:ext uri="{FF2B5EF4-FFF2-40B4-BE49-F238E27FC236}">
                    <a16:creationId xmlns:a16="http://schemas.microsoft.com/office/drawing/2014/main" id="{2392EA63-D09B-AC88-B3DB-0CB432710D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8362" y="1820863"/>
                <a:ext cx="3040063" cy="3043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" name="Line 10">
                <a:extLst>
                  <a:ext uri="{FF2B5EF4-FFF2-40B4-BE49-F238E27FC236}">
                    <a16:creationId xmlns:a16="http://schemas.microsoft.com/office/drawing/2014/main" id="{75CF0B9F-9EC9-4A96-76FD-E272BB15E6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8362" y="4864100"/>
                <a:ext cx="30400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Line 11">
                <a:extLst>
                  <a:ext uri="{FF2B5EF4-FFF2-40B4-BE49-F238E27FC236}">
                    <a16:creationId xmlns:a16="http://schemas.microsoft.com/office/drawing/2014/main" id="{09617990-49E6-E8B2-D43C-7796A9A041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8362" y="1820863"/>
                <a:ext cx="30400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" name="Line 12">
                <a:extLst>
                  <a:ext uri="{FF2B5EF4-FFF2-40B4-BE49-F238E27FC236}">
                    <a16:creationId xmlns:a16="http://schemas.microsoft.com/office/drawing/2014/main" id="{20DDEE13-6507-6C1E-7DFA-7899CAB684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8362" y="4833938"/>
                <a:ext cx="0" cy="30163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Line 13">
                <a:extLst>
                  <a:ext uri="{FF2B5EF4-FFF2-40B4-BE49-F238E27FC236}">
                    <a16:creationId xmlns:a16="http://schemas.microsoft.com/office/drawing/2014/main" id="{AA0C6308-0574-1C9F-7B2E-ADCFAA073C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87600" y="4833938"/>
                <a:ext cx="0" cy="30163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Line 14">
                <a:extLst>
                  <a:ext uri="{FF2B5EF4-FFF2-40B4-BE49-F238E27FC236}">
                    <a16:creationId xmlns:a16="http://schemas.microsoft.com/office/drawing/2014/main" id="{B2E2272B-E7FC-EABF-9931-E74F09D454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08425" y="4833938"/>
                <a:ext cx="0" cy="30163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Line 15">
                <a:extLst>
                  <a:ext uri="{FF2B5EF4-FFF2-40B4-BE49-F238E27FC236}">
                    <a16:creationId xmlns:a16="http://schemas.microsoft.com/office/drawing/2014/main" id="{BB457D9A-2978-5369-C14C-23535FDF1A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8362" y="1820863"/>
                <a:ext cx="0" cy="3175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Line 16">
                <a:extLst>
                  <a:ext uri="{FF2B5EF4-FFF2-40B4-BE49-F238E27FC236}">
                    <a16:creationId xmlns:a16="http://schemas.microsoft.com/office/drawing/2014/main" id="{6925098A-0BA3-544C-1EDC-43E93F58FA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87600" y="1820863"/>
                <a:ext cx="0" cy="3175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Line 17">
                <a:extLst>
                  <a:ext uri="{FF2B5EF4-FFF2-40B4-BE49-F238E27FC236}">
                    <a16:creationId xmlns:a16="http://schemas.microsoft.com/office/drawing/2014/main" id="{B4BD14AA-FED1-DDE8-2199-647D778C1F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08425" y="1820863"/>
                <a:ext cx="0" cy="3175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" name="Rectangle 18">
                <a:extLst>
                  <a:ext uri="{FF2B5EF4-FFF2-40B4-BE49-F238E27FC236}">
                    <a16:creationId xmlns:a16="http://schemas.microsoft.com/office/drawing/2014/main" id="{855F4166-7BC5-A725-7ED2-20E8ECDB7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350" y="4902200"/>
                <a:ext cx="27146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-0.25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" name="Rectangle 19">
                <a:extLst>
                  <a:ext uri="{FF2B5EF4-FFF2-40B4-BE49-F238E27FC236}">
                    <a16:creationId xmlns:a16="http://schemas.microsoft.com/office/drawing/2014/main" id="{2D23D4BC-6570-0B17-C5F7-7BD2F1DFD6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1400" y="4902200"/>
                <a:ext cx="21431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   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7" name="Rectangle 20">
                <a:extLst>
                  <a:ext uri="{FF2B5EF4-FFF2-40B4-BE49-F238E27FC236}">
                    <a16:creationId xmlns:a16="http://schemas.microsoft.com/office/drawing/2014/main" id="{881E61EA-82FE-2060-2FE8-5250B97F1B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8412" y="4902200"/>
                <a:ext cx="266700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0.25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8" name="Rectangle 21">
                <a:extLst>
                  <a:ext uri="{FF2B5EF4-FFF2-40B4-BE49-F238E27FC236}">
                    <a16:creationId xmlns:a16="http://schemas.microsoft.com/office/drawing/2014/main" id="{AAA53038-3CD9-D62F-47E9-E468812BDB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4225" y="5026025"/>
                <a:ext cx="72866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cycles per pixel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9" name="Line 22">
                <a:extLst>
                  <a:ext uri="{FF2B5EF4-FFF2-40B4-BE49-F238E27FC236}">
                    <a16:creationId xmlns:a16="http://schemas.microsoft.com/office/drawing/2014/main" id="{2C5D09BA-FC90-5EFE-585E-AC60C65D4B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8362" y="1820863"/>
                <a:ext cx="0" cy="3043238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" name="Line 23">
                <a:extLst>
                  <a:ext uri="{FF2B5EF4-FFF2-40B4-BE49-F238E27FC236}">
                    <a16:creationId xmlns:a16="http://schemas.microsoft.com/office/drawing/2014/main" id="{90AA07B6-F703-DB97-9A05-3D26D4DE94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08425" y="1820863"/>
                <a:ext cx="0" cy="3043238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1" name="Line 24">
                <a:extLst>
                  <a:ext uri="{FF2B5EF4-FFF2-40B4-BE49-F238E27FC236}">
                    <a16:creationId xmlns:a16="http://schemas.microsoft.com/office/drawing/2014/main" id="{1B00C08B-6CA9-28B9-1C7D-0995CB8B37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8362" y="3343275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2" name="Line 25">
                <a:extLst>
                  <a:ext uri="{FF2B5EF4-FFF2-40B4-BE49-F238E27FC236}">
                    <a16:creationId xmlns:a16="http://schemas.microsoft.com/office/drawing/2014/main" id="{B25E9E95-8316-9E33-2FC8-963616CAAB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8362" y="1820863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" name="Line 26">
                <a:extLst>
                  <a:ext uri="{FF2B5EF4-FFF2-40B4-BE49-F238E27FC236}">
                    <a16:creationId xmlns:a16="http://schemas.microsoft.com/office/drawing/2014/main" id="{CA264CB5-4684-8B04-1D6B-90BC5C325D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78262" y="3343275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4" name="Line 27">
                <a:extLst>
                  <a:ext uri="{FF2B5EF4-FFF2-40B4-BE49-F238E27FC236}">
                    <a16:creationId xmlns:a16="http://schemas.microsoft.com/office/drawing/2014/main" id="{448C1A9C-0F0B-8507-77E7-6A051E8245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78262" y="1820863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" name="Rectangle 28">
                <a:extLst>
                  <a:ext uri="{FF2B5EF4-FFF2-40B4-BE49-F238E27FC236}">
                    <a16:creationId xmlns:a16="http://schemas.microsoft.com/office/drawing/2014/main" id="{FA21CD2D-CB34-817E-F166-CDE8BB65FE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7387" y="3295650"/>
                <a:ext cx="21431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   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" name="Rectangle 29">
                <a:extLst>
                  <a:ext uri="{FF2B5EF4-FFF2-40B4-BE49-F238E27FC236}">
                    <a16:creationId xmlns:a16="http://schemas.microsoft.com/office/drawing/2014/main" id="{07EFF2BC-FD50-9387-7B49-19CB183C81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762" y="1774825"/>
                <a:ext cx="266700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0.25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7" name="Rectangle 30">
                <a:extLst>
                  <a:ext uri="{FF2B5EF4-FFF2-40B4-BE49-F238E27FC236}">
                    <a16:creationId xmlns:a16="http://schemas.microsoft.com/office/drawing/2014/main" id="{FC5E0D9D-5497-EC20-44BE-73FFA9006B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523875" y="3559175"/>
                <a:ext cx="95250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8" name="Rectangle 31">
                <a:extLst>
                  <a:ext uri="{FF2B5EF4-FFF2-40B4-BE49-F238E27FC236}">
                    <a16:creationId xmlns:a16="http://schemas.microsoft.com/office/drawing/2014/main" id="{8AD16FE6-FF0D-B324-649A-04D469FBB5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525462" y="3513138"/>
                <a:ext cx="90488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y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9" name="Rectangle 32">
                <a:extLst>
                  <a:ext uri="{FF2B5EF4-FFF2-40B4-BE49-F238E27FC236}">
                    <a16:creationId xmlns:a16="http://schemas.microsoft.com/office/drawing/2014/main" id="{82F98ECE-37E3-B8B2-9E37-90611A9F5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523875" y="3459163"/>
                <a:ext cx="95250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0" name="Rectangle 33">
                <a:extLst>
                  <a:ext uri="{FF2B5EF4-FFF2-40B4-BE49-F238E27FC236}">
                    <a16:creationId xmlns:a16="http://schemas.microsoft.com/office/drawing/2014/main" id="{106078FC-C591-3B8A-BDFA-D5AA7F262F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538162" y="3421063"/>
                <a:ext cx="66675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1" name="Rectangle 34">
                <a:extLst>
                  <a:ext uri="{FF2B5EF4-FFF2-40B4-BE49-F238E27FC236}">
                    <a16:creationId xmlns:a16="http://schemas.microsoft.com/office/drawing/2014/main" id="{532E454D-B059-8267-4AC0-168460F844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520700" y="3379788"/>
                <a:ext cx="10001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2" name="Rectangle 35">
                <a:extLst>
                  <a:ext uri="{FF2B5EF4-FFF2-40B4-BE49-F238E27FC236}">
                    <a16:creationId xmlns:a16="http://schemas.microsoft.com/office/drawing/2014/main" id="{DAD92386-26AB-3AFE-C305-EDFFB6E512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523875" y="3321050"/>
                <a:ext cx="95250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3" name="Rectangle 36">
                <a:extLst>
                  <a:ext uri="{FF2B5EF4-FFF2-40B4-BE49-F238E27FC236}">
                    <a16:creationId xmlns:a16="http://schemas.microsoft.com/office/drawing/2014/main" id="{AAF2CCED-6412-95C8-DAE5-F54AED6312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534987" y="3284538"/>
                <a:ext cx="71438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4" name="Rectangle 37">
                <a:extLst>
                  <a:ext uri="{FF2B5EF4-FFF2-40B4-BE49-F238E27FC236}">
                    <a16:creationId xmlns:a16="http://schemas.microsoft.com/office/drawing/2014/main" id="{D6067BDF-41D1-E923-3609-92B445ADC4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520700" y="3251200"/>
                <a:ext cx="10001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p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5" name="Rectangle 38">
                <a:extLst>
                  <a:ext uri="{FF2B5EF4-FFF2-40B4-BE49-F238E27FC236}">
                    <a16:creationId xmlns:a16="http://schemas.microsoft.com/office/drawing/2014/main" id="{26F13D2A-5DEF-3708-AEFB-3DC32A91B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520700" y="3194050"/>
                <a:ext cx="10001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6" name="Rectangle 39">
                <a:extLst>
                  <a:ext uri="{FF2B5EF4-FFF2-40B4-BE49-F238E27FC236}">
                    <a16:creationId xmlns:a16="http://schemas.microsoft.com/office/drawing/2014/main" id="{080895BA-8267-6E4D-FB38-EC86C3504F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533400" y="3149600"/>
                <a:ext cx="76200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7" name="Rectangle 40">
                <a:extLst>
                  <a:ext uri="{FF2B5EF4-FFF2-40B4-BE49-F238E27FC236}">
                    <a16:creationId xmlns:a16="http://schemas.microsoft.com/office/drawing/2014/main" id="{AFCC0E95-A5B5-0B73-C232-285D4B923E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534987" y="3117850"/>
                <a:ext cx="71438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8" name="Rectangle 41">
                <a:extLst>
                  <a:ext uri="{FF2B5EF4-FFF2-40B4-BE49-F238E27FC236}">
                    <a16:creationId xmlns:a16="http://schemas.microsoft.com/office/drawing/2014/main" id="{EA1E0274-62F0-D173-9A3B-5364DC4F69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520700" y="3089275"/>
                <a:ext cx="10001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p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9" name="Rectangle 42">
                <a:extLst>
                  <a:ext uri="{FF2B5EF4-FFF2-40B4-BE49-F238E27FC236}">
                    <a16:creationId xmlns:a16="http://schemas.microsoft.com/office/drawing/2014/main" id="{C054ACED-909D-4500-5D94-770B5E1C9A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538162" y="3048000"/>
                <a:ext cx="66675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0" name="Rectangle 43">
                <a:extLst>
                  <a:ext uri="{FF2B5EF4-FFF2-40B4-BE49-F238E27FC236}">
                    <a16:creationId xmlns:a16="http://schemas.microsoft.com/office/drawing/2014/main" id="{DC96EA52-6E9F-DE18-24B3-589AD70A66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525462" y="3011488"/>
                <a:ext cx="90488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x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1" name="Rectangle 44">
                <a:extLst>
                  <a:ext uri="{FF2B5EF4-FFF2-40B4-BE49-F238E27FC236}">
                    <a16:creationId xmlns:a16="http://schemas.microsoft.com/office/drawing/2014/main" id="{0DEE25A9-42A3-1A0E-CFAA-7F60BCE00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520700" y="2963863"/>
                <a:ext cx="10001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2" name="Rectangle 45">
                <a:extLst>
                  <a:ext uri="{FF2B5EF4-FFF2-40B4-BE49-F238E27FC236}">
                    <a16:creationId xmlns:a16="http://schemas.microsoft.com/office/drawing/2014/main" id="{F82D775C-B32E-3586-F002-41BF2A86C5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538162" y="2928938"/>
                <a:ext cx="66675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53" name="Line 46">
                <a:extLst>
                  <a:ext uri="{FF2B5EF4-FFF2-40B4-BE49-F238E27FC236}">
                    <a16:creationId xmlns:a16="http://schemas.microsoft.com/office/drawing/2014/main" id="{90D5156B-CE12-86C0-64B6-4F404672B2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0825" y="4864100"/>
                <a:ext cx="10001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" name="Line 47">
                <a:extLst>
                  <a:ext uri="{FF2B5EF4-FFF2-40B4-BE49-F238E27FC236}">
                    <a16:creationId xmlns:a16="http://schemas.microsoft.com/office/drawing/2014/main" id="{2C54B341-8059-9BCE-FFB4-1A7ECEB33A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0825" y="1820863"/>
                <a:ext cx="10001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" name="Line 48">
                <a:extLst>
                  <a:ext uri="{FF2B5EF4-FFF2-40B4-BE49-F238E27FC236}">
                    <a16:creationId xmlns:a16="http://schemas.microsoft.com/office/drawing/2014/main" id="{0D1A46D1-4D26-301A-85B4-E752C54864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60825" y="1820863"/>
                <a:ext cx="0" cy="3043238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" name="Line 49">
                <a:extLst>
                  <a:ext uri="{FF2B5EF4-FFF2-40B4-BE49-F238E27FC236}">
                    <a16:creationId xmlns:a16="http://schemas.microsoft.com/office/drawing/2014/main" id="{81DBA994-F948-796E-1BB3-F15B788052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60837" y="1820863"/>
                <a:ext cx="0" cy="3043238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pic>
            <p:nvPicPr>
              <p:cNvPr id="1074" name="Picture 50">
                <a:extLst>
                  <a:ext uri="{FF2B5EF4-FFF2-40B4-BE49-F238E27FC236}">
                    <a16:creationId xmlns:a16="http://schemas.microsoft.com/office/drawing/2014/main" id="{76918B33-0ADB-DD00-8D26-2DDE5FEFFED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60825" y="1820863"/>
                <a:ext cx="100013" cy="3043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7" name="Line 51">
                <a:extLst>
                  <a:ext uri="{FF2B5EF4-FFF2-40B4-BE49-F238E27FC236}">
                    <a16:creationId xmlns:a16="http://schemas.microsoft.com/office/drawing/2014/main" id="{0211EA06-0A0E-C3B6-EEDA-6833C2E2FE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60837" y="1820863"/>
                <a:ext cx="0" cy="3043238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" name="Line 52">
                <a:extLst>
                  <a:ext uri="{FF2B5EF4-FFF2-40B4-BE49-F238E27FC236}">
                    <a16:creationId xmlns:a16="http://schemas.microsoft.com/office/drawing/2014/main" id="{AEB3018B-7FCE-148D-A20C-87174B43A6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30675" y="4864100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Line 53">
                <a:extLst>
                  <a:ext uri="{FF2B5EF4-FFF2-40B4-BE49-F238E27FC236}">
                    <a16:creationId xmlns:a16="http://schemas.microsoft.com/office/drawing/2014/main" id="{25E14A19-C73A-DE15-0F56-560395C847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30675" y="4587875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" name="Line 54">
                <a:extLst>
                  <a:ext uri="{FF2B5EF4-FFF2-40B4-BE49-F238E27FC236}">
                    <a16:creationId xmlns:a16="http://schemas.microsoft.com/office/drawing/2014/main" id="{060DFDC3-B4D8-AD89-FFC0-C032AFA458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30675" y="4310063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" name="Line 55">
                <a:extLst>
                  <a:ext uri="{FF2B5EF4-FFF2-40B4-BE49-F238E27FC236}">
                    <a16:creationId xmlns:a16="http://schemas.microsoft.com/office/drawing/2014/main" id="{29C49A6B-B249-825F-1274-10DC9ED373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30675" y="4033838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" name="Line 56">
                <a:extLst>
                  <a:ext uri="{FF2B5EF4-FFF2-40B4-BE49-F238E27FC236}">
                    <a16:creationId xmlns:a16="http://schemas.microsoft.com/office/drawing/2014/main" id="{3FAE5E47-9A87-1D8B-E536-42F780CB38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30675" y="3757613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" name="Line 57">
                <a:extLst>
                  <a:ext uri="{FF2B5EF4-FFF2-40B4-BE49-F238E27FC236}">
                    <a16:creationId xmlns:a16="http://schemas.microsoft.com/office/drawing/2014/main" id="{5FDE0563-7207-5058-8248-DC2BECE4F4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30675" y="3481388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8" name="Line 58">
                <a:extLst>
                  <a:ext uri="{FF2B5EF4-FFF2-40B4-BE49-F238E27FC236}">
                    <a16:creationId xmlns:a16="http://schemas.microsoft.com/office/drawing/2014/main" id="{BB44A221-EB27-EF91-81AB-94BF26FCC7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30675" y="3205163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9" name="Line 59">
                <a:extLst>
                  <a:ext uri="{FF2B5EF4-FFF2-40B4-BE49-F238E27FC236}">
                    <a16:creationId xmlns:a16="http://schemas.microsoft.com/office/drawing/2014/main" id="{91E911C4-FB7C-1EF6-B922-D7EF1EA144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30675" y="2927350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0" name="Line 60">
                <a:extLst>
                  <a:ext uri="{FF2B5EF4-FFF2-40B4-BE49-F238E27FC236}">
                    <a16:creationId xmlns:a16="http://schemas.microsoft.com/office/drawing/2014/main" id="{7DED7AAE-01CF-E9CA-46CE-76773531D5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30675" y="2651125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1" name="Line 61">
                <a:extLst>
                  <a:ext uri="{FF2B5EF4-FFF2-40B4-BE49-F238E27FC236}">
                    <a16:creationId xmlns:a16="http://schemas.microsoft.com/office/drawing/2014/main" id="{13FE7AE0-E7D6-B786-EE08-D9E7349D40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30675" y="2374900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2" name="Line 62">
                <a:extLst>
                  <a:ext uri="{FF2B5EF4-FFF2-40B4-BE49-F238E27FC236}">
                    <a16:creationId xmlns:a16="http://schemas.microsoft.com/office/drawing/2014/main" id="{E88B457A-51F2-E1FF-61BC-79FB21D28D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30675" y="2098675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3" name="Line 63">
                <a:extLst>
                  <a:ext uri="{FF2B5EF4-FFF2-40B4-BE49-F238E27FC236}">
                    <a16:creationId xmlns:a16="http://schemas.microsoft.com/office/drawing/2014/main" id="{0E9EE53B-5059-3805-B4F1-9486647E05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30675" y="1820863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4" name="Rectangle 64">
                <a:extLst>
                  <a:ext uri="{FF2B5EF4-FFF2-40B4-BE49-F238E27FC236}">
                    <a16:creationId xmlns:a16="http://schemas.microsoft.com/office/drawing/2014/main" id="{0D8C3C99-D964-0976-47FF-45EC68989A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9412" y="4816475"/>
                <a:ext cx="1190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-3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55" name="Rectangle 65">
                <a:extLst>
                  <a:ext uri="{FF2B5EF4-FFF2-40B4-BE49-F238E27FC236}">
                    <a16:creationId xmlns:a16="http://schemas.microsoft.com/office/drawing/2014/main" id="{305C0A9A-9D3F-B648-75E6-FD1C9B16BF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9412" y="4540250"/>
                <a:ext cx="1952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-2.5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56" name="Rectangle 66">
                <a:extLst>
                  <a:ext uri="{FF2B5EF4-FFF2-40B4-BE49-F238E27FC236}">
                    <a16:creationId xmlns:a16="http://schemas.microsoft.com/office/drawing/2014/main" id="{3EA4304A-43FD-E1D0-71E4-279EB9B8EE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9412" y="4262438"/>
                <a:ext cx="1190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-2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57" name="Rectangle 67">
                <a:extLst>
                  <a:ext uri="{FF2B5EF4-FFF2-40B4-BE49-F238E27FC236}">
                    <a16:creationId xmlns:a16="http://schemas.microsoft.com/office/drawing/2014/main" id="{406845A5-7E18-9D4A-83AF-A82B1E667A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9412" y="3986213"/>
                <a:ext cx="1952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-1.5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58" name="Rectangle 68">
                <a:extLst>
                  <a:ext uri="{FF2B5EF4-FFF2-40B4-BE49-F238E27FC236}">
                    <a16:creationId xmlns:a16="http://schemas.microsoft.com/office/drawing/2014/main" id="{57DB4DF6-CCEA-FD8C-16EA-57BBFE434C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9412" y="3709988"/>
                <a:ext cx="1190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-1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59" name="Rectangle 69">
                <a:extLst>
                  <a:ext uri="{FF2B5EF4-FFF2-40B4-BE49-F238E27FC236}">
                    <a16:creationId xmlns:a16="http://schemas.microsoft.com/office/drawing/2014/main" id="{32839D06-DF97-C1BC-FCDB-4230CA940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9412" y="3433763"/>
                <a:ext cx="1952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-0.5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60" name="Rectangle 70">
                <a:extLst>
                  <a:ext uri="{FF2B5EF4-FFF2-40B4-BE49-F238E27FC236}">
                    <a16:creationId xmlns:a16="http://schemas.microsoft.com/office/drawing/2014/main" id="{99EC7277-838C-094D-498E-C8D1598181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9412" y="3157538"/>
                <a:ext cx="90488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61" name="Rectangle 71">
                <a:extLst>
                  <a:ext uri="{FF2B5EF4-FFF2-40B4-BE49-F238E27FC236}">
                    <a16:creationId xmlns:a16="http://schemas.microsoft.com/office/drawing/2014/main" id="{1C236493-EC98-2D66-5992-04C7F19E34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9412" y="2879725"/>
                <a:ext cx="166688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62" name="Rectangle 72">
                <a:extLst>
                  <a:ext uri="{FF2B5EF4-FFF2-40B4-BE49-F238E27FC236}">
                    <a16:creationId xmlns:a16="http://schemas.microsoft.com/office/drawing/2014/main" id="{F59A12DA-0F0E-E299-3D98-254672B6F8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9412" y="2603500"/>
                <a:ext cx="90488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1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63" name="Rectangle 73">
                <a:extLst>
                  <a:ext uri="{FF2B5EF4-FFF2-40B4-BE49-F238E27FC236}">
                    <a16:creationId xmlns:a16="http://schemas.microsoft.com/office/drawing/2014/main" id="{CB62C9CD-4544-5502-CE64-11FDF78CE0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9412" y="2327275"/>
                <a:ext cx="166688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1.5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64" name="Rectangle 74">
                <a:extLst>
                  <a:ext uri="{FF2B5EF4-FFF2-40B4-BE49-F238E27FC236}">
                    <a16:creationId xmlns:a16="http://schemas.microsoft.com/office/drawing/2014/main" id="{B3AC17BF-6434-2F8B-5F96-FEC7570B89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9412" y="2051050"/>
                <a:ext cx="90488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2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65" name="Rectangle 75">
                <a:extLst>
                  <a:ext uri="{FF2B5EF4-FFF2-40B4-BE49-F238E27FC236}">
                    <a16:creationId xmlns:a16="http://schemas.microsoft.com/office/drawing/2014/main" id="{FB664949-AEB7-1195-20EE-23919FAC98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9412" y="1774825"/>
                <a:ext cx="166688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2.5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66" name="Line 76">
                <a:extLst>
                  <a:ext uri="{FF2B5EF4-FFF2-40B4-BE49-F238E27FC236}">
                    <a16:creationId xmlns:a16="http://schemas.microsoft.com/office/drawing/2014/main" id="{B6B575FF-FA71-3372-8A14-A1661580A6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0825" y="1820863"/>
                <a:ext cx="10001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7" name="Line 77">
                <a:extLst>
                  <a:ext uri="{FF2B5EF4-FFF2-40B4-BE49-F238E27FC236}">
                    <a16:creationId xmlns:a16="http://schemas.microsoft.com/office/drawing/2014/main" id="{B4098B41-F9B6-525B-AFC9-A86E84E5E1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0825" y="4864100"/>
                <a:ext cx="10001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8" name="Line 78">
                <a:extLst>
                  <a:ext uri="{FF2B5EF4-FFF2-40B4-BE49-F238E27FC236}">
                    <a16:creationId xmlns:a16="http://schemas.microsoft.com/office/drawing/2014/main" id="{92344E28-4540-5EF8-4700-22A91A126B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60825" y="1820863"/>
                <a:ext cx="0" cy="3043238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9" name="Line 79">
                <a:extLst>
                  <a:ext uri="{FF2B5EF4-FFF2-40B4-BE49-F238E27FC236}">
                    <a16:creationId xmlns:a16="http://schemas.microsoft.com/office/drawing/2014/main" id="{0667F001-9436-1E44-947B-35990A7D8A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60837" y="1820863"/>
                <a:ext cx="0" cy="3043238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0" name="Rectangle 80">
                <a:extLst>
                  <a:ext uri="{FF2B5EF4-FFF2-40B4-BE49-F238E27FC236}">
                    <a16:creationId xmlns:a16="http://schemas.microsoft.com/office/drawing/2014/main" id="{684378D8-E557-3A13-4415-F676A95FEE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14313" y="5192713"/>
                <a:ext cx="2597150" cy="85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bonedatabase pad=1 whiten=per view (subj wtd) marg=1 pxlmean 0 roimean 1 cosbell 1 gen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71" name="Rectangle 81">
                <a:extLst>
                  <a:ext uri="{FF2B5EF4-FFF2-40B4-BE49-F238E27FC236}">
                    <a16:creationId xmlns:a16="http://schemas.microsoft.com/office/drawing/2014/main" id="{45B7E43E-7AA0-D07C-A8C3-0E9E1753C2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14313" y="5030788"/>
                <a:ext cx="452438" cy="85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std (N=2 R=64)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3556" name="Group 3555">
            <a:extLst>
              <a:ext uri="{FF2B5EF4-FFF2-40B4-BE49-F238E27FC236}">
                <a16:creationId xmlns:a16="http://schemas.microsoft.com/office/drawing/2014/main" id="{B89420FD-4F62-4CFF-059C-5487BD4578C7}"/>
              </a:ext>
            </a:extLst>
          </p:cNvPr>
          <p:cNvGrpSpPr>
            <a:grpSpLocks noChangeAspect="1"/>
          </p:cNvGrpSpPr>
          <p:nvPr/>
        </p:nvGrpSpPr>
        <p:grpSpPr>
          <a:xfrm>
            <a:off x="3087260" y="1275507"/>
            <a:ext cx="2204244" cy="2153493"/>
            <a:chOff x="4207933" y="217250"/>
            <a:chExt cx="4408488" cy="430698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9463DB7-2447-A079-BAC3-57AACE1FC1E7}"/>
                </a:ext>
              </a:extLst>
            </p:cNvPr>
            <p:cNvSpPr txBox="1"/>
            <p:nvPr/>
          </p:nvSpPr>
          <p:spPr>
            <a:xfrm>
              <a:off x="4829171" y="217250"/>
              <a:ext cx="237097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bone interior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D9687BD-4CA5-8D32-E047-5357700CDE29}"/>
                </a:ext>
              </a:extLst>
            </p:cNvPr>
            <p:cNvGrpSpPr/>
            <p:nvPr/>
          </p:nvGrpSpPr>
          <p:grpSpPr>
            <a:xfrm>
              <a:off x="4207933" y="933311"/>
              <a:ext cx="4408488" cy="3590925"/>
              <a:chOff x="-1830388" y="2281238"/>
              <a:chExt cx="4408488" cy="3590925"/>
            </a:xfrm>
          </p:grpSpPr>
          <p:sp>
            <p:nvSpPr>
              <p:cNvPr id="5" name="Rectangle 7">
                <a:extLst>
                  <a:ext uri="{FF2B5EF4-FFF2-40B4-BE49-F238E27FC236}">
                    <a16:creationId xmlns:a16="http://schemas.microsoft.com/office/drawing/2014/main" id="{55B211BE-A517-4592-3710-396B108EE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38213" y="2414588"/>
                <a:ext cx="3040063" cy="30432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" name="Rectangle 8">
                <a:extLst>
                  <a:ext uri="{FF2B5EF4-FFF2-40B4-BE49-F238E27FC236}">
                    <a16:creationId xmlns:a16="http://schemas.microsoft.com/office/drawing/2014/main" id="{2212D972-E6BC-FBED-CB32-4BB08113A4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450" y="2281238"/>
                <a:ext cx="88106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std (avg per subj)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pic>
            <p:nvPicPr>
              <p:cNvPr id="7" name="Picture 9">
                <a:extLst>
                  <a:ext uri="{FF2B5EF4-FFF2-40B4-BE49-F238E27FC236}">
                    <a16:creationId xmlns:a16="http://schemas.microsoft.com/office/drawing/2014/main" id="{25C5B538-F32B-B9A2-7385-4BB43E25C93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938213" y="2414588"/>
                <a:ext cx="3040063" cy="3043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" name="Line 10">
                <a:extLst>
                  <a:ext uri="{FF2B5EF4-FFF2-40B4-BE49-F238E27FC236}">
                    <a16:creationId xmlns:a16="http://schemas.microsoft.com/office/drawing/2014/main" id="{2EAF9274-2A4C-3EFF-738D-2F1B6CD3B3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938213" y="5457825"/>
                <a:ext cx="30400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" name="Line 11">
                <a:extLst>
                  <a:ext uri="{FF2B5EF4-FFF2-40B4-BE49-F238E27FC236}">
                    <a16:creationId xmlns:a16="http://schemas.microsoft.com/office/drawing/2014/main" id="{3E72FFD2-7D34-50D8-8C46-09B97EA212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938213" y="2414588"/>
                <a:ext cx="30400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Line 12">
                <a:extLst>
                  <a:ext uri="{FF2B5EF4-FFF2-40B4-BE49-F238E27FC236}">
                    <a16:creationId xmlns:a16="http://schemas.microsoft.com/office/drawing/2014/main" id="{4207EC77-ECDD-D6AA-BCCF-3C7D24F2AF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938213" y="5427663"/>
                <a:ext cx="0" cy="30163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Line 13">
                <a:extLst>
                  <a:ext uri="{FF2B5EF4-FFF2-40B4-BE49-F238E27FC236}">
                    <a16:creationId xmlns:a16="http://schemas.microsoft.com/office/drawing/2014/main" id="{2B9C2804-11EE-AE92-CEF1-C7AF1700C9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1025" y="5427663"/>
                <a:ext cx="0" cy="30163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Line 14">
                <a:extLst>
                  <a:ext uri="{FF2B5EF4-FFF2-40B4-BE49-F238E27FC236}">
                    <a16:creationId xmlns:a16="http://schemas.microsoft.com/office/drawing/2014/main" id="{1F356FCB-C516-ECC0-CF41-F03380BB4F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01850" y="5427663"/>
                <a:ext cx="0" cy="30163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15">
                <a:extLst>
                  <a:ext uri="{FF2B5EF4-FFF2-40B4-BE49-F238E27FC236}">
                    <a16:creationId xmlns:a16="http://schemas.microsoft.com/office/drawing/2014/main" id="{BB844A56-A490-7192-1CEF-B0AE01D9DC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938213" y="2414588"/>
                <a:ext cx="0" cy="3175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Line 16">
                <a:extLst>
                  <a:ext uri="{FF2B5EF4-FFF2-40B4-BE49-F238E27FC236}">
                    <a16:creationId xmlns:a16="http://schemas.microsoft.com/office/drawing/2014/main" id="{AD8BC0FE-9704-636F-5688-A705633419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1025" y="2414588"/>
                <a:ext cx="0" cy="3175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3" name="Line 17">
                <a:extLst>
                  <a:ext uri="{FF2B5EF4-FFF2-40B4-BE49-F238E27FC236}">
                    <a16:creationId xmlns:a16="http://schemas.microsoft.com/office/drawing/2014/main" id="{E522F32F-A77F-5B81-EF1E-ED1C897100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1850" y="2414588"/>
                <a:ext cx="0" cy="3175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4" name="Rectangle 18">
                <a:extLst>
                  <a:ext uri="{FF2B5EF4-FFF2-40B4-BE49-F238E27FC236}">
                    <a16:creationId xmlns:a16="http://schemas.microsoft.com/office/drawing/2014/main" id="{D5A1985A-BAE2-0259-1FC7-DA3D810FF8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038225" y="5495925"/>
                <a:ext cx="27146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-0.25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75" name="Rectangle 19">
                <a:extLst>
                  <a:ext uri="{FF2B5EF4-FFF2-40B4-BE49-F238E27FC236}">
                    <a16:creationId xmlns:a16="http://schemas.microsoft.com/office/drawing/2014/main" id="{6F88D006-E56F-181A-3718-80F923FA04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825" y="5495925"/>
                <a:ext cx="21431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   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76" name="Rectangle 20">
                <a:extLst>
                  <a:ext uri="{FF2B5EF4-FFF2-40B4-BE49-F238E27FC236}">
                    <a16:creationId xmlns:a16="http://schemas.microsoft.com/office/drawing/2014/main" id="{F05E0429-5FCE-5337-414D-BB085A8592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1837" y="5495925"/>
                <a:ext cx="266700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0.25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77" name="Rectangle 21">
                <a:extLst>
                  <a:ext uri="{FF2B5EF4-FFF2-40B4-BE49-F238E27FC236}">
                    <a16:creationId xmlns:a16="http://schemas.microsoft.com/office/drawing/2014/main" id="{E3FC77B0-B596-F9E2-7DF8-02C3E567A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7650" y="5619750"/>
                <a:ext cx="72866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cycles per pixel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479" name="Line 22">
                <a:extLst>
                  <a:ext uri="{FF2B5EF4-FFF2-40B4-BE49-F238E27FC236}">
                    <a16:creationId xmlns:a16="http://schemas.microsoft.com/office/drawing/2014/main" id="{36BF4A25-2D16-F4FC-C84B-31DFC6F8C8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938213" y="2414588"/>
                <a:ext cx="0" cy="3043238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63" name="Line 23">
                <a:extLst>
                  <a:ext uri="{FF2B5EF4-FFF2-40B4-BE49-F238E27FC236}">
                    <a16:creationId xmlns:a16="http://schemas.microsoft.com/office/drawing/2014/main" id="{A434D1E6-32C7-CC79-944B-D5B46CCC7B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01850" y="2414588"/>
                <a:ext cx="0" cy="3043238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64" name="Line 24">
                <a:extLst>
                  <a:ext uri="{FF2B5EF4-FFF2-40B4-BE49-F238E27FC236}">
                    <a16:creationId xmlns:a16="http://schemas.microsoft.com/office/drawing/2014/main" id="{1B79A79A-C766-44CA-F8B5-6505C82868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938213" y="5457825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65" name="Line 25">
                <a:extLst>
                  <a:ext uri="{FF2B5EF4-FFF2-40B4-BE49-F238E27FC236}">
                    <a16:creationId xmlns:a16="http://schemas.microsoft.com/office/drawing/2014/main" id="{41E8B57E-6CC5-A7DC-67E9-E6C4F30E87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938213" y="3937000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66" name="Line 26">
                <a:extLst>
                  <a:ext uri="{FF2B5EF4-FFF2-40B4-BE49-F238E27FC236}">
                    <a16:creationId xmlns:a16="http://schemas.microsoft.com/office/drawing/2014/main" id="{8FA6FBDB-FA0A-055A-35B5-974F77A71F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938213" y="2414588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00" name="Line 27">
                <a:extLst>
                  <a:ext uri="{FF2B5EF4-FFF2-40B4-BE49-F238E27FC236}">
                    <a16:creationId xmlns:a16="http://schemas.microsoft.com/office/drawing/2014/main" id="{9CC6C154-5582-84EE-E50B-C7D351F04E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71687" y="5457825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01" name="Line 28">
                <a:extLst>
                  <a:ext uri="{FF2B5EF4-FFF2-40B4-BE49-F238E27FC236}">
                    <a16:creationId xmlns:a16="http://schemas.microsoft.com/office/drawing/2014/main" id="{3D198E11-11B9-4455-0A87-BEE111990F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71687" y="3937000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02" name="Line 29">
                <a:extLst>
                  <a:ext uri="{FF2B5EF4-FFF2-40B4-BE49-F238E27FC236}">
                    <a16:creationId xmlns:a16="http://schemas.microsoft.com/office/drawing/2014/main" id="{1AF892CE-9C67-6149-93B9-F8624BEEB9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71687" y="2414588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00" name="Rectangle 30">
                <a:extLst>
                  <a:ext uri="{FF2B5EF4-FFF2-40B4-BE49-F238E27FC236}">
                    <a16:creationId xmlns:a16="http://schemas.microsoft.com/office/drawing/2014/main" id="{9CC3C764-31C4-9962-1AE4-C378D6121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173163" y="5410200"/>
                <a:ext cx="27146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-0.25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02" name="Rectangle 31">
                <a:extLst>
                  <a:ext uri="{FF2B5EF4-FFF2-40B4-BE49-F238E27FC236}">
                    <a16:creationId xmlns:a16="http://schemas.microsoft.com/office/drawing/2014/main" id="{24F33342-8B76-8F55-8921-9399621092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120775" y="3889375"/>
                <a:ext cx="21431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   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03" name="Rectangle 32">
                <a:extLst>
                  <a:ext uri="{FF2B5EF4-FFF2-40B4-BE49-F238E27FC236}">
                    <a16:creationId xmlns:a16="http://schemas.microsoft.com/office/drawing/2014/main" id="{B8E54417-6D47-7A9A-3A2A-8AE7A614F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168400" y="2368550"/>
                <a:ext cx="266700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0.25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04" name="Rectangle 33">
                <a:extLst>
                  <a:ext uri="{FF2B5EF4-FFF2-40B4-BE49-F238E27FC236}">
                    <a16:creationId xmlns:a16="http://schemas.microsoft.com/office/drawing/2014/main" id="{E524C0B9-FC8B-BDDF-1701-A6763B8F2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290638" y="4151313"/>
                <a:ext cx="95250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05" name="Rectangle 34">
                <a:extLst>
                  <a:ext uri="{FF2B5EF4-FFF2-40B4-BE49-F238E27FC236}">
                    <a16:creationId xmlns:a16="http://schemas.microsoft.com/office/drawing/2014/main" id="{782ADB15-BDB8-AA5F-CD71-99534EAC5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287463" y="4106863"/>
                <a:ext cx="90488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y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06" name="Rectangle 35">
                <a:extLst>
                  <a:ext uri="{FF2B5EF4-FFF2-40B4-BE49-F238E27FC236}">
                    <a16:creationId xmlns:a16="http://schemas.microsoft.com/office/drawing/2014/main" id="{1F648DEF-DA67-7A6F-C7C5-E7DAA0AFD0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290638" y="4051300"/>
                <a:ext cx="95250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07" name="Rectangle 36">
                <a:extLst>
                  <a:ext uri="{FF2B5EF4-FFF2-40B4-BE49-F238E27FC236}">
                    <a16:creationId xmlns:a16="http://schemas.microsoft.com/office/drawing/2014/main" id="{81302A5D-8ACB-7CE8-B6F1-28A7BA950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276350" y="4013200"/>
                <a:ext cx="66675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08" name="Rectangle 37">
                <a:extLst>
                  <a:ext uri="{FF2B5EF4-FFF2-40B4-BE49-F238E27FC236}">
                    <a16:creationId xmlns:a16="http://schemas.microsoft.com/office/drawing/2014/main" id="{12992FA3-14EB-1E8E-4162-8C4166D925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292225" y="3973513"/>
                <a:ext cx="10001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09" name="Rectangle 38">
                <a:extLst>
                  <a:ext uri="{FF2B5EF4-FFF2-40B4-BE49-F238E27FC236}">
                    <a16:creationId xmlns:a16="http://schemas.microsoft.com/office/drawing/2014/main" id="{CEBA5B1F-4EE2-40AA-0AFB-764399F92F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290638" y="3913188"/>
                <a:ext cx="95250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10" name="Rectangle 39">
                <a:extLst>
                  <a:ext uri="{FF2B5EF4-FFF2-40B4-BE49-F238E27FC236}">
                    <a16:creationId xmlns:a16="http://schemas.microsoft.com/office/drawing/2014/main" id="{CA3D1C91-18EA-CBEF-32C5-1DF7F34E48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277938" y="3878263"/>
                <a:ext cx="71438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11" name="Rectangle 40">
                <a:extLst>
                  <a:ext uri="{FF2B5EF4-FFF2-40B4-BE49-F238E27FC236}">
                    <a16:creationId xmlns:a16="http://schemas.microsoft.com/office/drawing/2014/main" id="{2403CEFF-717A-3069-AD51-F9FC116405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292225" y="3844925"/>
                <a:ext cx="10001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p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12" name="Rectangle 41">
                <a:extLst>
                  <a:ext uri="{FF2B5EF4-FFF2-40B4-BE49-F238E27FC236}">
                    <a16:creationId xmlns:a16="http://schemas.microsoft.com/office/drawing/2014/main" id="{439C11E7-B629-A6D7-56AF-3B2D90A170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292225" y="3787775"/>
                <a:ext cx="10001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13" name="Rectangle 42">
                <a:extLst>
                  <a:ext uri="{FF2B5EF4-FFF2-40B4-BE49-F238E27FC236}">
                    <a16:creationId xmlns:a16="http://schemas.microsoft.com/office/drawing/2014/main" id="{6B0C5EEB-0496-E67D-9327-8371928334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281113" y="3741738"/>
                <a:ext cx="76200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14" name="Rectangle 43">
                <a:extLst>
                  <a:ext uri="{FF2B5EF4-FFF2-40B4-BE49-F238E27FC236}">
                    <a16:creationId xmlns:a16="http://schemas.microsoft.com/office/drawing/2014/main" id="{2934A139-335E-476E-C357-88589144CA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277938" y="3711575"/>
                <a:ext cx="71438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15" name="Rectangle 44">
                <a:extLst>
                  <a:ext uri="{FF2B5EF4-FFF2-40B4-BE49-F238E27FC236}">
                    <a16:creationId xmlns:a16="http://schemas.microsoft.com/office/drawing/2014/main" id="{07FA5D01-631B-7595-8EAD-3E1060D3CB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292225" y="3683000"/>
                <a:ext cx="10001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p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16" name="Rectangle 45">
                <a:extLst>
                  <a:ext uri="{FF2B5EF4-FFF2-40B4-BE49-F238E27FC236}">
                    <a16:creationId xmlns:a16="http://schemas.microsoft.com/office/drawing/2014/main" id="{77CA7526-FA0D-8789-0276-6B7E9F7A6B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276350" y="3640138"/>
                <a:ext cx="66675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17" name="Rectangle 46">
                <a:extLst>
                  <a:ext uri="{FF2B5EF4-FFF2-40B4-BE49-F238E27FC236}">
                    <a16:creationId xmlns:a16="http://schemas.microsoft.com/office/drawing/2014/main" id="{5474119C-8A11-89B5-2275-1B7335235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287463" y="3605213"/>
                <a:ext cx="90488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x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18" name="Rectangle 47">
                <a:extLst>
                  <a:ext uri="{FF2B5EF4-FFF2-40B4-BE49-F238E27FC236}">
                    <a16:creationId xmlns:a16="http://schemas.microsoft.com/office/drawing/2014/main" id="{BFF7CB25-8974-100F-3E34-01B0F299C7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292225" y="3557588"/>
                <a:ext cx="10001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19" name="Rectangle 48">
                <a:extLst>
                  <a:ext uri="{FF2B5EF4-FFF2-40B4-BE49-F238E27FC236}">
                    <a16:creationId xmlns:a16="http://schemas.microsoft.com/office/drawing/2014/main" id="{6C027E99-24BB-9590-1D61-E09589806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276350" y="3521075"/>
                <a:ext cx="66675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20" name="Line 49">
                <a:extLst>
                  <a:ext uri="{FF2B5EF4-FFF2-40B4-BE49-F238E27FC236}">
                    <a16:creationId xmlns:a16="http://schemas.microsoft.com/office/drawing/2014/main" id="{C76FA9C5-9B58-319A-72CE-CE5526C2B9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4250" y="5457825"/>
                <a:ext cx="10001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21" name="Line 50">
                <a:extLst>
                  <a:ext uri="{FF2B5EF4-FFF2-40B4-BE49-F238E27FC236}">
                    <a16:creationId xmlns:a16="http://schemas.microsoft.com/office/drawing/2014/main" id="{0138B88A-CDB6-3BD0-9720-CF089E6AE0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4250" y="2414588"/>
                <a:ext cx="10001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22" name="Line 51">
                <a:extLst>
                  <a:ext uri="{FF2B5EF4-FFF2-40B4-BE49-F238E27FC236}">
                    <a16:creationId xmlns:a16="http://schemas.microsoft.com/office/drawing/2014/main" id="{15EFB5F5-6122-F339-0391-5B6A66CF5E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54250" y="2414588"/>
                <a:ext cx="0" cy="3043238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23" name="Line 52">
                <a:extLst>
                  <a:ext uri="{FF2B5EF4-FFF2-40B4-BE49-F238E27FC236}">
                    <a16:creationId xmlns:a16="http://schemas.microsoft.com/office/drawing/2014/main" id="{34F6E741-7CAE-919C-A9E5-66A5FBEE9A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54262" y="2414588"/>
                <a:ext cx="0" cy="3043238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pic>
            <p:nvPicPr>
              <p:cNvPr id="3524" name="Picture 53">
                <a:extLst>
                  <a:ext uri="{FF2B5EF4-FFF2-40B4-BE49-F238E27FC236}">
                    <a16:creationId xmlns:a16="http://schemas.microsoft.com/office/drawing/2014/main" id="{80EB422B-3E9C-4182-D1D2-10C68C64F14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54250" y="2414588"/>
                <a:ext cx="100013" cy="3043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25" name="Line 54">
                <a:extLst>
                  <a:ext uri="{FF2B5EF4-FFF2-40B4-BE49-F238E27FC236}">
                    <a16:creationId xmlns:a16="http://schemas.microsoft.com/office/drawing/2014/main" id="{2C7BFE7D-893B-FB98-F741-8C98AC413A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54262" y="2414588"/>
                <a:ext cx="0" cy="3043238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26" name="Line 55">
                <a:extLst>
                  <a:ext uri="{FF2B5EF4-FFF2-40B4-BE49-F238E27FC236}">
                    <a16:creationId xmlns:a16="http://schemas.microsoft.com/office/drawing/2014/main" id="{88FE45C0-F849-8B24-154F-990C7C503F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24100" y="5457825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27" name="Line 56">
                <a:extLst>
                  <a:ext uri="{FF2B5EF4-FFF2-40B4-BE49-F238E27FC236}">
                    <a16:creationId xmlns:a16="http://schemas.microsoft.com/office/drawing/2014/main" id="{3A68457C-5278-AA5E-8C28-D70C16185B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24100" y="5181600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28" name="Line 57">
                <a:extLst>
                  <a:ext uri="{FF2B5EF4-FFF2-40B4-BE49-F238E27FC236}">
                    <a16:creationId xmlns:a16="http://schemas.microsoft.com/office/drawing/2014/main" id="{3AABA124-59BE-9B3C-4A82-BC38211A13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24100" y="4903788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29" name="Line 58">
                <a:extLst>
                  <a:ext uri="{FF2B5EF4-FFF2-40B4-BE49-F238E27FC236}">
                    <a16:creationId xmlns:a16="http://schemas.microsoft.com/office/drawing/2014/main" id="{FD494718-2DC7-E755-BD18-41B0B8DB01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24100" y="4627563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30" name="Line 59">
                <a:extLst>
                  <a:ext uri="{FF2B5EF4-FFF2-40B4-BE49-F238E27FC236}">
                    <a16:creationId xmlns:a16="http://schemas.microsoft.com/office/drawing/2014/main" id="{5DE88227-67CA-D7BC-91B4-BC6543165B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24100" y="4351338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31" name="Line 60">
                <a:extLst>
                  <a:ext uri="{FF2B5EF4-FFF2-40B4-BE49-F238E27FC236}">
                    <a16:creationId xmlns:a16="http://schemas.microsoft.com/office/drawing/2014/main" id="{0F7A866C-B0E9-A126-1D9D-DDF206F23E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24100" y="4075113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32" name="Line 61">
                <a:extLst>
                  <a:ext uri="{FF2B5EF4-FFF2-40B4-BE49-F238E27FC236}">
                    <a16:creationId xmlns:a16="http://schemas.microsoft.com/office/drawing/2014/main" id="{C8558A22-C094-5319-082D-EBFA977BFC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24100" y="3798888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33" name="Line 62">
                <a:extLst>
                  <a:ext uri="{FF2B5EF4-FFF2-40B4-BE49-F238E27FC236}">
                    <a16:creationId xmlns:a16="http://schemas.microsoft.com/office/drawing/2014/main" id="{FF7E75A8-D74B-0C77-532C-A27550A4B7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24100" y="3521075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34" name="Line 63">
                <a:extLst>
                  <a:ext uri="{FF2B5EF4-FFF2-40B4-BE49-F238E27FC236}">
                    <a16:creationId xmlns:a16="http://schemas.microsoft.com/office/drawing/2014/main" id="{1E225081-F213-1AF3-F9DC-A9027FEC98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24100" y="3244850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35" name="Line 64">
                <a:extLst>
                  <a:ext uri="{FF2B5EF4-FFF2-40B4-BE49-F238E27FC236}">
                    <a16:creationId xmlns:a16="http://schemas.microsoft.com/office/drawing/2014/main" id="{DC406722-8F1A-A693-2778-B531A6C41D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24100" y="2968625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36" name="Line 65">
                <a:extLst>
                  <a:ext uri="{FF2B5EF4-FFF2-40B4-BE49-F238E27FC236}">
                    <a16:creationId xmlns:a16="http://schemas.microsoft.com/office/drawing/2014/main" id="{36E9168D-6FA4-22A5-A86D-6CF66E6DA7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24100" y="2692400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37" name="Line 66">
                <a:extLst>
                  <a:ext uri="{FF2B5EF4-FFF2-40B4-BE49-F238E27FC236}">
                    <a16:creationId xmlns:a16="http://schemas.microsoft.com/office/drawing/2014/main" id="{3B21AD05-7332-57D1-BA66-F17D62D9D8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24100" y="2414588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38" name="Rectangle 67">
                <a:extLst>
                  <a:ext uri="{FF2B5EF4-FFF2-40B4-BE49-F238E27FC236}">
                    <a16:creationId xmlns:a16="http://schemas.microsoft.com/office/drawing/2014/main" id="{759E205F-8FB6-8E3F-21E9-5D12F6E60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2837" y="5410200"/>
                <a:ext cx="1190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-3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39" name="Rectangle 68">
                <a:extLst>
                  <a:ext uri="{FF2B5EF4-FFF2-40B4-BE49-F238E27FC236}">
                    <a16:creationId xmlns:a16="http://schemas.microsoft.com/office/drawing/2014/main" id="{5784A5AD-5E4F-1021-4F26-A62BAAD480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2837" y="5133975"/>
                <a:ext cx="1952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-2.5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40" name="Rectangle 69">
                <a:extLst>
                  <a:ext uri="{FF2B5EF4-FFF2-40B4-BE49-F238E27FC236}">
                    <a16:creationId xmlns:a16="http://schemas.microsoft.com/office/drawing/2014/main" id="{3EECA5B8-29EA-C4A1-DD58-6824A13D04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2837" y="4856163"/>
                <a:ext cx="1190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-2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41" name="Rectangle 70">
                <a:extLst>
                  <a:ext uri="{FF2B5EF4-FFF2-40B4-BE49-F238E27FC236}">
                    <a16:creationId xmlns:a16="http://schemas.microsoft.com/office/drawing/2014/main" id="{F936D2B0-A291-214C-F88A-4312FC9AFB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2837" y="4579938"/>
                <a:ext cx="1952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-1.5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42" name="Rectangle 71">
                <a:extLst>
                  <a:ext uri="{FF2B5EF4-FFF2-40B4-BE49-F238E27FC236}">
                    <a16:creationId xmlns:a16="http://schemas.microsoft.com/office/drawing/2014/main" id="{04A539E0-AB56-2419-0708-067FB1FFE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2837" y="4303713"/>
                <a:ext cx="1190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-1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43" name="Rectangle 72">
                <a:extLst>
                  <a:ext uri="{FF2B5EF4-FFF2-40B4-BE49-F238E27FC236}">
                    <a16:creationId xmlns:a16="http://schemas.microsoft.com/office/drawing/2014/main" id="{97D2FE1C-EA03-1DF6-7C52-3330817F24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2837" y="4027488"/>
                <a:ext cx="1952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-0.5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44" name="Rectangle 73">
                <a:extLst>
                  <a:ext uri="{FF2B5EF4-FFF2-40B4-BE49-F238E27FC236}">
                    <a16:creationId xmlns:a16="http://schemas.microsoft.com/office/drawing/2014/main" id="{8BC8C628-ECD8-DE2A-3372-C678EC211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2837" y="3751263"/>
                <a:ext cx="90488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45" name="Rectangle 74">
                <a:extLst>
                  <a:ext uri="{FF2B5EF4-FFF2-40B4-BE49-F238E27FC236}">
                    <a16:creationId xmlns:a16="http://schemas.microsoft.com/office/drawing/2014/main" id="{44963F65-772C-A146-F3C9-36B662C220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2837" y="3473450"/>
                <a:ext cx="166688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46" name="Rectangle 75">
                <a:extLst>
                  <a:ext uri="{FF2B5EF4-FFF2-40B4-BE49-F238E27FC236}">
                    <a16:creationId xmlns:a16="http://schemas.microsoft.com/office/drawing/2014/main" id="{236237E2-A797-D776-F6DB-766C555799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2837" y="3197225"/>
                <a:ext cx="90488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1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47" name="Rectangle 76">
                <a:extLst>
                  <a:ext uri="{FF2B5EF4-FFF2-40B4-BE49-F238E27FC236}">
                    <a16:creationId xmlns:a16="http://schemas.microsoft.com/office/drawing/2014/main" id="{DF718BEB-8072-D72B-700A-6E2807ACEC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2837" y="2921000"/>
                <a:ext cx="166688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1.5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48" name="Rectangle 77">
                <a:extLst>
                  <a:ext uri="{FF2B5EF4-FFF2-40B4-BE49-F238E27FC236}">
                    <a16:creationId xmlns:a16="http://schemas.microsoft.com/office/drawing/2014/main" id="{64E0A1B1-4157-5111-DFDB-8479486F28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2837" y="2644775"/>
                <a:ext cx="90488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2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49" name="Rectangle 78">
                <a:extLst>
                  <a:ext uri="{FF2B5EF4-FFF2-40B4-BE49-F238E27FC236}">
                    <a16:creationId xmlns:a16="http://schemas.microsoft.com/office/drawing/2014/main" id="{31B6E8F0-8245-80B5-669D-CC8D457335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2837" y="2368550"/>
                <a:ext cx="166688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2.5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50" name="Line 79">
                <a:extLst>
                  <a:ext uri="{FF2B5EF4-FFF2-40B4-BE49-F238E27FC236}">
                    <a16:creationId xmlns:a16="http://schemas.microsoft.com/office/drawing/2014/main" id="{5BB9FF13-5623-8267-D6E7-E0156F53D2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4250" y="2414588"/>
                <a:ext cx="10001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51" name="Line 80">
                <a:extLst>
                  <a:ext uri="{FF2B5EF4-FFF2-40B4-BE49-F238E27FC236}">
                    <a16:creationId xmlns:a16="http://schemas.microsoft.com/office/drawing/2014/main" id="{1DF79DBF-9363-5167-17B8-4C3AB98E88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4250" y="5457825"/>
                <a:ext cx="10001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52" name="Line 81">
                <a:extLst>
                  <a:ext uri="{FF2B5EF4-FFF2-40B4-BE49-F238E27FC236}">
                    <a16:creationId xmlns:a16="http://schemas.microsoft.com/office/drawing/2014/main" id="{7A53141E-87FB-986B-75EE-3743EBCF28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54250" y="2414588"/>
                <a:ext cx="0" cy="3043238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53" name="Line 82">
                <a:extLst>
                  <a:ext uri="{FF2B5EF4-FFF2-40B4-BE49-F238E27FC236}">
                    <a16:creationId xmlns:a16="http://schemas.microsoft.com/office/drawing/2014/main" id="{18DABDB0-1EFC-FE66-67A4-FF55B688D6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54262" y="2414588"/>
                <a:ext cx="0" cy="3043238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54" name="Rectangle 83">
                <a:extLst>
                  <a:ext uri="{FF2B5EF4-FFF2-40B4-BE49-F238E27FC236}">
                    <a16:creationId xmlns:a16="http://schemas.microsoft.com/office/drawing/2014/main" id="{B7A838A4-C007-7C65-6042-CF94E67870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830388" y="5786438"/>
                <a:ext cx="2768600" cy="85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bonedatabasesubroi pad=1 whiten=per view (subj wtd) marg=1 pxlmean 0 roimean 1 cosbell 1 gen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55" name="Rectangle 84">
                <a:extLst>
                  <a:ext uri="{FF2B5EF4-FFF2-40B4-BE49-F238E27FC236}">
                    <a16:creationId xmlns:a16="http://schemas.microsoft.com/office/drawing/2014/main" id="{BC14D7E8-25BD-4C53-0E76-1E5AE5E701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830388" y="5624513"/>
                <a:ext cx="452438" cy="85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std (N=2 R=64)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3637" name="Group 3636">
            <a:extLst>
              <a:ext uri="{FF2B5EF4-FFF2-40B4-BE49-F238E27FC236}">
                <a16:creationId xmlns:a16="http://schemas.microsoft.com/office/drawing/2014/main" id="{36B6C21C-8AD1-D4B6-5884-F07EFD0EAB72}"/>
              </a:ext>
            </a:extLst>
          </p:cNvPr>
          <p:cNvGrpSpPr>
            <a:grpSpLocks noChangeAspect="1"/>
          </p:cNvGrpSpPr>
          <p:nvPr/>
        </p:nvGrpSpPr>
        <p:grpSpPr>
          <a:xfrm>
            <a:off x="5526955" y="1231689"/>
            <a:ext cx="2204244" cy="2197311"/>
            <a:chOff x="8224716" y="1524976"/>
            <a:chExt cx="4408488" cy="4394621"/>
          </a:xfrm>
        </p:grpSpPr>
        <p:sp>
          <p:nvSpPr>
            <p:cNvPr id="3557" name="TextBox 3556">
              <a:extLst>
                <a:ext uri="{FF2B5EF4-FFF2-40B4-BE49-F238E27FC236}">
                  <a16:creationId xmlns:a16="http://schemas.microsoft.com/office/drawing/2014/main" id="{1763C48F-BBC3-1327-D917-0BD6259DDB74}"/>
                </a:ext>
              </a:extLst>
            </p:cNvPr>
            <p:cNvSpPr txBox="1"/>
            <p:nvPr/>
          </p:nvSpPr>
          <p:spPr>
            <a:xfrm>
              <a:off x="8806767" y="1524976"/>
              <a:ext cx="96314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 err="1"/>
                <a:t>scint</a:t>
              </a:r>
              <a:endParaRPr lang="en-US" sz="3200" dirty="0"/>
            </a:p>
          </p:txBody>
        </p:sp>
        <p:grpSp>
          <p:nvGrpSpPr>
            <p:cNvPr id="3558" name="Group 3557">
              <a:extLst>
                <a:ext uri="{FF2B5EF4-FFF2-40B4-BE49-F238E27FC236}">
                  <a16:creationId xmlns:a16="http://schemas.microsoft.com/office/drawing/2014/main" id="{96F66313-EF8E-2A74-D2EA-AA57EC319551}"/>
                </a:ext>
              </a:extLst>
            </p:cNvPr>
            <p:cNvGrpSpPr/>
            <p:nvPr/>
          </p:nvGrpSpPr>
          <p:grpSpPr>
            <a:xfrm>
              <a:off x="8224716" y="2328672"/>
              <a:ext cx="4408488" cy="3590925"/>
              <a:chOff x="-1620838" y="2357438"/>
              <a:chExt cx="4408488" cy="3590925"/>
            </a:xfrm>
          </p:grpSpPr>
          <p:sp>
            <p:nvSpPr>
              <p:cNvPr id="3559" name="Rectangle 1008">
                <a:extLst>
                  <a:ext uri="{FF2B5EF4-FFF2-40B4-BE49-F238E27FC236}">
                    <a16:creationId xmlns:a16="http://schemas.microsoft.com/office/drawing/2014/main" id="{115213CC-0162-DC48-E340-D0DE2AA62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728663" y="2490788"/>
                <a:ext cx="3040063" cy="30432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60" name="Rectangle 1009">
                <a:extLst>
                  <a:ext uri="{FF2B5EF4-FFF2-40B4-BE49-F238E27FC236}">
                    <a16:creationId xmlns:a16="http://schemas.microsoft.com/office/drawing/2014/main" id="{FFC56F1F-6AFD-5B08-8B96-14E279C8F3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00" y="2357438"/>
                <a:ext cx="88106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std (avg per subj)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pic>
            <p:nvPicPr>
              <p:cNvPr id="3561" name="Picture 1010">
                <a:extLst>
                  <a:ext uri="{FF2B5EF4-FFF2-40B4-BE49-F238E27FC236}">
                    <a16:creationId xmlns:a16="http://schemas.microsoft.com/office/drawing/2014/main" id="{A2827513-66E5-1A01-56C2-3BF1369CA2C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728663" y="2490788"/>
                <a:ext cx="3040063" cy="3043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562" name="Line 1011">
                <a:extLst>
                  <a:ext uri="{FF2B5EF4-FFF2-40B4-BE49-F238E27FC236}">
                    <a16:creationId xmlns:a16="http://schemas.microsoft.com/office/drawing/2014/main" id="{8BCBFB40-8EC7-D9BF-5E27-50B8080323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728663" y="5534025"/>
                <a:ext cx="30400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63" name="Line 1012">
                <a:extLst>
                  <a:ext uri="{FF2B5EF4-FFF2-40B4-BE49-F238E27FC236}">
                    <a16:creationId xmlns:a16="http://schemas.microsoft.com/office/drawing/2014/main" id="{9372D1FA-AA03-C574-265C-702B7CE51A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728663" y="2490788"/>
                <a:ext cx="30400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64" name="Line 1013">
                <a:extLst>
                  <a:ext uri="{FF2B5EF4-FFF2-40B4-BE49-F238E27FC236}">
                    <a16:creationId xmlns:a16="http://schemas.microsoft.com/office/drawing/2014/main" id="{CD44A0AF-1EFD-DE4C-CBC8-76A97A7F88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728663" y="5503863"/>
                <a:ext cx="0" cy="30163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65" name="Line 1014">
                <a:extLst>
                  <a:ext uri="{FF2B5EF4-FFF2-40B4-BE49-F238E27FC236}">
                    <a16:creationId xmlns:a16="http://schemas.microsoft.com/office/drawing/2014/main" id="{34187A6C-01DA-6D76-AF90-378D924FE8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0575" y="5503863"/>
                <a:ext cx="0" cy="30163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66" name="Line 1015">
                <a:extLst>
                  <a:ext uri="{FF2B5EF4-FFF2-40B4-BE49-F238E27FC236}">
                    <a16:creationId xmlns:a16="http://schemas.microsoft.com/office/drawing/2014/main" id="{338C6BC6-2F02-A682-E200-C6B77F1351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11400" y="5503863"/>
                <a:ext cx="0" cy="30163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67" name="Line 1016">
                <a:extLst>
                  <a:ext uri="{FF2B5EF4-FFF2-40B4-BE49-F238E27FC236}">
                    <a16:creationId xmlns:a16="http://schemas.microsoft.com/office/drawing/2014/main" id="{45A7F869-4700-B35E-E3FA-8164FAD29C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728663" y="2490788"/>
                <a:ext cx="0" cy="3175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68" name="Line 1017">
                <a:extLst>
                  <a:ext uri="{FF2B5EF4-FFF2-40B4-BE49-F238E27FC236}">
                    <a16:creationId xmlns:a16="http://schemas.microsoft.com/office/drawing/2014/main" id="{4603D6E2-C104-2AEF-57B6-D3F7058260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0575" y="2490788"/>
                <a:ext cx="0" cy="3175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69" name="Line 1018">
                <a:extLst>
                  <a:ext uri="{FF2B5EF4-FFF2-40B4-BE49-F238E27FC236}">
                    <a16:creationId xmlns:a16="http://schemas.microsoft.com/office/drawing/2014/main" id="{77AB73C6-51BE-3C0A-60B6-5F497DB5BD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1400" y="2490788"/>
                <a:ext cx="0" cy="3175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70" name="Rectangle 1019">
                <a:extLst>
                  <a:ext uri="{FF2B5EF4-FFF2-40B4-BE49-F238E27FC236}">
                    <a16:creationId xmlns:a16="http://schemas.microsoft.com/office/drawing/2014/main" id="{F2BD6033-A6B4-1384-2424-97C72C11E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828675" y="5572125"/>
                <a:ext cx="27146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-0.25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71" name="Rectangle 1020">
                <a:extLst>
                  <a:ext uri="{FF2B5EF4-FFF2-40B4-BE49-F238E27FC236}">
                    <a16:creationId xmlns:a16="http://schemas.microsoft.com/office/drawing/2014/main" id="{7C270246-E026-A595-B735-CAF4961D6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4375" y="5572125"/>
                <a:ext cx="21431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   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72" name="Rectangle 1021">
                <a:extLst>
                  <a:ext uri="{FF2B5EF4-FFF2-40B4-BE49-F238E27FC236}">
                    <a16:creationId xmlns:a16="http://schemas.microsoft.com/office/drawing/2014/main" id="{0679038C-79EF-ADAC-11DA-B72E0108D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1387" y="5572125"/>
                <a:ext cx="266700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0.25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73" name="Rectangle 1022">
                <a:extLst>
                  <a:ext uri="{FF2B5EF4-FFF2-40B4-BE49-F238E27FC236}">
                    <a16:creationId xmlns:a16="http://schemas.microsoft.com/office/drawing/2014/main" id="{832D6586-BE9B-16FB-B939-4433190C97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200" y="5695950"/>
                <a:ext cx="72866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cycles per pixel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74" name="Line 1023">
                <a:extLst>
                  <a:ext uri="{FF2B5EF4-FFF2-40B4-BE49-F238E27FC236}">
                    <a16:creationId xmlns:a16="http://schemas.microsoft.com/office/drawing/2014/main" id="{C7538A01-83C9-B140-1557-607DC0A34A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728663" y="2490788"/>
                <a:ext cx="0" cy="3043238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75" name="Line 1024">
                <a:extLst>
                  <a:ext uri="{FF2B5EF4-FFF2-40B4-BE49-F238E27FC236}">
                    <a16:creationId xmlns:a16="http://schemas.microsoft.com/office/drawing/2014/main" id="{B9DCC5C4-E862-4854-1004-A8BA21F15F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11400" y="2490788"/>
                <a:ext cx="0" cy="3043238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76" name="Line 1025">
                <a:extLst>
                  <a:ext uri="{FF2B5EF4-FFF2-40B4-BE49-F238E27FC236}">
                    <a16:creationId xmlns:a16="http://schemas.microsoft.com/office/drawing/2014/main" id="{FC898E78-B731-AB29-5BE0-732004396A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728663" y="5534025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77" name="Line 1026">
                <a:extLst>
                  <a:ext uri="{FF2B5EF4-FFF2-40B4-BE49-F238E27FC236}">
                    <a16:creationId xmlns:a16="http://schemas.microsoft.com/office/drawing/2014/main" id="{BDDD2CB0-884A-0190-D440-6E9429971A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728663" y="4013200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78" name="Line 1027">
                <a:extLst>
                  <a:ext uri="{FF2B5EF4-FFF2-40B4-BE49-F238E27FC236}">
                    <a16:creationId xmlns:a16="http://schemas.microsoft.com/office/drawing/2014/main" id="{9DDD821D-B1C7-26D3-A2B1-20F46CBEF7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728663" y="2490788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79" name="Line 1028">
                <a:extLst>
                  <a:ext uri="{FF2B5EF4-FFF2-40B4-BE49-F238E27FC236}">
                    <a16:creationId xmlns:a16="http://schemas.microsoft.com/office/drawing/2014/main" id="{BD7DD5DE-42EC-EFBA-DADF-E9E9B44124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81237" y="5534025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80" name="Line 1029">
                <a:extLst>
                  <a:ext uri="{FF2B5EF4-FFF2-40B4-BE49-F238E27FC236}">
                    <a16:creationId xmlns:a16="http://schemas.microsoft.com/office/drawing/2014/main" id="{703B48F5-A516-513E-E8E4-A88CF35799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81237" y="4013200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81" name="Line 1030">
                <a:extLst>
                  <a:ext uri="{FF2B5EF4-FFF2-40B4-BE49-F238E27FC236}">
                    <a16:creationId xmlns:a16="http://schemas.microsoft.com/office/drawing/2014/main" id="{9E70A49C-6C4F-F58F-A3E6-C2188882C8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81237" y="2490788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582" name="Rectangle 1031">
                <a:extLst>
                  <a:ext uri="{FF2B5EF4-FFF2-40B4-BE49-F238E27FC236}">
                    <a16:creationId xmlns:a16="http://schemas.microsoft.com/office/drawing/2014/main" id="{C1C495DD-77D5-D18E-A15E-6127F4128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63613" y="5486400"/>
                <a:ext cx="27146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-0.25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83" name="Rectangle 1032">
                <a:extLst>
                  <a:ext uri="{FF2B5EF4-FFF2-40B4-BE49-F238E27FC236}">
                    <a16:creationId xmlns:a16="http://schemas.microsoft.com/office/drawing/2014/main" id="{59EDAE19-60A0-0E50-343B-4B82570FA0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11225" y="3965575"/>
                <a:ext cx="21431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   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84" name="Rectangle 1033">
                <a:extLst>
                  <a:ext uri="{FF2B5EF4-FFF2-40B4-BE49-F238E27FC236}">
                    <a16:creationId xmlns:a16="http://schemas.microsoft.com/office/drawing/2014/main" id="{BBD5DA10-57F2-9E5D-3417-0DA9019F9D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58850" y="2444750"/>
                <a:ext cx="266700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0.25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85" name="Rectangle 1034">
                <a:extLst>
                  <a:ext uri="{FF2B5EF4-FFF2-40B4-BE49-F238E27FC236}">
                    <a16:creationId xmlns:a16="http://schemas.microsoft.com/office/drawing/2014/main" id="{761D1A85-C0CB-6D2B-39B6-8841BF6411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081088" y="4227513"/>
                <a:ext cx="95250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86" name="Rectangle 1035">
                <a:extLst>
                  <a:ext uri="{FF2B5EF4-FFF2-40B4-BE49-F238E27FC236}">
                    <a16:creationId xmlns:a16="http://schemas.microsoft.com/office/drawing/2014/main" id="{3C7ED063-FDCE-0F37-4FA0-7A13712EDD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077913" y="4183063"/>
                <a:ext cx="90488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y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87" name="Rectangle 1036">
                <a:extLst>
                  <a:ext uri="{FF2B5EF4-FFF2-40B4-BE49-F238E27FC236}">
                    <a16:creationId xmlns:a16="http://schemas.microsoft.com/office/drawing/2014/main" id="{7B0DA97C-D3FF-4532-E556-354FC553FE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081088" y="4127500"/>
                <a:ext cx="95250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88" name="Rectangle 1037">
                <a:extLst>
                  <a:ext uri="{FF2B5EF4-FFF2-40B4-BE49-F238E27FC236}">
                    <a16:creationId xmlns:a16="http://schemas.microsoft.com/office/drawing/2014/main" id="{F0755894-3DEF-31D3-A747-9441C6094B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066800" y="4089400"/>
                <a:ext cx="66675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89" name="Rectangle 1038">
                <a:extLst>
                  <a:ext uri="{FF2B5EF4-FFF2-40B4-BE49-F238E27FC236}">
                    <a16:creationId xmlns:a16="http://schemas.microsoft.com/office/drawing/2014/main" id="{FB1CBD94-3E0D-FC05-26AB-185D9EB144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082675" y="4049713"/>
                <a:ext cx="10001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90" name="Rectangle 1039">
                <a:extLst>
                  <a:ext uri="{FF2B5EF4-FFF2-40B4-BE49-F238E27FC236}">
                    <a16:creationId xmlns:a16="http://schemas.microsoft.com/office/drawing/2014/main" id="{67EB16AC-AF91-E5CC-D7AE-13BD255321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081088" y="3989388"/>
                <a:ext cx="95250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91" name="Rectangle 1040">
                <a:extLst>
                  <a:ext uri="{FF2B5EF4-FFF2-40B4-BE49-F238E27FC236}">
                    <a16:creationId xmlns:a16="http://schemas.microsoft.com/office/drawing/2014/main" id="{9CDFA23A-0651-5AE7-1A9F-31A87CCF9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068388" y="3954463"/>
                <a:ext cx="71438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92" name="Rectangle 1041">
                <a:extLst>
                  <a:ext uri="{FF2B5EF4-FFF2-40B4-BE49-F238E27FC236}">
                    <a16:creationId xmlns:a16="http://schemas.microsoft.com/office/drawing/2014/main" id="{0C68D6B3-4BBF-9BC4-B047-3788235AA0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082675" y="3921125"/>
                <a:ext cx="10001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p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93" name="Rectangle 1042">
                <a:extLst>
                  <a:ext uri="{FF2B5EF4-FFF2-40B4-BE49-F238E27FC236}">
                    <a16:creationId xmlns:a16="http://schemas.microsoft.com/office/drawing/2014/main" id="{DAE441D1-E737-84E5-4946-74DA6D1CE3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082675" y="3863975"/>
                <a:ext cx="10001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94" name="Rectangle 1043">
                <a:extLst>
                  <a:ext uri="{FF2B5EF4-FFF2-40B4-BE49-F238E27FC236}">
                    <a16:creationId xmlns:a16="http://schemas.microsoft.com/office/drawing/2014/main" id="{B3ED661B-4985-FE07-2ABC-02EE7C4CD3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071563" y="3817938"/>
                <a:ext cx="76200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95" name="Rectangle 1044">
                <a:extLst>
                  <a:ext uri="{FF2B5EF4-FFF2-40B4-BE49-F238E27FC236}">
                    <a16:creationId xmlns:a16="http://schemas.microsoft.com/office/drawing/2014/main" id="{32EF4E65-7BED-CC91-0341-5923AB73AD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068388" y="3787775"/>
                <a:ext cx="71438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96" name="Rectangle 1045">
                <a:extLst>
                  <a:ext uri="{FF2B5EF4-FFF2-40B4-BE49-F238E27FC236}">
                    <a16:creationId xmlns:a16="http://schemas.microsoft.com/office/drawing/2014/main" id="{1A45A72E-E23B-9530-8689-F46F708158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082675" y="3759200"/>
                <a:ext cx="10001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p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97" name="Rectangle 1046">
                <a:extLst>
                  <a:ext uri="{FF2B5EF4-FFF2-40B4-BE49-F238E27FC236}">
                    <a16:creationId xmlns:a16="http://schemas.microsoft.com/office/drawing/2014/main" id="{CC247C3D-EEA5-2941-84BB-1453A2AFDD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066800" y="3716338"/>
                <a:ext cx="66675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98" name="Rectangle 1047">
                <a:extLst>
                  <a:ext uri="{FF2B5EF4-FFF2-40B4-BE49-F238E27FC236}">
                    <a16:creationId xmlns:a16="http://schemas.microsoft.com/office/drawing/2014/main" id="{80704F05-7542-F259-95EF-231E39282E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077913" y="3681413"/>
                <a:ext cx="90488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x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99" name="Rectangle 1048">
                <a:extLst>
                  <a:ext uri="{FF2B5EF4-FFF2-40B4-BE49-F238E27FC236}">
                    <a16:creationId xmlns:a16="http://schemas.microsoft.com/office/drawing/2014/main" id="{FA9E738A-6FFB-E0E5-EABF-9435EEDD2D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082675" y="3633788"/>
                <a:ext cx="10001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00" name="Rectangle 1049">
                <a:extLst>
                  <a:ext uri="{FF2B5EF4-FFF2-40B4-BE49-F238E27FC236}">
                    <a16:creationId xmlns:a16="http://schemas.microsoft.com/office/drawing/2014/main" id="{D6FBD10F-CEE7-3438-7584-8CE36D5C77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1066800" y="3597275"/>
                <a:ext cx="66675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01" name="Line 1050">
                <a:extLst>
                  <a:ext uri="{FF2B5EF4-FFF2-40B4-BE49-F238E27FC236}">
                    <a16:creationId xmlns:a16="http://schemas.microsoft.com/office/drawing/2014/main" id="{771CCBDD-93A2-A19F-B1A7-2649A864AC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3800" y="5534025"/>
                <a:ext cx="10001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02" name="Line 1051">
                <a:extLst>
                  <a:ext uri="{FF2B5EF4-FFF2-40B4-BE49-F238E27FC236}">
                    <a16:creationId xmlns:a16="http://schemas.microsoft.com/office/drawing/2014/main" id="{85A25AD4-C28E-F429-EA71-5344540219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3800" y="2490788"/>
                <a:ext cx="10001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03" name="Line 1052">
                <a:extLst>
                  <a:ext uri="{FF2B5EF4-FFF2-40B4-BE49-F238E27FC236}">
                    <a16:creationId xmlns:a16="http://schemas.microsoft.com/office/drawing/2014/main" id="{98BA2EDE-7AE0-87B0-31C0-D3932DFB9E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63800" y="2490788"/>
                <a:ext cx="0" cy="3043238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04" name="Line 1053">
                <a:extLst>
                  <a:ext uri="{FF2B5EF4-FFF2-40B4-BE49-F238E27FC236}">
                    <a16:creationId xmlns:a16="http://schemas.microsoft.com/office/drawing/2014/main" id="{15505B67-03E2-A403-C3B7-DBC28EFE60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63812" y="2490788"/>
                <a:ext cx="0" cy="3043238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pic>
            <p:nvPicPr>
              <p:cNvPr id="3605" name="Picture 1054">
                <a:extLst>
                  <a:ext uri="{FF2B5EF4-FFF2-40B4-BE49-F238E27FC236}">
                    <a16:creationId xmlns:a16="http://schemas.microsoft.com/office/drawing/2014/main" id="{F00464D7-63C3-CA16-45C8-C889D155C28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63800" y="2490788"/>
                <a:ext cx="100013" cy="3043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06" name="Line 1055">
                <a:extLst>
                  <a:ext uri="{FF2B5EF4-FFF2-40B4-BE49-F238E27FC236}">
                    <a16:creationId xmlns:a16="http://schemas.microsoft.com/office/drawing/2014/main" id="{BCB95F50-5EAB-7616-9573-83A6876296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63812" y="2490788"/>
                <a:ext cx="0" cy="3043238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07" name="Line 1056">
                <a:extLst>
                  <a:ext uri="{FF2B5EF4-FFF2-40B4-BE49-F238E27FC236}">
                    <a16:creationId xmlns:a16="http://schemas.microsoft.com/office/drawing/2014/main" id="{07824732-54F5-00C9-8711-AA5ED60381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33650" y="5534025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08" name="Line 1057">
                <a:extLst>
                  <a:ext uri="{FF2B5EF4-FFF2-40B4-BE49-F238E27FC236}">
                    <a16:creationId xmlns:a16="http://schemas.microsoft.com/office/drawing/2014/main" id="{2F93496D-91FB-EE42-07F9-8DE5D2F58F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33650" y="5257800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09" name="Line 1058">
                <a:extLst>
                  <a:ext uri="{FF2B5EF4-FFF2-40B4-BE49-F238E27FC236}">
                    <a16:creationId xmlns:a16="http://schemas.microsoft.com/office/drawing/2014/main" id="{C9797363-0B4D-1178-FC37-AA2DC1378D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33650" y="4979988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10" name="Line 1059">
                <a:extLst>
                  <a:ext uri="{FF2B5EF4-FFF2-40B4-BE49-F238E27FC236}">
                    <a16:creationId xmlns:a16="http://schemas.microsoft.com/office/drawing/2014/main" id="{AE6568F2-3444-7391-BE6F-D630E9DFC8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33650" y="4703763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11" name="Line 1060">
                <a:extLst>
                  <a:ext uri="{FF2B5EF4-FFF2-40B4-BE49-F238E27FC236}">
                    <a16:creationId xmlns:a16="http://schemas.microsoft.com/office/drawing/2014/main" id="{36E4C84F-1590-5726-0FB6-78408D0BCB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33650" y="4427538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12" name="Line 1061">
                <a:extLst>
                  <a:ext uri="{FF2B5EF4-FFF2-40B4-BE49-F238E27FC236}">
                    <a16:creationId xmlns:a16="http://schemas.microsoft.com/office/drawing/2014/main" id="{F22111AB-75FD-4AA2-FE5D-664BD5F711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33650" y="4151313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13" name="Line 1062">
                <a:extLst>
                  <a:ext uri="{FF2B5EF4-FFF2-40B4-BE49-F238E27FC236}">
                    <a16:creationId xmlns:a16="http://schemas.microsoft.com/office/drawing/2014/main" id="{3303A024-2F09-CD01-9A96-9A58D0ABB1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33650" y="3875088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14" name="Line 1063">
                <a:extLst>
                  <a:ext uri="{FF2B5EF4-FFF2-40B4-BE49-F238E27FC236}">
                    <a16:creationId xmlns:a16="http://schemas.microsoft.com/office/drawing/2014/main" id="{B26913E1-506D-EF02-81EE-AE2D7488B2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33650" y="3597275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15" name="Line 1064">
                <a:extLst>
                  <a:ext uri="{FF2B5EF4-FFF2-40B4-BE49-F238E27FC236}">
                    <a16:creationId xmlns:a16="http://schemas.microsoft.com/office/drawing/2014/main" id="{16D9C3DE-FBD8-1436-221F-D8F2351C48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33650" y="3321050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16" name="Line 1065">
                <a:extLst>
                  <a:ext uri="{FF2B5EF4-FFF2-40B4-BE49-F238E27FC236}">
                    <a16:creationId xmlns:a16="http://schemas.microsoft.com/office/drawing/2014/main" id="{B60FE446-C8A3-8E1B-9662-BE9BA235E6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33650" y="3044825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17" name="Line 1066">
                <a:extLst>
                  <a:ext uri="{FF2B5EF4-FFF2-40B4-BE49-F238E27FC236}">
                    <a16:creationId xmlns:a16="http://schemas.microsoft.com/office/drawing/2014/main" id="{C3EA9665-90BB-4544-B92A-C721B66626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33650" y="2768600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18" name="Line 1067">
                <a:extLst>
                  <a:ext uri="{FF2B5EF4-FFF2-40B4-BE49-F238E27FC236}">
                    <a16:creationId xmlns:a16="http://schemas.microsoft.com/office/drawing/2014/main" id="{A209C18F-A96C-F236-3A05-2DCA4765E5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33650" y="2490788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19" name="Rectangle 1068">
                <a:extLst>
                  <a:ext uri="{FF2B5EF4-FFF2-40B4-BE49-F238E27FC236}">
                    <a16:creationId xmlns:a16="http://schemas.microsoft.com/office/drawing/2014/main" id="{14F2722C-D449-A688-A4C9-D4B333E3CE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387" y="5486400"/>
                <a:ext cx="1190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-3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20" name="Rectangle 1069">
                <a:extLst>
                  <a:ext uri="{FF2B5EF4-FFF2-40B4-BE49-F238E27FC236}">
                    <a16:creationId xmlns:a16="http://schemas.microsoft.com/office/drawing/2014/main" id="{9B9FD268-F530-C237-7786-7EAF58AE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387" y="5210175"/>
                <a:ext cx="1952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-2.5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21" name="Rectangle 1070">
                <a:extLst>
                  <a:ext uri="{FF2B5EF4-FFF2-40B4-BE49-F238E27FC236}">
                    <a16:creationId xmlns:a16="http://schemas.microsoft.com/office/drawing/2014/main" id="{11AA264E-7763-9894-9111-CD6A59923E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387" y="4932363"/>
                <a:ext cx="1190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-2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22" name="Rectangle 1071">
                <a:extLst>
                  <a:ext uri="{FF2B5EF4-FFF2-40B4-BE49-F238E27FC236}">
                    <a16:creationId xmlns:a16="http://schemas.microsoft.com/office/drawing/2014/main" id="{317132B5-27D7-EF59-F118-533FDE4132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387" y="4656138"/>
                <a:ext cx="1952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-1.5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23" name="Rectangle 1072">
                <a:extLst>
                  <a:ext uri="{FF2B5EF4-FFF2-40B4-BE49-F238E27FC236}">
                    <a16:creationId xmlns:a16="http://schemas.microsoft.com/office/drawing/2014/main" id="{D5AB7A90-1F25-A17F-25A1-D1BF736E7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387" y="4379913"/>
                <a:ext cx="1190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-1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24" name="Rectangle 1073">
                <a:extLst>
                  <a:ext uri="{FF2B5EF4-FFF2-40B4-BE49-F238E27FC236}">
                    <a16:creationId xmlns:a16="http://schemas.microsoft.com/office/drawing/2014/main" id="{AC4778B0-75B2-CFD2-40B4-AD908D3A55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387" y="4103688"/>
                <a:ext cx="1952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-0.5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25" name="Rectangle 1074">
                <a:extLst>
                  <a:ext uri="{FF2B5EF4-FFF2-40B4-BE49-F238E27FC236}">
                    <a16:creationId xmlns:a16="http://schemas.microsoft.com/office/drawing/2014/main" id="{1BCE6E71-7AD9-B6EF-5E61-4E528C251E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387" y="3827463"/>
                <a:ext cx="90488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26" name="Rectangle 1075">
                <a:extLst>
                  <a:ext uri="{FF2B5EF4-FFF2-40B4-BE49-F238E27FC236}">
                    <a16:creationId xmlns:a16="http://schemas.microsoft.com/office/drawing/2014/main" id="{7F8FFC04-462E-17E1-B8D8-4C766DAB5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387" y="3549650"/>
                <a:ext cx="166688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27" name="Rectangle 1076">
                <a:extLst>
                  <a:ext uri="{FF2B5EF4-FFF2-40B4-BE49-F238E27FC236}">
                    <a16:creationId xmlns:a16="http://schemas.microsoft.com/office/drawing/2014/main" id="{7B658DC2-1833-CB80-8D3F-A532C4CFBF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387" y="3273425"/>
                <a:ext cx="90488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1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28" name="Rectangle 1077">
                <a:extLst>
                  <a:ext uri="{FF2B5EF4-FFF2-40B4-BE49-F238E27FC236}">
                    <a16:creationId xmlns:a16="http://schemas.microsoft.com/office/drawing/2014/main" id="{2B702D23-65AB-4DD5-A1A3-C203E8D7F0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387" y="2997200"/>
                <a:ext cx="166688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1.5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29" name="Rectangle 1078">
                <a:extLst>
                  <a:ext uri="{FF2B5EF4-FFF2-40B4-BE49-F238E27FC236}">
                    <a16:creationId xmlns:a16="http://schemas.microsoft.com/office/drawing/2014/main" id="{C2594B1F-420E-CA44-E1DE-2D8870BD41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387" y="2720975"/>
                <a:ext cx="90488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2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30" name="Rectangle 1079">
                <a:extLst>
                  <a:ext uri="{FF2B5EF4-FFF2-40B4-BE49-F238E27FC236}">
                    <a16:creationId xmlns:a16="http://schemas.microsoft.com/office/drawing/2014/main" id="{63343FCD-48D3-A03A-574A-8EA9067192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387" y="2444750"/>
                <a:ext cx="166688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2.5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31" name="Line 1080">
                <a:extLst>
                  <a:ext uri="{FF2B5EF4-FFF2-40B4-BE49-F238E27FC236}">
                    <a16:creationId xmlns:a16="http://schemas.microsoft.com/office/drawing/2014/main" id="{9E10240A-2F1B-E759-0CAE-D50C11C17A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3800" y="2490788"/>
                <a:ext cx="10001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32" name="Line 1081">
                <a:extLst>
                  <a:ext uri="{FF2B5EF4-FFF2-40B4-BE49-F238E27FC236}">
                    <a16:creationId xmlns:a16="http://schemas.microsoft.com/office/drawing/2014/main" id="{7FB18D0B-3EBF-8A35-5D14-27CE0F25AB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3800" y="5534025"/>
                <a:ext cx="10001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33" name="Line 1082">
                <a:extLst>
                  <a:ext uri="{FF2B5EF4-FFF2-40B4-BE49-F238E27FC236}">
                    <a16:creationId xmlns:a16="http://schemas.microsoft.com/office/drawing/2014/main" id="{38242A9F-8950-E295-384D-FAC9F261B9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63800" y="2490788"/>
                <a:ext cx="0" cy="3043238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34" name="Line 1083">
                <a:extLst>
                  <a:ext uri="{FF2B5EF4-FFF2-40B4-BE49-F238E27FC236}">
                    <a16:creationId xmlns:a16="http://schemas.microsoft.com/office/drawing/2014/main" id="{59779266-44C5-B0F7-03B6-B8EA7A0981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63812" y="2490788"/>
                <a:ext cx="0" cy="3043238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35" name="Rectangle 1084">
                <a:extLst>
                  <a:ext uri="{FF2B5EF4-FFF2-40B4-BE49-F238E27FC236}">
                    <a16:creationId xmlns:a16="http://schemas.microsoft.com/office/drawing/2014/main" id="{48933C62-99F0-55AF-2F1A-C39644B83E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620838" y="5862638"/>
                <a:ext cx="2568575" cy="85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scindatabase pad=1 whiten=per view (subj wtd) marg=1 pxlmean 0 roimean 1 cosbell 1 gen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36" name="Rectangle 1085">
                <a:extLst>
                  <a:ext uri="{FF2B5EF4-FFF2-40B4-BE49-F238E27FC236}">
                    <a16:creationId xmlns:a16="http://schemas.microsoft.com/office/drawing/2014/main" id="{D0AE00AA-2C20-1585-ADF0-69630FCB8C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535113" y="5719763"/>
                <a:ext cx="452438" cy="85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std (N=2 R=64)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3718" name="Group 3717">
            <a:extLst>
              <a:ext uri="{FF2B5EF4-FFF2-40B4-BE49-F238E27FC236}">
                <a16:creationId xmlns:a16="http://schemas.microsoft.com/office/drawing/2014/main" id="{DC4EB447-FC48-88EE-3D5C-25B6E7967349}"/>
              </a:ext>
            </a:extLst>
          </p:cNvPr>
          <p:cNvGrpSpPr>
            <a:grpSpLocks noChangeAspect="1"/>
          </p:cNvGrpSpPr>
          <p:nvPr/>
        </p:nvGrpSpPr>
        <p:grpSpPr>
          <a:xfrm>
            <a:off x="8081658" y="1409617"/>
            <a:ext cx="2358692" cy="2019383"/>
            <a:chOff x="3369902" y="3987084"/>
            <a:chExt cx="4717384" cy="4038766"/>
          </a:xfrm>
        </p:grpSpPr>
        <p:sp>
          <p:nvSpPr>
            <p:cNvPr id="3638" name="TextBox 3637">
              <a:extLst>
                <a:ext uri="{FF2B5EF4-FFF2-40B4-BE49-F238E27FC236}">
                  <a16:creationId xmlns:a16="http://schemas.microsoft.com/office/drawing/2014/main" id="{10A08150-29AE-5228-0234-98C9513A2D85}"/>
                </a:ext>
              </a:extLst>
            </p:cNvPr>
            <p:cNvSpPr txBox="1"/>
            <p:nvPr/>
          </p:nvSpPr>
          <p:spPr>
            <a:xfrm>
              <a:off x="3369902" y="3987084"/>
              <a:ext cx="269060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Natural images</a:t>
              </a:r>
            </a:p>
          </p:txBody>
        </p:sp>
        <p:grpSp>
          <p:nvGrpSpPr>
            <p:cNvPr id="3639" name="Group 3638">
              <a:extLst>
                <a:ext uri="{FF2B5EF4-FFF2-40B4-BE49-F238E27FC236}">
                  <a16:creationId xmlns:a16="http://schemas.microsoft.com/office/drawing/2014/main" id="{92F71775-36F1-5D26-BD9F-D53D0FAB368F}"/>
                </a:ext>
              </a:extLst>
            </p:cNvPr>
            <p:cNvGrpSpPr/>
            <p:nvPr/>
          </p:nvGrpSpPr>
          <p:grpSpPr>
            <a:xfrm>
              <a:off x="3678798" y="4434925"/>
              <a:ext cx="4408488" cy="3590925"/>
              <a:chOff x="-3086100" y="3281363"/>
              <a:chExt cx="4408488" cy="3590925"/>
            </a:xfrm>
          </p:grpSpPr>
          <p:sp>
            <p:nvSpPr>
              <p:cNvPr id="3640" name="Rectangle 7">
                <a:extLst>
                  <a:ext uri="{FF2B5EF4-FFF2-40B4-BE49-F238E27FC236}">
                    <a16:creationId xmlns:a16="http://schemas.microsoft.com/office/drawing/2014/main" id="{7CB9916B-8DB2-2FE3-712D-1BC79AEF7A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193925" y="3414713"/>
                <a:ext cx="3040063" cy="30432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41" name="Rectangle 8">
                <a:extLst>
                  <a:ext uri="{FF2B5EF4-FFF2-40B4-BE49-F238E27FC236}">
                    <a16:creationId xmlns:a16="http://schemas.microsoft.com/office/drawing/2014/main" id="{281757B4-47AF-9921-5185-3BBE8FEF7A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084262" y="3281363"/>
                <a:ext cx="88106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1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std (avg per subj)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pic>
            <p:nvPicPr>
              <p:cNvPr id="3642" name="Picture 9">
                <a:extLst>
                  <a:ext uri="{FF2B5EF4-FFF2-40B4-BE49-F238E27FC236}">
                    <a16:creationId xmlns:a16="http://schemas.microsoft.com/office/drawing/2014/main" id="{8C78690A-1459-7F68-10EA-7D6A0F0B60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2193925" y="3414713"/>
                <a:ext cx="3040063" cy="3043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43" name="Line 10">
                <a:extLst>
                  <a:ext uri="{FF2B5EF4-FFF2-40B4-BE49-F238E27FC236}">
                    <a16:creationId xmlns:a16="http://schemas.microsoft.com/office/drawing/2014/main" id="{9308A868-B7F3-5FA9-204A-A559CB2092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2193925" y="6457950"/>
                <a:ext cx="30400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44" name="Line 11">
                <a:extLst>
                  <a:ext uri="{FF2B5EF4-FFF2-40B4-BE49-F238E27FC236}">
                    <a16:creationId xmlns:a16="http://schemas.microsoft.com/office/drawing/2014/main" id="{4B3EF0CB-F587-549D-CB6A-653C96283F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2193925" y="3414713"/>
                <a:ext cx="30400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45" name="Line 12">
                <a:extLst>
                  <a:ext uri="{FF2B5EF4-FFF2-40B4-BE49-F238E27FC236}">
                    <a16:creationId xmlns:a16="http://schemas.microsoft.com/office/drawing/2014/main" id="{EF0DDE84-4A40-F438-CAA3-75C20D230C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2193925" y="6427788"/>
                <a:ext cx="0" cy="30163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46" name="Line 13">
                <a:extLst>
                  <a:ext uri="{FF2B5EF4-FFF2-40B4-BE49-F238E27FC236}">
                    <a16:creationId xmlns:a16="http://schemas.microsoft.com/office/drawing/2014/main" id="{74C5F149-41D8-086C-1402-5E96E73ACB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674687" y="6427788"/>
                <a:ext cx="0" cy="30163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47" name="Line 14">
                <a:extLst>
                  <a:ext uri="{FF2B5EF4-FFF2-40B4-BE49-F238E27FC236}">
                    <a16:creationId xmlns:a16="http://schemas.microsoft.com/office/drawing/2014/main" id="{FF0905F6-5757-36F7-77A6-3F2AE1324E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6138" y="6427788"/>
                <a:ext cx="0" cy="30163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48" name="Line 15">
                <a:extLst>
                  <a:ext uri="{FF2B5EF4-FFF2-40B4-BE49-F238E27FC236}">
                    <a16:creationId xmlns:a16="http://schemas.microsoft.com/office/drawing/2014/main" id="{80473202-3433-59DF-DA57-53F6AAFDF3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2193925" y="3414713"/>
                <a:ext cx="0" cy="3175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49" name="Line 16">
                <a:extLst>
                  <a:ext uri="{FF2B5EF4-FFF2-40B4-BE49-F238E27FC236}">
                    <a16:creationId xmlns:a16="http://schemas.microsoft.com/office/drawing/2014/main" id="{D48C4371-7042-1E03-C2D7-78957F4E45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674687" y="3414713"/>
                <a:ext cx="0" cy="3175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50" name="Line 17">
                <a:extLst>
                  <a:ext uri="{FF2B5EF4-FFF2-40B4-BE49-F238E27FC236}">
                    <a16:creationId xmlns:a16="http://schemas.microsoft.com/office/drawing/2014/main" id="{9F1AD4D9-7E49-BCBF-2227-4CE33C40C1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46138" y="3414713"/>
                <a:ext cx="0" cy="3175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51" name="Rectangle 18">
                <a:extLst>
                  <a:ext uri="{FF2B5EF4-FFF2-40B4-BE49-F238E27FC236}">
                    <a16:creationId xmlns:a16="http://schemas.microsoft.com/office/drawing/2014/main" id="{D2E30E77-1BA5-5CA9-5825-9C48FAEA8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293937" y="6496050"/>
                <a:ext cx="27146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-0.25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52" name="Rectangle 19">
                <a:extLst>
                  <a:ext uri="{FF2B5EF4-FFF2-40B4-BE49-F238E27FC236}">
                    <a16:creationId xmlns:a16="http://schemas.microsoft.com/office/drawing/2014/main" id="{C1AA918B-C00D-D121-3548-84778DDFE1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750887" y="6496050"/>
                <a:ext cx="21431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   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53" name="Rectangle 20">
                <a:extLst>
                  <a:ext uri="{FF2B5EF4-FFF2-40B4-BE49-F238E27FC236}">
                    <a16:creationId xmlns:a16="http://schemas.microsoft.com/office/drawing/2014/main" id="{9C520B09-5300-5A2C-346E-6D754FC2EB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6125" y="6496050"/>
                <a:ext cx="266700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0.25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54" name="Rectangle 21">
                <a:extLst>
                  <a:ext uri="{FF2B5EF4-FFF2-40B4-BE49-F238E27FC236}">
                    <a16:creationId xmlns:a16="http://schemas.microsoft.com/office/drawing/2014/main" id="{AC60D596-6B04-853E-4234-BE4E1BCCFE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008062" y="6619875"/>
                <a:ext cx="72866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cycles per pixel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55" name="Line 22">
                <a:extLst>
                  <a:ext uri="{FF2B5EF4-FFF2-40B4-BE49-F238E27FC236}">
                    <a16:creationId xmlns:a16="http://schemas.microsoft.com/office/drawing/2014/main" id="{8D8F3ABB-1FD0-D2A3-7CD4-E79EE7B08D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2193925" y="3414713"/>
                <a:ext cx="0" cy="3043238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56" name="Line 23">
                <a:extLst>
                  <a:ext uri="{FF2B5EF4-FFF2-40B4-BE49-F238E27FC236}">
                    <a16:creationId xmlns:a16="http://schemas.microsoft.com/office/drawing/2014/main" id="{57DE6B43-821F-B7FA-197A-FED4FD3E9A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6138" y="3414713"/>
                <a:ext cx="0" cy="3043238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57" name="Line 24">
                <a:extLst>
                  <a:ext uri="{FF2B5EF4-FFF2-40B4-BE49-F238E27FC236}">
                    <a16:creationId xmlns:a16="http://schemas.microsoft.com/office/drawing/2014/main" id="{4795E3D7-C03C-5493-AD9F-7ED78BA802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2193925" y="6457950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58" name="Line 25">
                <a:extLst>
                  <a:ext uri="{FF2B5EF4-FFF2-40B4-BE49-F238E27FC236}">
                    <a16:creationId xmlns:a16="http://schemas.microsoft.com/office/drawing/2014/main" id="{5D5B4418-D6F1-3FC0-450E-8FEA973CEF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2193925" y="4937125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59" name="Line 26">
                <a:extLst>
                  <a:ext uri="{FF2B5EF4-FFF2-40B4-BE49-F238E27FC236}">
                    <a16:creationId xmlns:a16="http://schemas.microsoft.com/office/drawing/2014/main" id="{E044D6CD-51AE-A1B4-EC93-19C78BE0C4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2193925" y="3414713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60" name="Line 27">
                <a:extLst>
                  <a:ext uri="{FF2B5EF4-FFF2-40B4-BE49-F238E27FC236}">
                    <a16:creationId xmlns:a16="http://schemas.microsoft.com/office/drawing/2014/main" id="{5F258304-8C6C-1AA8-F965-03A15211BB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15975" y="6457950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61" name="Line 28">
                <a:extLst>
                  <a:ext uri="{FF2B5EF4-FFF2-40B4-BE49-F238E27FC236}">
                    <a16:creationId xmlns:a16="http://schemas.microsoft.com/office/drawing/2014/main" id="{AC0161F8-7E5E-08B5-2382-C7185BBC29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15975" y="4937125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62" name="Line 29">
                <a:extLst>
                  <a:ext uri="{FF2B5EF4-FFF2-40B4-BE49-F238E27FC236}">
                    <a16:creationId xmlns:a16="http://schemas.microsoft.com/office/drawing/2014/main" id="{C7571065-0EDA-34CC-E7E0-F47C6089D9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15975" y="3414713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63" name="Rectangle 30">
                <a:extLst>
                  <a:ext uri="{FF2B5EF4-FFF2-40B4-BE49-F238E27FC236}">
                    <a16:creationId xmlns:a16="http://schemas.microsoft.com/office/drawing/2014/main" id="{45983E5B-004B-04DE-4625-B14FDCE147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28875" y="6410325"/>
                <a:ext cx="27146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-0.25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64" name="Rectangle 31">
                <a:extLst>
                  <a:ext uri="{FF2B5EF4-FFF2-40B4-BE49-F238E27FC236}">
                    <a16:creationId xmlns:a16="http://schemas.microsoft.com/office/drawing/2014/main" id="{B19E2C21-9670-3B28-2383-8D5DE576D6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376487" y="4889500"/>
                <a:ext cx="21431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   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65" name="Rectangle 32">
                <a:extLst>
                  <a:ext uri="{FF2B5EF4-FFF2-40B4-BE49-F238E27FC236}">
                    <a16:creationId xmlns:a16="http://schemas.microsoft.com/office/drawing/2014/main" id="{47B0C521-007D-DCE4-4438-D0D16FF1D1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424112" y="3368675"/>
                <a:ext cx="266700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7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0.25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66" name="Rectangle 33">
                <a:extLst>
                  <a:ext uri="{FF2B5EF4-FFF2-40B4-BE49-F238E27FC236}">
                    <a16:creationId xmlns:a16="http://schemas.microsoft.com/office/drawing/2014/main" id="{E7E267E7-52D3-E43E-88D5-E3C12D2A18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2546350" y="5151438"/>
                <a:ext cx="95250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67" name="Rectangle 34">
                <a:extLst>
                  <a:ext uri="{FF2B5EF4-FFF2-40B4-BE49-F238E27FC236}">
                    <a16:creationId xmlns:a16="http://schemas.microsoft.com/office/drawing/2014/main" id="{7B0231B8-CC85-B242-9589-D1EFEBE104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2543175" y="5106988"/>
                <a:ext cx="90488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y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68" name="Rectangle 35">
                <a:extLst>
                  <a:ext uri="{FF2B5EF4-FFF2-40B4-BE49-F238E27FC236}">
                    <a16:creationId xmlns:a16="http://schemas.microsoft.com/office/drawing/2014/main" id="{0F9E9F38-3DC0-A2F1-81CA-BBFCFC4A1E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2546350" y="5051425"/>
                <a:ext cx="95250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69" name="Rectangle 36">
                <a:extLst>
                  <a:ext uri="{FF2B5EF4-FFF2-40B4-BE49-F238E27FC236}">
                    <a16:creationId xmlns:a16="http://schemas.microsoft.com/office/drawing/2014/main" id="{BB7D74F7-1EAB-01D5-090A-5DBCFFECDF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2532062" y="5013325"/>
                <a:ext cx="66675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70" name="Rectangle 37">
                <a:extLst>
                  <a:ext uri="{FF2B5EF4-FFF2-40B4-BE49-F238E27FC236}">
                    <a16:creationId xmlns:a16="http://schemas.microsoft.com/office/drawing/2014/main" id="{1669DFB4-BE57-562A-D797-BC406DCC41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2547937" y="4973638"/>
                <a:ext cx="10001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71" name="Rectangle 38">
                <a:extLst>
                  <a:ext uri="{FF2B5EF4-FFF2-40B4-BE49-F238E27FC236}">
                    <a16:creationId xmlns:a16="http://schemas.microsoft.com/office/drawing/2014/main" id="{34D00FFE-26F7-CA41-A76A-A01D4B62F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2546350" y="4913313"/>
                <a:ext cx="95250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72" name="Rectangle 39">
                <a:extLst>
                  <a:ext uri="{FF2B5EF4-FFF2-40B4-BE49-F238E27FC236}">
                    <a16:creationId xmlns:a16="http://schemas.microsoft.com/office/drawing/2014/main" id="{DCB12A56-DFCE-9B4D-DF45-8EBE0F1408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2533650" y="4878388"/>
                <a:ext cx="71438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73" name="Rectangle 40">
                <a:extLst>
                  <a:ext uri="{FF2B5EF4-FFF2-40B4-BE49-F238E27FC236}">
                    <a16:creationId xmlns:a16="http://schemas.microsoft.com/office/drawing/2014/main" id="{2BEC8D22-E362-2305-D709-57BA829FC4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2547937" y="4845050"/>
                <a:ext cx="10001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p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74" name="Rectangle 41">
                <a:extLst>
                  <a:ext uri="{FF2B5EF4-FFF2-40B4-BE49-F238E27FC236}">
                    <a16:creationId xmlns:a16="http://schemas.microsoft.com/office/drawing/2014/main" id="{5E44BFCA-3316-9D8E-2AE4-989CC86885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2547937" y="4787900"/>
                <a:ext cx="10001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75" name="Rectangle 42">
                <a:extLst>
                  <a:ext uri="{FF2B5EF4-FFF2-40B4-BE49-F238E27FC236}">
                    <a16:creationId xmlns:a16="http://schemas.microsoft.com/office/drawing/2014/main" id="{B4B883B6-DB8F-52A3-D6DF-A4BFFD0C74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2536825" y="4741863"/>
                <a:ext cx="76200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76" name="Rectangle 43">
                <a:extLst>
                  <a:ext uri="{FF2B5EF4-FFF2-40B4-BE49-F238E27FC236}">
                    <a16:creationId xmlns:a16="http://schemas.microsoft.com/office/drawing/2014/main" id="{B075A29E-485D-1604-2AD3-00D83437EC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2533650" y="4711700"/>
                <a:ext cx="71438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77" name="Rectangle 44">
                <a:extLst>
                  <a:ext uri="{FF2B5EF4-FFF2-40B4-BE49-F238E27FC236}">
                    <a16:creationId xmlns:a16="http://schemas.microsoft.com/office/drawing/2014/main" id="{A15C5893-AFBD-9E67-9C70-EBA57F5B34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2547937" y="4683125"/>
                <a:ext cx="10001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p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78" name="Rectangle 45">
                <a:extLst>
                  <a:ext uri="{FF2B5EF4-FFF2-40B4-BE49-F238E27FC236}">
                    <a16:creationId xmlns:a16="http://schemas.microsoft.com/office/drawing/2014/main" id="{D45C416A-EBD4-EC0F-9B23-8A75E079B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2532062" y="4640263"/>
                <a:ext cx="66675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79" name="Rectangle 46">
                <a:extLst>
                  <a:ext uri="{FF2B5EF4-FFF2-40B4-BE49-F238E27FC236}">
                    <a16:creationId xmlns:a16="http://schemas.microsoft.com/office/drawing/2014/main" id="{E1A35B96-15A7-4E8E-F658-B5E86DEA7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2543175" y="4605338"/>
                <a:ext cx="90488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x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80" name="Rectangle 47">
                <a:extLst>
                  <a:ext uri="{FF2B5EF4-FFF2-40B4-BE49-F238E27FC236}">
                    <a16:creationId xmlns:a16="http://schemas.microsoft.com/office/drawing/2014/main" id="{498A2074-91C2-B8BF-A727-43DC42B731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2547937" y="4557713"/>
                <a:ext cx="100013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81" name="Rectangle 48">
                <a:extLst>
                  <a:ext uri="{FF2B5EF4-FFF2-40B4-BE49-F238E27FC236}">
                    <a16:creationId xmlns:a16="http://schemas.microsoft.com/office/drawing/2014/main" id="{BDA8B895-F1CA-4251-12BC-EEBCEDE574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-2532062" y="4521200"/>
                <a:ext cx="66675" cy="138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682" name="Line 49">
                <a:extLst>
                  <a:ext uri="{FF2B5EF4-FFF2-40B4-BE49-F238E27FC236}">
                    <a16:creationId xmlns:a16="http://schemas.microsoft.com/office/drawing/2014/main" id="{DAA47E05-8D92-F322-8E15-4C29902085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8538" y="6457950"/>
                <a:ext cx="10001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83" name="Line 50">
                <a:extLst>
                  <a:ext uri="{FF2B5EF4-FFF2-40B4-BE49-F238E27FC236}">
                    <a16:creationId xmlns:a16="http://schemas.microsoft.com/office/drawing/2014/main" id="{B5D0760A-D57D-C999-1F67-D112921D9D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8538" y="3414713"/>
                <a:ext cx="10001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84" name="Line 51">
                <a:extLst>
                  <a:ext uri="{FF2B5EF4-FFF2-40B4-BE49-F238E27FC236}">
                    <a16:creationId xmlns:a16="http://schemas.microsoft.com/office/drawing/2014/main" id="{FCDFA6E5-3B95-692B-4584-D5FA3EE72A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98538" y="3414713"/>
                <a:ext cx="0" cy="3043238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85" name="Line 52">
                <a:extLst>
                  <a:ext uri="{FF2B5EF4-FFF2-40B4-BE49-F238E27FC236}">
                    <a16:creationId xmlns:a16="http://schemas.microsoft.com/office/drawing/2014/main" id="{B45F3B1B-691F-B1EE-5335-4CE3CA2554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98550" y="3414713"/>
                <a:ext cx="0" cy="3043238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pic>
            <p:nvPicPr>
              <p:cNvPr id="3686" name="Picture 53">
                <a:extLst>
                  <a:ext uri="{FF2B5EF4-FFF2-40B4-BE49-F238E27FC236}">
                    <a16:creationId xmlns:a16="http://schemas.microsoft.com/office/drawing/2014/main" id="{BDB2E1C2-B701-C8E1-D923-60EF7E378B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98538" y="3414713"/>
                <a:ext cx="100013" cy="30432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687" name="Line 54">
                <a:extLst>
                  <a:ext uri="{FF2B5EF4-FFF2-40B4-BE49-F238E27FC236}">
                    <a16:creationId xmlns:a16="http://schemas.microsoft.com/office/drawing/2014/main" id="{F972F8CD-1FAB-AC7D-40F7-FC1D93DB10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98550" y="3414713"/>
                <a:ext cx="0" cy="3043238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88" name="Line 55">
                <a:extLst>
                  <a:ext uri="{FF2B5EF4-FFF2-40B4-BE49-F238E27FC236}">
                    <a16:creationId xmlns:a16="http://schemas.microsoft.com/office/drawing/2014/main" id="{40F69D9E-EDDF-A60C-B5AF-111FC182D8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8388" y="6457950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89" name="Line 56">
                <a:extLst>
                  <a:ext uri="{FF2B5EF4-FFF2-40B4-BE49-F238E27FC236}">
                    <a16:creationId xmlns:a16="http://schemas.microsoft.com/office/drawing/2014/main" id="{A7EA8322-9CCD-6BB0-03DB-D50E81B99F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8388" y="6181725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90" name="Line 57">
                <a:extLst>
                  <a:ext uri="{FF2B5EF4-FFF2-40B4-BE49-F238E27FC236}">
                    <a16:creationId xmlns:a16="http://schemas.microsoft.com/office/drawing/2014/main" id="{9ADB5221-9450-CBB1-BC84-C506FBFF8D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8388" y="5903913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91" name="Line 58">
                <a:extLst>
                  <a:ext uri="{FF2B5EF4-FFF2-40B4-BE49-F238E27FC236}">
                    <a16:creationId xmlns:a16="http://schemas.microsoft.com/office/drawing/2014/main" id="{B70E9EE9-3EC5-3E8F-EB34-FF45C76FA3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8388" y="5627688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92" name="Line 59">
                <a:extLst>
                  <a:ext uri="{FF2B5EF4-FFF2-40B4-BE49-F238E27FC236}">
                    <a16:creationId xmlns:a16="http://schemas.microsoft.com/office/drawing/2014/main" id="{277217DE-7766-E245-3645-79FE413850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8388" y="5351463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93" name="Line 60">
                <a:extLst>
                  <a:ext uri="{FF2B5EF4-FFF2-40B4-BE49-F238E27FC236}">
                    <a16:creationId xmlns:a16="http://schemas.microsoft.com/office/drawing/2014/main" id="{39A9EF60-AE5D-2DE7-F6F4-C2D9A9F723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8388" y="5075238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94" name="Line 61">
                <a:extLst>
                  <a:ext uri="{FF2B5EF4-FFF2-40B4-BE49-F238E27FC236}">
                    <a16:creationId xmlns:a16="http://schemas.microsoft.com/office/drawing/2014/main" id="{3344FDCB-37AF-4118-F1B9-AD99EB233A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8388" y="4799013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95" name="Line 62">
                <a:extLst>
                  <a:ext uri="{FF2B5EF4-FFF2-40B4-BE49-F238E27FC236}">
                    <a16:creationId xmlns:a16="http://schemas.microsoft.com/office/drawing/2014/main" id="{EF8CC36D-7A14-54DA-6E61-96B46836FE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8388" y="4521200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96" name="Line 63">
                <a:extLst>
                  <a:ext uri="{FF2B5EF4-FFF2-40B4-BE49-F238E27FC236}">
                    <a16:creationId xmlns:a16="http://schemas.microsoft.com/office/drawing/2014/main" id="{C6FA5D3F-8E66-5A93-73B5-A9828DE9DD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8388" y="4244975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97" name="Line 64">
                <a:extLst>
                  <a:ext uri="{FF2B5EF4-FFF2-40B4-BE49-F238E27FC236}">
                    <a16:creationId xmlns:a16="http://schemas.microsoft.com/office/drawing/2014/main" id="{BECE5A6E-6D88-4C13-BAD6-FC0638AAA9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8388" y="3968750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98" name="Line 65">
                <a:extLst>
                  <a:ext uri="{FF2B5EF4-FFF2-40B4-BE49-F238E27FC236}">
                    <a16:creationId xmlns:a16="http://schemas.microsoft.com/office/drawing/2014/main" id="{A36DAF16-DC80-E2C1-FBA6-AE0B515ACF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8388" y="3692525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699" name="Line 66">
                <a:extLst>
                  <a:ext uri="{FF2B5EF4-FFF2-40B4-BE49-F238E27FC236}">
                    <a16:creationId xmlns:a16="http://schemas.microsoft.com/office/drawing/2014/main" id="{50061FDA-03BE-2C1E-A659-5E5BDDF6C9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8388" y="3414713"/>
                <a:ext cx="3016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00" name="Rectangle 67">
                <a:extLst>
                  <a:ext uri="{FF2B5EF4-FFF2-40B4-BE49-F238E27FC236}">
                    <a16:creationId xmlns:a16="http://schemas.microsoft.com/office/drawing/2014/main" id="{724A35BA-838D-493B-8D3F-1EA7E44B52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125" y="6410325"/>
                <a:ext cx="1190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-8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701" name="Rectangle 68">
                <a:extLst>
                  <a:ext uri="{FF2B5EF4-FFF2-40B4-BE49-F238E27FC236}">
                    <a16:creationId xmlns:a16="http://schemas.microsoft.com/office/drawing/2014/main" id="{58D82515-960F-66FC-A810-2929D20709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125" y="6134100"/>
                <a:ext cx="1952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-7.5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702" name="Rectangle 69">
                <a:extLst>
                  <a:ext uri="{FF2B5EF4-FFF2-40B4-BE49-F238E27FC236}">
                    <a16:creationId xmlns:a16="http://schemas.microsoft.com/office/drawing/2014/main" id="{8A58E9BD-11D5-F873-E1FE-76753B5DB4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125" y="5856288"/>
                <a:ext cx="1190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-7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703" name="Rectangle 70">
                <a:extLst>
                  <a:ext uri="{FF2B5EF4-FFF2-40B4-BE49-F238E27FC236}">
                    <a16:creationId xmlns:a16="http://schemas.microsoft.com/office/drawing/2014/main" id="{A22AA969-82F4-E954-87FB-24C650FFE7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125" y="5580063"/>
                <a:ext cx="1952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-6.5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704" name="Rectangle 71">
                <a:extLst>
                  <a:ext uri="{FF2B5EF4-FFF2-40B4-BE49-F238E27FC236}">
                    <a16:creationId xmlns:a16="http://schemas.microsoft.com/office/drawing/2014/main" id="{C6B2FD12-AFC7-7485-6BA8-598C707896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125" y="5303838"/>
                <a:ext cx="1190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-6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705" name="Rectangle 72">
                <a:extLst>
                  <a:ext uri="{FF2B5EF4-FFF2-40B4-BE49-F238E27FC236}">
                    <a16:creationId xmlns:a16="http://schemas.microsoft.com/office/drawing/2014/main" id="{B13B9448-0917-3D1F-BC4A-540DB5305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125" y="5027613"/>
                <a:ext cx="1952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-5.5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706" name="Rectangle 73">
                <a:extLst>
                  <a:ext uri="{FF2B5EF4-FFF2-40B4-BE49-F238E27FC236}">
                    <a16:creationId xmlns:a16="http://schemas.microsoft.com/office/drawing/2014/main" id="{A8EDA974-80DF-597F-49AF-EEB5B6F5C4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125" y="4751388"/>
                <a:ext cx="1190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707" name="Rectangle 74">
                <a:extLst>
                  <a:ext uri="{FF2B5EF4-FFF2-40B4-BE49-F238E27FC236}">
                    <a16:creationId xmlns:a16="http://schemas.microsoft.com/office/drawing/2014/main" id="{EB1D31F3-E515-7641-FDA7-C6FFC28920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125" y="4473575"/>
                <a:ext cx="1952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-4.5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708" name="Rectangle 75">
                <a:extLst>
                  <a:ext uri="{FF2B5EF4-FFF2-40B4-BE49-F238E27FC236}">
                    <a16:creationId xmlns:a16="http://schemas.microsoft.com/office/drawing/2014/main" id="{52DC5BBF-31D1-C5DD-F189-90D305EC8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125" y="4197350"/>
                <a:ext cx="1190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-4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709" name="Rectangle 76">
                <a:extLst>
                  <a:ext uri="{FF2B5EF4-FFF2-40B4-BE49-F238E27FC236}">
                    <a16:creationId xmlns:a16="http://schemas.microsoft.com/office/drawing/2014/main" id="{1380577C-6A37-D452-DE3F-FDB0BF09EB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125" y="3921125"/>
                <a:ext cx="1952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-3.5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710" name="Rectangle 77">
                <a:extLst>
                  <a:ext uri="{FF2B5EF4-FFF2-40B4-BE49-F238E27FC236}">
                    <a16:creationId xmlns:a16="http://schemas.microsoft.com/office/drawing/2014/main" id="{24B44F00-0A8E-19F9-A052-29AC163066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125" y="3644900"/>
                <a:ext cx="1190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-3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711" name="Rectangle 78">
                <a:extLst>
                  <a:ext uri="{FF2B5EF4-FFF2-40B4-BE49-F238E27FC236}">
                    <a16:creationId xmlns:a16="http://schemas.microsoft.com/office/drawing/2014/main" id="{B9B80B24-7104-B8AF-F8F3-034E24641B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125" y="3368675"/>
                <a:ext cx="195263" cy="1285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600" b="0" i="0" u="none" strike="noStrike" cap="none" normalizeH="0" baseline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-2.5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712" name="Line 79">
                <a:extLst>
                  <a:ext uri="{FF2B5EF4-FFF2-40B4-BE49-F238E27FC236}">
                    <a16:creationId xmlns:a16="http://schemas.microsoft.com/office/drawing/2014/main" id="{317B57F1-C375-DCFA-0451-0088841DB3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8538" y="3414713"/>
                <a:ext cx="10001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13" name="Line 80">
                <a:extLst>
                  <a:ext uri="{FF2B5EF4-FFF2-40B4-BE49-F238E27FC236}">
                    <a16:creationId xmlns:a16="http://schemas.microsoft.com/office/drawing/2014/main" id="{F932181C-2558-DEFC-1130-39E50F0987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8538" y="6457950"/>
                <a:ext cx="100013" cy="0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14" name="Line 81">
                <a:extLst>
                  <a:ext uri="{FF2B5EF4-FFF2-40B4-BE49-F238E27FC236}">
                    <a16:creationId xmlns:a16="http://schemas.microsoft.com/office/drawing/2014/main" id="{4573417C-A9B1-5B7C-D46D-261764BA22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98538" y="3414713"/>
                <a:ext cx="0" cy="3043238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15" name="Line 82">
                <a:extLst>
                  <a:ext uri="{FF2B5EF4-FFF2-40B4-BE49-F238E27FC236}">
                    <a16:creationId xmlns:a16="http://schemas.microsoft.com/office/drawing/2014/main" id="{F529A3D2-AAE3-0AF6-EE9C-D1931AE785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98550" y="3414713"/>
                <a:ext cx="0" cy="3043238"/>
              </a:xfrm>
              <a:prstGeom prst="line">
                <a:avLst/>
              </a:prstGeom>
              <a:noFill/>
              <a:ln w="3175" cap="flat">
                <a:solidFill>
                  <a:srgbClr val="26262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716" name="Rectangle 83">
                <a:extLst>
                  <a:ext uri="{FF2B5EF4-FFF2-40B4-BE49-F238E27FC236}">
                    <a16:creationId xmlns:a16="http://schemas.microsoft.com/office/drawing/2014/main" id="{D711AEF0-1233-09F2-3CF6-9F8298D5D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086100" y="6786563"/>
                <a:ext cx="3346450" cy="85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Penn Natural Images log NRorig=[16  32] pad=1 whiten=per view (subj wtd) marg=1 pxlmean 0 roimean 1 cosbell 1 gen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717" name="Rectangle 84">
                <a:extLst>
                  <a:ext uri="{FF2B5EF4-FFF2-40B4-BE49-F238E27FC236}">
                    <a16:creationId xmlns:a16="http://schemas.microsoft.com/office/drawing/2014/main" id="{EEE65AFC-2C99-8103-240B-105FD038A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3086100" y="6624638"/>
                <a:ext cx="452438" cy="85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5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std (N=2 R=64)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3720" name="Group 3719">
            <a:extLst>
              <a:ext uri="{FF2B5EF4-FFF2-40B4-BE49-F238E27FC236}">
                <a16:creationId xmlns:a16="http://schemas.microsoft.com/office/drawing/2014/main" id="{7CD6A304-8D91-88BF-99B1-34E2C299F638}"/>
              </a:ext>
            </a:extLst>
          </p:cNvPr>
          <p:cNvGrpSpPr>
            <a:grpSpLocks noChangeAspect="1"/>
          </p:cNvGrpSpPr>
          <p:nvPr/>
        </p:nvGrpSpPr>
        <p:grpSpPr>
          <a:xfrm>
            <a:off x="938855" y="3730744"/>
            <a:ext cx="1861311" cy="1933633"/>
            <a:chOff x="6969125" y="1344613"/>
            <a:chExt cx="3717926" cy="3862387"/>
          </a:xfrm>
        </p:grpSpPr>
        <p:sp>
          <p:nvSpPr>
            <p:cNvPr id="3721" name="Line 88">
              <a:extLst>
                <a:ext uri="{FF2B5EF4-FFF2-40B4-BE49-F238E27FC236}">
                  <a16:creationId xmlns:a16="http://schemas.microsoft.com/office/drawing/2014/main" id="{D40FAED6-5963-7F23-E728-565C40E862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4792663"/>
              <a:ext cx="32607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22" name="Line 89">
              <a:extLst>
                <a:ext uri="{FF2B5EF4-FFF2-40B4-BE49-F238E27FC236}">
                  <a16:creationId xmlns:a16="http://schemas.microsoft.com/office/drawing/2014/main" id="{3E9572FB-09E7-4BCA-3D7A-E4B3A70F23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1344613"/>
              <a:ext cx="32607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23" name="Line 90">
              <a:extLst>
                <a:ext uri="{FF2B5EF4-FFF2-40B4-BE49-F238E27FC236}">
                  <a16:creationId xmlns:a16="http://schemas.microsoft.com/office/drawing/2014/main" id="{6DD55EE9-41C9-8931-F0C3-046D170DB2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20000" y="4757738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24" name="Line 91">
              <a:extLst>
                <a:ext uri="{FF2B5EF4-FFF2-40B4-BE49-F238E27FC236}">
                  <a16:creationId xmlns:a16="http://schemas.microsoft.com/office/drawing/2014/main" id="{827F2359-D327-99F9-C072-945B995D8D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24988" y="4757738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25" name="Line 92">
              <a:extLst>
                <a:ext uri="{FF2B5EF4-FFF2-40B4-BE49-F238E27FC236}">
                  <a16:creationId xmlns:a16="http://schemas.microsoft.com/office/drawing/2014/main" id="{4B26B5CB-7A57-984F-C635-4BFD4F5C66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0000" y="1344613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26" name="Line 93">
              <a:extLst>
                <a:ext uri="{FF2B5EF4-FFF2-40B4-BE49-F238E27FC236}">
                  <a16:creationId xmlns:a16="http://schemas.microsoft.com/office/drawing/2014/main" id="{2FF2C1A9-B06A-A740-D013-ED4382C0C8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24988" y="1344613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27" name="Line 94">
              <a:extLst>
                <a:ext uri="{FF2B5EF4-FFF2-40B4-BE49-F238E27FC236}">
                  <a16:creationId xmlns:a16="http://schemas.microsoft.com/office/drawing/2014/main" id="{0EACF621-A0C7-91FD-B394-107616BC6E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45375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28" name="Line 95">
              <a:extLst>
                <a:ext uri="{FF2B5EF4-FFF2-40B4-BE49-F238E27FC236}">
                  <a16:creationId xmlns:a16="http://schemas.microsoft.com/office/drawing/2014/main" id="{2511B00B-A786-5A74-2077-F9D07C916A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37450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29" name="Line 96">
              <a:extLst>
                <a:ext uri="{FF2B5EF4-FFF2-40B4-BE49-F238E27FC236}">
                  <a16:creationId xmlns:a16="http://schemas.microsoft.com/office/drawing/2014/main" id="{6621D170-B03F-2D04-E2F8-6C9263D481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20000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30" name="Line 97">
              <a:extLst>
                <a:ext uri="{FF2B5EF4-FFF2-40B4-BE49-F238E27FC236}">
                  <a16:creationId xmlns:a16="http://schemas.microsoft.com/office/drawing/2014/main" id="{C46BCAE3-13E1-9CF2-D8F5-0DF523DAFA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64513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31" name="Line 98">
              <a:extLst>
                <a:ext uri="{FF2B5EF4-FFF2-40B4-BE49-F238E27FC236}">
                  <a16:creationId xmlns:a16="http://schemas.microsoft.com/office/drawing/2014/main" id="{CCA08B0E-26D8-0680-0C44-FBF9846F8B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82013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32" name="Line 99">
              <a:extLst>
                <a:ext uri="{FF2B5EF4-FFF2-40B4-BE49-F238E27FC236}">
                  <a16:creationId xmlns:a16="http://schemas.microsoft.com/office/drawing/2014/main" id="{AAD1577B-F2FE-5CBE-7F21-BF2504DE5C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07438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33" name="Line 100">
              <a:extLst>
                <a:ext uri="{FF2B5EF4-FFF2-40B4-BE49-F238E27FC236}">
                  <a16:creationId xmlns:a16="http://schemas.microsoft.com/office/drawing/2014/main" id="{118D9A5C-2935-E62D-760E-34CF5AF107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82063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34" name="Line 101">
              <a:extLst>
                <a:ext uri="{FF2B5EF4-FFF2-40B4-BE49-F238E27FC236}">
                  <a16:creationId xmlns:a16="http://schemas.microsoft.com/office/drawing/2014/main" id="{2C714F00-16F7-520B-2E74-3CDBF27121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024938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35" name="Line 102">
              <a:extLst>
                <a:ext uri="{FF2B5EF4-FFF2-40B4-BE49-F238E27FC236}">
                  <a16:creationId xmlns:a16="http://schemas.microsoft.com/office/drawing/2014/main" id="{4246D907-C271-1351-C7C9-9DB7C4D177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45588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36" name="Line 103">
              <a:extLst>
                <a:ext uri="{FF2B5EF4-FFF2-40B4-BE49-F238E27FC236}">
                  <a16:creationId xmlns:a16="http://schemas.microsoft.com/office/drawing/2014/main" id="{F5AA4721-A97F-8326-69EA-7C763F1674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50363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37" name="Line 104">
              <a:extLst>
                <a:ext uri="{FF2B5EF4-FFF2-40B4-BE49-F238E27FC236}">
                  <a16:creationId xmlns:a16="http://schemas.microsoft.com/office/drawing/2014/main" id="{17F3B7E4-BB9A-15D1-D179-666615A416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42438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38" name="Line 105">
              <a:extLst>
                <a:ext uri="{FF2B5EF4-FFF2-40B4-BE49-F238E27FC236}">
                  <a16:creationId xmlns:a16="http://schemas.microsoft.com/office/drawing/2014/main" id="{6E31D7DE-9118-2952-D75F-4420715903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24988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39" name="Line 106">
              <a:extLst>
                <a:ext uri="{FF2B5EF4-FFF2-40B4-BE49-F238E27FC236}">
                  <a16:creationId xmlns:a16="http://schemas.microsoft.com/office/drawing/2014/main" id="{DE49E3B4-59EA-1361-DDA8-C6B2098D1D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969500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40" name="Line 107">
              <a:extLst>
                <a:ext uri="{FF2B5EF4-FFF2-40B4-BE49-F238E27FC236}">
                  <a16:creationId xmlns:a16="http://schemas.microsoft.com/office/drawing/2014/main" id="{94C172DB-600F-F827-9545-1D7F9100EE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87000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41" name="Line 108">
              <a:extLst>
                <a:ext uri="{FF2B5EF4-FFF2-40B4-BE49-F238E27FC236}">
                  <a16:creationId xmlns:a16="http://schemas.microsoft.com/office/drawing/2014/main" id="{285EC091-81DA-DB67-489F-6D97E5DACB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12425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42" name="Line 109">
              <a:extLst>
                <a:ext uri="{FF2B5EF4-FFF2-40B4-BE49-F238E27FC236}">
                  <a16:creationId xmlns:a16="http://schemas.microsoft.com/office/drawing/2014/main" id="{66947EB0-A524-0902-88B6-BD5FFC64B7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87050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43" name="Line 110">
              <a:extLst>
                <a:ext uri="{FF2B5EF4-FFF2-40B4-BE49-F238E27FC236}">
                  <a16:creationId xmlns:a16="http://schemas.microsoft.com/office/drawing/2014/main" id="{15219A8E-4B7C-CDA8-215D-98FAB04649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45375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44" name="Line 111">
              <a:extLst>
                <a:ext uri="{FF2B5EF4-FFF2-40B4-BE49-F238E27FC236}">
                  <a16:creationId xmlns:a16="http://schemas.microsoft.com/office/drawing/2014/main" id="{97A417E0-362C-E4F9-90E2-84E1EC3110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37450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45" name="Line 112">
              <a:extLst>
                <a:ext uri="{FF2B5EF4-FFF2-40B4-BE49-F238E27FC236}">
                  <a16:creationId xmlns:a16="http://schemas.microsoft.com/office/drawing/2014/main" id="{9CFE4402-EDB5-EA59-3A0D-FEBB94BF1E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0000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46" name="Line 113">
              <a:extLst>
                <a:ext uri="{FF2B5EF4-FFF2-40B4-BE49-F238E27FC236}">
                  <a16:creationId xmlns:a16="http://schemas.microsoft.com/office/drawing/2014/main" id="{9B4028F1-8A2A-7C94-A9C3-B8384358FF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4513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47" name="Line 114">
              <a:extLst>
                <a:ext uri="{FF2B5EF4-FFF2-40B4-BE49-F238E27FC236}">
                  <a16:creationId xmlns:a16="http://schemas.microsoft.com/office/drawing/2014/main" id="{B2ED247C-0D72-82BC-882F-09A3EA8421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2013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48" name="Line 115">
              <a:extLst>
                <a:ext uri="{FF2B5EF4-FFF2-40B4-BE49-F238E27FC236}">
                  <a16:creationId xmlns:a16="http://schemas.microsoft.com/office/drawing/2014/main" id="{C4FBFDD1-4DCC-F1E6-46B5-26DF11F2D3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7438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49" name="Line 116">
              <a:extLst>
                <a:ext uri="{FF2B5EF4-FFF2-40B4-BE49-F238E27FC236}">
                  <a16:creationId xmlns:a16="http://schemas.microsoft.com/office/drawing/2014/main" id="{EF65D276-3DD0-0C09-A132-5F13902194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82063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50" name="Line 117">
              <a:extLst>
                <a:ext uri="{FF2B5EF4-FFF2-40B4-BE49-F238E27FC236}">
                  <a16:creationId xmlns:a16="http://schemas.microsoft.com/office/drawing/2014/main" id="{8DC9E220-4B72-9B68-F8DC-14A280EE60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24938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51" name="Line 118">
              <a:extLst>
                <a:ext uri="{FF2B5EF4-FFF2-40B4-BE49-F238E27FC236}">
                  <a16:creationId xmlns:a16="http://schemas.microsoft.com/office/drawing/2014/main" id="{200421B5-6A6C-FE17-0A57-C7FED5CAB7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5588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52" name="Line 119">
              <a:extLst>
                <a:ext uri="{FF2B5EF4-FFF2-40B4-BE49-F238E27FC236}">
                  <a16:creationId xmlns:a16="http://schemas.microsoft.com/office/drawing/2014/main" id="{EC99D56D-5E58-4E44-43AE-8C6CE6B6E4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50363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53" name="Line 120">
              <a:extLst>
                <a:ext uri="{FF2B5EF4-FFF2-40B4-BE49-F238E27FC236}">
                  <a16:creationId xmlns:a16="http://schemas.microsoft.com/office/drawing/2014/main" id="{DA8B16E5-FE9E-0395-BB3F-6C45CD74C4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42438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54" name="Line 121">
              <a:extLst>
                <a:ext uri="{FF2B5EF4-FFF2-40B4-BE49-F238E27FC236}">
                  <a16:creationId xmlns:a16="http://schemas.microsoft.com/office/drawing/2014/main" id="{669B9385-5DC7-E487-E9C7-98A13B0813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24988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55" name="Line 122">
              <a:extLst>
                <a:ext uri="{FF2B5EF4-FFF2-40B4-BE49-F238E27FC236}">
                  <a16:creationId xmlns:a16="http://schemas.microsoft.com/office/drawing/2014/main" id="{2BB555BD-1818-CB42-F028-195AA012E4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69500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56" name="Line 123">
              <a:extLst>
                <a:ext uri="{FF2B5EF4-FFF2-40B4-BE49-F238E27FC236}">
                  <a16:creationId xmlns:a16="http://schemas.microsoft.com/office/drawing/2014/main" id="{863FECB5-CEBA-A839-4CEB-254EB74033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87000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57" name="Line 124">
              <a:extLst>
                <a:ext uri="{FF2B5EF4-FFF2-40B4-BE49-F238E27FC236}">
                  <a16:creationId xmlns:a16="http://schemas.microsoft.com/office/drawing/2014/main" id="{C532D937-DFC6-ABF0-01B7-A9F1A0F12F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12425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58" name="Line 125">
              <a:extLst>
                <a:ext uri="{FF2B5EF4-FFF2-40B4-BE49-F238E27FC236}">
                  <a16:creationId xmlns:a16="http://schemas.microsoft.com/office/drawing/2014/main" id="{713A9039-5F6B-26DA-13A2-61E533F092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87050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59" name="Rectangle 126">
              <a:extLst>
                <a:ext uri="{FF2B5EF4-FFF2-40B4-BE49-F238E27FC236}">
                  <a16:creationId xmlns:a16="http://schemas.microsoft.com/office/drawing/2014/main" id="{0EE9E512-D91D-CF4B-3B63-5D07911596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9675" y="4840288"/>
              <a:ext cx="100013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60" name="Rectangle 127">
              <a:extLst>
                <a:ext uri="{FF2B5EF4-FFF2-40B4-BE49-F238E27FC236}">
                  <a16:creationId xmlns:a16="http://schemas.microsoft.com/office/drawing/2014/main" id="{0B89EB57-9A7D-042D-A4D7-E3B2384F9C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113" y="4821238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61" name="Rectangle 128">
              <a:extLst>
                <a:ext uri="{FF2B5EF4-FFF2-40B4-BE49-F238E27FC236}">
                  <a16:creationId xmlns:a16="http://schemas.microsoft.com/office/drawing/2014/main" id="{9707414D-206F-9E80-73FE-D5BCD289C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1488" y="4840288"/>
              <a:ext cx="100013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62" name="Rectangle 129">
              <a:extLst>
                <a:ext uri="{FF2B5EF4-FFF2-40B4-BE49-F238E27FC236}">
                  <a16:creationId xmlns:a16="http://schemas.microsoft.com/office/drawing/2014/main" id="{A78CC256-4069-8320-26C7-1C152945A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2925" y="4821238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63" name="Rectangle 130">
              <a:extLst>
                <a:ext uri="{FF2B5EF4-FFF2-40B4-BE49-F238E27FC236}">
                  <a16:creationId xmlns:a16="http://schemas.microsoft.com/office/drawing/2014/main" id="{7D3AC374-F0B5-57B4-FCD9-DCCA27758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1888" y="4930775"/>
              <a:ext cx="728663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cycles per pixel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64" name="Line 131">
              <a:extLst>
                <a:ext uri="{FF2B5EF4-FFF2-40B4-BE49-F238E27FC236}">
                  <a16:creationId xmlns:a16="http://schemas.microsoft.com/office/drawing/2014/main" id="{362B7D2E-9AA8-D5F2-9A65-DDD3578DFF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26325" y="1344613"/>
              <a:ext cx="0" cy="34480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65" name="Line 132">
              <a:extLst>
                <a:ext uri="{FF2B5EF4-FFF2-40B4-BE49-F238E27FC236}">
                  <a16:creationId xmlns:a16="http://schemas.microsoft.com/office/drawing/2014/main" id="{6EFF277A-EE02-B36C-6C87-CF00DD20F4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87050" y="1344613"/>
              <a:ext cx="0" cy="34480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66" name="Line 133">
              <a:extLst>
                <a:ext uri="{FF2B5EF4-FFF2-40B4-BE49-F238E27FC236}">
                  <a16:creationId xmlns:a16="http://schemas.microsoft.com/office/drawing/2014/main" id="{F52593DE-43C8-F239-0453-8F6E9986D8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4792663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67" name="Line 134">
              <a:extLst>
                <a:ext uri="{FF2B5EF4-FFF2-40B4-BE49-F238E27FC236}">
                  <a16:creationId xmlns:a16="http://schemas.microsoft.com/office/drawing/2014/main" id="{6565A50F-668A-9E4C-E32A-6C0CEE8CB3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4165600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68" name="Line 135">
              <a:extLst>
                <a:ext uri="{FF2B5EF4-FFF2-40B4-BE49-F238E27FC236}">
                  <a16:creationId xmlns:a16="http://schemas.microsoft.com/office/drawing/2014/main" id="{2442699A-69FA-4A03-14A4-BA826906C9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538538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69" name="Line 136">
              <a:extLst>
                <a:ext uri="{FF2B5EF4-FFF2-40B4-BE49-F238E27FC236}">
                  <a16:creationId xmlns:a16="http://schemas.microsoft.com/office/drawing/2014/main" id="{172AC1CF-016B-E530-8683-CAD993EE96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911475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70" name="Line 137">
              <a:extLst>
                <a:ext uri="{FF2B5EF4-FFF2-40B4-BE49-F238E27FC236}">
                  <a16:creationId xmlns:a16="http://schemas.microsoft.com/office/drawing/2014/main" id="{B853A537-2BED-E942-7929-29B8DBD1EB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284413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71" name="Line 138">
              <a:extLst>
                <a:ext uri="{FF2B5EF4-FFF2-40B4-BE49-F238E27FC236}">
                  <a16:creationId xmlns:a16="http://schemas.microsoft.com/office/drawing/2014/main" id="{6B69F4DC-2E18-26B1-F1A5-2062388C16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1658938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72" name="Line 139">
              <a:extLst>
                <a:ext uri="{FF2B5EF4-FFF2-40B4-BE49-F238E27FC236}">
                  <a16:creationId xmlns:a16="http://schemas.microsoft.com/office/drawing/2014/main" id="{33D2219D-5856-50F7-B2A5-9A221AC9F6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52125" y="4792663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73" name="Line 140">
              <a:extLst>
                <a:ext uri="{FF2B5EF4-FFF2-40B4-BE49-F238E27FC236}">
                  <a16:creationId xmlns:a16="http://schemas.microsoft.com/office/drawing/2014/main" id="{E6709592-4F4E-3976-690D-007C8DE004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52125" y="4165600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74" name="Line 141">
              <a:extLst>
                <a:ext uri="{FF2B5EF4-FFF2-40B4-BE49-F238E27FC236}">
                  <a16:creationId xmlns:a16="http://schemas.microsoft.com/office/drawing/2014/main" id="{9ECB23A8-B93F-29DB-95A4-57E9E12C38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52125" y="3538538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75" name="Line 142">
              <a:extLst>
                <a:ext uri="{FF2B5EF4-FFF2-40B4-BE49-F238E27FC236}">
                  <a16:creationId xmlns:a16="http://schemas.microsoft.com/office/drawing/2014/main" id="{630E0D77-5A13-501B-E56E-7A5D22697A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52125" y="2911475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76" name="Line 143">
              <a:extLst>
                <a:ext uri="{FF2B5EF4-FFF2-40B4-BE49-F238E27FC236}">
                  <a16:creationId xmlns:a16="http://schemas.microsoft.com/office/drawing/2014/main" id="{4606F330-CB28-E42D-BB6B-30103BB90E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52125" y="2284413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77" name="Line 144">
              <a:extLst>
                <a:ext uri="{FF2B5EF4-FFF2-40B4-BE49-F238E27FC236}">
                  <a16:creationId xmlns:a16="http://schemas.microsoft.com/office/drawing/2014/main" id="{BDAF5BEB-2538-E2D7-C982-30602E1AFA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52125" y="1658938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78" name="Line 145">
              <a:extLst>
                <a:ext uri="{FF2B5EF4-FFF2-40B4-BE49-F238E27FC236}">
                  <a16:creationId xmlns:a16="http://schemas.microsoft.com/office/drawing/2014/main" id="{BE08D6E5-65B9-1404-8D2C-191EC11742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479266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79" name="Line 146">
              <a:extLst>
                <a:ext uri="{FF2B5EF4-FFF2-40B4-BE49-F238E27FC236}">
                  <a16:creationId xmlns:a16="http://schemas.microsoft.com/office/drawing/2014/main" id="{62BDD071-79E6-07B3-76C0-D3E970B05B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460375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0" name="Line 147">
              <a:extLst>
                <a:ext uri="{FF2B5EF4-FFF2-40B4-BE49-F238E27FC236}">
                  <a16:creationId xmlns:a16="http://schemas.microsoft.com/office/drawing/2014/main" id="{2E261AB6-864A-F926-944F-87472354A1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449262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1" name="Line 148">
              <a:extLst>
                <a:ext uri="{FF2B5EF4-FFF2-40B4-BE49-F238E27FC236}">
                  <a16:creationId xmlns:a16="http://schemas.microsoft.com/office/drawing/2014/main" id="{E3993E1A-DBB0-8AF2-5B0F-CF0650EFD8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441483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2" name="Line 149">
              <a:extLst>
                <a:ext uri="{FF2B5EF4-FFF2-40B4-BE49-F238E27FC236}">
                  <a16:creationId xmlns:a16="http://schemas.microsoft.com/office/drawing/2014/main" id="{2F02EC3C-7EB5-956D-0D25-418121287F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435451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3" name="Line 150">
              <a:extLst>
                <a:ext uri="{FF2B5EF4-FFF2-40B4-BE49-F238E27FC236}">
                  <a16:creationId xmlns:a16="http://schemas.microsoft.com/office/drawing/2014/main" id="{2F502B08-B485-869F-D750-D8204D5AC4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430530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4" name="Line 151">
              <a:extLst>
                <a:ext uri="{FF2B5EF4-FFF2-40B4-BE49-F238E27FC236}">
                  <a16:creationId xmlns:a16="http://schemas.microsoft.com/office/drawing/2014/main" id="{59FC80FD-1D1C-1CFE-6F0C-E745B36A0E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426243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5" name="Line 152">
              <a:extLst>
                <a:ext uri="{FF2B5EF4-FFF2-40B4-BE49-F238E27FC236}">
                  <a16:creationId xmlns:a16="http://schemas.microsoft.com/office/drawing/2014/main" id="{8F20B032-84A1-5D41-F2A8-339B8EF4CC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422592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6" name="Line 153">
              <a:extLst>
                <a:ext uri="{FF2B5EF4-FFF2-40B4-BE49-F238E27FC236}">
                  <a16:creationId xmlns:a16="http://schemas.microsoft.com/office/drawing/2014/main" id="{B043AE23-25D3-085C-00E3-52766992AE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41941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7" name="Line 154">
              <a:extLst>
                <a:ext uri="{FF2B5EF4-FFF2-40B4-BE49-F238E27FC236}">
                  <a16:creationId xmlns:a16="http://schemas.microsoft.com/office/drawing/2014/main" id="{3A4794E1-5075-C15E-D15B-20434A9B82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416560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8" name="Line 155">
              <a:extLst>
                <a:ext uri="{FF2B5EF4-FFF2-40B4-BE49-F238E27FC236}">
                  <a16:creationId xmlns:a16="http://schemas.microsoft.com/office/drawing/2014/main" id="{0139C83A-B60B-3C62-9ADB-4D7415205D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97668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9" name="Line 156">
              <a:extLst>
                <a:ext uri="{FF2B5EF4-FFF2-40B4-BE49-F238E27FC236}">
                  <a16:creationId xmlns:a16="http://schemas.microsoft.com/office/drawing/2014/main" id="{7A6B92C7-0D6E-EDDF-E81A-53B74A47A4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86715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90" name="Line 157">
              <a:extLst>
                <a:ext uri="{FF2B5EF4-FFF2-40B4-BE49-F238E27FC236}">
                  <a16:creationId xmlns:a16="http://schemas.microsoft.com/office/drawing/2014/main" id="{75E40EA5-720F-D47E-EAEC-DD1495597A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7877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91" name="Line 158">
              <a:extLst>
                <a:ext uri="{FF2B5EF4-FFF2-40B4-BE49-F238E27FC236}">
                  <a16:creationId xmlns:a16="http://schemas.microsoft.com/office/drawing/2014/main" id="{CE09A4F2-8B1E-1F59-8C6F-09E85E234F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72745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92" name="Line 159">
              <a:extLst>
                <a:ext uri="{FF2B5EF4-FFF2-40B4-BE49-F238E27FC236}">
                  <a16:creationId xmlns:a16="http://schemas.microsoft.com/office/drawing/2014/main" id="{452ABF18-614A-9B0D-B289-BF65AEBD16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67823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93" name="Line 160">
              <a:extLst>
                <a:ext uri="{FF2B5EF4-FFF2-40B4-BE49-F238E27FC236}">
                  <a16:creationId xmlns:a16="http://schemas.microsoft.com/office/drawing/2014/main" id="{F3B2AF7F-A030-6B50-C809-9827D745EC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6353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94" name="Line 161">
              <a:extLst>
                <a:ext uri="{FF2B5EF4-FFF2-40B4-BE49-F238E27FC236}">
                  <a16:creationId xmlns:a16="http://schemas.microsoft.com/office/drawing/2014/main" id="{5A326A15-B5CE-875E-63F5-E64D2A305B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59886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95" name="Line 162">
              <a:extLst>
                <a:ext uri="{FF2B5EF4-FFF2-40B4-BE49-F238E27FC236}">
                  <a16:creationId xmlns:a16="http://schemas.microsoft.com/office/drawing/2014/main" id="{4B1CCC52-F475-9FCB-3804-C7BEF154D7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56711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96" name="Line 163">
              <a:extLst>
                <a:ext uri="{FF2B5EF4-FFF2-40B4-BE49-F238E27FC236}">
                  <a16:creationId xmlns:a16="http://schemas.microsoft.com/office/drawing/2014/main" id="{F04E4184-A6EB-AC80-EAE2-E35EFB63B4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53853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97" name="Line 164">
              <a:extLst>
                <a:ext uri="{FF2B5EF4-FFF2-40B4-BE49-F238E27FC236}">
                  <a16:creationId xmlns:a16="http://schemas.microsoft.com/office/drawing/2014/main" id="{246D0AAE-97D4-5B26-00CD-67CC53FCCE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34962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98" name="Line 165">
              <a:extLst>
                <a:ext uri="{FF2B5EF4-FFF2-40B4-BE49-F238E27FC236}">
                  <a16:creationId xmlns:a16="http://schemas.microsoft.com/office/drawing/2014/main" id="{20FF6E1A-65F8-8499-4833-157395F35C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24008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99" name="Line 166">
              <a:extLst>
                <a:ext uri="{FF2B5EF4-FFF2-40B4-BE49-F238E27FC236}">
                  <a16:creationId xmlns:a16="http://schemas.microsoft.com/office/drawing/2014/main" id="{A9FF85FA-24FA-324C-5ED3-2E2087636E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16230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00" name="Line 167">
              <a:extLst>
                <a:ext uri="{FF2B5EF4-FFF2-40B4-BE49-F238E27FC236}">
                  <a16:creationId xmlns:a16="http://schemas.microsoft.com/office/drawing/2014/main" id="{F47072F5-F762-5EEE-B5E6-E4AD79A1CA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10038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01" name="Line 168">
              <a:extLst>
                <a:ext uri="{FF2B5EF4-FFF2-40B4-BE49-F238E27FC236}">
                  <a16:creationId xmlns:a16="http://schemas.microsoft.com/office/drawing/2014/main" id="{64EEC176-5B5C-DAE7-C068-0592458A8C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0511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02" name="Line 169">
              <a:extLst>
                <a:ext uri="{FF2B5EF4-FFF2-40B4-BE49-F238E27FC236}">
                  <a16:creationId xmlns:a16="http://schemas.microsoft.com/office/drawing/2014/main" id="{F3807B3C-A7A7-2FAF-4841-4670B877E8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00831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03" name="Line 170">
              <a:extLst>
                <a:ext uri="{FF2B5EF4-FFF2-40B4-BE49-F238E27FC236}">
                  <a16:creationId xmlns:a16="http://schemas.microsoft.com/office/drawing/2014/main" id="{21263023-6294-F5BF-45DC-D6C502E9B1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97338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04" name="Line 171">
              <a:extLst>
                <a:ext uri="{FF2B5EF4-FFF2-40B4-BE49-F238E27FC236}">
                  <a16:creationId xmlns:a16="http://schemas.microsoft.com/office/drawing/2014/main" id="{F1615BB7-693B-41DB-D86C-BEF40E3812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94005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05" name="Line 172">
              <a:extLst>
                <a:ext uri="{FF2B5EF4-FFF2-40B4-BE49-F238E27FC236}">
                  <a16:creationId xmlns:a16="http://schemas.microsoft.com/office/drawing/2014/main" id="{B9653DD0-4BB6-10C4-8D57-78C339E5AA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9114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06" name="Line 173">
              <a:extLst>
                <a:ext uri="{FF2B5EF4-FFF2-40B4-BE49-F238E27FC236}">
                  <a16:creationId xmlns:a16="http://schemas.microsoft.com/office/drawing/2014/main" id="{5AE923CE-0733-096C-5647-DE97F922B7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72415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07" name="Line 174">
              <a:extLst>
                <a:ext uri="{FF2B5EF4-FFF2-40B4-BE49-F238E27FC236}">
                  <a16:creationId xmlns:a16="http://schemas.microsoft.com/office/drawing/2014/main" id="{48A373BA-899D-C262-04E1-FCC02DB9A4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61302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08" name="Line 175">
              <a:extLst>
                <a:ext uri="{FF2B5EF4-FFF2-40B4-BE49-F238E27FC236}">
                  <a16:creationId xmlns:a16="http://schemas.microsoft.com/office/drawing/2014/main" id="{E9638C7E-DDFD-EB47-52F8-69C87D7E0F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53523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09" name="Line 176">
              <a:extLst>
                <a:ext uri="{FF2B5EF4-FFF2-40B4-BE49-F238E27FC236}">
                  <a16:creationId xmlns:a16="http://schemas.microsoft.com/office/drawing/2014/main" id="{3848CFAF-00E4-8B4A-D083-65EE39CB45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47332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10" name="Line 177">
              <a:extLst>
                <a:ext uri="{FF2B5EF4-FFF2-40B4-BE49-F238E27FC236}">
                  <a16:creationId xmlns:a16="http://schemas.microsoft.com/office/drawing/2014/main" id="{CD030189-C054-3B77-CF19-8D82304306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42411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11" name="Line 178">
              <a:extLst>
                <a:ext uri="{FF2B5EF4-FFF2-40B4-BE49-F238E27FC236}">
                  <a16:creationId xmlns:a16="http://schemas.microsoft.com/office/drawing/2014/main" id="{6016E2B4-F70A-0148-51C0-359AD38529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38283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12" name="Line 179">
              <a:extLst>
                <a:ext uri="{FF2B5EF4-FFF2-40B4-BE49-F238E27FC236}">
                  <a16:creationId xmlns:a16="http://schemas.microsoft.com/office/drawing/2014/main" id="{A6547B0D-3B88-13E8-2182-67F6A7312C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34632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13" name="Line 180">
              <a:extLst>
                <a:ext uri="{FF2B5EF4-FFF2-40B4-BE49-F238E27FC236}">
                  <a16:creationId xmlns:a16="http://schemas.microsoft.com/office/drawing/2014/main" id="{7C21657D-B67D-3783-A701-8C409FDA98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3145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14" name="Line 181">
              <a:extLst>
                <a:ext uri="{FF2B5EF4-FFF2-40B4-BE49-F238E27FC236}">
                  <a16:creationId xmlns:a16="http://schemas.microsoft.com/office/drawing/2014/main" id="{65748065-0C99-4EC0-5357-B738EF00BB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28441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15" name="Line 182">
              <a:extLst>
                <a:ext uri="{FF2B5EF4-FFF2-40B4-BE49-F238E27FC236}">
                  <a16:creationId xmlns:a16="http://schemas.microsoft.com/office/drawing/2014/main" id="{D6AAD017-29D0-072A-1028-4CABCAA919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09708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16" name="Line 183">
              <a:extLst>
                <a:ext uri="{FF2B5EF4-FFF2-40B4-BE49-F238E27FC236}">
                  <a16:creationId xmlns:a16="http://schemas.microsoft.com/office/drawing/2014/main" id="{5CF2D960-992B-BD56-DDF3-AB137C56D2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198596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17" name="Line 184">
              <a:extLst>
                <a:ext uri="{FF2B5EF4-FFF2-40B4-BE49-F238E27FC236}">
                  <a16:creationId xmlns:a16="http://schemas.microsoft.com/office/drawing/2014/main" id="{B3A0E67D-5ECC-99DB-8026-E73DFCB464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19081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18" name="Line 185">
              <a:extLst>
                <a:ext uri="{FF2B5EF4-FFF2-40B4-BE49-F238E27FC236}">
                  <a16:creationId xmlns:a16="http://schemas.microsoft.com/office/drawing/2014/main" id="{2E69005B-2D01-C9BE-C691-5F553EE1E1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184626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19" name="Line 186">
              <a:extLst>
                <a:ext uri="{FF2B5EF4-FFF2-40B4-BE49-F238E27FC236}">
                  <a16:creationId xmlns:a16="http://schemas.microsoft.com/office/drawing/2014/main" id="{348B80B8-14E0-34B6-EF36-B04D10C464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179705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20" name="Line 187">
              <a:extLst>
                <a:ext uri="{FF2B5EF4-FFF2-40B4-BE49-F238E27FC236}">
                  <a16:creationId xmlns:a16="http://schemas.microsoft.com/office/drawing/2014/main" id="{0A050376-BDF6-7007-2570-D9E1F5D089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17557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21" name="Line 188">
              <a:extLst>
                <a:ext uri="{FF2B5EF4-FFF2-40B4-BE49-F238E27FC236}">
                  <a16:creationId xmlns:a16="http://schemas.microsoft.com/office/drawing/2014/main" id="{59B61A74-AD6F-168C-5799-D911439915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171926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22" name="Line 189">
              <a:extLst>
                <a:ext uri="{FF2B5EF4-FFF2-40B4-BE49-F238E27FC236}">
                  <a16:creationId xmlns:a16="http://schemas.microsoft.com/office/drawing/2014/main" id="{5325C877-DE3D-0F93-4B2C-43FA90C2F4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168751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23" name="Line 190">
              <a:extLst>
                <a:ext uri="{FF2B5EF4-FFF2-40B4-BE49-F238E27FC236}">
                  <a16:creationId xmlns:a16="http://schemas.microsoft.com/office/drawing/2014/main" id="{097E1AF9-BD3A-40C2-9C7E-D1282289DE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165893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24" name="Line 191">
              <a:extLst>
                <a:ext uri="{FF2B5EF4-FFF2-40B4-BE49-F238E27FC236}">
                  <a16:creationId xmlns:a16="http://schemas.microsoft.com/office/drawing/2014/main" id="{FAC08C2E-EBE2-A922-E1B4-C8084F04E6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147002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25" name="Line 192">
              <a:extLst>
                <a:ext uri="{FF2B5EF4-FFF2-40B4-BE49-F238E27FC236}">
                  <a16:creationId xmlns:a16="http://schemas.microsoft.com/office/drawing/2014/main" id="{80ACA922-ACD0-008F-265F-4F69E15331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135890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26" name="Line 193">
              <a:extLst>
                <a:ext uri="{FF2B5EF4-FFF2-40B4-BE49-F238E27FC236}">
                  <a16:creationId xmlns:a16="http://schemas.microsoft.com/office/drawing/2014/main" id="{D0E52874-0EF5-4828-54DD-24BD78FB97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479266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27" name="Line 194">
              <a:extLst>
                <a:ext uri="{FF2B5EF4-FFF2-40B4-BE49-F238E27FC236}">
                  <a16:creationId xmlns:a16="http://schemas.microsoft.com/office/drawing/2014/main" id="{FD4D3558-B64D-196B-6120-49F4F17910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460375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28" name="Line 195">
              <a:extLst>
                <a:ext uri="{FF2B5EF4-FFF2-40B4-BE49-F238E27FC236}">
                  <a16:creationId xmlns:a16="http://schemas.microsoft.com/office/drawing/2014/main" id="{E6DDE2D6-9162-6F8E-B43A-D550395A3A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449262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29" name="Line 196">
              <a:extLst>
                <a:ext uri="{FF2B5EF4-FFF2-40B4-BE49-F238E27FC236}">
                  <a16:creationId xmlns:a16="http://schemas.microsoft.com/office/drawing/2014/main" id="{BA81EF17-431D-7485-45B9-DD6DEA1CC6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441483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30" name="Line 197">
              <a:extLst>
                <a:ext uri="{FF2B5EF4-FFF2-40B4-BE49-F238E27FC236}">
                  <a16:creationId xmlns:a16="http://schemas.microsoft.com/office/drawing/2014/main" id="{01A6932F-3A6E-B373-57AA-1CF102977F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435451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31" name="Line 198">
              <a:extLst>
                <a:ext uri="{FF2B5EF4-FFF2-40B4-BE49-F238E27FC236}">
                  <a16:creationId xmlns:a16="http://schemas.microsoft.com/office/drawing/2014/main" id="{29B48254-2740-BA02-3526-71BAB0C05F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430530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32" name="Line 199">
              <a:extLst>
                <a:ext uri="{FF2B5EF4-FFF2-40B4-BE49-F238E27FC236}">
                  <a16:creationId xmlns:a16="http://schemas.microsoft.com/office/drawing/2014/main" id="{E5102F43-9702-25BC-56A1-CBBEE9C6F0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426243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33" name="Line 200">
              <a:extLst>
                <a:ext uri="{FF2B5EF4-FFF2-40B4-BE49-F238E27FC236}">
                  <a16:creationId xmlns:a16="http://schemas.microsoft.com/office/drawing/2014/main" id="{A5A73B0B-29FC-E4F5-3EF8-70183FC553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422592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34" name="Line 201">
              <a:extLst>
                <a:ext uri="{FF2B5EF4-FFF2-40B4-BE49-F238E27FC236}">
                  <a16:creationId xmlns:a16="http://schemas.microsoft.com/office/drawing/2014/main" id="{90FB194E-09E5-80BD-9AD2-D44667EDA9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41941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35" name="Line 202">
              <a:extLst>
                <a:ext uri="{FF2B5EF4-FFF2-40B4-BE49-F238E27FC236}">
                  <a16:creationId xmlns:a16="http://schemas.microsoft.com/office/drawing/2014/main" id="{D5CEB2E8-8611-7CAA-AD9C-7431E12E5D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416560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36" name="Line 203">
              <a:extLst>
                <a:ext uri="{FF2B5EF4-FFF2-40B4-BE49-F238E27FC236}">
                  <a16:creationId xmlns:a16="http://schemas.microsoft.com/office/drawing/2014/main" id="{407CDAE1-7019-FE21-8ABC-2923D76E97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97668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37" name="Line 204">
              <a:extLst>
                <a:ext uri="{FF2B5EF4-FFF2-40B4-BE49-F238E27FC236}">
                  <a16:creationId xmlns:a16="http://schemas.microsoft.com/office/drawing/2014/main" id="{52D210EE-4B62-2331-8398-FFA1172686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86715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38" name="Line 205">
              <a:extLst>
                <a:ext uri="{FF2B5EF4-FFF2-40B4-BE49-F238E27FC236}">
                  <a16:creationId xmlns:a16="http://schemas.microsoft.com/office/drawing/2014/main" id="{58FCF5CB-1455-CE12-D80B-7DE831D7A3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7877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39" name="Line 206">
              <a:extLst>
                <a:ext uri="{FF2B5EF4-FFF2-40B4-BE49-F238E27FC236}">
                  <a16:creationId xmlns:a16="http://schemas.microsoft.com/office/drawing/2014/main" id="{8D7080E9-D03F-53F0-2F77-DB7E5E3D7D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72745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40" name="Line 207">
              <a:extLst>
                <a:ext uri="{FF2B5EF4-FFF2-40B4-BE49-F238E27FC236}">
                  <a16:creationId xmlns:a16="http://schemas.microsoft.com/office/drawing/2014/main" id="{1571CCA1-6C46-77AF-FF25-E8BB44C3CC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67823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41" name="Line 208">
              <a:extLst>
                <a:ext uri="{FF2B5EF4-FFF2-40B4-BE49-F238E27FC236}">
                  <a16:creationId xmlns:a16="http://schemas.microsoft.com/office/drawing/2014/main" id="{13BB73CA-FFFD-3C2F-F539-93D7EE4F19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6353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42" name="Line 209">
              <a:extLst>
                <a:ext uri="{FF2B5EF4-FFF2-40B4-BE49-F238E27FC236}">
                  <a16:creationId xmlns:a16="http://schemas.microsoft.com/office/drawing/2014/main" id="{1358F92F-405A-0466-EA6F-C683C541F4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59886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43" name="Line 210">
              <a:extLst>
                <a:ext uri="{FF2B5EF4-FFF2-40B4-BE49-F238E27FC236}">
                  <a16:creationId xmlns:a16="http://schemas.microsoft.com/office/drawing/2014/main" id="{603FA14B-A312-DF2B-6E04-48CD2836BA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56711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44" name="Line 211">
              <a:extLst>
                <a:ext uri="{FF2B5EF4-FFF2-40B4-BE49-F238E27FC236}">
                  <a16:creationId xmlns:a16="http://schemas.microsoft.com/office/drawing/2014/main" id="{EC5C4812-88DB-13BD-DC78-50AB3E372E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53853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45" name="Line 212">
              <a:extLst>
                <a:ext uri="{FF2B5EF4-FFF2-40B4-BE49-F238E27FC236}">
                  <a16:creationId xmlns:a16="http://schemas.microsoft.com/office/drawing/2014/main" id="{B9F94374-15F6-3CE9-F151-1DB0FD5593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34962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46" name="Line 213">
              <a:extLst>
                <a:ext uri="{FF2B5EF4-FFF2-40B4-BE49-F238E27FC236}">
                  <a16:creationId xmlns:a16="http://schemas.microsoft.com/office/drawing/2014/main" id="{040B52E0-7A1A-AF56-C112-D67D1C9C25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24008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47" name="Line 214">
              <a:extLst>
                <a:ext uri="{FF2B5EF4-FFF2-40B4-BE49-F238E27FC236}">
                  <a16:creationId xmlns:a16="http://schemas.microsoft.com/office/drawing/2014/main" id="{577468D6-4A86-FF80-7A8F-7E77AB4052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16230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48" name="Line 215">
              <a:extLst>
                <a:ext uri="{FF2B5EF4-FFF2-40B4-BE49-F238E27FC236}">
                  <a16:creationId xmlns:a16="http://schemas.microsoft.com/office/drawing/2014/main" id="{A781C004-59E6-1761-72B7-FD09E921C9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10038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49" name="Line 216">
              <a:extLst>
                <a:ext uri="{FF2B5EF4-FFF2-40B4-BE49-F238E27FC236}">
                  <a16:creationId xmlns:a16="http://schemas.microsoft.com/office/drawing/2014/main" id="{C0D3DE80-2AA4-DBB9-5DB7-2ABE01565B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0511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50" name="Line 217">
              <a:extLst>
                <a:ext uri="{FF2B5EF4-FFF2-40B4-BE49-F238E27FC236}">
                  <a16:creationId xmlns:a16="http://schemas.microsoft.com/office/drawing/2014/main" id="{B67E8FAC-6A13-7DED-7631-5D8861C628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00831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51" name="Line 218">
              <a:extLst>
                <a:ext uri="{FF2B5EF4-FFF2-40B4-BE49-F238E27FC236}">
                  <a16:creationId xmlns:a16="http://schemas.microsoft.com/office/drawing/2014/main" id="{84EE81BC-BA7C-C5E3-9D94-A9C487583F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297338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52" name="Line 219">
              <a:extLst>
                <a:ext uri="{FF2B5EF4-FFF2-40B4-BE49-F238E27FC236}">
                  <a16:creationId xmlns:a16="http://schemas.microsoft.com/office/drawing/2014/main" id="{FE24651A-E350-083D-B502-9528F0551A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294005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53" name="Line 220">
              <a:extLst>
                <a:ext uri="{FF2B5EF4-FFF2-40B4-BE49-F238E27FC236}">
                  <a16:creationId xmlns:a16="http://schemas.microsoft.com/office/drawing/2014/main" id="{41A1D213-D503-212D-697B-519E1A13D7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29114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54" name="Line 221">
              <a:extLst>
                <a:ext uri="{FF2B5EF4-FFF2-40B4-BE49-F238E27FC236}">
                  <a16:creationId xmlns:a16="http://schemas.microsoft.com/office/drawing/2014/main" id="{5D49B0B9-58BE-1AFC-9DDC-28DA170C35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272415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55" name="Line 222">
              <a:extLst>
                <a:ext uri="{FF2B5EF4-FFF2-40B4-BE49-F238E27FC236}">
                  <a16:creationId xmlns:a16="http://schemas.microsoft.com/office/drawing/2014/main" id="{B7AFDDB5-0662-C618-BCF6-D2314955E6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261302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56" name="Line 223">
              <a:extLst>
                <a:ext uri="{FF2B5EF4-FFF2-40B4-BE49-F238E27FC236}">
                  <a16:creationId xmlns:a16="http://schemas.microsoft.com/office/drawing/2014/main" id="{DF3EFCB1-11D4-A7EB-E64D-737F985351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253523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57" name="Line 224">
              <a:extLst>
                <a:ext uri="{FF2B5EF4-FFF2-40B4-BE49-F238E27FC236}">
                  <a16:creationId xmlns:a16="http://schemas.microsoft.com/office/drawing/2014/main" id="{A3EC5C2A-9436-A380-5FE0-71D2C6CAE7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247332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58" name="Line 225">
              <a:extLst>
                <a:ext uri="{FF2B5EF4-FFF2-40B4-BE49-F238E27FC236}">
                  <a16:creationId xmlns:a16="http://schemas.microsoft.com/office/drawing/2014/main" id="{F7A5FE69-240D-2F03-5796-0D6E833998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242411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59" name="Line 226">
              <a:extLst>
                <a:ext uri="{FF2B5EF4-FFF2-40B4-BE49-F238E27FC236}">
                  <a16:creationId xmlns:a16="http://schemas.microsoft.com/office/drawing/2014/main" id="{E20502F6-1DEE-FAE6-102F-023D445A47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238283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60" name="Line 227">
              <a:extLst>
                <a:ext uri="{FF2B5EF4-FFF2-40B4-BE49-F238E27FC236}">
                  <a16:creationId xmlns:a16="http://schemas.microsoft.com/office/drawing/2014/main" id="{F99955EE-F881-D89F-4179-E62D74722E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234632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61" name="Line 228">
              <a:extLst>
                <a:ext uri="{FF2B5EF4-FFF2-40B4-BE49-F238E27FC236}">
                  <a16:creationId xmlns:a16="http://schemas.microsoft.com/office/drawing/2014/main" id="{BF11D567-AC22-5D9D-74A8-B0C2032BC3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23145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62" name="Line 229">
              <a:extLst>
                <a:ext uri="{FF2B5EF4-FFF2-40B4-BE49-F238E27FC236}">
                  <a16:creationId xmlns:a16="http://schemas.microsoft.com/office/drawing/2014/main" id="{0C285B7A-F80F-E97C-AC5E-38A4355DBF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228441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63" name="Line 230">
              <a:extLst>
                <a:ext uri="{FF2B5EF4-FFF2-40B4-BE49-F238E27FC236}">
                  <a16:creationId xmlns:a16="http://schemas.microsoft.com/office/drawing/2014/main" id="{B4360AE9-9960-5A9D-395C-65BB898888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209708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64" name="Line 231">
              <a:extLst>
                <a:ext uri="{FF2B5EF4-FFF2-40B4-BE49-F238E27FC236}">
                  <a16:creationId xmlns:a16="http://schemas.microsoft.com/office/drawing/2014/main" id="{6BE18694-74B1-E1AD-C1EC-447E8871CB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198596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65" name="Line 232">
              <a:extLst>
                <a:ext uri="{FF2B5EF4-FFF2-40B4-BE49-F238E27FC236}">
                  <a16:creationId xmlns:a16="http://schemas.microsoft.com/office/drawing/2014/main" id="{F79673E4-19F9-6514-950E-64DAA7EBE2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19081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66" name="Line 233">
              <a:extLst>
                <a:ext uri="{FF2B5EF4-FFF2-40B4-BE49-F238E27FC236}">
                  <a16:creationId xmlns:a16="http://schemas.microsoft.com/office/drawing/2014/main" id="{CAA8D024-2CD5-BF2F-878C-4A3F49E4B5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184626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67" name="Line 234">
              <a:extLst>
                <a:ext uri="{FF2B5EF4-FFF2-40B4-BE49-F238E27FC236}">
                  <a16:creationId xmlns:a16="http://schemas.microsoft.com/office/drawing/2014/main" id="{4A1135D9-8057-F282-7379-516F408466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179705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68" name="Line 235">
              <a:extLst>
                <a:ext uri="{FF2B5EF4-FFF2-40B4-BE49-F238E27FC236}">
                  <a16:creationId xmlns:a16="http://schemas.microsoft.com/office/drawing/2014/main" id="{2AAA2F0D-E62F-B793-C0B1-FE578559BD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17557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69" name="Line 236">
              <a:extLst>
                <a:ext uri="{FF2B5EF4-FFF2-40B4-BE49-F238E27FC236}">
                  <a16:creationId xmlns:a16="http://schemas.microsoft.com/office/drawing/2014/main" id="{0427CDC3-414B-2B36-A1C2-3DBB0849F5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171926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70" name="Line 237">
              <a:extLst>
                <a:ext uri="{FF2B5EF4-FFF2-40B4-BE49-F238E27FC236}">
                  <a16:creationId xmlns:a16="http://schemas.microsoft.com/office/drawing/2014/main" id="{F6F61645-84C0-5A32-D1F5-5B32FA112F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168751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71" name="Line 238">
              <a:extLst>
                <a:ext uri="{FF2B5EF4-FFF2-40B4-BE49-F238E27FC236}">
                  <a16:creationId xmlns:a16="http://schemas.microsoft.com/office/drawing/2014/main" id="{3270263C-F534-7F52-5367-7454B7F07B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165893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72" name="Line 239">
              <a:extLst>
                <a:ext uri="{FF2B5EF4-FFF2-40B4-BE49-F238E27FC236}">
                  <a16:creationId xmlns:a16="http://schemas.microsoft.com/office/drawing/2014/main" id="{0C28FB6B-54D8-0381-5617-90CC87BA68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147002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73" name="Line 240">
              <a:extLst>
                <a:ext uri="{FF2B5EF4-FFF2-40B4-BE49-F238E27FC236}">
                  <a16:creationId xmlns:a16="http://schemas.microsoft.com/office/drawing/2014/main" id="{5DC12F93-F025-4B2D-484A-273D0F914F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135890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74" name="Rectangle 241">
              <a:extLst>
                <a:ext uri="{FF2B5EF4-FFF2-40B4-BE49-F238E27FC236}">
                  <a16:creationId xmlns:a16="http://schemas.microsoft.com/office/drawing/2014/main" id="{0CC667A6-58AC-CB9B-C0FD-5BA187B8F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3450" y="4768850"/>
              <a:ext cx="100013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75" name="Rectangle 242">
              <a:extLst>
                <a:ext uri="{FF2B5EF4-FFF2-40B4-BE49-F238E27FC236}">
                  <a16:creationId xmlns:a16="http://schemas.microsoft.com/office/drawing/2014/main" id="{CAF1D664-0E80-3F65-3AC8-A874633C3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4888" y="4749800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76" name="Rectangle 243">
              <a:extLst>
                <a:ext uri="{FF2B5EF4-FFF2-40B4-BE49-F238E27FC236}">
                  <a16:creationId xmlns:a16="http://schemas.microsoft.com/office/drawing/2014/main" id="{F3D8BE00-2257-E47D-016A-93599D6B6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3450" y="4143375"/>
              <a:ext cx="100013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77" name="Rectangle 244">
              <a:extLst>
                <a:ext uri="{FF2B5EF4-FFF2-40B4-BE49-F238E27FC236}">
                  <a16:creationId xmlns:a16="http://schemas.microsoft.com/office/drawing/2014/main" id="{E3E6DEDD-C240-E7C6-E1B4-6D6970C33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4888" y="4124325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78" name="Rectangle 245">
              <a:extLst>
                <a:ext uri="{FF2B5EF4-FFF2-40B4-BE49-F238E27FC236}">
                  <a16:creationId xmlns:a16="http://schemas.microsoft.com/office/drawing/2014/main" id="{05D24F59-6F31-A372-823F-6B1758967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3450" y="3514725"/>
              <a:ext cx="100013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79" name="Rectangle 246">
              <a:extLst>
                <a:ext uri="{FF2B5EF4-FFF2-40B4-BE49-F238E27FC236}">
                  <a16:creationId xmlns:a16="http://schemas.microsoft.com/office/drawing/2014/main" id="{3F4F9487-1DCF-C658-5A17-B528BEF663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4888" y="3495675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80" name="Rectangle 247">
              <a:extLst>
                <a:ext uri="{FF2B5EF4-FFF2-40B4-BE49-F238E27FC236}">
                  <a16:creationId xmlns:a16="http://schemas.microsoft.com/office/drawing/2014/main" id="{E92BE9BC-68BB-442D-4761-13234A782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2500" y="2889250"/>
              <a:ext cx="100013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81" name="Rectangle 248">
              <a:extLst>
                <a:ext uri="{FF2B5EF4-FFF2-40B4-BE49-F238E27FC236}">
                  <a16:creationId xmlns:a16="http://schemas.microsoft.com/office/drawing/2014/main" id="{ADB47FDC-49A7-EE9B-3025-734A3F193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3938" y="2870200"/>
              <a:ext cx="61913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82" name="Rectangle 249">
              <a:extLst>
                <a:ext uri="{FF2B5EF4-FFF2-40B4-BE49-F238E27FC236}">
                  <a16:creationId xmlns:a16="http://schemas.microsoft.com/office/drawing/2014/main" id="{F4144E21-49E0-991F-3B34-CDAFBBCF7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2500" y="2260600"/>
              <a:ext cx="100013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83" name="Rectangle 250">
              <a:extLst>
                <a:ext uri="{FF2B5EF4-FFF2-40B4-BE49-F238E27FC236}">
                  <a16:creationId xmlns:a16="http://schemas.microsoft.com/office/drawing/2014/main" id="{7E53DC8C-AD55-5B64-A6CB-005D2D8CB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3938" y="2241550"/>
              <a:ext cx="61913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84" name="Rectangle 251">
              <a:extLst>
                <a:ext uri="{FF2B5EF4-FFF2-40B4-BE49-F238E27FC236}">
                  <a16:creationId xmlns:a16="http://schemas.microsoft.com/office/drawing/2014/main" id="{FB71F353-3095-A04C-17E4-693817EC2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2500" y="1635125"/>
              <a:ext cx="100013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85" name="Rectangle 252">
              <a:extLst>
                <a:ext uri="{FF2B5EF4-FFF2-40B4-BE49-F238E27FC236}">
                  <a16:creationId xmlns:a16="http://schemas.microsoft.com/office/drawing/2014/main" id="{4E96B793-91FC-8DBC-36EA-B82D8C90A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3938" y="1616075"/>
              <a:ext cx="61913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86" name="Rectangle 253">
              <a:extLst>
                <a:ext uri="{FF2B5EF4-FFF2-40B4-BE49-F238E27FC236}">
                  <a16:creationId xmlns:a16="http://schemas.microsoft.com/office/drawing/2014/main" id="{3EBE4223-1270-D3FB-4BF3-95BD42FD889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173913" y="3070225"/>
              <a:ext cx="100012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87" name="Rectangle 254">
              <a:extLst>
                <a:ext uri="{FF2B5EF4-FFF2-40B4-BE49-F238E27FC236}">
                  <a16:creationId xmlns:a16="http://schemas.microsoft.com/office/drawing/2014/main" id="{B07A3520-ECDD-0086-9F94-488FA60DBEC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173913" y="3017838"/>
              <a:ext cx="100012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o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88" name="Rectangle 255">
              <a:extLst>
                <a:ext uri="{FF2B5EF4-FFF2-40B4-BE49-F238E27FC236}">
                  <a16:creationId xmlns:a16="http://schemas.microsoft.com/office/drawing/2014/main" id="{14AA77F1-F12C-602A-4AB2-0502759B4AC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169150" y="2959100"/>
              <a:ext cx="109537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w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89" name="Rectangle 256">
              <a:extLst>
                <a:ext uri="{FF2B5EF4-FFF2-40B4-BE49-F238E27FC236}">
                  <a16:creationId xmlns:a16="http://schemas.microsoft.com/office/drawing/2014/main" id="{49F164AC-66AA-0BCF-8EFA-1FA183F1E54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173913" y="2901950"/>
              <a:ext cx="100012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90" name="Rectangle 257">
              <a:extLst>
                <a:ext uri="{FF2B5EF4-FFF2-40B4-BE49-F238E27FC236}">
                  <a16:creationId xmlns:a16="http://schemas.microsoft.com/office/drawing/2014/main" id="{D5063D7C-303E-D455-C5DC-DCA1243B0DB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186613" y="2867025"/>
              <a:ext cx="76200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91" name="Oval 258">
              <a:extLst>
                <a:ext uri="{FF2B5EF4-FFF2-40B4-BE49-F238E27FC236}">
                  <a16:creationId xmlns:a16="http://schemas.microsoft.com/office/drawing/2014/main" id="{5DFF49D6-476F-B8D5-FE3E-58CEB886D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9975" y="2489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92" name="Oval 259">
              <a:extLst>
                <a:ext uri="{FF2B5EF4-FFF2-40B4-BE49-F238E27FC236}">
                  <a16:creationId xmlns:a16="http://schemas.microsoft.com/office/drawing/2014/main" id="{AD685D8B-381C-7DBE-2FA7-264E38284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4488" y="2971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93" name="Oval 260">
              <a:extLst>
                <a:ext uri="{FF2B5EF4-FFF2-40B4-BE49-F238E27FC236}">
                  <a16:creationId xmlns:a16="http://schemas.microsoft.com/office/drawing/2014/main" id="{697322B8-48FD-A6A4-5BE1-A715DBE54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1988" y="3382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94" name="Oval 261">
              <a:extLst>
                <a:ext uri="{FF2B5EF4-FFF2-40B4-BE49-F238E27FC236}">
                  <a16:creationId xmlns:a16="http://schemas.microsoft.com/office/drawing/2014/main" id="{5D349E09-B81C-FCDB-5BAC-996F33DB36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7413" y="3578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95" name="Oval 262">
              <a:extLst>
                <a:ext uri="{FF2B5EF4-FFF2-40B4-BE49-F238E27FC236}">
                  <a16:creationId xmlns:a16="http://schemas.microsoft.com/office/drawing/2014/main" id="{A3E0E8FE-73CA-99A8-B740-95E72177C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2038" y="3776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96" name="Oval 263">
              <a:extLst>
                <a:ext uri="{FF2B5EF4-FFF2-40B4-BE49-F238E27FC236}">
                  <a16:creationId xmlns:a16="http://schemas.microsoft.com/office/drawing/2014/main" id="{C6935590-1694-A3AF-A407-DFD12A934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4913" y="3921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97" name="Oval 264">
              <a:extLst>
                <a:ext uri="{FF2B5EF4-FFF2-40B4-BE49-F238E27FC236}">
                  <a16:creationId xmlns:a16="http://schemas.microsoft.com/office/drawing/2014/main" id="{87C50D20-279F-D75E-F8ED-372892282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5563" y="4043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98" name="Oval 265">
              <a:extLst>
                <a:ext uri="{FF2B5EF4-FFF2-40B4-BE49-F238E27FC236}">
                  <a16:creationId xmlns:a16="http://schemas.microsoft.com/office/drawing/2014/main" id="{04E36E8C-C4C9-B359-8411-70292E87D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0338" y="4152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99" name="Oval 266">
              <a:extLst>
                <a:ext uri="{FF2B5EF4-FFF2-40B4-BE49-F238E27FC236}">
                  <a16:creationId xmlns:a16="http://schemas.microsoft.com/office/drawing/2014/main" id="{4FC3072B-A1AC-6708-8DE3-C5A6EC578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2413" y="4243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00" name="Oval 267">
              <a:extLst>
                <a:ext uri="{FF2B5EF4-FFF2-40B4-BE49-F238E27FC236}">
                  <a16:creationId xmlns:a16="http://schemas.microsoft.com/office/drawing/2014/main" id="{F311E135-679B-04F6-B487-E7F569993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4963" y="4308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01" name="Oval 268">
              <a:extLst>
                <a:ext uri="{FF2B5EF4-FFF2-40B4-BE49-F238E27FC236}">
                  <a16:creationId xmlns:a16="http://schemas.microsoft.com/office/drawing/2014/main" id="{88FC45A6-AC4D-B573-C379-32D2C4A72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1163" y="4389438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02" name="Oval 269">
              <a:extLst>
                <a:ext uri="{FF2B5EF4-FFF2-40B4-BE49-F238E27FC236}">
                  <a16:creationId xmlns:a16="http://schemas.microsoft.com/office/drawing/2014/main" id="{28F6E7F8-8079-C585-D842-8114CFEE8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7838" y="4487863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03" name="Oval 270">
              <a:extLst>
                <a:ext uri="{FF2B5EF4-FFF2-40B4-BE49-F238E27FC236}">
                  <a16:creationId xmlns:a16="http://schemas.microsoft.com/office/drawing/2014/main" id="{2C85A6E8-20E1-D5E9-4A0B-C4EF54F0F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1338" y="4548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04" name="Oval 271">
              <a:extLst>
                <a:ext uri="{FF2B5EF4-FFF2-40B4-BE49-F238E27FC236}">
                  <a16:creationId xmlns:a16="http://schemas.microsoft.com/office/drawing/2014/main" id="{93B2A5EC-999B-70CE-0BC5-C8F23EA52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0075" y="4613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05" name="Oval 272">
              <a:extLst>
                <a:ext uri="{FF2B5EF4-FFF2-40B4-BE49-F238E27FC236}">
                  <a16:creationId xmlns:a16="http://schemas.microsoft.com/office/drawing/2014/main" id="{B937846B-9FB6-0C68-E305-246BE5607E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4050" y="4660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06" name="Oval 273">
              <a:extLst>
                <a:ext uri="{FF2B5EF4-FFF2-40B4-BE49-F238E27FC236}">
                  <a16:creationId xmlns:a16="http://schemas.microsoft.com/office/drawing/2014/main" id="{6C361C28-CC65-28CB-A1CE-9FBC644B9A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4850" y="4695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07" name="Oval 274">
              <a:extLst>
                <a:ext uri="{FF2B5EF4-FFF2-40B4-BE49-F238E27FC236}">
                  <a16:creationId xmlns:a16="http://schemas.microsoft.com/office/drawing/2014/main" id="{30D4FC8B-1DA1-9BF5-2880-C6921B430C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2475" y="4748213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08" name="Oval 275">
              <a:extLst>
                <a:ext uri="{FF2B5EF4-FFF2-40B4-BE49-F238E27FC236}">
                  <a16:creationId xmlns:a16="http://schemas.microsoft.com/office/drawing/2014/main" id="{EC2AE842-EBD0-C993-0253-4C0D14D7A2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9975" y="2278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09" name="Oval 276">
              <a:extLst>
                <a:ext uri="{FF2B5EF4-FFF2-40B4-BE49-F238E27FC236}">
                  <a16:creationId xmlns:a16="http://schemas.microsoft.com/office/drawing/2014/main" id="{F1349E21-B239-AD31-4DED-9E89D3932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3025" y="2501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10" name="Oval 277">
              <a:extLst>
                <a:ext uri="{FF2B5EF4-FFF2-40B4-BE49-F238E27FC236}">
                  <a16:creationId xmlns:a16="http://schemas.microsoft.com/office/drawing/2014/main" id="{B0A61F26-32B1-4E8D-DED0-796478DC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1800" y="30353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11" name="Oval 278">
              <a:extLst>
                <a:ext uri="{FF2B5EF4-FFF2-40B4-BE49-F238E27FC236}">
                  <a16:creationId xmlns:a16="http://schemas.microsoft.com/office/drawing/2014/main" id="{00BBED3E-B2D0-3A4D-D257-A64AA0AEB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3263" y="3409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12" name="Oval 279">
              <a:extLst>
                <a:ext uri="{FF2B5EF4-FFF2-40B4-BE49-F238E27FC236}">
                  <a16:creationId xmlns:a16="http://schemas.microsoft.com/office/drawing/2014/main" id="{6EFCD6F8-E7DD-96DD-F22F-F04C559AA8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1225" y="3622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13" name="Oval 280">
              <a:extLst>
                <a:ext uri="{FF2B5EF4-FFF2-40B4-BE49-F238E27FC236}">
                  <a16:creationId xmlns:a16="http://schemas.microsoft.com/office/drawing/2014/main" id="{DC640A8F-6609-81EF-51B6-1ECB08AA0C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7913" y="3778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14" name="Oval 281">
              <a:extLst>
                <a:ext uri="{FF2B5EF4-FFF2-40B4-BE49-F238E27FC236}">
                  <a16:creationId xmlns:a16="http://schemas.microsoft.com/office/drawing/2014/main" id="{5099DE34-23D3-D3EE-9923-24A332AEC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025" y="3916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15" name="Oval 282">
              <a:extLst>
                <a:ext uri="{FF2B5EF4-FFF2-40B4-BE49-F238E27FC236}">
                  <a16:creationId xmlns:a16="http://schemas.microsoft.com/office/drawing/2014/main" id="{2B3FA7A7-B746-BF89-65ED-546FBFE67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3500" y="4033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16" name="Oval 283">
              <a:extLst>
                <a:ext uri="{FF2B5EF4-FFF2-40B4-BE49-F238E27FC236}">
                  <a16:creationId xmlns:a16="http://schemas.microsoft.com/office/drawing/2014/main" id="{AED20EBA-E648-2553-94CD-04C0508DC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6688" y="41338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17" name="Oval 284">
              <a:extLst>
                <a:ext uri="{FF2B5EF4-FFF2-40B4-BE49-F238E27FC236}">
                  <a16:creationId xmlns:a16="http://schemas.microsoft.com/office/drawing/2014/main" id="{19CC9467-355E-62B5-8381-DB5AB05B6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7175" y="4216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18" name="Oval 286">
              <a:extLst>
                <a:ext uri="{FF2B5EF4-FFF2-40B4-BE49-F238E27FC236}">
                  <a16:creationId xmlns:a16="http://schemas.microsoft.com/office/drawing/2014/main" id="{72247CEC-01E1-7806-61BC-1508B2457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9726" y="4284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19" name="Oval 287">
              <a:extLst>
                <a:ext uri="{FF2B5EF4-FFF2-40B4-BE49-F238E27FC236}">
                  <a16:creationId xmlns:a16="http://schemas.microsoft.com/office/drawing/2014/main" id="{35725849-4230-1555-386E-BEEB32507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4338" y="4378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20" name="Oval 288">
              <a:extLst>
                <a:ext uri="{FF2B5EF4-FFF2-40B4-BE49-F238E27FC236}">
                  <a16:creationId xmlns:a16="http://schemas.microsoft.com/office/drawing/2014/main" id="{2656D59F-B2C5-D2AD-F22D-9FB4EABD7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1013" y="4471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21" name="Oval 289">
              <a:extLst>
                <a:ext uri="{FF2B5EF4-FFF2-40B4-BE49-F238E27FC236}">
                  <a16:creationId xmlns:a16="http://schemas.microsoft.com/office/drawing/2014/main" id="{6ECD4021-595F-CE6A-8785-721F56C793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2926" y="4540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22" name="Oval 290">
              <a:extLst>
                <a:ext uri="{FF2B5EF4-FFF2-40B4-BE49-F238E27FC236}">
                  <a16:creationId xmlns:a16="http://schemas.microsoft.com/office/drawing/2014/main" id="{E089B3B0-0E22-02C6-6BA2-BDC6D9F18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1663" y="4605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23" name="Oval 291">
              <a:extLst>
                <a:ext uri="{FF2B5EF4-FFF2-40B4-BE49-F238E27FC236}">
                  <a16:creationId xmlns:a16="http://schemas.microsoft.com/office/drawing/2014/main" id="{47A6B1B4-6FF8-9DA1-3079-BA2EADEDB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5638" y="4659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24" name="Oval 292">
              <a:extLst>
                <a:ext uri="{FF2B5EF4-FFF2-40B4-BE49-F238E27FC236}">
                  <a16:creationId xmlns:a16="http://schemas.microsoft.com/office/drawing/2014/main" id="{490FD0A4-C35E-5224-1A5A-BD8C5C13A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4851" y="4700588"/>
              <a:ext cx="14288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25" name="Oval 293">
              <a:extLst>
                <a:ext uri="{FF2B5EF4-FFF2-40B4-BE49-F238E27FC236}">
                  <a16:creationId xmlns:a16="http://schemas.microsoft.com/office/drawing/2014/main" id="{F2ABD354-99FC-3E75-90FA-BF5BA3F50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2476" y="47148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26" name="Oval 294">
              <a:extLst>
                <a:ext uri="{FF2B5EF4-FFF2-40B4-BE49-F238E27FC236}">
                  <a16:creationId xmlns:a16="http://schemas.microsoft.com/office/drawing/2014/main" id="{5C44A010-4887-F575-E3DC-D7102AB27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6926" y="4781550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27" name="Oval 295">
              <a:extLst>
                <a:ext uri="{FF2B5EF4-FFF2-40B4-BE49-F238E27FC236}">
                  <a16:creationId xmlns:a16="http://schemas.microsoft.com/office/drawing/2014/main" id="{D5FE3E35-5845-F025-9F56-19B5326E2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4488" y="2633663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28" name="Oval 296">
              <a:extLst>
                <a:ext uri="{FF2B5EF4-FFF2-40B4-BE49-F238E27FC236}">
                  <a16:creationId xmlns:a16="http://schemas.microsoft.com/office/drawing/2014/main" id="{0133988E-991C-B0E7-E99E-3D0622725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1801" y="2828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29" name="Oval 297">
              <a:extLst>
                <a:ext uri="{FF2B5EF4-FFF2-40B4-BE49-F238E27FC236}">
                  <a16:creationId xmlns:a16="http://schemas.microsoft.com/office/drawing/2014/main" id="{F18447B7-6692-DB9E-08D6-95DDC90AA4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5951" y="3182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30" name="Oval 298">
              <a:extLst>
                <a:ext uri="{FF2B5EF4-FFF2-40B4-BE49-F238E27FC236}">
                  <a16:creationId xmlns:a16="http://schemas.microsoft.com/office/drawing/2014/main" id="{AB4ABC61-8D6F-1BC5-0AE6-48F34628A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6451" y="3497263"/>
              <a:ext cx="12700" cy="11112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31" name="Oval 299">
              <a:extLst>
                <a:ext uri="{FF2B5EF4-FFF2-40B4-BE49-F238E27FC236}">
                  <a16:creationId xmlns:a16="http://schemas.microsoft.com/office/drawing/2014/main" id="{0B86D892-07BE-1064-E25F-16C33AEB1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4726" y="3700463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32" name="Oval 300">
              <a:extLst>
                <a:ext uri="{FF2B5EF4-FFF2-40B4-BE49-F238E27FC236}">
                  <a16:creationId xmlns:a16="http://schemas.microsoft.com/office/drawing/2014/main" id="{4EFAD1BF-3A79-9624-1070-117CF67E5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0776" y="38798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33" name="Oval 301">
              <a:extLst>
                <a:ext uri="{FF2B5EF4-FFF2-40B4-BE49-F238E27FC236}">
                  <a16:creationId xmlns:a16="http://schemas.microsoft.com/office/drawing/2014/main" id="{E1CBE50D-2ECC-B636-F240-247272FF8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6188" y="4011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34" name="Oval 302">
              <a:extLst>
                <a:ext uri="{FF2B5EF4-FFF2-40B4-BE49-F238E27FC236}">
                  <a16:creationId xmlns:a16="http://schemas.microsoft.com/office/drawing/2014/main" id="{BEFA809C-D3E5-6BE7-DD82-0D16F91F6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313" y="4098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35" name="Oval 303">
              <a:extLst>
                <a:ext uri="{FF2B5EF4-FFF2-40B4-BE49-F238E27FC236}">
                  <a16:creationId xmlns:a16="http://schemas.microsoft.com/office/drawing/2014/main" id="{5A99D333-7CA5-8BB2-5949-7687AA928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4151" y="4183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36" name="Oval 304">
              <a:extLst>
                <a:ext uri="{FF2B5EF4-FFF2-40B4-BE49-F238E27FC236}">
                  <a16:creationId xmlns:a16="http://schemas.microsoft.com/office/drawing/2014/main" id="{C386495F-BA72-E76D-5D25-C6E5C9532B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1463" y="4251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37" name="Oval 305">
              <a:extLst>
                <a:ext uri="{FF2B5EF4-FFF2-40B4-BE49-F238E27FC236}">
                  <a16:creationId xmlns:a16="http://schemas.microsoft.com/office/drawing/2014/main" id="{37AAA1DC-BB59-B04B-7522-612F22BE9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0838" y="4316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38" name="Oval 306">
              <a:extLst>
                <a:ext uri="{FF2B5EF4-FFF2-40B4-BE49-F238E27FC236}">
                  <a16:creationId xmlns:a16="http://schemas.microsoft.com/office/drawing/2014/main" id="{C5E5046D-35E1-1A41-D766-A463DC929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3863" y="4373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39" name="Oval 307">
              <a:extLst>
                <a:ext uri="{FF2B5EF4-FFF2-40B4-BE49-F238E27FC236}">
                  <a16:creationId xmlns:a16="http://schemas.microsoft.com/office/drawing/2014/main" id="{F87F418F-73FB-4B92-58C1-E1BA106FC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8951" y="44323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40" name="Oval 308">
              <a:extLst>
                <a:ext uri="{FF2B5EF4-FFF2-40B4-BE49-F238E27FC236}">
                  <a16:creationId xmlns:a16="http://schemas.microsoft.com/office/drawing/2014/main" id="{1857E029-B2EC-0427-62DC-2926914AF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0863" y="4522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41" name="Oval 309">
              <a:extLst>
                <a:ext uri="{FF2B5EF4-FFF2-40B4-BE49-F238E27FC236}">
                  <a16:creationId xmlns:a16="http://schemas.microsoft.com/office/drawing/2014/main" id="{C7F6102E-E7A4-0CD3-E17D-1BF769332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8013" y="4606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42" name="Oval 310">
              <a:extLst>
                <a:ext uri="{FF2B5EF4-FFF2-40B4-BE49-F238E27FC236}">
                  <a16:creationId xmlns:a16="http://schemas.microsoft.com/office/drawing/2014/main" id="{5B7E0413-6A88-B989-1C88-8BBA2FE7A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0401" y="4652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43" name="Oval 311">
              <a:extLst>
                <a:ext uri="{FF2B5EF4-FFF2-40B4-BE49-F238E27FC236}">
                  <a16:creationId xmlns:a16="http://schemas.microsoft.com/office/drawing/2014/main" id="{86C7C3BD-4E4A-DEC9-D0EC-247319AFC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613" y="47148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44" name="Oval 312">
              <a:extLst>
                <a:ext uri="{FF2B5EF4-FFF2-40B4-BE49-F238E27FC236}">
                  <a16:creationId xmlns:a16="http://schemas.microsoft.com/office/drawing/2014/main" id="{7BA95DA1-2543-81A8-374C-E1448C0F9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7238" y="4752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45" name="Oval 313">
              <a:extLst>
                <a:ext uri="{FF2B5EF4-FFF2-40B4-BE49-F238E27FC236}">
                  <a16:creationId xmlns:a16="http://schemas.microsoft.com/office/drawing/2014/main" id="{B35D6D00-2DDD-318C-1917-622C5FDDC0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1988" y="3014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46" name="Oval 314">
              <a:extLst>
                <a:ext uri="{FF2B5EF4-FFF2-40B4-BE49-F238E27FC236}">
                  <a16:creationId xmlns:a16="http://schemas.microsoft.com/office/drawing/2014/main" id="{1E4EE71C-8469-4BD4-AD99-44E33D1FF1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3263" y="3187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47" name="Oval 315">
              <a:extLst>
                <a:ext uri="{FF2B5EF4-FFF2-40B4-BE49-F238E27FC236}">
                  <a16:creationId xmlns:a16="http://schemas.microsoft.com/office/drawing/2014/main" id="{DFB5DC11-2C16-8A12-0F11-BD9071D8B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6451" y="3454400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48" name="Oval 316">
              <a:extLst>
                <a:ext uri="{FF2B5EF4-FFF2-40B4-BE49-F238E27FC236}">
                  <a16:creationId xmlns:a16="http://schemas.microsoft.com/office/drawing/2014/main" id="{A3F7E411-71DA-1198-5342-221F3F27D7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3451" y="3624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49" name="Oval 317">
              <a:extLst>
                <a:ext uri="{FF2B5EF4-FFF2-40B4-BE49-F238E27FC236}">
                  <a16:creationId xmlns:a16="http://schemas.microsoft.com/office/drawing/2014/main" id="{EAD74094-AB4C-747D-39BA-4DF78FD40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2038" y="3768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50" name="Oval 318">
              <a:extLst>
                <a:ext uri="{FF2B5EF4-FFF2-40B4-BE49-F238E27FC236}">
                  <a16:creationId xmlns:a16="http://schemas.microsoft.com/office/drawing/2014/main" id="{C81E02DE-C5CE-567B-ADBB-E9BD1244E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2688" y="3933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51" name="Oval 319">
              <a:extLst>
                <a:ext uri="{FF2B5EF4-FFF2-40B4-BE49-F238E27FC236}">
                  <a16:creationId xmlns:a16="http://schemas.microsoft.com/office/drawing/2014/main" id="{28C2B53C-E3AA-E823-6F2A-172B26231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2226" y="4064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52" name="Oval 320">
              <a:extLst>
                <a:ext uri="{FF2B5EF4-FFF2-40B4-BE49-F238E27FC236}">
                  <a16:creationId xmlns:a16="http://schemas.microsoft.com/office/drawing/2014/main" id="{5EB5586A-EE0E-736E-8E0C-2DAA33484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2238" y="4160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53" name="Oval 321">
              <a:extLst>
                <a:ext uri="{FF2B5EF4-FFF2-40B4-BE49-F238E27FC236}">
                  <a16:creationId xmlns:a16="http://schemas.microsoft.com/office/drawing/2014/main" id="{49DAB45E-2059-0FC0-4E39-33D349B83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2726" y="4262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54" name="Oval 322">
              <a:extLst>
                <a:ext uri="{FF2B5EF4-FFF2-40B4-BE49-F238E27FC236}">
                  <a16:creationId xmlns:a16="http://schemas.microsoft.com/office/drawing/2014/main" id="{C308CD4F-1754-4E29-8C39-B127F6C75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5276" y="4337050"/>
              <a:ext cx="11113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55" name="Oval 323">
              <a:extLst>
                <a:ext uri="{FF2B5EF4-FFF2-40B4-BE49-F238E27FC236}">
                  <a16:creationId xmlns:a16="http://schemas.microsoft.com/office/drawing/2014/main" id="{61B06EF9-D38E-C01E-5566-92B3C819D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9888" y="4405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56" name="Oval 324">
              <a:extLst>
                <a:ext uri="{FF2B5EF4-FFF2-40B4-BE49-F238E27FC236}">
                  <a16:creationId xmlns:a16="http://schemas.microsoft.com/office/drawing/2014/main" id="{6AA92247-B105-3C6B-F065-A383A40E1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8151" y="4457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57" name="Oval 325">
              <a:extLst>
                <a:ext uri="{FF2B5EF4-FFF2-40B4-BE49-F238E27FC236}">
                  <a16:creationId xmlns:a16="http://schemas.microsoft.com/office/drawing/2014/main" id="{064D7F01-1A20-A3F6-1592-E67328ECB1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1651" y="4502150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58" name="Oval 326">
              <a:extLst>
                <a:ext uri="{FF2B5EF4-FFF2-40B4-BE49-F238E27FC236}">
                  <a16:creationId xmlns:a16="http://schemas.microsoft.com/office/drawing/2014/main" id="{7AA186FC-AB4E-C43A-CE67-3F583F4A2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976" y="4549775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59" name="Oval 327">
              <a:extLst>
                <a:ext uri="{FF2B5EF4-FFF2-40B4-BE49-F238E27FC236}">
                  <a16:creationId xmlns:a16="http://schemas.microsoft.com/office/drawing/2014/main" id="{F64DC0F8-A9BE-2995-DBD7-22F56704B6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7538" y="46291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60" name="Oval 328">
              <a:extLst>
                <a:ext uri="{FF2B5EF4-FFF2-40B4-BE49-F238E27FC236}">
                  <a16:creationId xmlns:a16="http://schemas.microsoft.com/office/drawing/2014/main" id="{48C3E1C0-D8C8-A0A3-9B46-9F7210E1B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8338" y="4676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61" name="Oval 329">
              <a:extLst>
                <a:ext uri="{FF2B5EF4-FFF2-40B4-BE49-F238E27FC236}">
                  <a16:creationId xmlns:a16="http://schemas.microsoft.com/office/drawing/2014/main" id="{599A407A-EB7E-A7F9-9583-ED393DFC4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7551" y="4760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62" name="Oval 330">
              <a:extLst>
                <a:ext uri="{FF2B5EF4-FFF2-40B4-BE49-F238E27FC236}">
                  <a16:creationId xmlns:a16="http://schemas.microsoft.com/office/drawing/2014/main" id="{2BCDF259-67D0-9EA6-7C22-31F68B36A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7413" y="3260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63" name="Oval 331">
              <a:extLst>
                <a:ext uri="{FF2B5EF4-FFF2-40B4-BE49-F238E27FC236}">
                  <a16:creationId xmlns:a16="http://schemas.microsoft.com/office/drawing/2014/main" id="{6C47C87D-1D88-F356-37CF-DC04D056E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1226" y="3417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64" name="Oval 332">
              <a:extLst>
                <a:ext uri="{FF2B5EF4-FFF2-40B4-BE49-F238E27FC236}">
                  <a16:creationId xmlns:a16="http://schemas.microsoft.com/office/drawing/2014/main" id="{FF737773-1F1D-A2D4-20FE-D150DBE01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4726" y="3603625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65" name="Oval 333">
              <a:extLst>
                <a:ext uri="{FF2B5EF4-FFF2-40B4-BE49-F238E27FC236}">
                  <a16:creationId xmlns:a16="http://schemas.microsoft.com/office/drawing/2014/main" id="{BFA6902A-1C5C-63ED-77E1-CC70BF865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2038" y="3679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66" name="Oval 334">
              <a:extLst>
                <a:ext uri="{FF2B5EF4-FFF2-40B4-BE49-F238E27FC236}">
                  <a16:creationId xmlns:a16="http://schemas.microsoft.com/office/drawing/2014/main" id="{13587543-74E4-178D-3F43-B649114964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8876" y="3832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67" name="Oval 335">
              <a:extLst>
                <a:ext uri="{FF2B5EF4-FFF2-40B4-BE49-F238E27FC236}">
                  <a16:creationId xmlns:a16="http://schemas.microsoft.com/office/drawing/2014/main" id="{08CABB6C-F40E-C25F-7746-4AD8B8B94E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5713" y="3992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68" name="Oval 336">
              <a:extLst>
                <a:ext uri="{FF2B5EF4-FFF2-40B4-BE49-F238E27FC236}">
                  <a16:creationId xmlns:a16="http://schemas.microsoft.com/office/drawing/2014/main" id="{09D1C327-5A52-3AF9-DB97-32B6F9AC19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9376" y="4097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69" name="Oval 337">
              <a:extLst>
                <a:ext uri="{FF2B5EF4-FFF2-40B4-BE49-F238E27FC236}">
                  <a16:creationId xmlns:a16="http://schemas.microsoft.com/office/drawing/2014/main" id="{9ABD71DA-DAE0-5FA4-47B6-550B246E0C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6688" y="41783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70" name="Oval 338">
              <a:extLst>
                <a:ext uri="{FF2B5EF4-FFF2-40B4-BE49-F238E27FC236}">
                  <a16:creationId xmlns:a16="http://schemas.microsoft.com/office/drawing/2014/main" id="{531F7559-E8A6-D8EA-48AC-C444039A7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7651" y="42735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71" name="Oval 339">
              <a:extLst>
                <a:ext uri="{FF2B5EF4-FFF2-40B4-BE49-F238E27FC236}">
                  <a16:creationId xmlns:a16="http://schemas.microsoft.com/office/drawing/2014/main" id="{870E66F5-75B8-1EDE-D25D-033F05F4E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3851" y="4359275"/>
              <a:ext cx="12700" cy="11112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72" name="Oval 340">
              <a:extLst>
                <a:ext uri="{FF2B5EF4-FFF2-40B4-BE49-F238E27FC236}">
                  <a16:creationId xmlns:a16="http://schemas.microsoft.com/office/drawing/2014/main" id="{7B815618-D884-2E96-4A15-09069A7A3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3701" y="4419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73" name="Oval 341">
              <a:extLst>
                <a:ext uri="{FF2B5EF4-FFF2-40B4-BE49-F238E27FC236}">
                  <a16:creationId xmlns:a16="http://schemas.microsoft.com/office/drawing/2014/main" id="{AD043BF2-4D48-C4F1-00FF-342EC7E66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8788" y="4502150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74" name="Oval 342">
              <a:extLst>
                <a:ext uri="{FF2B5EF4-FFF2-40B4-BE49-F238E27FC236}">
                  <a16:creationId xmlns:a16="http://schemas.microsoft.com/office/drawing/2014/main" id="{8307409B-A483-AF6B-DDBA-349AA2EC42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0701" y="4564063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75" name="Oval 343">
              <a:extLst>
                <a:ext uri="{FF2B5EF4-FFF2-40B4-BE49-F238E27FC236}">
                  <a16:creationId xmlns:a16="http://schemas.microsoft.com/office/drawing/2014/main" id="{9B8044B2-23B8-2524-6BDC-5F8865F31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6263" y="4608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76" name="Oval 344">
              <a:extLst>
                <a:ext uri="{FF2B5EF4-FFF2-40B4-BE49-F238E27FC236}">
                  <a16:creationId xmlns:a16="http://schemas.microsoft.com/office/drawing/2014/main" id="{0CD05E9E-9AAE-29CF-3F5D-577C49F36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0238" y="4694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77" name="Oval 345">
              <a:extLst>
                <a:ext uri="{FF2B5EF4-FFF2-40B4-BE49-F238E27FC236}">
                  <a16:creationId xmlns:a16="http://schemas.microsoft.com/office/drawing/2014/main" id="{E598FD40-F1ED-2E99-F3EB-0DE7E97966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1038" y="4725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78" name="Oval 346">
              <a:extLst>
                <a:ext uri="{FF2B5EF4-FFF2-40B4-BE49-F238E27FC236}">
                  <a16:creationId xmlns:a16="http://schemas.microsoft.com/office/drawing/2014/main" id="{36AE88A9-728E-F432-94FA-1FB7CBF009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663" y="4765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79" name="Oval 347">
              <a:extLst>
                <a:ext uri="{FF2B5EF4-FFF2-40B4-BE49-F238E27FC236}">
                  <a16:creationId xmlns:a16="http://schemas.microsoft.com/office/drawing/2014/main" id="{EE80F58E-2071-7289-97A8-15148F092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2038" y="3321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80" name="Oval 348">
              <a:extLst>
                <a:ext uri="{FF2B5EF4-FFF2-40B4-BE49-F238E27FC236}">
                  <a16:creationId xmlns:a16="http://schemas.microsoft.com/office/drawing/2014/main" id="{341C5A18-4897-3588-CDBA-D9B924AA2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7913" y="3495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81" name="Oval 349">
              <a:extLst>
                <a:ext uri="{FF2B5EF4-FFF2-40B4-BE49-F238E27FC236}">
                  <a16:creationId xmlns:a16="http://schemas.microsoft.com/office/drawing/2014/main" id="{50EDC5C1-3FB5-72F3-2BB4-176B59BD7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0776" y="3709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82" name="Oval 350">
              <a:extLst>
                <a:ext uri="{FF2B5EF4-FFF2-40B4-BE49-F238E27FC236}">
                  <a16:creationId xmlns:a16="http://schemas.microsoft.com/office/drawing/2014/main" id="{85B2300B-0F7C-E5D2-2084-8C94DA121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2688" y="3790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83" name="Oval 351">
              <a:extLst>
                <a:ext uri="{FF2B5EF4-FFF2-40B4-BE49-F238E27FC236}">
                  <a16:creationId xmlns:a16="http://schemas.microsoft.com/office/drawing/2014/main" id="{8C82166F-6418-8A70-3A12-F68DF25E7C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5713" y="3786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84" name="Oval 352">
              <a:extLst>
                <a:ext uri="{FF2B5EF4-FFF2-40B4-BE49-F238E27FC236}">
                  <a16:creationId xmlns:a16="http://schemas.microsoft.com/office/drawing/2014/main" id="{A65F7CE9-0999-4A7D-4500-F3E2AEC56A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3501" y="3984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85" name="Oval 353">
              <a:extLst>
                <a:ext uri="{FF2B5EF4-FFF2-40B4-BE49-F238E27FC236}">
                  <a16:creationId xmlns:a16="http://schemas.microsoft.com/office/drawing/2014/main" id="{0E748D8F-EE31-2286-EADB-522F952E7F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1288" y="41783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86" name="Oval 354">
              <a:extLst>
                <a:ext uri="{FF2B5EF4-FFF2-40B4-BE49-F238E27FC236}">
                  <a16:creationId xmlns:a16="http://schemas.microsoft.com/office/drawing/2014/main" id="{56B0D727-753D-08E9-8036-A1C2D0F9D1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7488" y="42354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87" name="Oval 355">
              <a:extLst>
                <a:ext uri="{FF2B5EF4-FFF2-40B4-BE49-F238E27FC236}">
                  <a16:creationId xmlns:a16="http://schemas.microsoft.com/office/drawing/2014/main" id="{46C0149C-5D1C-EE95-A900-A73530F54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0513" y="4291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88" name="Oval 356">
              <a:extLst>
                <a:ext uri="{FF2B5EF4-FFF2-40B4-BE49-F238E27FC236}">
                  <a16:creationId xmlns:a16="http://schemas.microsoft.com/office/drawing/2014/main" id="{FB28A52B-F58A-89B6-8A13-AFD0A753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8776" y="4378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89" name="Oval 357">
              <a:extLst>
                <a:ext uri="{FF2B5EF4-FFF2-40B4-BE49-F238E27FC236}">
                  <a16:creationId xmlns:a16="http://schemas.microsoft.com/office/drawing/2014/main" id="{8E56AD17-7559-FADE-7B60-B0ED701A4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3863" y="4443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90" name="Oval 358">
              <a:extLst>
                <a:ext uri="{FF2B5EF4-FFF2-40B4-BE49-F238E27FC236}">
                  <a16:creationId xmlns:a16="http://schemas.microsoft.com/office/drawing/2014/main" id="{11E28DAD-F7CB-2598-6261-0749BBD62A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4188" y="44894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91" name="Oval 359">
              <a:extLst>
                <a:ext uri="{FF2B5EF4-FFF2-40B4-BE49-F238E27FC236}">
                  <a16:creationId xmlns:a16="http://schemas.microsoft.com/office/drawing/2014/main" id="{541512D4-9802-0336-EFF8-DA273AE8E4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1338" y="4557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92" name="Oval 360">
              <a:extLst>
                <a:ext uri="{FF2B5EF4-FFF2-40B4-BE49-F238E27FC236}">
                  <a16:creationId xmlns:a16="http://schemas.microsoft.com/office/drawing/2014/main" id="{3EF7024F-A20A-9A62-9315-9BF9A6A79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5313" y="4627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93" name="Oval 361">
              <a:extLst>
                <a:ext uri="{FF2B5EF4-FFF2-40B4-BE49-F238E27FC236}">
                  <a16:creationId xmlns:a16="http://schemas.microsoft.com/office/drawing/2014/main" id="{204C9B62-EE05-9CBB-C779-A780CE0716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6113" y="4702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94" name="Oval 362">
              <a:extLst>
                <a:ext uri="{FF2B5EF4-FFF2-40B4-BE49-F238E27FC236}">
                  <a16:creationId xmlns:a16="http://schemas.microsoft.com/office/drawing/2014/main" id="{CFFB1297-6896-68A6-8C88-BE0CF261D4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5326" y="4741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95" name="Oval 363">
              <a:extLst>
                <a:ext uri="{FF2B5EF4-FFF2-40B4-BE49-F238E27FC236}">
                  <a16:creationId xmlns:a16="http://schemas.microsoft.com/office/drawing/2014/main" id="{E8626278-2215-4BE8-AD79-914DB8AF92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1363" y="4759325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96" name="Oval 364">
              <a:extLst>
                <a:ext uri="{FF2B5EF4-FFF2-40B4-BE49-F238E27FC236}">
                  <a16:creationId xmlns:a16="http://schemas.microsoft.com/office/drawing/2014/main" id="{D1733847-1A64-DF2D-6367-24B739E9E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4913" y="3522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97" name="Oval 365">
              <a:extLst>
                <a:ext uri="{FF2B5EF4-FFF2-40B4-BE49-F238E27FC236}">
                  <a16:creationId xmlns:a16="http://schemas.microsoft.com/office/drawing/2014/main" id="{114F365D-B1EA-11E8-838C-543A7F691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026" y="3627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98" name="Oval 366">
              <a:extLst>
                <a:ext uri="{FF2B5EF4-FFF2-40B4-BE49-F238E27FC236}">
                  <a16:creationId xmlns:a16="http://schemas.microsoft.com/office/drawing/2014/main" id="{C5A8625A-CF06-AECC-060E-6BB08FA5C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6188" y="3767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99" name="Oval 367">
              <a:extLst>
                <a:ext uri="{FF2B5EF4-FFF2-40B4-BE49-F238E27FC236}">
                  <a16:creationId xmlns:a16="http://schemas.microsoft.com/office/drawing/2014/main" id="{5FCE326C-F010-05E1-77D7-3E9BCBD99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2226" y="3881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00" name="Oval 368">
              <a:extLst>
                <a:ext uri="{FF2B5EF4-FFF2-40B4-BE49-F238E27FC236}">
                  <a16:creationId xmlns:a16="http://schemas.microsoft.com/office/drawing/2014/main" id="{87F0B826-E231-2D6C-9EBF-10631910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9376" y="3856038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01" name="Oval 369">
              <a:extLst>
                <a:ext uri="{FF2B5EF4-FFF2-40B4-BE49-F238E27FC236}">
                  <a16:creationId xmlns:a16="http://schemas.microsoft.com/office/drawing/2014/main" id="{27282915-3FD6-A3D4-27A3-38BC1783B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1288" y="3987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02" name="Oval 370">
              <a:extLst>
                <a:ext uri="{FF2B5EF4-FFF2-40B4-BE49-F238E27FC236}">
                  <a16:creationId xmlns:a16="http://schemas.microsoft.com/office/drawing/2014/main" id="{2E06490E-00FD-0828-2BEE-757D93FBE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6376" y="4225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03" name="Oval 371">
              <a:extLst>
                <a:ext uri="{FF2B5EF4-FFF2-40B4-BE49-F238E27FC236}">
                  <a16:creationId xmlns:a16="http://schemas.microsoft.com/office/drawing/2014/main" id="{D1FAF3D4-DB80-CF56-EEE0-2F5C9C561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1463" y="4310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04" name="Oval 372">
              <a:extLst>
                <a:ext uri="{FF2B5EF4-FFF2-40B4-BE49-F238E27FC236}">
                  <a16:creationId xmlns:a16="http://schemas.microsoft.com/office/drawing/2014/main" id="{7EF1FEB1-6955-D86D-4DEF-CF10B3CB9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4963" y="4351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05" name="Oval 373">
              <a:extLst>
                <a:ext uri="{FF2B5EF4-FFF2-40B4-BE49-F238E27FC236}">
                  <a16:creationId xmlns:a16="http://schemas.microsoft.com/office/drawing/2014/main" id="{575509A2-A1E0-1892-F31C-75EB90FD24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6876" y="4403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06" name="Oval 374">
              <a:extLst>
                <a:ext uri="{FF2B5EF4-FFF2-40B4-BE49-F238E27FC236}">
                  <a16:creationId xmlns:a16="http://schemas.microsoft.com/office/drawing/2014/main" id="{CAD3A6D3-B090-116F-1F2A-0ADDC501B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5613" y="4479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07" name="Oval 375">
              <a:extLst>
                <a:ext uri="{FF2B5EF4-FFF2-40B4-BE49-F238E27FC236}">
                  <a16:creationId xmlns:a16="http://schemas.microsoft.com/office/drawing/2014/main" id="{624B540F-A862-CBA6-23A1-E852A3EDB7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2763" y="4533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08" name="Oval 376">
              <a:extLst>
                <a:ext uri="{FF2B5EF4-FFF2-40B4-BE49-F238E27FC236}">
                  <a16:creationId xmlns:a16="http://schemas.microsoft.com/office/drawing/2014/main" id="{B81BD642-A9EE-187A-E8D4-FEC0F10278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6738" y="4608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09" name="Oval 377">
              <a:extLst>
                <a:ext uri="{FF2B5EF4-FFF2-40B4-BE49-F238E27FC236}">
                  <a16:creationId xmlns:a16="http://schemas.microsoft.com/office/drawing/2014/main" id="{45B07A5F-ABF6-2CCE-32BD-7D065F54F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7538" y="4648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10" name="Oval 378">
              <a:extLst>
                <a:ext uri="{FF2B5EF4-FFF2-40B4-BE49-F238E27FC236}">
                  <a16:creationId xmlns:a16="http://schemas.microsoft.com/office/drawing/2014/main" id="{D71BB192-E3CF-0F10-5498-FA33727B1F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5163" y="4687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11" name="Oval 379">
              <a:extLst>
                <a:ext uri="{FF2B5EF4-FFF2-40B4-BE49-F238E27FC236}">
                  <a16:creationId xmlns:a16="http://schemas.microsoft.com/office/drawing/2014/main" id="{8DBB5E71-ED3D-79DE-743F-53DC8E0D7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1201" y="4732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12" name="Oval 380">
              <a:extLst>
                <a:ext uri="{FF2B5EF4-FFF2-40B4-BE49-F238E27FC236}">
                  <a16:creationId xmlns:a16="http://schemas.microsoft.com/office/drawing/2014/main" id="{24304C8A-621D-5810-B51B-AC237BE98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5563" y="3697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13" name="Oval 381">
              <a:extLst>
                <a:ext uri="{FF2B5EF4-FFF2-40B4-BE49-F238E27FC236}">
                  <a16:creationId xmlns:a16="http://schemas.microsoft.com/office/drawing/2014/main" id="{7EAE258A-1290-9809-ACAC-1DF945E00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3501" y="3757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14" name="Oval 382">
              <a:extLst>
                <a:ext uri="{FF2B5EF4-FFF2-40B4-BE49-F238E27FC236}">
                  <a16:creationId xmlns:a16="http://schemas.microsoft.com/office/drawing/2014/main" id="{DA00E7D3-E982-F587-4E7E-CA807DB5F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313" y="3851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15" name="Oval 383">
              <a:extLst>
                <a:ext uri="{FF2B5EF4-FFF2-40B4-BE49-F238E27FC236}">
                  <a16:creationId xmlns:a16="http://schemas.microsoft.com/office/drawing/2014/main" id="{6034523A-8B30-0C86-B4B5-47CE6C908F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2238" y="3987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16" name="Oval 384">
              <a:extLst>
                <a:ext uri="{FF2B5EF4-FFF2-40B4-BE49-F238E27FC236}">
                  <a16:creationId xmlns:a16="http://schemas.microsoft.com/office/drawing/2014/main" id="{EFE12772-9E89-E673-D04E-C7451A1F1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6688" y="40798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17" name="Oval 385">
              <a:extLst>
                <a:ext uri="{FF2B5EF4-FFF2-40B4-BE49-F238E27FC236}">
                  <a16:creationId xmlns:a16="http://schemas.microsoft.com/office/drawing/2014/main" id="{356E4D31-5D4C-CDFF-C7BA-AF80A26F13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7488" y="4157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18" name="Oval 386">
              <a:extLst>
                <a:ext uri="{FF2B5EF4-FFF2-40B4-BE49-F238E27FC236}">
                  <a16:creationId xmlns:a16="http://schemas.microsoft.com/office/drawing/2014/main" id="{38EFE176-40EB-CCEB-ADEA-F89F80920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1463" y="4252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19" name="Oval 387">
              <a:extLst>
                <a:ext uri="{FF2B5EF4-FFF2-40B4-BE49-F238E27FC236}">
                  <a16:creationId xmlns:a16="http://schemas.microsoft.com/office/drawing/2014/main" id="{92C844E5-B183-5292-A43B-1419A7131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8613" y="4356100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20" name="Oval 388">
              <a:extLst>
                <a:ext uri="{FF2B5EF4-FFF2-40B4-BE49-F238E27FC236}">
                  <a16:creationId xmlns:a16="http://schemas.microsoft.com/office/drawing/2014/main" id="{2FFDD8BA-8FB7-AE1E-76A3-0B21E6418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74176" y="4452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21" name="Oval 389">
              <a:extLst>
                <a:ext uri="{FF2B5EF4-FFF2-40B4-BE49-F238E27FC236}">
                  <a16:creationId xmlns:a16="http://schemas.microsoft.com/office/drawing/2014/main" id="{0447EB00-587E-3D08-D364-7CDEC1103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8151" y="44767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22" name="Oval 390">
              <a:extLst>
                <a:ext uri="{FF2B5EF4-FFF2-40B4-BE49-F238E27FC236}">
                  <a16:creationId xmlns:a16="http://schemas.microsoft.com/office/drawing/2014/main" id="{38F12C68-02D0-6C9F-417B-945C540B3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2126" y="4500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23" name="Oval 391">
              <a:extLst>
                <a:ext uri="{FF2B5EF4-FFF2-40B4-BE49-F238E27FC236}">
                  <a16:creationId xmlns:a16="http://schemas.microsoft.com/office/drawing/2014/main" id="{5EA633D6-E0B8-58C2-EE35-AC2ADB453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2926" y="4565650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24" name="Oval 392">
              <a:extLst>
                <a:ext uri="{FF2B5EF4-FFF2-40B4-BE49-F238E27FC236}">
                  <a16:creationId xmlns:a16="http://schemas.microsoft.com/office/drawing/2014/main" id="{43AF6E97-C5B1-DB03-BB67-AF708AD9A5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3726" y="4646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25" name="Oval 393">
              <a:extLst>
                <a:ext uri="{FF2B5EF4-FFF2-40B4-BE49-F238E27FC236}">
                  <a16:creationId xmlns:a16="http://schemas.microsoft.com/office/drawing/2014/main" id="{89B2AADC-0E05-7094-53E0-4976E257C2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1351" y="47148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26" name="Oval 394">
              <a:extLst>
                <a:ext uri="{FF2B5EF4-FFF2-40B4-BE49-F238E27FC236}">
                  <a16:creationId xmlns:a16="http://schemas.microsoft.com/office/drawing/2014/main" id="{D687F8C4-B976-57DD-5086-0072365FD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7388" y="4737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27" name="Oval 395">
              <a:extLst>
                <a:ext uri="{FF2B5EF4-FFF2-40B4-BE49-F238E27FC236}">
                  <a16:creationId xmlns:a16="http://schemas.microsoft.com/office/drawing/2014/main" id="{6A47DB5E-56AA-CEC2-DD2B-33D4DAF59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0338" y="3790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28" name="Oval 396">
              <a:extLst>
                <a:ext uri="{FF2B5EF4-FFF2-40B4-BE49-F238E27FC236}">
                  <a16:creationId xmlns:a16="http://schemas.microsoft.com/office/drawing/2014/main" id="{1ACF6419-99AF-8D93-BB91-1A96D5BBC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6688" y="3889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29" name="Oval 397">
              <a:extLst>
                <a:ext uri="{FF2B5EF4-FFF2-40B4-BE49-F238E27FC236}">
                  <a16:creationId xmlns:a16="http://schemas.microsoft.com/office/drawing/2014/main" id="{982281B7-D2BF-9348-E0B8-67C55C6781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4151" y="3983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30" name="Oval 398">
              <a:extLst>
                <a:ext uri="{FF2B5EF4-FFF2-40B4-BE49-F238E27FC236}">
                  <a16:creationId xmlns:a16="http://schemas.microsoft.com/office/drawing/2014/main" id="{B57E20DD-A8BB-A514-1D8D-1CF23DE14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2726" y="40957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31" name="Oval 399">
              <a:extLst>
                <a:ext uri="{FF2B5EF4-FFF2-40B4-BE49-F238E27FC236}">
                  <a16:creationId xmlns:a16="http://schemas.microsoft.com/office/drawing/2014/main" id="{48A1E356-8AFE-2A18-77DF-021F842FC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7651" y="4191000"/>
              <a:ext cx="12700" cy="11112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32" name="Oval 400">
              <a:extLst>
                <a:ext uri="{FF2B5EF4-FFF2-40B4-BE49-F238E27FC236}">
                  <a16:creationId xmlns:a16="http://schemas.microsoft.com/office/drawing/2014/main" id="{464F7DD8-BF39-00C8-BD77-BB542F0B7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0513" y="4271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33" name="Oval 401">
              <a:extLst>
                <a:ext uri="{FF2B5EF4-FFF2-40B4-BE49-F238E27FC236}">
                  <a16:creationId xmlns:a16="http://schemas.microsoft.com/office/drawing/2014/main" id="{DD7B0501-2093-8D73-62CC-8E3FBD2B5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4963" y="4297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34" name="Oval 402">
              <a:extLst>
                <a:ext uri="{FF2B5EF4-FFF2-40B4-BE49-F238E27FC236}">
                  <a16:creationId xmlns:a16="http://schemas.microsoft.com/office/drawing/2014/main" id="{ABE5CD85-D267-8F4E-67A0-ED77A6918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74176" y="4357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35" name="Oval 403">
              <a:extLst>
                <a:ext uri="{FF2B5EF4-FFF2-40B4-BE49-F238E27FC236}">
                  <a16:creationId xmlns:a16="http://schemas.microsoft.com/office/drawing/2014/main" id="{6761ACA7-A30D-4F06-36FF-08BD817D1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1801" y="4471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36" name="Oval 404">
              <a:extLst>
                <a:ext uri="{FF2B5EF4-FFF2-40B4-BE49-F238E27FC236}">
                  <a16:creationId xmlns:a16="http://schemas.microsoft.com/office/drawing/2014/main" id="{46355C7C-E665-C4CE-AF37-9EC98F7EC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1013" y="4560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37" name="Oval 405">
              <a:extLst>
                <a:ext uri="{FF2B5EF4-FFF2-40B4-BE49-F238E27FC236}">
                  <a16:creationId xmlns:a16="http://schemas.microsoft.com/office/drawing/2014/main" id="{191B48F2-129D-398B-F0E3-2CF0276DD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0226" y="4610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38" name="Oval 406">
              <a:extLst>
                <a:ext uri="{FF2B5EF4-FFF2-40B4-BE49-F238E27FC236}">
                  <a16:creationId xmlns:a16="http://schemas.microsoft.com/office/drawing/2014/main" id="{10289369-B0FD-7DA5-154E-D96900FF9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6263" y="46291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39" name="Oval 407">
              <a:extLst>
                <a:ext uri="{FF2B5EF4-FFF2-40B4-BE49-F238E27FC236}">
                  <a16:creationId xmlns:a16="http://schemas.microsoft.com/office/drawing/2014/main" id="{C96F9C79-6B92-20D9-D715-867D8C544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2301" y="4619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40" name="Oval 408">
              <a:extLst>
                <a:ext uri="{FF2B5EF4-FFF2-40B4-BE49-F238E27FC236}">
                  <a16:creationId xmlns:a16="http://schemas.microsoft.com/office/drawing/2014/main" id="{02D05232-A4B3-FF53-BF45-26839228F8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6751" y="4683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41" name="Oval 409">
              <a:extLst>
                <a:ext uri="{FF2B5EF4-FFF2-40B4-BE49-F238E27FC236}">
                  <a16:creationId xmlns:a16="http://schemas.microsoft.com/office/drawing/2014/main" id="{4A9C8CD9-C1A2-D230-6FB4-0CF3D9008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613" y="4764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42" name="Oval 410">
              <a:extLst>
                <a:ext uri="{FF2B5EF4-FFF2-40B4-BE49-F238E27FC236}">
                  <a16:creationId xmlns:a16="http://schemas.microsoft.com/office/drawing/2014/main" id="{8B97EC9A-9CBE-6B9A-10A1-1757390D6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2413" y="3863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43" name="Oval 411">
              <a:extLst>
                <a:ext uri="{FF2B5EF4-FFF2-40B4-BE49-F238E27FC236}">
                  <a16:creationId xmlns:a16="http://schemas.microsoft.com/office/drawing/2014/main" id="{A73B2FF7-EDF1-19E5-E74F-9F8471CCB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7176" y="3983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44" name="Oval 412">
              <a:extLst>
                <a:ext uri="{FF2B5EF4-FFF2-40B4-BE49-F238E27FC236}">
                  <a16:creationId xmlns:a16="http://schemas.microsoft.com/office/drawing/2014/main" id="{45921B4C-75B8-8960-C0E9-93FDBF7F7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1463" y="4071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45" name="Oval 413">
              <a:extLst>
                <a:ext uri="{FF2B5EF4-FFF2-40B4-BE49-F238E27FC236}">
                  <a16:creationId xmlns:a16="http://schemas.microsoft.com/office/drawing/2014/main" id="{8398A962-7C2C-DBA0-766D-EE58450B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5276" y="4219575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46" name="Oval 414">
              <a:extLst>
                <a:ext uri="{FF2B5EF4-FFF2-40B4-BE49-F238E27FC236}">
                  <a16:creationId xmlns:a16="http://schemas.microsoft.com/office/drawing/2014/main" id="{39192D65-BC00-9F38-7359-5D7AF13BF9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3851" y="4306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47" name="Oval 415">
              <a:extLst>
                <a:ext uri="{FF2B5EF4-FFF2-40B4-BE49-F238E27FC236}">
                  <a16:creationId xmlns:a16="http://schemas.microsoft.com/office/drawing/2014/main" id="{4850608F-DB7A-484E-0484-67E0F95F2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8776" y="4367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48" name="Oval 416">
              <a:extLst>
                <a:ext uri="{FF2B5EF4-FFF2-40B4-BE49-F238E27FC236}">
                  <a16:creationId xmlns:a16="http://schemas.microsoft.com/office/drawing/2014/main" id="{75A3E6B1-25AC-1220-4BD9-F77925F81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6876" y="44005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49" name="Oval 417">
              <a:extLst>
                <a:ext uri="{FF2B5EF4-FFF2-40B4-BE49-F238E27FC236}">
                  <a16:creationId xmlns:a16="http://schemas.microsoft.com/office/drawing/2014/main" id="{1426C439-873C-3138-8119-EDE09ED51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8151" y="4357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50" name="Oval 418">
              <a:extLst>
                <a:ext uri="{FF2B5EF4-FFF2-40B4-BE49-F238E27FC236}">
                  <a16:creationId xmlns:a16="http://schemas.microsoft.com/office/drawing/2014/main" id="{A527A2A1-57C3-5302-5CA0-6814AB784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1013" y="4462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51" name="Oval 419">
              <a:extLst>
                <a:ext uri="{FF2B5EF4-FFF2-40B4-BE49-F238E27FC236}">
                  <a16:creationId xmlns:a16="http://schemas.microsoft.com/office/drawing/2014/main" id="{29B36A19-35A3-A652-1597-EEA1A6152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5463" y="4570413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52" name="Oval 420">
              <a:extLst>
                <a:ext uri="{FF2B5EF4-FFF2-40B4-BE49-F238E27FC236}">
                  <a16:creationId xmlns:a16="http://schemas.microsoft.com/office/drawing/2014/main" id="{87CF421C-B334-5E43-9E0F-FFEDDBACF8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8326" y="4640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53" name="Oval 421">
              <a:extLst>
                <a:ext uri="{FF2B5EF4-FFF2-40B4-BE49-F238E27FC236}">
                  <a16:creationId xmlns:a16="http://schemas.microsoft.com/office/drawing/2014/main" id="{1C7AD4F3-1445-A812-96BF-7AB5855F8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1188" y="4665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54" name="Oval 422">
              <a:extLst>
                <a:ext uri="{FF2B5EF4-FFF2-40B4-BE49-F238E27FC236}">
                  <a16:creationId xmlns:a16="http://schemas.microsoft.com/office/drawing/2014/main" id="{215C44C4-0BFD-F129-7F5D-1C38E4BE8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4051" y="4664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55" name="Oval 423">
              <a:extLst>
                <a:ext uri="{FF2B5EF4-FFF2-40B4-BE49-F238E27FC236}">
                  <a16:creationId xmlns:a16="http://schemas.microsoft.com/office/drawing/2014/main" id="{073A89BC-5199-55D4-785A-500516DED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5326" y="4687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56" name="Oval 424">
              <a:extLst>
                <a:ext uri="{FF2B5EF4-FFF2-40B4-BE49-F238E27FC236}">
                  <a16:creationId xmlns:a16="http://schemas.microsoft.com/office/drawing/2014/main" id="{23775142-1867-ABA9-CE3D-2A7F6F9113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5013" y="4735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57" name="Oval 425">
              <a:extLst>
                <a:ext uri="{FF2B5EF4-FFF2-40B4-BE49-F238E27FC236}">
                  <a16:creationId xmlns:a16="http://schemas.microsoft.com/office/drawing/2014/main" id="{8BA7873E-D12E-C723-38E2-02CEAC1F1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4963" y="3990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58" name="Oval 426">
              <a:extLst>
                <a:ext uri="{FF2B5EF4-FFF2-40B4-BE49-F238E27FC236}">
                  <a16:creationId xmlns:a16="http://schemas.microsoft.com/office/drawing/2014/main" id="{F6B1AE84-AF58-07CB-D3B4-017527A97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9726" y="4059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59" name="Oval 427">
              <a:extLst>
                <a:ext uri="{FF2B5EF4-FFF2-40B4-BE49-F238E27FC236}">
                  <a16:creationId xmlns:a16="http://schemas.microsoft.com/office/drawing/2014/main" id="{F6C8572F-6D71-F807-09F4-890E32D1F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0838" y="4130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60" name="Oval 428">
              <a:extLst>
                <a:ext uri="{FF2B5EF4-FFF2-40B4-BE49-F238E27FC236}">
                  <a16:creationId xmlns:a16="http://schemas.microsoft.com/office/drawing/2014/main" id="{E800A21B-B55B-CE5B-E3A5-99D167E6D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9888" y="4257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61" name="Oval 429">
              <a:extLst>
                <a:ext uri="{FF2B5EF4-FFF2-40B4-BE49-F238E27FC236}">
                  <a16:creationId xmlns:a16="http://schemas.microsoft.com/office/drawing/2014/main" id="{4237A4F9-B53C-CA01-731D-4F1CB50DB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3701" y="4370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62" name="Oval 430">
              <a:extLst>
                <a:ext uri="{FF2B5EF4-FFF2-40B4-BE49-F238E27FC236}">
                  <a16:creationId xmlns:a16="http://schemas.microsoft.com/office/drawing/2014/main" id="{70179F05-7A9B-457F-EFA5-5C5E69E15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3863" y="4418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63" name="Oval 431">
              <a:extLst>
                <a:ext uri="{FF2B5EF4-FFF2-40B4-BE49-F238E27FC236}">
                  <a16:creationId xmlns:a16="http://schemas.microsoft.com/office/drawing/2014/main" id="{1DC53A5A-19E9-0CE4-0283-6339856A9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5613" y="4505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64" name="Oval 432">
              <a:extLst>
                <a:ext uri="{FF2B5EF4-FFF2-40B4-BE49-F238E27FC236}">
                  <a16:creationId xmlns:a16="http://schemas.microsoft.com/office/drawing/2014/main" id="{CB614C17-2308-CF08-2060-319936DA8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2126" y="4465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65" name="Oval 433">
              <a:extLst>
                <a:ext uri="{FF2B5EF4-FFF2-40B4-BE49-F238E27FC236}">
                  <a16:creationId xmlns:a16="http://schemas.microsoft.com/office/drawing/2014/main" id="{945594BC-F37B-43A6-C367-4B4D486FDC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0226" y="4572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66" name="Oval 434">
              <a:extLst>
                <a:ext uri="{FF2B5EF4-FFF2-40B4-BE49-F238E27FC236}">
                  <a16:creationId xmlns:a16="http://schemas.microsoft.com/office/drawing/2014/main" id="{302189FA-0AB9-014F-8B2A-1AD566E60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8326" y="4621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67" name="Oval 435">
              <a:extLst>
                <a:ext uri="{FF2B5EF4-FFF2-40B4-BE49-F238E27FC236}">
                  <a16:creationId xmlns:a16="http://schemas.microsoft.com/office/drawing/2014/main" id="{A74D427C-61F1-8A5E-5077-912227BFB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8013" y="4673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68" name="Oval 436">
              <a:extLst>
                <a:ext uri="{FF2B5EF4-FFF2-40B4-BE49-F238E27FC236}">
                  <a16:creationId xmlns:a16="http://schemas.microsoft.com/office/drawing/2014/main" id="{8531BF28-A719-CBE8-DFBF-43672D34A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6113" y="4689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69" name="Oval 437">
              <a:extLst>
                <a:ext uri="{FF2B5EF4-FFF2-40B4-BE49-F238E27FC236}">
                  <a16:creationId xmlns:a16="http://schemas.microsoft.com/office/drawing/2014/main" id="{A2D66960-1D94-C052-8D30-F3CBE4D5C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5801" y="4732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70" name="Oval 438">
              <a:extLst>
                <a:ext uri="{FF2B5EF4-FFF2-40B4-BE49-F238E27FC236}">
                  <a16:creationId xmlns:a16="http://schemas.microsoft.com/office/drawing/2014/main" id="{F3D93C63-5849-DDF6-C44A-4C26B4C40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3901" y="4775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71" name="Oval 439">
              <a:extLst>
                <a:ext uri="{FF2B5EF4-FFF2-40B4-BE49-F238E27FC236}">
                  <a16:creationId xmlns:a16="http://schemas.microsoft.com/office/drawing/2014/main" id="{6F4E18D8-CFD9-DA13-6621-2B97D53E82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1163" y="4105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72" name="Oval 440">
              <a:extLst>
                <a:ext uri="{FF2B5EF4-FFF2-40B4-BE49-F238E27FC236}">
                  <a16:creationId xmlns:a16="http://schemas.microsoft.com/office/drawing/2014/main" id="{BE603AE2-3CBB-BC2A-8A86-4F2B4B5CB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4338" y="4170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73" name="Oval 441">
              <a:extLst>
                <a:ext uri="{FF2B5EF4-FFF2-40B4-BE49-F238E27FC236}">
                  <a16:creationId xmlns:a16="http://schemas.microsoft.com/office/drawing/2014/main" id="{6B0FA340-E328-55D8-935B-D77303CE6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3863" y="4230688"/>
              <a:ext cx="12700" cy="11112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74" name="Oval 442">
              <a:extLst>
                <a:ext uri="{FF2B5EF4-FFF2-40B4-BE49-F238E27FC236}">
                  <a16:creationId xmlns:a16="http://schemas.microsoft.com/office/drawing/2014/main" id="{6125E402-ED32-07C4-38D5-06DC414643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8151" y="4303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75" name="Oval 443">
              <a:extLst>
                <a:ext uri="{FF2B5EF4-FFF2-40B4-BE49-F238E27FC236}">
                  <a16:creationId xmlns:a16="http://schemas.microsoft.com/office/drawing/2014/main" id="{EE687C81-A5B7-5A55-90EA-29C2287EE1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8788" y="4403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76" name="Oval 444">
              <a:extLst>
                <a:ext uri="{FF2B5EF4-FFF2-40B4-BE49-F238E27FC236}">
                  <a16:creationId xmlns:a16="http://schemas.microsoft.com/office/drawing/2014/main" id="{B38526A6-A1C0-A0BA-4773-4DCBF8407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4188" y="4467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77" name="Oval 445">
              <a:extLst>
                <a:ext uri="{FF2B5EF4-FFF2-40B4-BE49-F238E27FC236}">
                  <a16:creationId xmlns:a16="http://schemas.microsoft.com/office/drawing/2014/main" id="{7A1B4C67-CAAD-2186-6BAA-CC7662480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2763" y="4533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78" name="Oval 446">
              <a:extLst>
                <a:ext uri="{FF2B5EF4-FFF2-40B4-BE49-F238E27FC236}">
                  <a16:creationId xmlns:a16="http://schemas.microsoft.com/office/drawing/2014/main" id="{720AE9D5-9345-2D93-760D-03CF18BA7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2926" y="4570413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79" name="Oval 447">
              <a:extLst>
                <a:ext uri="{FF2B5EF4-FFF2-40B4-BE49-F238E27FC236}">
                  <a16:creationId xmlns:a16="http://schemas.microsoft.com/office/drawing/2014/main" id="{3C977FDC-78AE-2407-C87D-1EC4C194C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6263" y="4624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80" name="Oval 448">
              <a:extLst>
                <a:ext uri="{FF2B5EF4-FFF2-40B4-BE49-F238E27FC236}">
                  <a16:creationId xmlns:a16="http://schemas.microsoft.com/office/drawing/2014/main" id="{8B8C24FD-8DD6-CD1B-219F-F529FDBBE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1188" y="4627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81" name="Oval 449">
              <a:extLst>
                <a:ext uri="{FF2B5EF4-FFF2-40B4-BE49-F238E27FC236}">
                  <a16:creationId xmlns:a16="http://schemas.microsoft.com/office/drawing/2014/main" id="{3BC2A58B-3D53-113F-5C76-45F4C0321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6113" y="4724400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82" name="Oval 450">
              <a:extLst>
                <a:ext uri="{FF2B5EF4-FFF2-40B4-BE49-F238E27FC236}">
                  <a16:creationId xmlns:a16="http://schemas.microsoft.com/office/drawing/2014/main" id="{0184B3D1-4DE4-2826-7224-CF1305E36C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2626" y="4773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83" name="Oval 451">
              <a:extLst>
                <a:ext uri="{FF2B5EF4-FFF2-40B4-BE49-F238E27FC236}">
                  <a16:creationId xmlns:a16="http://schemas.microsoft.com/office/drawing/2014/main" id="{77545E42-450C-E42E-18D3-1C26F9A1E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7838" y="4194175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84" name="Oval 452">
              <a:extLst>
                <a:ext uri="{FF2B5EF4-FFF2-40B4-BE49-F238E27FC236}">
                  <a16:creationId xmlns:a16="http://schemas.microsoft.com/office/drawing/2014/main" id="{0C0B137B-D307-C332-4339-CE2830F18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1013" y="4251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85" name="Oval 453">
              <a:extLst>
                <a:ext uri="{FF2B5EF4-FFF2-40B4-BE49-F238E27FC236}">
                  <a16:creationId xmlns:a16="http://schemas.microsoft.com/office/drawing/2014/main" id="{49DA6FC4-FCF3-C347-0B97-7E43C5E382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8951" y="4308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86" name="Oval 454">
              <a:extLst>
                <a:ext uri="{FF2B5EF4-FFF2-40B4-BE49-F238E27FC236}">
                  <a16:creationId xmlns:a16="http://schemas.microsoft.com/office/drawing/2014/main" id="{99CE688B-1AFE-7B21-8CA5-54C42EB84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1651" y="4389438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87" name="Oval 455">
              <a:extLst>
                <a:ext uri="{FF2B5EF4-FFF2-40B4-BE49-F238E27FC236}">
                  <a16:creationId xmlns:a16="http://schemas.microsoft.com/office/drawing/2014/main" id="{7EA28F1B-684C-EA91-7E5C-7691C9372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0701" y="4479925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88" name="Oval 456">
              <a:extLst>
                <a:ext uri="{FF2B5EF4-FFF2-40B4-BE49-F238E27FC236}">
                  <a16:creationId xmlns:a16="http://schemas.microsoft.com/office/drawing/2014/main" id="{E2EC993A-CF06-427A-9E6A-0915BA394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1338" y="4545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89" name="Oval 457">
              <a:extLst>
                <a:ext uri="{FF2B5EF4-FFF2-40B4-BE49-F238E27FC236}">
                  <a16:creationId xmlns:a16="http://schemas.microsoft.com/office/drawing/2014/main" id="{A4F038BD-EE19-4915-1052-A45C9FBF3B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6738" y="4589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90" name="Oval 458">
              <a:extLst>
                <a:ext uri="{FF2B5EF4-FFF2-40B4-BE49-F238E27FC236}">
                  <a16:creationId xmlns:a16="http://schemas.microsoft.com/office/drawing/2014/main" id="{99C61E8A-F912-A8D3-FE2D-DF697CE4B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3726" y="4646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91" name="Oval 459">
              <a:extLst>
                <a:ext uri="{FF2B5EF4-FFF2-40B4-BE49-F238E27FC236}">
                  <a16:creationId xmlns:a16="http://schemas.microsoft.com/office/drawing/2014/main" id="{76229C9B-86BC-782B-1D9F-1F41C7C65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2301" y="4672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92" name="Oval 460">
              <a:extLst>
                <a:ext uri="{FF2B5EF4-FFF2-40B4-BE49-F238E27FC236}">
                  <a16:creationId xmlns:a16="http://schemas.microsoft.com/office/drawing/2014/main" id="{DABEA28E-D451-AD84-69C9-E02107FA4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4051" y="46704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93" name="Oval 461">
              <a:extLst>
                <a:ext uri="{FF2B5EF4-FFF2-40B4-BE49-F238E27FC236}">
                  <a16:creationId xmlns:a16="http://schemas.microsoft.com/office/drawing/2014/main" id="{BD112E2E-DD96-F71B-0AA5-355DF06BF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5801" y="46926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94" name="Oval 462">
              <a:extLst>
                <a:ext uri="{FF2B5EF4-FFF2-40B4-BE49-F238E27FC236}">
                  <a16:creationId xmlns:a16="http://schemas.microsoft.com/office/drawing/2014/main" id="{CA91000D-5FED-1436-DC2C-DF2AA14BD3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7551" y="4772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95" name="Oval 463">
              <a:extLst>
                <a:ext uri="{FF2B5EF4-FFF2-40B4-BE49-F238E27FC236}">
                  <a16:creationId xmlns:a16="http://schemas.microsoft.com/office/drawing/2014/main" id="{289E91B2-37AF-7ADE-3209-DDBE8995A6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1338" y="4256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96" name="Oval 464">
              <a:extLst>
                <a:ext uri="{FF2B5EF4-FFF2-40B4-BE49-F238E27FC236}">
                  <a16:creationId xmlns:a16="http://schemas.microsoft.com/office/drawing/2014/main" id="{E872302B-1E9F-6A96-62D2-4981B37369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2926" y="4308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97" name="Oval 465">
              <a:extLst>
                <a:ext uri="{FF2B5EF4-FFF2-40B4-BE49-F238E27FC236}">
                  <a16:creationId xmlns:a16="http://schemas.microsoft.com/office/drawing/2014/main" id="{12F26F4E-21D3-3B03-1A80-B4D283427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0863" y="43878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98" name="Oval 466">
              <a:extLst>
                <a:ext uri="{FF2B5EF4-FFF2-40B4-BE49-F238E27FC236}">
                  <a16:creationId xmlns:a16="http://schemas.microsoft.com/office/drawing/2014/main" id="{7039363D-CD23-5354-F42E-1112B47B2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976" y="4429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99" name="Oval 467">
              <a:extLst>
                <a:ext uri="{FF2B5EF4-FFF2-40B4-BE49-F238E27FC236}">
                  <a16:creationId xmlns:a16="http://schemas.microsoft.com/office/drawing/2014/main" id="{6DC8C661-C04B-F8D4-A2EC-670234743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6263" y="4470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00" name="Oval 468">
              <a:extLst>
                <a:ext uri="{FF2B5EF4-FFF2-40B4-BE49-F238E27FC236}">
                  <a16:creationId xmlns:a16="http://schemas.microsoft.com/office/drawing/2014/main" id="{4F630C86-9E44-3BA7-2D16-60389A461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5313" y="4602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01" name="Oval 469">
              <a:extLst>
                <a:ext uri="{FF2B5EF4-FFF2-40B4-BE49-F238E27FC236}">
                  <a16:creationId xmlns:a16="http://schemas.microsoft.com/office/drawing/2014/main" id="{291A72ED-A093-B5C2-21EE-6A8A8AACA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7538" y="4640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02" name="Oval 470">
              <a:extLst>
                <a:ext uri="{FF2B5EF4-FFF2-40B4-BE49-F238E27FC236}">
                  <a16:creationId xmlns:a16="http://schemas.microsoft.com/office/drawing/2014/main" id="{3E0D30D0-69A4-9905-A624-C6F7D29EB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1351" y="4695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03" name="Oval 471">
              <a:extLst>
                <a:ext uri="{FF2B5EF4-FFF2-40B4-BE49-F238E27FC236}">
                  <a16:creationId xmlns:a16="http://schemas.microsoft.com/office/drawing/2014/main" id="{6BECC15F-244D-06DF-D5AE-0BCD7263D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6751" y="4749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04" name="Oval 472">
              <a:extLst>
                <a:ext uri="{FF2B5EF4-FFF2-40B4-BE49-F238E27FC236}">
                  <a16:creationId xmlns:a16="http://schemas.microsoft.com/office/drawing/2014/main" id="{A19CAB07-6DB7-5DD4-E7DC-9B8A66CD0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5326" y="4691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05" name="Oval 473">
              <a:extLst>
                <a:ext uri="{FF2B5EF4-FFF2-40B4-BE49-F238E27FC236}">
                  <a16:creationId xmlns:a16="http://schemas.microsoft.com/office/drawing/2014/main" id="{44B78862-277C-F38D-B850-234CA303E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3901" y="4678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06" name="Oval 474">
              <a:extLst>
                <a:ext uri="{FF2B5EF4-FFF2-40B4-BE49-F238E27FC236}">
                  <a16:creationId xmlns:a16="http://schemas.microsoft.com/office/drawing/2014/main" id="{A1EE5E98-2C6D-BD56-8E7A-19E47336DA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0076" y="43497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07" name="Oval 475">
              <a:extLst>
                <a:ext uri="{FF2B5EF4-FFF2-40B4-BE49-F238E27FC236}">
                  <a16:creationId xmlns:a16="http://schemas.microsoft.com/office/drawing/2014/main" id="{DA5DC581-0EDB-D121-E0F3-DD1CC28DAA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1663" y="4395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08" name="Oval 476">
              <a:extLst>
                <a:ext uri="{FF2B5EF4-FFF2-40B4-BE49-F238E27FC236}">
                  <a16:creationId xmlns:a16="http://schemas.microsoft.com/office/drawing/2014/main" id="{0B754F62-2400-5F53-D823-D9944AFB0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8013" y="4465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09" name="Oval 477">
              <a:extLst>
                <a:ext uri="{FF2B5EF4-FFF2-40B4-BE49-F238E27FC236}">
                  <a16:creationId xmlns:a16="http://schemas.microsoft.com/office/drawing/2014/main" id="{5A6038E5-E11B-5DBD-8DD8-215F6D2F49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7538" y="4483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10" name="Oval 478">
              <a:extLst>
                <a:ext uri="{FF2B5EF4-FFF2-40B4-BE49-F238E27FC236}">
                  <a16:creationId xmlns:a16="http://schemas.microsoft.com/office/drawing/2014/main" id="{BF6CEE8C-1753-9DB3-51A4-D64D2A462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0238" y="4519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11" name="Oval 479">
              <a:extLst>
                <a:ext uri="{FF2B5EF4-FFF2-40B4-BE49-F238E27FC236}">
                  <a16:creationId xmlns:a16="http://schemas.microsoft.com/office/drawing/2014/main" id="{67EF82CB-4A7D-0924-369F-148D9C755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6113" y="4627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12" name="Oval 480">
              <a:extLst>
                <a:ext uri="{FF2B5EF4-FFF2-40B4-BE49-F238E27FC236}">
                  <a16:creationId xmlns:a16="http://schemas.microsoft.com/office/drawing/2014/main" id="{8DCC5C28-AA42-6E2E-1604-A03E3D0B2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5163" y="4656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13" name="Oval 481">
              <a:extLst>
                <a:ext uri="{FF2B5EF4-FFF2-40B4-BE49-F238E27FC236}">
                  <a16:creationId xmlns:a16="http://schemas.microsoft.com/office/drawing/2014/main" id="{620BDAF6-09F8-9460-9942-D1A1DAADE8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7388" y="4711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14" name="Oval 482">
              <a:extLst>
                <a:ext uri="{FF2B5EF4-FFF2-40B4-BE49-F238E27FC236}">
                  <a16:creationId xmlns:a16="http://schemas.microsoft.com/office/drawing/2014/main" id="{6C2F60A7-6529-10B9-BD3B-8A0A2818F9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7401" y="4778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15" name="Oval 483">
              <a:extLst>
                <a:ext uri="{FF2B5EF4-FFF2-40B4-BE49-F238E27FC236}">
                  <a16:creationId xmlns:a16="http://schemas.microsoft.com/office/drawing/2014/main" id="{2C309BBE-F6C1-79D9-37AC-3272B7C5B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4051" y="4419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16" name="Oval 484">
              <a:extLst>
                <a:ext uri="{FF2B5EF4-FFF2-40B4-BE49-F238E27FC236}">
                  <a16:creationId xmlns:a16="http://schemas.microsoft.com/office/drawing/2014/main" id="{987A03AF-A03D-02E8-1783-27E40E44C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5638" y="4471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17" name="Oval 485">
              <a:extLst>
                <a:ext uri="{FF2B5EF4-FFF2-40B4-BE49-F238E27FC236}">
                  <a16:creationId xmlns:a16="http://schemas.microsoft.com/office/drawing/2014/main" id="{E16F2DD3-B043-E85C-5831-554B8AD48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0401" y="4519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18" name="Oval 487">
              <a:extLst>
                <a:ext uri="{FF2B5EF4-FFF2-40B4-BE49-F238E27FC236}">
                  <a16:creationId xmlns:a16="http://schemas.microsoft.com/office/drawing/2014/main" id="{DEC0BEBA-D021-0E69-BD0C-7FE4E95702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8338" y="4554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19" name="Oval 488">
              <a:extLst>
                <a:ext uri="{FF2B5EF4-FFF2-40B4-BE49-F238E27FC236}">
                  <a16:creationId xmlns:a16="http://schemas.microsoft.com/office/drawing/2014/main" id="{178F2CEC-035D-2E0B-6866-AEF4AC138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1038" y="4575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20" name="Oval 489">
              <a:extLst>
                <a:ext uri="{FF2B5EF4-FFF2-40B4-BE49-F238E27FC236}">
                  <a16:creationId xmlns:a16="http://schemas.microsoft.com/office/drawing/2014/main" id="{938629B8-4C1D-5019-D47F-325E3ABD2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5326" y="4681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21" name="Oval 490">
              <a:extLst>
                <a:ext uri="{FF2B5EF4-FFF2-40B4-BE49-F238E27FC236}">
                  <a16:creationId xmlns:a16="http://schemas.microsoft.com/office/drawing/2014/main" id="{56240A88-5A3E-A253-A722-2DAF84A188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1201" y="4752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22" name="Oval 491">
              <a:extLst>
                <a:ext uri="{FF2B5EF4-FFF2-40B4-BE49-F238E27FC236}">
                  <a16:creationId xmlns:a16="http://schemas.microsoft.com/office/drawing/2014/main" id="{8A346A29-4A12-774F-5EA1-EC71FF190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0251" y="4760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23" name="Oval 492">
              <a:extLst>
                <a:ext uri="{FF2B5EF4-FFF2-40B4-BE49-F238E27FC236}">
                  <a16:creationId xmlns:a16="http://schemas.microsoft.com/office/drawing/2014/main" id="{E2911946-ED12-EBCF-6E1B-C2D832F3B4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2326" y="4738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24" name="Oval 493">
              <a:extLst>
                <a:ext uri="{FF2B5EF4-FFF2-40B4-BE49-F238E27FC236}">
                  <a16:creationId xmlns:a16="http://schemas.microsoft.com/office/drawing/2014/main" id="{A6B6A066-54CF-D9EC-1231-65B729910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4851" y="4491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25" name="Oval 494">
              <a:extLst>
                <a:ext uri="{FF2B5EF4-FFF2-40B4-BE49-F238E27FC236}">
                  <a16:creationId xmlns:a16="http://schemas.microsoft.com/office/drawing/2014/main" id="{C72831CD-956D-F2FB-4F88-F694693A6B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4851" y="4527551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26" name="Oval 495">
              <a:extLst>
                <a:ext uri="{FF2B5EF4-FFF2-40B4-BE49-F238E27FC236}">
                  <a16:creationId xmlns:a16="http://schemas.microsoft.com/office/drawing/2014/main" id="{CC01ECA4-DDD3-B256-1C6E-003A09D3B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613" y="45783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27" name="Oval 496">
              <a:extLst>
                <a:ext uri="{FF2B5EF4-FFF2-40B4-BE49-F238E27FC236}">
                  <a16:creationId xmlns:a16="http://schemas.microsoft.com/office/drawing/2014/main" id="{7F4BCD6E-B8A2-63C7-A183-11BCDAE01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7551" y="4618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28" name="Oval 497">
              <a:extLst>
                <a:ext uri="{FF2B5EF4-FFF2-40B4-BE49-F238E27FC236}">
                  <a16:creationId xmlns:a16="http://schemas.microsoft.com/office/drawing/2014/main" id="{83A709FE-A596-51D8-BEA1-03AF4F639F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663" y="4637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29" name="Oval 498">
              <a:extLst>
                <a:ext uri="{FF2B5EF4-FFF2-40B4-BE49-F238E27FC236}">
                  <a16:creationId xmlns:a16="http://schemas.microsoft.com/office/drawing/2014/main" id="{A7EA40B0-8A0A-3166-269C-67F3DAA4A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1363" y="4719638"/>
              <a:ext cx="11113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30" name="Oval 499">
              <a:extLst>
                <a:ext uri="{FF2B5EF4-FFF2-40B4-BE49-F238E27FC236}">
                  <a16:creationId xmlns:a16="http://schemas.microsoft.com/office/drawing/2014/main" id="{CC597509-CE1D-0696-9B7B-AC8B6D350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5651" y="4768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31" name="Oval 500">
              <a:extLst>
                <a:ext uri="{FF2B5EF4-FFF2-40B4-BE49-F238E27FC236}">
                  <a16:creationId xmlns:a16="http://schemas.microsoft.com/office/drawing/2014/main" id="{E947DEAA-36C3-26FA-96CA-BFDCFFBD0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2476" y="4565651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32" name="Oval 501">
              <a:extLst>
                <a:ext uri="{FF2B5EF4-FFF2-40B4-BE49-F238E27FC236}">
                  <a16:creationId xmlns:a16="http://schemas.microsoft.com/office/drawing/2014/main" id="{93F7AF48-C421-681A-500C-4A984779F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2476" y="4587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33" name="Oval 502">
              <a:extLst>
                <a:ext uri="{FF2B5EF4-FFF2-40B4-BE49-F238E27FC236}">
                  <a16:creationId xmlns:a16="http://schemas.microsoft.com/office/drawing/2014/main" id="{07512A34-3630-61EB-FFA9-C0BE7AD40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7238" y="46275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34" name="Oval 503">
              <a:extLst>
                <a:ext uri="{FF2B5EF4-FFF2-40B4-BE49-F238E27FC236}">
                  <a16:creationId xmlns:a16="http://schemas.microsoft.com/office/drawing/2014/main" id="{2E46044A-3814-763F-3A1C-E42E617E4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53588" y="4684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35" name="Oval 504">
              <a:extLst>
                <a:ext uri="{FF2B5EF4-FFF2-40B4-BE49-F238E27FC236}">
                  <a16:creationId xmlns:a16="http://schemas.microsoft.com/office/drawing/2014/main" id="{16801703-DD5B-D817-169C-4FB00478E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3113" y="4687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36" name="Oval 505">
              <a:extLst>
                <a:ext uri="{FF2B5EF4-FFF2-40B4-BE49-F238E27FC236}">
                  <a16:creationId xmlns:a16="http://schemas.microsoft.com/office/drawing/2014/main" id="{86B83C3A-2F55-10A5-76D3-CFD75EB32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4226" y="4692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37" name="Oval 506">
              <a:extLst>
                <a:ext uri="{FF2B5EF4-FFF2-40B4-BE49-F238E27FC236}">
                  <a16:creationId xmlns:a16="http://schemas.microsoft.com/office/drawing/2014/main" id="{F773FCC3-60A9-6F5D-97FA-C25A8DB64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6926" y="4772026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38" name="Oval 507">
              <a:extLst>
                <a:ext uri="{FF2B5EF4-FFF2-40B4-BE49-F238E27FC236}">
                  <a16:creationId xmlns:a16="http://schemas.microsoft.com/office/drawing/2014/main" id="{9F3A4D36-96AA-CACB-0765-3C42C0420E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6926" y="4619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39" name="Oval 508">
              <a:extLst>
                <a:ext uri="{FF2B5EF4-FFF2-40B4-BE49-F238E27FC236}">
                  <a16:creationId xmlns:a16="http://schemas.microsoft.com/office/drawing/2014/main" id="{7CA65287-8230-9799-5876-A82A9D9D48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6926" y="4657726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40" name="Oval 509">
              <a:extLst>
                <a:ext uri="{FF2B5EF4-FFF2-40B4-BE49-F238E27FC236}">
                  <a16:creationId xmlns:a16="http://schemas.microsoft.com/office/drawing/2014/main" id="{6B143C2C-403B-E448-D043-804A8CC48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1688" y="4708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41" name="Oval 510">
              <a:extLst>
                <a:ext uri="{FF2B5EF4-FFF2-40B4-BE49-F238E27FC236}">
                  <a16:creationId xmlns:a16="http://schemas.microsoft.com/office/drawing/2014/main" id="{6C5CA98E-785B-6B33-04EA-FB1D76FEB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6451" y="4756151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42" name="Oval 511">
              <a:extLst>
                <a:ext uri="{FF2B5EF4-FFF2-40B4-BE49-F238E27FC236}">
                  <a16:creationId xmlns:a16="http://schemas.microsoft.com/office/drawing/2014/main" id="{01AE6D8F-8F12-226D-3C17-3BAA668BF2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5976" y="4741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43" name="Oval 512">
              <a:extLst>
                <a:ext uri="{FF2B5EF4-FFF2-40B4-BE49-F238E27FC236}">
                  <a16:creationId xmlns:a16="http://schemas.microsoft.com/office/drawing/2014/main" id="{C1737EB3-D487-63CB-802B-07334F9B48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5501" y="4745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44" name="Oval 513">
              <a:extLst>
                <a:ext uri="{FF2B5EF4-FFF2-40B4-BE49-F238E27FC236}">
                  <a16:creationId xmlns:a16="http://schemas.microsoft.com/office/drawing/2014/main" id="{C90EF174-29A2-A96A-CB8D-B4D5DF386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8201" y="4668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45" name="Oval 514">
              <a:extLst>
                <a:ext uri="{FF2B5EF4-FFF2-40B4-BE49-F238E27FC236}">
                  <a16:creationId xmlns:a16="http://schemas.microsoft.com/office/drawing/2014/main" id="{8EFE7E84-933D-7953-1FBB-0DF916695A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9788" y="4700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46" name="Oval 515">
              <a:extLst>
                <a:ext uri="{FF2B5EF4-FFF2-40B4-BE49-F238E27FC236}">
                  <a16:creationId xmlns:a16="http://schemas.microsoft.com/office/drawing/2014/main" id="{F08DBCCB-DFAF-19D0-48F8-2A25E4B69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2963" y="4762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47" name="Oval 516">
              <a:extLst>
                <a:ext uri="{FF2B5EF4-FFF2-40B4-BE49-F238E27FC236}">
                  <a16:creationId xmlns:a16="http://schemas.microsoft.com/office/drawing/2014/main" id="{5ECD6D41-3F12-CE2B-BDA8-284C0E893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5663" y="4783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48" name="Oval 517">
              <a:extLst>
                <a:ext uri="{FF2B5EF4-FFF2-40B4-BE49-F238E27FC236}">
                  <a16:creationId xmlns:a16="http://schemas.microsoft.com/office/drawing/2014/main" id="{82EC7DBA-8750-C0C8-9983-CE141AF90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9476" y="47355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49" name="Oval 518">
              <a:extLst>
                <a:ext uri="{FF2B5EF4-FFF2-40B4-BE49-F238E27FC236}">
                  <a16:creationId xmlns:a16="http://schemas.microsoft.com/office/drawing/2014/main" id="{CD94E26A-4E82-2687-F0A4-79C3AB9B5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9476" y="4735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50" name="Oval 519">
              <a:extLst>
                <a:ext uri="{FF2B5EF4-FFF2-40B4-BE49-F238E27FC236}">
                  <a16:creationId xmlns:a16="http://schemas.microsoft.com/office/drawing/2014/main" id="{F4631531-969C-ED7B-5575-7F91EA48B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2651" y="476885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51" name="Oval 520">
              <a:extLst>
                <a:ext uri="{FF2B5EF4-FFF2-40B4-BE49-F238E27FC236}">
                  <a16:creationId xmlns:a16="http://schemas.microsoft.com/office/drawing/2014/main" id="{63D20C4A-5E2E-77D0-21E2-09B1A24F2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7576" y="4752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52" name="Oval 521">
              <a:extLst>
                <a:ext uri="{FF2B5EF4-FFF2-40B4-BE49-F238E27FC236}">
                  <a16:creationId xmlns:a16="http://schemas.microsoft.com/office/drawing/2014/main" id="{F9593D49-FBBB-D32A-21F2-2874212BA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7576" y="4779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53" name="Oval 522">
              <a:extLst>
                <a:ext uri="{FF2B5EF4-FFF2-40B4-BE49-F238E27FC236}">
                  <a16:creationId xmlns:a16="http://schemas.microsoft.com/office/drawing/2014/main" id="{C01E2123-1CA9-4CFA-ABF4-55FC1E389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44088" y="4765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54" name="Oval 523">
              <a:extLst>
                <a:ext uri="{FF2B5EF4-FFF2-40B4-BE49-F238E27FC236}">
                  <a16:creationId xmlns:a16="http://schemas.microsoft.com/office/drawing/2014/main" id="{F98567E9-AE89-9A91-E33D-1786872DB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7576" y="4752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55" name="Oval 524">
              <a:extLst>
                <a:ext uri="{FF2B5EF4-FFF2-40B4-BE49-F238E27FC236}">
                  <a16:creationId xmlns:a16="http://schemas.microsoft.com/office/drawing/2014/main" id="{43098680-31F9-E03C-F21D-A7589F12D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7576" y="4714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56" name="Oval 525">
              <a:extLst>
                <a:ext uri="{FF2B5EF4-FFF2-40B4-BE49-F238E27FC236}">
                  <a16:creationId xmlns:a16="http://schemas.microsoft.com/office/drawing/2014/main" id="{97B4F4C9-EED9-5478-FD02-D41978668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10751" y="47371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57" name="Oval 526">
              <a:extLst>
                <a:ext uri="{FF2B5EF4-FFF2-40B4-BE49-F238E27FC236}">
                  <a16:creationId xmlns:a16="http://schemas.microsoft.com/office/drawing/2014/main" id="{3BA2081E-0C70-96F6-0CA7-BD86B51B53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9476" y="47355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58" name="Oval 527">
              <a:extLst>
                <a:ext uri="{FF2B5EF4-FFF2-40B4-BE49-F238E27FC236}">
                  <a16:creationId xmlns:a16="http://schemas.microsoft.com/office/drawing/2014/main" id="{7F6F44EA-6222-5273-6DBA-9A433CC5B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9476" y="4692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59" name="Oval 528">
              <a:extLst>
                <a:ext uri="{FF2B5EF4-FFF2-40B4-BE49-F238E27FC236}">
                  <a16:creationId xmlns:a16="http://schemas.microsoft.com/office/drawing/2014/main" id="{2F9E46CA-67B4-5B74-4EF4-EA01FF00B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2651" y="4714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60" name="Oval 529">
              <a:extLst>
                <a:ext uri="{FF2B5EF4-FFF2-40B4-BE49-F238E27FC236}">
                  <a16:creationId xmlns:a16="http://schemas.microsoft.com/office/drawing/2014/main" id="{44D90706-8AAA-F69A-FAA4-036D02D82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7413" y="4779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61" name="Oval 530">
              <a:extLst>
                <a:ext uri="{FF2B5EF4-FFF2-40B4-BE49-F238E27FC236}">
                  <a16:creationId xmlns:a16="http://schemas.microsoft.com/office/drawing/2014/main" id="{FE4A9DEB-DE4E-84CA-D7EB-6F3FE5BF4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8201" y="4668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62" name="Oval 531">
              <a:extLst>
                <a:ext uri="{FF2B5EF4-FFF2-40B4-BE49-F238E27FC236}">
                  <a16:creationId xmlns:a16="http://schemas.microsoft.com/office/drawing/2014/main" id="{A09FEB9B-7ADE-6BA5-9BC5-3D845CD70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9788" y="4646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63" name="Oval 532">
              <a:extLst>
                <a:ext uri="{FF2B5EF4-FFF2-40B4-BE49-F238E27FC236}">
                  <a16:creationId xmlns:a16="http://schemas.microsoft.com/office/drawing/2014/main" id="{63463D4F-8A7B-8785-75D7-6B92036A41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2963" y="4714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64" name="Oval 533">
              <a:extLst>
                <a:ext uri="{FF2B5EF4-FFF2-40B4-BE49-F238E27FC236}">
                  <a16:creationId xmlns:a16="http://schemas.microsoft.com/office/drawing/2014/main" id="{1F7633C6-10F9-AC59-A965-368C93D2F6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9313" y="4765676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65" name="Oval 534">
              <a:extLst>
                <a:ext uri="{FF2B5EF4-FFF2-40B4-BE49-F238E27FC236}">
                  <a16:creationId xmlns:a16="http://schemas.microsoft.com/office/drawing/2014/main" id="{3ECA4125-C019-83C1-3700-3894325AF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5663" y="4745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66" name="Oval 535">
              <a:extLst>
                <a:ext uri="{FF2B5EF4-FFF2-40B4-BE49-F238E27FC236}">
                  <a16:creationId xmlns:a16="http://schemas.microsoft.com/office/drawing/2014/main" id="{3CA6493B-4D38-89F3-0E1E-18110EDEE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8" y="4776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67" name="Oval 536">
              <a:extLst>
                <a:ext uri="{FF2B5EF4-FFF2-40B4-BE49-F238E27FC236}">
                  <a16:creationId xmlns:a16="http://schemas.microsoft.com/office/drawing/2014/main" id="{7285456F-1453-42C5-72D8-B3CA2D76B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6926" y="4619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68" name="Oval 537">
              <a:extLst>
                <a:ext uri="{FF2B5EF4-FFF2-40B4-BE49-F238E27FC236}">
                  <a16:creationId xmlns:a16="http://schemas.microsoft.com/office/drawing/2014/main" id="{4F6F2BFA-067B-2043-B819-6D20807C2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6926" y="4579938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69" name="Oval 538">
              <a:extLst>
                <a:ext uri="{FF2B5EF4-FFF2-40B4-BE49-F238E27FC236}">
                  <a16:creationId xmlns:a16="http://schemas.microsoft.com/office/drawing/2014/main" id="{B6E4F69A-5D29-294D-E20D-C0FC1A6B8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1688" y="4630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70" name="Oval 539">
              <a:extLst>
                <a:ext uri="{FF2B5EF4-FFF2-40B4-BE49-F238E27FC236}">
                  <a16:creationId xmlns:a16="http://schemas.microsoft.com/office/drawing/2014/main" id="{83AA0094-57D6-594C-4222-9D9C09A6B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6451" y="4697413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71" name="Oval 540">
              <a:extLst>
                <a:ext uri="{FF2B5EF4-FFF2-40B4-BE49-F238E27FC236}">
                  <a16:creationId xmlns:a16="http://schemas.microsoft.com/office/drawing/2014/main" id="{D67C4AD3-8FCF-9B68-9CF1-D3A5F7DEC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5976" y="47053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72" name="Oval 541">
              <a:extLst>
                <a:ext uri="{FF2B5EF4-FFF2-40B4-BE49-F238E27FC236}">
                  <a16:creationId xmlns:a16="http://schemas.microsoft.com/office/drawing/2014/main" id="{D3827C53-B839-80FB-11A1-273F926CA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5501" y="4745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73" name="Oval 542">
              <a:extLst>
                <a:ext uri="{FF2B5EF4-FFF2-40B4-BE49-F238E27FC236}">
                  <a16:creationId xmlns:a16="http://schemas.microsoft.com/office/drawing/2014/main" id="{B948199F-D820-0A0E-28DF-FD8BF4D7A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8201" y="4767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74" name="Oval 543">
              <a:extLst>
                <a:ext uri="{FF2B5EF4-FFF2-40B4-BE49-F238E27FC236}">
                  <a16:creationId xmlns:a16="http://schemas.microsoft.com/office/drawing/2014/main" id="{EA931033-0AE5-E63A-C9F1-372A72A10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2476" y="4565651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75" name="Oval 544">
              <a:extLst>
                <a:ext uri="{FF2B5EF4-FFF2-40B4-BE49-F238E27FC236}">
                  <a16:creationId xmlns:a16="http://schemas.microsoft.com/office/drawing/2014/main" id="{D873D42D-21B1-7A92-1A69-03D4DD48D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2476" y="4518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76" name="Oval 545">
              <a:extLst>
                <a:ext uri="{FF2B5EF4-FFF2-40B4-BE49-F238E27FC236}">
                  <a16:creationId xmlns:a16="http://schemas.microsoft.com/office/drawing/2014/main" id="{5BDF07D2-AD1E-BCDE-2FA5-FDB73E0DC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7238" y="4592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77" name="Oval 546">
              <a:extLst>
                <a:ext uri="{FF2B5EF4-FFF2-40B4-BE49-F238E27FC236}">
                  <a16:creationId xmlns:a16="http://schemas.microsoft.com/office/drawing/2014/main" id="{4F94EFB2-643A-C4FE-266A-CF1E392157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53588" y="4708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78" name="Oval 547">
              <a:extLst>
                <a:ext uri="{FF2B5EF4-FFF2-40B4-BE49-F238E27FC236}">
                  <a16:creationId xmlns:a16="http://schemas.microsoft.com/office/drawing/2014/main" id="{858CB43F-9B95-D3AF-54E6-3D4577EAE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3113" y="4718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79" name="Oval 548">
              <a:extLst>
                <a:ext uri="{FF2B5EF4-FFF2-40B4-BE49-F238E27FC236}">
                  <a16:creationId xmlns:a16="http://schemas.microsoft.com/office/drawing/2014/main" id="{F9CB1779-C8FF-58FB-0B36-CB5256A3D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4226" y="4746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80" name="Oval 549">
              <a:extLst>
                <a:ext uri="{FF2B5EF4-FFF2-40B4-BE49-F238E27FC236}">
                  <a16:creationId xmlns:a16="http://schemas.microsoft.com/office/drawing/2014/main" id="{7515142B-1A9A-F2FA-6B31-82E1B93F7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6926" y="4746626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81" name="Oval 550">
              <a:extLst>
                <a:ext uri="{FF2B5EF4-FFF2-40B4-BE49-F238E27FC236}">
                  <a16:creationId xmlns:a16="http://schemas.microsoft.com/office/drawing/2014/main" id="{76F4B7B5-79D7-1117-3C51-8FC33B5D8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4851" y="4491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82" name="Oval 551">
              <a:extLst>
                <a:ext uri="{FF2B5EF4-FFF2-40B4-BE49-F238E27FC236}">
                  <a16:creationId xmlns:a16="http://schemas.microsoft.com/office/drawing/2014/main" id="{9C5FA83B-9BEE-0AF8-E200-0C2FF6C16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4851" y="4435476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83" name="Oval 552">
              <a:extLst>
                <a:ext uri="{FF2B5EF4-FFF2-40B4-BE49-F238E27FC236}">
                  <a16:creationId xmlns:a16="http://schemas.microsoft.com/office/drawing/2014/main" id="{8B6FE9EA-3CAE-AD18-97F8-2057C17C4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613" y="4540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84" name="Oval 553">
              <a:extLst>
                <a:ext uri="{FF2B5EF4-FFF2-40B4-BE49-F238E27FC236}">
                  <a16:creationId xmlns:a16="http://schemas.microsoft.com/office/drawing/2014/main" id="{EE465E0F-FD01-CB07-A991-7957BEE6B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7551" y="4648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85" name="Oval 554">
              <a:extLst>
                <a:ext uri="{FF2B5EF4-FFF2-40B4-BE49-F238E27FC236}">
                  <a16:creationId xmlns:a16="http://schemas.microsoft.com/office/drawing/2014/main" id="{DB1937FC-18D0-AC1A-1427-E5F786ED65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663" y="4683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86" name="Oval 555">
              <a:extLst>
                <a:ext uri="{FF2B5EF4-FFF2-40B4-BE49-F238E27FC236}">
                  <a16:creationId xmlns:a16="http://schemas.microsoft.com/office/drawing/2014/main" id="{43BE870A-74C5-66E5-8C66-BD00D05646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1363" y="4702176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87" name="Oval 556">
              <a:extLst>
                <a:ext uri="{FF2B5EF4-FFF2-40B4-BE49-F238E27FC236}">
                  <a16:creationId xmlns:a16="http://schemas.microsoft.com/office/drawing/2014/main" id="{C82D9DAA-74A1-6FEA-67E1-E378677DE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5651" y="47053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88" name="Oval 557">
              <a:extLst>
                <a:ext uri="{FF2B5EF4-FFF2-40B4-BE49-F238E27FC236}">
                  <a16:creationId xmlns:a16="http://schemas.microsoft.com/office/drawing/2014/main" id="{B7FD4796-FFBB-B1B7-F943-3D5E72EA8B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3113" y="4740276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89" name="Oval 558">
              <a:extLst>
                <a:ext uri="{FF2B5EF4-FFF2-40B4-BE49-F238E27FC236}">
                  <a16:creationId xmlns:a16="http://schemas.microsoft.com/office/drawing/2014/main" id="{D6600941-F83E-DC81-7B62-91269AA81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2163" y="4724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0" name="Oval 559">
              <a:extLst>
                <a:ext uri="{FF2B5EF4-FFF2-40B4-BE49-F238E27FC236}">
                  <a16:creationId xmlns:a16="http://schemas.microsoft.com/office/drawing/2014/main" id="{E18A6080-6765-62FE-1122-9DD5A9D70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4051" y="44196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1" name="Oval 560">
              <a:extLst>
                <a:ext uri="{FF2B5EF4-FFF2-40B4-BE49-F238E27FC236}">
                  <a16:creationId xmlns:a16="http://schemas.microsoft.com/office/drawing/2014/main" id="{DD80780A-14BB-3BC8-B6BE-C70A3AAC2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5638" y="4357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2" name="Oval 561">
              <a:extLst>
                <a:ext uri="{FF2B5EF4-FFF2-40B4-BE49-F238E27FC236}">
                  <a16:creationId xmlns:a16="http://schemas.microsoft.com/office/drawing/2014/main" id="{3BCE8051-2505-BC26-55F8-E8E091675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0401" y="44672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3" name="Oval 562">
              <a:extLst>
                <a:ext uri="{FF2B5EF4-FFF2-40B4-BE49-F238E27FC236}">
                  <a16:creationId xmlns:a16="http://schemas.microsoft.com/office/drawing/2014/main" id="{A1883D15-037A-0CAF-05B7-BBFE56EE1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8338" y="4583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4" name="Oval 563">
              <a:extLst>
                <a:ext uri="{FF2B5EF4-FFF2-40B4-BE49-F238E27FC236}">
                  <a16:creationId xmlns:a16="http://schemas.microsoft.com/office/drawing/2014/main" id="{6264302A-E53B-5C8B-89E2-0602F46ECF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1038" y="4654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5" name="Oval 564">
              <a:extLst>
                <a:ext uri="{FF2B5EF4-FFF2-40B4-BE49-F238E27FC236}">
                  <a16:creationId xmlns:a16="http://schemas.microsoft.com/office/drawing/2014/main" id="{6FB98DBB-B9E9-1362-8F89-D7BF6F5036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5326" y="4649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6" name="Oval 565">
              <a:extLst>
                <a:ext uri="{FF2B5EF4-FFF2-40B4-BE49-F238E27FC236}">
                  <a16:creationId xmlns:a16="http://schemas.microsoft.com/office/drawing/2014/main" id="{170C584C-54CE-45E8-E097-22FF9D109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1201" y="4654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7" name="Oval 566">
              <a:extLst>
                <a:ext uri="{FF2B5EF4-FFF2-40B4-BE49-F238E27FC236}">
                  <a16:creationId xmlns:a16="http://schemas.microsoft.com/office/drawing/2014/main" id="{365BB3CA-866A-2B37-D84A-2B5F74DF7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0251" y="4645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8" name="Oval 567">
              <a:extLst>
                <a:ext uri="{FF2B5EF4-FFF2-40B4-BE49-F238E27FC236}">
                  <a16:creationId xmlns:a16="http://schemas.microsoft.com/office/drawing/2014/main" id="{5C26F972-1DCE-BE83-3692-E2CF4E4E3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2476" y="4687888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9" name="Oval 568">
              <a:extLst>
                <a:ext uri="{FF2B5EF4-FFF2-40B4-BE49-F238E27FC236}">
                  <a16:creationId xmlns:a16="http://schemas.microsoft.com/office/drawing/2014/main" id="{2DFD607E-DF0B-1A04-A3BF-6D2EC1888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3126" y="4691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0" name="Oval 569">
              <a:extLst>
                <a:ext uri="{FF2B5EF4-FFF2-40B4-BE49-F238E27FC236}">
                  <a16:creationId xmlns:a16="http://schemas.microsoft.com/office/drawing/2014/main" id="{CE277341-1768-FA1E-4471-5B0EC26E6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8526" y="4692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1" name="Oval 570">
              <a:extLst>
                <a:ext uri="{FF2B5EF4-FFF2-40B4-BE49-F238E27FC236}">
                  <a16:creationId xmlns:a16="http://schemas.microsoft.com/office/drawing/2014/main" id="{ABDCB9E9-CCAC-A5BE-9571-D4E695A14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0076" y="43497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2" name="Oval 571">
              <a:extLst>
                <a:ext uri="{FF2B5EF4-FFF2-40B4-BE49-F238E27FC236}">
                  <a16:creationId xmlns:a16="http://schemas.microsoft.com/office/drawing/2014/main" id="{0FB8FEE8-BFD2-23D2-9EDD-87E0FDCEC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1663" y="42926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3" name="Oval 572">
              <a:extLst>
                <a:ext uri="{FF2B5EF4-FFF2-40B4-BE49-F238E27FC236}">
                  <a16:creationId xmlns:a16="http://schemas.microsoft.com/office/drawing/2014/main" id="{3406303A-5E9D-C1B2-549A-38EA2D767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8013" y="4394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4" name="Oval 573">
              <a:extLst>
                <a:ext uri="{FF2B5EF4-FFF2-40B4-BE49-F238E27FC236}">
                  <a16:creationId xmlns:a16="http://schemas.microsoft.com/office/drawing/2014/main" id="{E09667E4-F0EA-CCF1-403F-87B4AEA07C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7538" y="4506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5" name="Oval 574">
              <a:extLst>
                <a:ext uri="{FF2B5EF4-FFF2-40B4-BE49-F238E27FC236}">
                  <a16:creationId xmlns:a16="http://schemas.microsoft.com/office/drawing/2014/main" id="{ECF51A19-B67B-B0FE-F4BD-AFA7203B4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0238" y="4552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6" name="Oval 575">
              <a:extLst>
                <a:ext uri="{FF2B5EF4-FFF2-40B4-BE49-F238E27FC236}">
                  <a16:creationId xmlns:a16="http://schemas.microsoft.com/office/drawing/2014/main" id="{8F1A682D-B00F-7D98-7D2D-02F9FBC30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6113" y="4581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7" name="Oval 576">
              <a:extLst>
                <a:ext uri="{FF2B5EF4-FFF2-40B4-BE49-F238E27FC236}">
                  <a16:creationId xmlns:a16="http://schemas.microsoft.com/office/drawing/2014/main" id="{312B92CD-6D92-5AFD-3B34-9461EF90C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5163" y="4586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8" name="Oval 577">
              <a:extLst>
                <a:ext uri="{FF2B5EF4-FFF2-40B4-BE49-F238E27FC236}">
                  <a16:creationId xmlns:a16="http://schemas.microsoft.com/office/drawing/2014/main" id="{550C5D83-FB3F-60AD-42F1-6F933379D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7388" y="45847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9" name="Oval 578">
              <a:extLst>
                <a:ext uri="{FF2B5EF4-FFF2-40B4-BE49-F238E27FC236}">
                  <a16:creationId xmlns:a16="http://schemas.microsoft.com/office/drawing/2014/main" id="{7A6C7814-424D-9C2E-DDBA-E9528B4DD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613" y="4686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10" name="Oval 579">
              <a:extLst>
                <a:ext uri="{FF2B5EF4-FFF2-40B4-BE49-F238E27FC236}">
                  <a16:creationId xmlns:a16="http://schemas.microsoft.com/office/drawing/2014/main" id="{5A81F62E-C900-0345-3E53-F69C6870B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5013" y="4770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11" name="Oval 580">
              <a:extLst>
                <a:ext uri="{FF2B5EF4-FFF2-40B4-BE49-F238E27FC236}">
                  <a16:creationId xmlns:a16="http://schemas.microsoft.com/office/drawing/2014/main" id="{F2275D8D-17E4-C03A-5E32-AC44D4DA4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5976" y="4725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12" name="Oval 581">
              <a:extLst>
                <a:ext uri="{FF2B5EF4-FFF2-40B4-BE49-F238E27FC236}">
                  <a16:creationId xmlns:a16="http://schemas.microsoft.com/office/drawing/2014/main" id="{053D2A6C-28FA-368C-70BD-5DABCD1A3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2963" y="4587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13" name="Oval 582">
              <a:extLst>
                <a:ext uri="{FF2B5EF4-FFF2-40B4-BE49-F238E27FC236}">
                  <a16:creationId xmlns:a16="http://schemas.microsoft.com/office/drawing/2014/main" id="{B1D4747C-13DE-DC16-4878-E65281775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1538" y="4767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14" name="Oval 583">
              <a:extLst>
                <a:ext uri="{FF2B5EF4-FFF2-40B4-BE49-F238E27FC236}">
                  <a16:creationId xmlns:a16="http://schemas.microsoft.com/office/drawing/2014/main" id="{8E86881C-92F7-AAE0-427B-353CE56B7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1338" y="4256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15" name="Oval 584">
              <a:extLst>
                <a:ext uri="{FF2B5EF4-FFF2-40B4-BE49-F238E27FC236}">
                  <a16:creationId xmlns:a16="http://schemas.microsoft.com/office/drawing/2014/main" id="{605E38B8-00FE-8301-9EF1-2D47530FCA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2926" y="4244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16" name="Oval 585">
              <a:extLst>
                <a:ext uri="{FF2B5EF4-FFF2-40B4-BE49-F238E27FC236}">
                  <a16:creationId xmlns:a16="http://schemas.microsoft.com/office/drawing/2014/main" id="{A9C75156-6F13-7B8C-7E27-DB7118E66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0863" y="4373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17" name="Oval 586">
              <a:extLst>
                <a:ext uri="{FF2B5EF4-FFF2-40B4-BE49-F238E27FC236}">
                  <a16:creationId xmlns:a16="http://schemas.microsoft.com/office/drawing/2014/main" id="{6353A73D-F85E-31EF-466F-91569D2F1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976" y="4470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18" name="Oval 587">
              <a:extLst>
                <a:ext uri="{FF2B5EF4-FFF2-40B4-BE49-F238E27FC236}">
                  <a16:creationId xmlns:a16="http://schemas.microsoft.com/office/drawing/2014/main" id="{76C4DF00-1E1A-6076-0B09-691B42E90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6263" y="4497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19" name="Oval 588">
              <a:extLst>
                <a:ext uri="{FF2B5EF4-FFF2-40B4-BE49-F238E27FC236}">
                  <a16:creationId xmlns:a16="http://schemas.microsoft.com/office/drawing/2014/main" id="{31C6C192-2F13-3F89-C237-4C3C9F98B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5313" y="4529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20" name="Oval 589">
              <a:extLst>
                <a:ext uri="{FF2B5EF4-FFF2-40B4-BE49-F238E27FC236}">
                  <a16:creationId xmlns:a16="http://schemas.microsoft.com/office/drawing/2014/main" id="{31A8F416-35D9-4F0F-CFF7-C83E1CE641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7538" y="4516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21" name="Oval 590">
              <a:extLst>
                <a:ext uri="{FF2B5EF4-FFF2-40B4-BE49-F238E27FC236}">
                  <a16:creationId xmlns:a16="http://schemas.microsoft.com/office/drawing/2014/main" id="{9FDE0625-BFA8-1006-DE71-E7A6BBD3F6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1351" y="4575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22" name="Oval 591">
              <a:extLst>
                <a:ext uri="{FF2B5EF4-FFF2-40B4-BE49-F238E27FC236}">
                  <a16:creationId xmlns:a16="http://schemas.microsoft.com/office/drawing/2014/main" id="{411CFE11-B7DA-DC6D-B39E-58CD46265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6751" y="4648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23" name="Oval 592">
              <a:extLst>
                <a:ext uri="{FF2B5EF4-FFF2-40B4-BE49-F238E27FC236}">
                  <a16:creationId xmlns:a16="http://schemas.microsoft.com/office/drawing/2014/main" id="{65F678DA-1FDC-B6B1-0D3F-1F161DB1E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5326" y="46704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24" name="Oval 593">
              <a:extLst>
                <a:ext uri="{FF2B5EF4-FFF2-40B4-BE49-F238E27FC236}">
                  <a16:creationId xmlns:a16="http://schemas.microsoft.com/office/drawing/2014/main" id="{C8B2D7D7-C832-C434-140E-AC185F6168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3901" y="4681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25" name="Oval 594">
              <a:extLst>
                <a:ext uri="{FF2B5EF4-FFF2-40B4-BE49-F238E27FC236}">
                  <a16:creationId xmlns:a16="http://schemas.microsoft.com/office/drawing/2014/main" id="{94E37850-1FF8-167E-2253-79AC5431E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2476" y="4581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26" name="Oval 595">
              <a:extLst>
                <a:ext uri="{FF2B5EF4-FFF2-40B4-BE49-F238E27FC236}">
                  <a16:creationId xmlns:a16="http://schemas.microsoft.com/office/drawing/2014/main" id="{32F21A40-F828-4911-B145-44C801156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2638" y="4583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27" name="Oval 596">
              <a:extLst>
                <a:ext uri="{FF2B5EF4-FFF2-40B4-BE49-F238E27FC236}">
                  <a16:creationId xmlns:a16="http://schemas.microsoft.com/office/drawing/2014/main" id="{3EA730C9-DB72-D7D8-6EDB-B420E25110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2801" y="474345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28" name="Oval 597">
              <a:extLst>
                <a:ext uri="{FF2B5EF4-FFF2-40B4-BE49-F238E27FC236}">
                  <a16:creationId xmlns:a16="http://schemas.microsoft.com/office/drawing/2014/main" id="{E8B295E9-88DE-F63A-FEFF-8E8F76487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7838" y="4194176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29" name="Oval 598">
              <a:extLst>
                <a:ext uri="{FF2B5EF4-FFF2-40B4-BE49-F238E27FC236}">
                  <a16:creationId xmlns:a16="http://schemas.microsoft.com/office/drawing/2014/main" id="{EC0A7AE2-C4FC-A788-2033-55683DC49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1013" y="42132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30" name="Oval 599">
              <a:extLst>
                <a:ext uri="{FF2B5EF4-FFF2-40B4-BE49-F238E27FC236}">
                  <a16:creationId xmlns:a16="http://schemas.microsoft.com/office/drawing/2014/main" id="{C6EAA076-60EF-B1E4-DF61-BBAD7A47F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8951" y="4311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31" name="Oval 600">
              <a:extLst>
                <a:ext uri="{FF2B5EF4-FFF2-40B4-BE49-F238E27FC236}">
                  <a16:creationId xmlns:a16="http://schemas.microsoft.com/office/drawing/2014/main" id="{55426F50-64E7-E9A4-9F17-67E573A1D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1651" y="4375151"/>
              <a:ext cx="14288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32" name="Oval 601">
              <a:extLst>
                <a:ext uri="{FF2B5EF4-FFF2-40B4-BE49-F238E27FC236}">
                  <a16:creationId xmlns:a16="http://schemas.microsoft.com/office/drawing/2014/main" id="{E7FD1D31-181E-E44E-4D0D-98DA4919B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0701" y="4451351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33" name="Oval 602">
              <a:extLst>
                <a:ext uri="{FF2B5EF4-FFF2-40B4-BE49-F238E27FC236}">
                  <a16:creationId xmlns:a16="http://schemas.microsoft.com/office/drawing/2014/main" id="{869047B6-D79E-091B-2EF5-8C492FA65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1338" y="4489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34" name="Oval 603">
              <a:extLst>
                <a:ext uri="{FF2B5EF4-FFF2-40B4-BE49-F238E27FC236}">
                  <a16:creationId xmlns:a16="http://schemas.microsoft.com/office/drawing/2014/main" id="{4D0E0AD8-1744-805C-AC5E-A1DCF7957B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6738" y="4464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35" name="Oval 604">
              <a:extLst>
                <a:ext uri="{FF2B5EF4-FFF2-40B4-BE49-F238E27FC236}">
                  <a16:creationId xmlns:a16="http://schemas.microsoft.com/office/drawing/2014/main" id="{52C045BF-ED9C-8948-6FFB-5D15D9769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3726" y="453866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36" name="Oval 605">
              <a:extLst>
                <a:ext uri="{FF2B5EF4-FFF2-40B4-BE49-F238E27FC236}">
                  <a16:creationId xmlns:a16="http://schemas.microsoft.com/office/drawing/2014/main" id="{D929825E-424A-89F8-A433-23E5BA65C5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2301" y="4581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37" name="Oval 606">
              <a:extLst>
                <a:ext uri="{FF2B5EF4-FFF2-40B4-BE49-F238E27FC236}">
                  <a16:creationId xmlns:a16="http://schemas.microsoft.com/office/drawing/2014/main" id="{876A5F20-FC62-6633-6DFA-E9D9724AA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4051" y="4595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38" name="Oval 607">
              <a:extLst>
                <a:ext uri="{FF2B5EF4-FFF2-40B4-BE49-F238E27FC236}">
                  <a16:creationId xmlns:a16="http://schemas.microsoft.com/office/drawing/2014/main" id="{19C3C939-3175-C3BE-3F48-A64036859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5801" y="4595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39" name="Oval 608">
              <a:extLst>
                <a:ext uri="{FF2B5EF4-FFF2-40B4-BE49-F238E27FC236}">
                  <a16:creationId xmlns:a16="http://schemas.microsoft.com/office/drawing/2014/main" id="{614F67E7-4CCF-1F41-59C6-BA34E8681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7551" y="44148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40" name="Oval 609">
              <a:extLst>
                <a:ext uri="{FF2B5EF4-FFF2-40B4-BE49-F238E27FC236}">
                  <a16:creationId xmlns:a16="http://schemas.microsoft.com/office/drawing/2014/main" id="{F7CC41C1-BAC9-1A77-E84E-4018DDDFE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0888" y="4557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41" name="Oval 610">
              <a:extLst>
                <a:ext uri="{FF2B5EF4-FFF2-40B4-BE49-F238E27FC236}">
                  <a16:creationId xmlns:a16="http://schemas.microsoft.com/office/drawing/2014/main" id="{7AE40D0A-7D5E-305A-FF74-A66ACAFAB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1163" y="4105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42" name="Oval 611">
              <a:extLst>
                <a:ext uri="{FF2B5EF4-FFF2-40B4-BE49-F238E27FC236}">
                  <a16:creationId xmlns:a16="http://schemas.microsoft.com/office/drawing/2014/main" id="{6F38EEF7-E37A-35BC-4933-86AA035BF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4338" y="4129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43" name="Oval 612">
              <a:extLst>
                <a:ext uri="{FF2B5EF4-FFF2-40B4-BE49-F238E27FC236}">
                  <a16:creationId xmlns:a16="http://schemas.microsoft.com/office/drawing/2014/main" id="{CA8D5BFC-26C8-00F5-13A1-CB475539D3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3863" y="4251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44" name="Oval 613">
              <a:extLst>
                <a:ext uri="{FF2B5EF4-FFF2-40B4-BE49-F238E27FC236}">
                  <a16:creationId xmlns:a16="http://schemas.microsoft.com/office/drawing/2014/main" id="{D35B82F6-0DB4-2355-804E-2D9B21B1E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8151" y="43227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45" name="Oval 614">
              <a:extLst>
                <a:ext uri="{FF2B5EF4-FFF2-40B4-BE49-F238E27FC236}">
                  <a16:creationId xmlns:a16="http://schemas.microsoft.com/office/drawing/2014/main" id="{432582F6-0515-9EB9-8FB1-B06134E8D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8788" y="4381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46" name="Oval 615">
              <a:extLst>
                <a:ext uri="{FF2B5EF4-FFF2-40B4-BE49-F238E27FC236}">
                  <a16:creationId xmlns:a16="http://schemas.microsoft.com/office/drawing/2014/main" id="{486B534B-6CA4-2E5E-9E70-A6E5D1EDE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4188" y="440848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47" name="Oval 616">
              <a:extLst>
                <a:ext uri="{FF2B5EF4-FFF2-40B4-BE49-F238E27FC236}">
                  <a16:creationId xmlns:a16="http://schemas.microsoft.com/office/drawing/2014/main" id="{2D340C98-0036-AA87-D527-7E72163D4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2763" y="4413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48" name="Oval 617">
              <a:extLst>
                <a:ext uri="{FF2B5EF4-FFF2-40B4-BE49-F238E27FC236}">
                  <a16:creationId xmlns:a16="http://schemas.microsoft.com/office/drawing/2014/main" id="{084DCE5E-9CF3-B598-2DD3-8A1FABA88B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2926" y="44577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49" name="Oval 618">
              <a:extLst>
                <a:ext uri="{FF2B5EF4-FFF2-40B4-BE49-F238E27FC236}">
                  <a16:creationId xmlns:a16="http://schemas.microsoft.com/office/drawing/2014/main" id="{F826B2F5-B2D1-AEAB-30C1-6836EB335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6263" y="44767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50" name="Oval 619">
              <a:extLst>
                <a:ext uri="{FF2B5EF4-FFF2-40B4-BE49-F238E27FC236}">
                  <a16:creationId xmlns:a16="http://schemas.microsoft.com/office/drawing/2014/main" id="{857BE12B-02DD-7271-3829-ED5481ABF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1188" y="4497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51" name="Oval 620">
              <a:extLst>
                <a:ext uri="{FF2B5EF4-FFF2-40B4-BE49-F238E27FC236}">
                  <a16:creationId xmlns:a16="http://schemas.microsoft.com/office/drawing/2014/main" id="{5E7EBB40-6A1F-70EE-8274-CB3747DCD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6113" y="4502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52" name="Oval 621">
              <a:extLst>
                <a:ext uri="{FF2B5EF4-FFF2-40B4-BE49-F238E27FC236}">
                  <a16:creationId xmlns:a16="http://schemas.microsoft.com/office/drawing/2014/main" id="{09AED84A-31F8-AE43-83C2-4CE1E528B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2626" y="4583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53" name="Oval 622">
              <a:extLst>
                <a:ext uri="{FF2B5EF4-FFF2-40B4-BE49-F238E27FC236}">
                  <a16:creationId xmlns:a16="http://schemas.microsoft.com/office/drawing/2014/main" id="{903A982E-4361-E5EA-EA6D-BE87C21E4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7551" y="4733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54" name="Oval 623">
              <a:extLst>
                <a:ext uri="{FF2B5EF4-FFF2-40B4-BE49-F238E27FC236}">
                  <a16:creationId xmlns:a16="http://schemas.microsoft.com/office/drawing/2014/main" id="{5862E963-9E4E-A04F-28E3-58EFF5629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4963" y="3990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55" name="Oval 624">
              <a:extLst>
                <a:ext uri="{FF2B5EF4-FFF2-40B4-BE49-F238E27FC236}">
                  <a16:creationId xmlns:a16="http://schemas.microsoft.com/office/drawing/2014/main" id="{941F0B4B-0A22-9336-F6D4-44C0A38A15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9726" y="3981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56" name="Oval 625">
              <a:extLst>
                <a:ext uri="{FF2B5EF4-FFF2-40B4-BE49-F238E27FC236}">
                  <a16:creationId xmlns:a16="http://schemas.microsoft.com/office/drawing/2014/main" id="{76CC733F-E2A8-4D9B-E813-891FDBB95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0838" y="4144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57" name="Oval 626">
              <a:extLst>
                <a:ext uri="{FF2B5EF4-FFF2-40B4-BE49-F238E27FC236}">
                  <a16:creationId xmlns:a16="http://schemas.microsoft.com/office/drawing/2014/main" id="{75C0E8E9-6164-67AA-9FBC-5AD8DED24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9888" y="4249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58" name="Oval 627">
              <a:extLst>
                <a:ext uri="{FF2B5EF4-FFF2-40B4-BE49-F238E27FC236}">
                  <a16:creationId xmlns:a16="http://schemas.microsoft.com/office/drawing/2014/main" id="{0853A491-2E53-00C3-D2A2-08D6A37D4B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3701" y="4316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59" name="Oval 628">
              <a:extLst>
                <a:ext uri="{FF2B5EF4-FFF2-40B4-BE49-F238E27FC236}">
                  <a16:creationId xmlns:a16="http://schemas.microsoft.com/office/drawing/2014/main" id="{BE2DE781-1726-B3A8-9538-1DE4CC9A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3863" y="4335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60" name="Oval 629">
              <a:extLst>
                <a:ext uri="{FF2B5EF4-FFF2-40B4-BE49-F238E27FC236}">
                  <a16:creationId xmlns:a16="http://schemas.microsoft.com/office/drawing/2014/main" id="{E4A4D5F4-59DE-6D3A-A576-A0C01E4B20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5613" y="4373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61" name="Oval 630">
              <a:extLst>
                <a:ext uri="{FF2B5EF4-FFF2-40B4-BE49-F238E27FC236}">
                  <a16:creationId xmlns:a16="http://schemas.microsoft.com/office/drawing/2014/main" id="{05B10248-4F56-B759-E6A0-88C5E3C33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2126" y="4376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62" name="Oval 631">
              <a:extLst>
                <a:ext uri="{FF2B5EF4-FFF2-40B4-BE49-F238E27FC236}">
                  <a16:creationId xmlns:a16="http://schemas.microsoft.com/office/drawing/2014/main" id="{F15DF417-DABB-3C4F-B374-CDFA37870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0226" y="44227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63" name="Oval 632">
              <a:extLst>
                <a:ext uri="{FF2B5EF4-FFF2-40B4-BE49-F238E27FC236}">
                  <a16:creationId xmlns:a16="http://schemas.microsoft.com/office/drawing/2014/main" id="{18C28571-EB93-85B1-908C-192F7CA88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8326" y="4376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64" name="Oval 633">
              <a:extLst>
                <a:ext uri="{FF2B5EF4-FFF2-40B4-BE49-F238E27FC236}">
                  <a16:creationId xmlns:a16="http://schemas.microsoft.com/office/drawing/2014/main" id="{66D8F050-EA7D-1177-1F8B-7949E9E34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8013" y="4446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65" name="Oval 634">
              <a:extLst>
                <a:ext uri="{FF2B5EF4-FFF2-40B4-BE49-F238E27FC236}">
                  <a16:creationId xmlns:a16="http://schemas.microsoft.com/office/drawing/2014/main" id="{5350AA9F-AB71-BBC8-A5CE-5510A3E30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6113" y="4695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66" name="Oval 635">
              <a:extLst>
                <a:ext uri="{FF2B5EF4-FFF2-40B4-BE49-F238E27FC236}">
                  <a16:creationId xmlns:a16="http://schemas.microsoft.com/office/drawing/2014/main" id="{985184D7-65F8-3292-4656-3891B17E8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5801" y="47736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67" name="Oval 636">
              <a:extLst>
                <a:ext uri="{FF2B5EF4-FFF2-40B4-BE49-F238E27FC236}">
                  <a16:creationId xmlns:a16="http://schemas.microsoft.com/office/drawing/2014/main" id="{DA0A3927-30D5-96CB-AFB5-5B61FF29D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2413" y="3863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68" name="Oval 637">
              <a:extLst>
                <a:ext uri="{FF2B5EF4-FFF2-40B4-BE49-F238E27FC236}">
                  <a16:creationId xmlns:a16="http://schemas.microsoft.com/office/drawing/2014/main" id="{3FA7508F-BD9C-E48F-9618-867817C17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7176" y="3886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69" name="Oval 638">
              <a:extLst>
                <a:ext uri="{FF2B5EF4-FFF2-40B4-BE49-F238E27FC236}">
                  <a16:creationId xmlns:a16="http://schemas.microsoft.com/office/drawing/2014/main" id="{89B8B545-3B18-2BAF-1A3F-C55CAFECB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1463" y="4064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70" name="Oval 639">
              <a:extLst>
                <a:ext uri="{FF2B5EF4-FFF2-40B4-BE49-F238E27FC236}">
                  <a16:creationId xmlns:a16="http://schemas.microsoft.com/office/drawing/2014/main" id="{888C8863-C349-83DF-0CBE-CA90F9799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5276" y="4160838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71" name="Oval 640">
              <a:extLst>
                <a:ext uri="{FF2B5EF4-FFF2-40B4-BE49-F238E27FC236}">
                  <a16:creationId xmlns:a16="http://schemas.microsoft.com/office/drawing/2014/main" id="{1169ECDE-9623-01C1-60A2-730956FEE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3851" y="4235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72" name="Oval 641">
              <a:extLst>
                <a:ext uri="{FF2B5EF4-FFF2-40B4-BE49-F238E27FC236}">
                  <a16:creationId xmlns:a16="http://schemas.microsoft.com/office/drawing/2014/main" id="{EF72AD54-F0E5-2BFE-AEA9-46EC5A640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8776" y="4257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73" name="Oval 642">
              <a:extLst>
                <a:ext uri="{FF2B5EF4-FFF2-40B4-BE49-F238E27FC236}">
                  <a16:creationId xmlns:a16="http://schemas.microsoft.com/office/drawing/2014/main" id="{C5B5F6E0-688A-EB27-7578-5D58BEE1F2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6876" y="4267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74" name="Oval 643">
              <a:extLst>
                <a:ext uri="{FF2B5EF4-FFF2-40B4-BE49-F238E27FC236}">
                  <a16:creationId xmlns:a16="http://schemas.microsoft.com/office/drawing/2014/main" id="{5CB2D1CD-9E8D-179F-1002-4C118CF22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8151" y="4310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75" name="Oval 644">
              <a:extLst>
                <a:ext uri="{FF2B5EF4-FFF2-40B4-BE49-F238E27FC236}">
                  <a16:creationId xmlns:a16="http://schemas.microsoft.com/office/drawing/2014/main" id="{4167E0D4-637F-6F54-B645-DE9DDA005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1013" y="4340226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76" name="Oval 645">
              <a:extLst>
                <a:ext uri="{FF2B5EF4-FFF2-40B4-BE49-F238E27FC236}">
                  <a16:creationId xmlns:a16="http://schemas.microsoft.com/office/drawing/2014/main" id="{C985486A-9442-6875-28E6-7731C2EF22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5463" y="44767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77" name="Oval 646">
              <a:extLst>
                <a:ext uri="{FF2B5EF4-FFF2-40B4-BE49-F238E27FC236}">
                  <a16:creationId xmlns:a16="http://schemas.microsoft.com/office/drawing/2014/main" id="{5B32D3D8-28C5-F579-EA84-91F8F5242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8326" y="46037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78" name="Oval 647">
              <a:extLst>
                <a:ext uri="{FF2B5EF4-FFF2-40B4-BE49-F238E27FC236}">
                  <a16:creationId xmlns:a16="http://schemas.microsoft.com/office/drawing/2014/main" id="{3BE246D6-E276-1CAF-BE04-BC145EF18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1188" y="4703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79" name="Oval 648">
              <a:extLst>
                <a:ext uri="{FF2B5EF4-FFF2-40B4-BE49-F238E27FC236}">
                  <a16:creationId xmlns:a16="http://schemas.microsoft.com/office/drawing/2014/main" id="{989FA4A5-7B60-7AF6-CDE3-90F6C0D263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4051" y="474345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80" name="Oval 649">
              <a:extLst>
                <a:ext uri="{FF2B5EF4-FFF2-40B4-BE49-F238E27FC236}">
                  <a16:creationId xmlns:a16="http://schemas.microsoft.com/office/drawing/2014/main" id="{67104F4E-E236-476F-1983-467272394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5326" y="4732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81" name="Oval 650">
              <a:extLst>
                <a:ext uri="{FF2B5EF4-FFF2-40B4-BE49-F238E27FC236}">
                  <a16:creationId xmlns:a16="http://schemas.microsoft.com/office/drawing/2014/main" id="{89817431-858C-AB48-4CF9-82F5F0FC74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0338" y="3790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82" name="Oval 651">
              <a:extLst>
                <a:ext uri="{FF2B5EF4-FFF2-40B4-BE49-F238E27FC236}">
                  <a16:creationId xmlns:a16="http://schemas.microsoft.com/office/drawing/2014/main" id="{7F9F2C0E-F785-B48A-A4BB-2D133A6650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6688" y="38322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83" name="Oval 652">
              <a:extLst>
                <a:ext uri="{FF2B5EF4-FFF2-40B4-BE49-F238E27FC236}">
                  <a16:creationId xmlns:a16="http://schemas.microsoft.com/office/drawing/2014/main" id="{F0E8D19C-8FAB-A55F-5F4D-349AE6E11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4151" y="4003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84" name="Oval 653">
              <a:extLst>
                <a:ext uri="{FF2B5EF4-FFF2-40B4-BE49-F238E27FC236}">
                  <a16:creationId xmlns:a16="http://schemas.microsoft.com/office/drawing/2014/main" id="{8101D7D6-D15F-181E-780F-A6E1C4970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2726" y="40703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85" name="Oval 654">
              <a:extLst>
                <a:ext uri="{FF2B5EF4-FFF2-40B4-BE49-F238E27FC236}">
                  <a16:creationId xmlns:a16="http://schemas.microsoft.com/office/drawing/2014/main" id="{06CC473D-1B72-6588-26D8-72EB82B4E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7651" y="4117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86" name="Oval 655">
              <a:extLst>
                <a:ext uri="{FF2B5EF4-FFF2-40B4-BE49-F238E27FC236}">
                  <a16:creationId xmlns:a16="http://schemas.microsoft.com/office/drawing/2014/main" id="{E6411396-5CB0-1DF7-4008-891EA4508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0513" y="4141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87" name="Oval 656">
              <a:extLst>
                <a:ext uri="{FF2B5EF4-FFF2-40B4-BE49-F238E27FC236}">
                  <a16:creationId xmlns:a16="http://schemas.microsoft.com/office/drawing/2014/main" id="{F49A1B3B-0FBF-442D-B751-2199E13D8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4963" y="4160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88" name="Oval 657">
              <a:extLst>
                <a:ext uri="{FF2B5EF4-FFF2-40B4-BE49-F238E27FC236}">
                  <a16:creationId xmlns:a16="http://schemas.microsoft.com/office/drawing/2014/main" id="{7FFBC7FE-5407-02EF-87D0-8DDD1D203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74176" y="4260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89" name="Oval 658">
              <a:extLst>
                <a:ext uri="{FF2B5EF4-FFF2-40B4-BE49-F238E27FC236}">
                  <a16:creationId xmlns:a16="http://schemas.microsoft.com/office/drawing/2014/main" id="{8061B6B3-50AA-10C1-247B-8CC746062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1801" y="4337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90" name="Oval 659">
              <a:extLst>
                <a:ext uri="{FF2B5EF4-FFF2-40B4-BE49-F238E27FC236}">
                  <a16:creationId xmlns:a16="http://schemas.microsoft.com/office/drawing/2014/main" id="{1876FEB7-C669-0ED4-DF15-6282C4C14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1013" y="45370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91" name="Oval 660">
              <a:extLst>
                <a:ext uri="{FF2B5EF4-FFF2-40B4-BE49-F238E27FC236}">
                  <a16:creationId xmlns:a16="http://schemas.microsoft.com/office/drawing/2014/main" id="{40549FD4-1F92-C5F9-4D8E-0FA7F6307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0226" y="4614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92" name="Oval 661">
              <a:extLst>
                <a:ext uri="{FF2B5EF4-FFF2-40B4-BE49-F238E27FC236}">
                  <a16:creationId xmlns:a16="http://schemas.microsoft.com/office/drawing/2014/main" id="{46671E46-196A-5982-F691-FF2A80E0E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6263" y="4657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93" name="Oval 662">
              <a:extLst>
                <a:ext uri="{FF2B5EF4-FFF2-40B4-BE49-F238E27FC236}">
                  <a16:creationId xmlns:a16="http://schemas.microsoft.com/office/drawing/2014/main" id="{BD633D88-DB90-E5A2-C50A-FE90E2E1D8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2301" y="47117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94" name="Oval 663">
              <a:extLst>
                <a:ext uri="{FF2B5EF4-FFF2-40B4-BE49-F238E27FC236}">
                  <a16:creationId xmlns:a16="http://schemas.microsoft.com/office/drawing/2014/main" id="{0305E399-8722-2C2B-7CEB-C63C63812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6751" y="4718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95" name="Oval 664">
              <a:extLst>
                <a:ext uri="{FF2B5EF4-FFF2-40B4-BE49-F238E27FC236}">
                  <a16:creationId xmlns:a16="http://schemas.microsoft.com/office/drawing/2014/main" id="{57BB5C6D-9945-E893-D9BE-3B8A20127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613" y="4775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96" name="Oval 665">
              <a:extLst>
                <a:ext uri="{FF2B5EF4-FFF2-40B4-BE49-F238E27FC236}">
                  <a16:creationId xmlns:a16="http://schemas.microsoft.com/office/drawing/2014/main" id="{9B048FFA-2ECC-0A98-85C7-199C6F2DA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5563" y="3697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97" name="Oval 666">
              <a:extLst>
                <a:ext uri="{FF2B5EF4-FFF2-40B4-BE49-F238E27FC236}">
                  <a16:creationId xmlns:a16="http://schemas.microsoft.com/office/drawing/2014/main" id="{48ECB37C-E17D-0ACE-8693-7F70957FA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3501" y="3736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98" name="Oval 667">
              <a:extLst>
                <a:ext uri="{FF2B5EF4-FFF2-40B4-BE49-F238E27FC236}">
                  <a16:creationId xmlns:a16="http://schemas.microsoft.com/office/drawing/2014/main" id="{CB85FC03-E0A4-268C-8A8E-F7484FB09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313" y="39147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99" name="Oval 668">
              <a:extLst>
                <a:ext uri="{FF2B5EF4-FFF2-40B4-BE49-F238E27FC236}">
                  <a16:creationId xmlns:a16="http://schemas.microsoft.com/office/drawing/2014/main" id="{F892B506-8FF8-B86C-3A1E-8C5D98D877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2238" y="3978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00" name="Oval 669">
              <a:extLst>
                <a:ext uri="{FF2B5EF4-FFF2-40B4-BE49-F238E27FC236}">
                  <a16:creationId xmlns:a16="http://schemas.microsoft.com/office/drawing/2014/main" id="{D01C797C-1BC0-F625-98A8-D89EC1959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6688" y="4011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01" name="Oval 670">
              <a:extLst>
                <a:ext uri="{FF2B5EF4-FFF2-40B4-BE49-F238E27FC236}">
                  <a16:creationId xmlns:a16="http://schemas.microsoft.com/office/drawing/2014/main" id="{1691A343-0F7A-6D9F-DEFA-3A1D0156F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7488" y="4032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02" name="Oval 671">
              <a:extLst>
                <a:ext uri="{FF2B5EF4-FFF2-40B4-BE49-F238E27FC236}">
                  <a16:creationId xmlns:a16="http://schemas.microsoft.com/office/drawing/2014/main" id="{31ACFD63-621E-47D3-34B7-D4B1B30AF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1463" y="402590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03" name="Oval 672">
              <a:extLst>
                <a:ext uri="{FF2B5EF4-FFF2-40B4-BE49-F238E27FC236}">
                  <a16:creationId xmlns:a16="http://schemas.microsoft.com/office/drawing/2014/main" id="{D0E4FB11-E9A1-A5AE-0A1E-F1A83BE6B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8613" y="4187826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04" name="Oval 673">
              <a:extLst>
                <a:ext uri="{FF2B5EF4-FFF2-40B4-BE49-F238E27FC236}">
                  <a16:creationId xmlns:a16="http://schemas.microsoft.com/office/drawing/2014/main" id="{790A28BF-2FF4-8C85-9537-36D6C5F25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74176" y="4421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05" name="Oval 674">
              <a:extLst>
                <a:ext uri="{FF2B5EF4-FFF2-40B4-BE49-F238E27FC236}">
                  <a16:creationId xmlns:a16="http://schemas.microsoft.com/office/drawing/2014/main" id="{2F983199-F385-CE7F-BCE8-253A71538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8151" y="4498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06" name="Oval 675">
              <a:extLst>
                <a:ext uri="{FF2B5EF4-FFF2-40B4-BE49-F238E27FC236}">
                  <a16:creationId xmlns:a16="http://schemas.microsoft.com/office/drawing/2014/main" id="{BCCB9235-B8B6-BDA1-4E8A-FDF677FD3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2126" y="4562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07" name="Oval 676">
              <a:extLst>
                <a:ext uri="{FF2B5EF4-FFF2-40B4-BE49-F238E27FC236}">
                  <a16:creationId xmlns:a16="http://schemas.microsoft.com/office/drawing/2014/main" id="{2F3577B5-893B-6830-8B52-DEA060959B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2926" y="4597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08" name="Oval 677">
              <a:extLst>
                <a:ext uri="{FF2B5EF4-FFF2-40B4-BE49-F238E27FC236}">
                  <a16:creationId xmlns:a16="http://schemas.microsoft.com/office/drawing/2014/main" id="{20CD38D7-F21C-9640-004B-B7F2E9C21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3726" y="4648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09" name="Oval 678">
              <a:extLst>
                <a:ext uri="{FF2B5EF4-FFF2-40B4-BE49-F238E27FC236}">
                  <a16:creationId xmlns:a16="http://schemas.microsoft.com/office/drawing/2014/main" id="{585C8ACF-FA28-4901-EA2C-D5CAE691A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1351" y="4716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10" name="Oval 679">
              <a:extLst>
                <a:ext uri="{FF2B5EF4-FFF2-40B4-BE49-F238E27FC236}">
                  <a16:creationId xmlns:a16="http://schemas.microsoft.com/office/drawing/2014/main" id="{109FFC39-D033-C117-6E60-094E84EBC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7388" y="4773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11" name="Oval 680">
              <a:extLst>
                <a:ext uri="{FF2B5EF4-FFF2-40B4-BE49-F238E27FC236}">
                  <a16:creationId xmlns:a16="http://schemas.microsoft.com/office/drawing/2014/main" id="{42516133-E7E9-200A-F3C2-08EE0E594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4913" y="3522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12" name="Oval 681">
              <a:extLst>
                <a:ext uri="{FF2B5EF4-FFF2-40B4-BE49-F238E27FC236}">
                  <a16:creationId xmlns:a16="http://schemas.microsoft.com/office/drawing/2014/main" id="{126C9951-D447-9EC8-EDF2-0DB342A87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026" y="3603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13" name="Oval 682">
              <a:extLst>
                <a:ext uri="{FF2B5EF4-FFF2-40B4-BE49-F238E27FC236}">
                  <a16:creationId xmlns:a16="http://schemas.microsoft.com/office/drawing/2014/main" id="{9286F1C8-2AF8-FC9E-4EB7-DB83D2F90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6188" y="3767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14" name="Oval 683">
              <a:extLst>
                <a:ext uri="{FF2B5EF4-FFF2-40B4-BE49-F238E27FC236}">
                  <a16:creationId xmlns:a16="http://schemas.microsoft.com/office/drawing/2014/main" id="{0033419C-961A-D2C9-4D30-018BFCD57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2226" y="3836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15" name="Oval 684">
              <a:extLst>
                <a:ext uri="{FF2B5EF4-FFF2-40B4-BE49-F238E27FC236}">
                  <a16:creationId xmlns:a16="http://schemas.microsoft.com/office/drawing/2014/main" id="{223421AA-DAA5-01BD-C65C-2070EA330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9376" y="38814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16" name="Oval 685">
              <a:extLst>
                <a:ext uri="{FF2B5EF4-FFF2-40B4-BE49-F238E27FC236}">
                  <a16:creationId xmlns:a16="http://schemas.microsoft.com/office/drawing/2014/main" id="{52B4D5CC-407E-B7A0-F978-983D00A29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1288" y="3922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17" name="Oval 686">
              <a:extLst>
                <a:ext uri="{FF2B5EF4-FFF2-40B4-BE49-F238E27FC236}">
                  <a16:creationId xmlns:a16="http://schemas.microsoft.com/office/drawing/2014/main" id="{D3307C2B-621D-746D-3931-44896C0B0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6376" y="4054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18" name="Oval 688">
              <a:extLst>
                <a:ext uri="{FF2B5EF4-FFF2-40B4-BE49-F238E27FC236}">
                  <a16:creationId xmlns:a16="http://schemas.microsoft.com/office/drawing/2014/main" id="{8F38FBF4-48CC-6956-DD5D-B0BCA1ED2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1463" y="4251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19" name="Oval 689">
              <a:extLst>
                <a:ext uri="{FF2B5EF4-FFF2-40B4-BE49-F238E27FC236}">
                  <a16:creationId xmlns:a16="http://schemas.microsoft.com/office/drawing/2014/main" id="{BF542EA5-7FEE-4629-968C-4B1F6D448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4963" y="43878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20" name="Oval 690">
              <a:extLst>
                <a:ext uri="{FF2B5EF4-FFF2-40B4-BE49-F238E27FC236}">
                  <a16:creationId xmlns:a16="http://schemas.microsoft.com/office/drawing/2014/main" id="{7E538B06-1706-3E03-4C1B-74AC0397C2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6875" y="4452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21" name="Oval 691">
              <a:extLst>
                <a:ext uri="{FF2B5EF4-FFF2-40B4-BE49-F238E27FC236}">
                  <a16:creationId xmlns:a16="http://schemas.microsoft.com/office/drawing/2014/main" id="{B32F0869-1128-FCCD-B188-53767DC2B9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5613" y="4540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22" name="Oval 692">
              <a:extLst>
                <a:ext uri="{FF2B5EF4-FFF2-40B4-BE49-F238E27FC236}">
                  <a16:creationId xmlns:a16="http://schemas.microsoft.com/office/drawing/2014/main" id="{C89C59C8-8412-2E15-FF13-E803C21DC1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2763" y="4592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23" name="Oval 693">
              <a:extLst>
                <a:ext uri="{FF2B5EF4-FFF2-40B4-BE49-F238E27FC236}">
                  <a16:creationId xmlns:a16="http://schemas.microsoft.com/office/drawing/2014/main" id="{E3CA3AF8-78BF-EE67-D65F-26091C670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6738" y="4646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24" name="Oval 694">
              <a:extLst>
                <a:ext uri="{FF2B5EF4-FFF2-40B4-BE49-F238E27FC236}">
                  <a16:creationId xmlns:a16="http://schemas.microsoft.com/office/drawing/2014/main" id="{B9422FA8-92E0-9397-E9A7-4BF509D2B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7538" y="4711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25" name="Oval 695">
              <a:extLst>
                <a:ext uri="{FF2B5EF4-FFF2-40B4-BE49-F238E27FC236}">
                  <a16:creationId xmlns:a16="http://schemas.microsoft.com/office/drawing/2014/main" id="{B37E893A-B77B-969F-B7DE-D45BEC17D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5163" y="4759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26" name="Oval 696">
              <a:extLst>
                <a:ext uri="{FF2B5EF4-FFF2-40B4-BE49-F238E27FC236}">
                  <a16:creationId xmlns:a16="http://schemas.microsoft.com/office/drawing/2014/main" id="{4388EFD9-DAAA-7381-B308-E8C0DD117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1200" y="4779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27" name="Oval 697">
              <a:extLst>
                <a:ext uri="{FF2B5EF4-FFF2-40B4-BE49-F238E27FC236}">
                  <a16:creationId xmlns:a16="http://schemas.microsoft.com/office/drawing/2014/main" id="{B5A8ECAD-4C92-01A8-C5B3-036A972EE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2038" y="3321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28" name="Oval 698">
              <a:extLst>
                <a:ext uri="{FF2B5EF4-FFF2-40B4-BE49-F238E27FC236}">
                  <a16:creationId xmlns:a16="http://schemas.microsoft.com/office/drawing/2014/main" id="{E681F339-1B99-60B6-EB54-2693FF921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7913" y="3411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29" name="Oval 699">
              <a:extLst>
                <a:ext uri="{FF2B5EF4-FFF2-40B4-BE49-F238E27FC236}">
                  <a16:creationId xmlns:a16="http://schemas.microsoft.com/office/drawing/2014/main" id="{29F52316-EB97-9105-B6BB-22D441735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0775" y="3586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30" name="Oval 700">
              <a:extLst>
                <a:ext uri="{FF2B5EF4-FFF2-40B4-BE49-F238E27FC236}">
                  <a16:creationId xmlns:a16="http://schemas.microsoft.com/office/drawing/2014/main" id="{C2922633-B842-3502-FAC6-6B13E5F791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2688" y="3703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31" name="Oval 701">
              <a:extLst>
                <a:ext uri="{FF2B5EF4-FFF2-40B4-BE49-F238E27FC236}">
                  <a16:creationId xmlns:a16="http://schemas.microsoft.com/office/drawing/2014/main" id="{C660B853-82FF-FD5A-18A5-ED79B9E95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5713" y="3729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32" name="Oval 702">
              <a:extLst>
                <a:ext uri="{FF2B5EF4-FFF2-40B4-BE49-F238E27FC236}">
                  <a16:creationId xmlns:a16="http://schemas.microsoft.com/office/drawing/2014/main" id="{E46D9C2F-DF01-8853-3DD9-65DFEAAEF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3500" y="3822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33" name="Oval 703">
              <a:extLst>
                <a:ext uri="{FF2B5EF4-FFF2-40B4-BE49-F238E27FC236}">
                  <a16:creationId xmlns:a16="http://schemas.microsoft.com/office/drawing/2014/main" id="{A59EAC49-AA91-3CEC-800C-8763BBCAF9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1288" y="4140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34" name="Oval 704">
              <a:extLst>
                <a:ext uri="{FF2B5EF4-FFF2-40B4-BE49-F238E27FC236}">
                  <a16:creationId xmlns:a16="http://schemas.microsoft.com/office/drawing/2014/main" id="{DAFB0095-B6D8-95E5-FF66-3FBF1878A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7488" y="4287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35" name="Oval 705">
              <a:extLst>
                <a:ext uri="{FF2B5EF4-FFF2-40B4-BE49-F238E27FC236}">
                  <a16:creationId xmlns:a16="http://schemas.microsoft.com/office/drawing/2014/main" id="{01ACA4B2-12CC-DC25-BBD5-B4950F05C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0513" y="4330700"/>
              <a:ext cx="12700" cy="11112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36" name="Oval 706">
              <a:extLst>
                <a:ext uri="{FF2B5EF4-FFF2-40B4-BE49-F238E27FC236}">
                  <a16:creationId xmlns:a16="http://schemas.microsoft.com/office/drawing/2014/main" id="{F5F61BF6-B741-0692-1B91-6AB45F9DB5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8775" y="4392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37" name="Oval 707">
              <a:extLst>
                <a:ext uri="{FF2B5EF4-FFF2-40B4-BE49-F238E27FC236}">
                  <a16:creationId xmlns:a16="http://schemas.microsoft.com/office/drawing/2014/main" id="{9D5ED322-49B5-922E-E444-53B31AFAE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3863" y="4483100"/>
              <a:ext cx="12700" cy="11112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38" name="Oval 708">
              <a:extLst>
                <a:ext uri="{FF2B5EF4-FFF2-40B4-BE49-F238E27FC236}">
                  <a16:creationId xmlns:a16="http://schemas.microsoft.com/office/drawing/2014/main" id="{741AAE51-E5A1-230F-63CE-479A2761D1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4188" y="4570413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39" name="Oval 709">
              <a:extLst>
                <a:ext uri="{FF2B5EF4-FFF2-40B4-BE49-F238E27FC236}">
                  <a16:creationId xmlns:a16="http://schemas.microsoft.com/office/drawing/2014/main" id="{CBB87703-B7F7-6A91-BF8D-CBF26B80E3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1338" y="4649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40" name="Oval 710">
              <a:extLst>
                <a:ext uri="{FF2B5EF4-FFF2-40B4-BE49-F238E27FC236}">
                  <a16:creationId xmlns:a16="http://schemas.microsoft.com/office/drawing/2014/main" id="{81E77826-EAA9-E0A6-A54F-07355680E2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5313" y="4660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41" name="Oval 711">
              <a:extLst>
                <a:ext uri="{FF2B5EF4-FFF2-40B4-BE49-F238E27FC236}">
                  <a16:creationId xmlns:a16="http://schemas.microsoft.com/office/drawing/2014/main" id="{AD8E5BAF-0696-AB54-4BFF-A8972040F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6113" y="4732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42" name="Oval 712">
              <a:extLst>
                <a:ext uri="{FF2B5EF4-FFF2-40B4-BE49-F238E27FC236}">
                  <a16:creationId xmlns:a16="http://schemas.microsoft.com/office/drawing/2014/main" id="{77B95265-6B47-FF9A-48F2-1C373E96E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5325" y="4783138"/>
              <a:ext cx="12700" cy="11112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43" name="Oval 713">
              <a:extLst>
                <a:ext uri="{FF2B5EF4-FFF2-40B4-BE49-F238E27FC236}">
                  <a16:creationId xmlns:a16="http://schemas.microsoft.com/office/drawing/2014/main" id="{70B108A6-BFF8-42B3-3120-951617F87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7413" y="3260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44" name="Oval 714">
              <a:extLst>
                <a:ext uri="{FF2B5EF4-FFF2-40B4-BE49-F238E27FC236}">
                  <a16:creationId xmlns:a16="http://schemas.microsoft.com/office/drawing/2014/main" id="{79A47981-6142-8D6F-C7CF-5BF26E8AB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1225" y="3335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45" name="Oval 715">
              <a:extLst>
                <a:ext uri="{FF2B5EF4-FFF2-40B4-BE49-F238E27FC236}">
                  <a16:creationId xmlns:a16="http://schemas.microsoft.com/office/drawing/2014/main" id="{ECFE2AAD-DA3F-6BBB-EB84-569FC96107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4725" y="3454400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46" name="Oval 716">
              <a:extLst>
                <a:ext uri="{FF2B5EF4-FFF2-40B4-BE49-F238E27FC236}">
                  <a16:creationId xmlns:a16="http://schemas.microsoft.com/office/drawing/2014/main" id="{641A9D7C-3D89-38CF-247F-0B1E349FD8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2038" y="3540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47" name="Oval 717">
              <a:extLst>
                <a:ext uri="{FF2B5EF4-FFF2-40B4-BE49-F238E27FC236}">
                  <a16:creationId xmlns:a16="http://schemas.microsoft.com/office/drawing/2014/main" id="{8FB715A1-0B8D-90F6-53EF-41CD2C298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8875" y="37147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48" name="Oval 718">
              <a:extLst>
                <a:ext uri="{FF2B5EF4-FFF2-40B4-BE49-F238E27FC236}">
                  <a16:creationId xmlns:a16="http://schemas.microsoft.com/office/drawing/2014/main" id="{DB936C51-F623-82F4-9FF0-0CA558AC0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5713" y="3911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49" name="Oval 719">
              <a:extLst>
                <a:ext uri="{FF2B5EF4-FFF2-40B4-BE49-F238E27FC236}">
                  <a16:creationId xmlns:a16="http://schemas.microsoft.com/office/drawing/2014/main" id="{D66EFC2B-48AE-B913-B210-8A9CF8FB4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9375" y="4124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50" name="Oval 720">
              <a:extLst>
                <a:ext uri="{FF2B5EF4-FFF2-40B4-BE49-F238E27FC236}">
                  <a16:creationId xmlns:a16="http://schemas.microsoft.com/office/drawing/2014/main" id="{440C3CB5-FA84-B5D6-6609-2AC28F6817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6688" y="42354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51" name="Oval 721">
              <a:extLst>
                <a:ext uri="{FF2B5EF4-FFF2-40B4-BE49-F238E27FC236}">
                  <a16:creationId xmlns:a16="http://schemas.microsoft.com/office/drawing/2014/main" id="{462F6C29-D315-3803-6715-817E459FA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7650" y="4287838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52" name="Oval 722">
              <a:extLst>
                <a:ext uri="{FF2B5EF4-FFF2-40B4-BE49-F238E27FC236}">
                  <a16:creationId xmlns:a16="http://schemas.microsoft.com/office/drawing/2014/main" id="{32F831E1-DD20-FBBB-26C1-5B798E6BD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3850" y="4340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53" name="Oval 723">
              <a:extLst>
                <a:ext uri="{FF2B5EF4-FFF2-40B4-BE49-F238E27FC236}">
                  <a16:creationId xmlns:a16="http://schemas.microsoft.com/office/drawing/2014/main" id="{0748E3DC-6320-157F-7679-FFAF10187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3700" y="4425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54" name="Oval 724">
              <a:extLst>
                <a:ext uri="{FF2B5EF4-FFF2-40B4-BE49-F238E27FC236}">
                  <a16:creationId xmlns:a16="http://schemas.microsoft.com/office/drawing/2014/main" id="{B4265BEB-740B-5956-DBD0-2A7973733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8788" y="4510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55" name="Oval 725">
              <a:extLst>
                <a:ext uri="{FF2B5EF4-FFF2-40B4-BE49-F238E27FC236}">
                  <a16:creationId xmlns:a16="http://schemas.microsoft.com/office/drawing/2014/main" id="{ED9AB7D0-DCEF-49AE-36C5-281171E0C0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0700" y="4583113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56" name="Oval 726">
              <a:extLst>
                <a:ext uri="{FF2B5EF4-FFF2-40B4-BE49-F238E27FC236}">
                  <a16:creationId xmlns:a16="http://schemas.microsoft.com/office/drawing/2014/main" id="{F39FDEA5-E3BB-AC58-9B7A-214B5C158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6263" y="4652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57" name="Oval 727">
              <a:extLst>
                <a:ext uri="{FF2B5EF4-FFF2-40B4-BE49-F238E27FC236}">
                  <a16:creationId xmlns:a16="http://schemas.microsoft.com/office/drawing/2014/main" id="{B81CEFFC-18CE-F748-01E6-F5BB59824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0238" y="47307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58" name="Oval 728">
              <a:extLst>
                <a:ext uri="{FF2B5EF4-FFF2-40B4-BE49-F238E27FC236}">
                  <a16:creationId xmlns:a16="http://schemas.microsoft.com/office/drawing/2014/main" id="{82322F8C-45F5-E539-28E3-52ECB0CC0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1038" y="47625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59" name="Oval 729">
              <a:extLst>
                <a:ext uri="{FF2B5EF4-FFF2-40B4-BE49-F238E27FC236}">
                  <a16:creationId xmlns:a16="http://schemas.microsoft.com/office/drawing/2014/main" id="{CA2389B9-FF60-B2AB-A8F7-7D096ECAF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1988" y="3014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60" name="Oval 730">
              <a:extLst>
                <a:ext uri="{FF2B5EF4-FFF2-40B4-BE49-F238E27FC236}">
                  <a16:creationId xmlns:a16="http://schemas.microsoft.com/office/drawing/2014/main" id="{1925A189-4C3E-058C-9152-E59EBDFB75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3263" y="3114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61" name="Oval 731">
              <a:extLst>
                <a:ext uri="{FF2B5EF4-FFF2-40B4-BE49-F238E27FC236}">
                  <a16:creationId xmlns:a16="http://schemas.microsoft.com/office/drawing/2014/main" id="{21142EE1-DC23-10CA-91BF-E624F9FA83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6450" y="3279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62" name="Oval 732">
              <a:extLst>
                <a:ext uri="{FF2B5EF4-FFF2-40B4-BE49-F238E27FC236}">
                  <a16:creationId xmlns:a16="http://schemas.microsoft.com/office/drawing/2014/main" id="{6A824367-2EF2-5223-CE9C-C587481C4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3450" y="3424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63" name="Oval 733">
              <a:extLst>
                <a:ext uri="{FF2B5EF4-FFF2-40B4-BE49-F238E27FC236}">
                  <a16:creationId xmlns:a16="http://schemas.microsoft.com/office/drawing/2014/main" id="{28856C5F-FF01-17AD-3C39-A0E111BB9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2038" y="3730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64" name="Oval 734">
              <a:extLst>
                <a:ext uri="{FF2B5EF4-FFF2-40B4-BE49-F238E27FC236}">
                  <a16:creationId xmlns:a16="http://schemas.microsoft.com/office/drawing/2014/main" id="{BE23721C-FCA2-F69F-BA39-7AD473588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2688" y="3938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65" name="Oval 735">
              <a:extLst>
                <a:ext uri="{FF2B5EF4-FFF2-40B4-BE49-F238E27FC236}">
                  <a16:creationId xmlns:a16="http://schemas.microsoft.com/office/drawing/2014/main" id="{AA10C19D-FE8D-34F3-58D8-651E9CC6A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2225" y="4065588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66" name="Oval 736">
              <a:extLst>
                <a:ext uri="{FF2B5EF4-FFF2-40B4-BE49-F238E27FC236}">
                  <a16:creationId xmlns:a16="http://schemas.microsoft.com/office/drawing/2014/main" id="{F241BCC2-0089-3CDE-F181-9F698E264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2238" y="4143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67" name="Oval 737">
              <a:extLst>
                <a:ext uri="{FF2B5EF4-FFF2-40B4-BE49-F238E27FC236}">
                  <a16:creationId xmlns:a16="http://schemas.microsoft.com/office/drawing/2014/main" id="{FF1E205C-50DF-A8D7-4345-FAD52EDE2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2725" y="4237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68" name="Oval 738">
              <a:extLst>
                <a:ext uri="{FF2B5EF4-FFF2-40B4-BE49-F238E27FC236}">
                  <a16:creationId xmlns:a16="http://schemas.microsoft.com/office/drawing/2014/main" id="{97853C13-1E37-39C0-AB4D-08299BFC2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5275" y="4330700"/>
              <a:ext cx="11113" cy="11112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69" name="Oval 739">
              <a:extLst>
                <a:ext uri="{FF2B5EF4-FFF2-40B4-BE49-F238E27FC236}">
                  <a16:creationId xmlns:a16="http://schemas.microsoft.com/office/drawing/2014/main" id="{C463A076-6D66-5E4E-BE02-1FD504F88A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9888" y="4413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70" name="Oval 740">
              <a:extLst>
                <a:ext uri="{FF2B5EF4-FFF2-40B4-BE49-F238E27FC236}">
                  <a16:creationId xmlns:a16="http://schemas.microsoft.com/office/drawing/2014/main" id="{ECDB5F79-D05B-8D26-AA49-6111D0D4C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8150" y="4503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71" name="Oval 741">
              <a:extLst>
                <a:ext uri="{FF2B5EF4-FFF2-40B4-BE49-F238E27FC236}">
                  <a16:creationId xmlns:a16="http://schemas.microsoft.com/office/drawing/2014/main" id="{403C967D-4FE1-00E3-2C6B-A5BA4FD46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1650" y="4575175"/>
              <a:ext cx="14288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72" name="Oval 742">
              <a:extLst>
                <a:ext uri="{FF2B5EF4-FFF2-40B4-BE49-F238E27FC236}">
                  <a16:creationId xmlns:a16="http://schemas.microsoft.com/office/drawing/2014/main" id="{D2E1AA2A-8316-6BBE-ADFC-654C8C0CD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975" y="4641850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73" name="Oval 743">
              <a:extLst>
                <a:ext uri="{FF2B5EF4-FFF2-40B4-BE49-F238E27FC236}">
                  <a16:creationId xmlns:a16="http://schemas.microsoft.com/office/drawing/2014/main" id="{405A7EF0-B46D-EDC9-9E18-C64446889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7538" y="4718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74" name="Oval 744">
              <a:extLst>
                <a:ext uri="{FF2B5EF4-FFF2-40B4-BE49-F238E27FC236}">
                  <a16:creationId xmlns:a16="http://schemas.microsoft.com/office/drawing/2014/main" id="{8E0F3D08-86DA-6D4F-E650-2E0E8E2D4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8338" y="47688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75" name="Oval 745">
              <a:extLst>
                <a:ext uri="{FF2B5EF4-FFF2-40B4-BE49-F238E27FC236}">
                  <a16:creationId xmlns:a16="http://schemas.microsoft.com/office/drawing/2014/main" id="{51AB7164-D1F9-F460-B327-C7D5485257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4488" y="2633663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76" name="Oval 746">
              <a:extLst>
                <a:ext uri="{FF2B5EF4-FFF2-40B4-BE49-F238E27FC236}">
                  <a16:creationId xmlns:a16="http://schemas.microsoft.com/office/drawing/2014/main" id="{C0244483-6888-0100-8104-8C365FE94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1800" y="2800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77" name="Oval 747">
              <a:extLst>
                <a:ext uri="{FF2B5EF4-FFF2-40B4-BE49-F238E27FC236}">
                  <a16:creationId xmlns:a16="http://schemas.microsoft.com/office/drawing/2014/main" id="{EE7E1466-3317-6F93-B5DA-8D2F72594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5950" y="3144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78" name="Oval 748">
              <a:extLst>
                <a:ext uri="{FF2B5EF4-FFF2-40B4-BE49-F238E27FC236}">
                  <a16:creationId xmlns:a16="http://schemas.microsoft.com/office/drawing/2014/main" id="{49519DA9-080E-C7AD-6083-F8244400AF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6450" y="3451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79" name="Oval 749">
              <a:extLst>
                <a:ext uri="{FF2B5EF4-FFF2-40B4-BE49-F238E27FC236}">
                  <a16:creationId xmlns:a16="http://schemas.microsoft.com/office/drawing/2014/main" id="{27B4DA18-6D1D-A233-887A-3A7083745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4725" y="3717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80" name="Oval 750">
              <a:extLst>
                <a:ext uri="{FF2B5EF4-FFF2-40B4-BE49-F238E27FC236}">
                  <a16:creationId xmlns:a16="http://schemas.microsoft.com/office/drawing/2014/main" id="{606DED3A-9526-59CD-9497-18A4E03F8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0775" y="3889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81" name="Oval 751">
              <a:extLst>
                <a:ext uri="{FF2B5EF4-FFF2-40B4-BE49-F238E27FC236}">
                  <a16:creationId xmlns:a16="http://schemas.microsoft.com/office/drawing/2014/main" id="{110B61F8-E2B8-A0A5-1623-4F9D5F19A2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6188" y="4013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82" name="Oval 752">
              <a:extLst>
                <a:ext uri="{FF2B5EF4-FFF2-40B4-BE49-F238E27FC236}">
                  <a16:creationId xmlns:a16="http://schemas.microsoft.com/office/drawing/2014/main" id="{7B66D901-4F57-65C2-B74F-3F815700D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313" y="4106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83" name="Oval 753">
              <a:extLst>
                <a:ext uri="{FF2B5EF4-FFF2-40B4-BE49-F238E27FC236}">
                  <a16:creationId xmlns:a16="http://schemas.microsoft.com/office/drawing/2014/main" id="{DCBD0712-292D-DF95-6654-E2B604EFD1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4150" y="4227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84" name="Oval 754">
              <a:extLst>
                <a:ext uri="{FF2B5EF4-FFF2-40B4-BE49-F238E27FC236}">
                  <a16:creationId xmlns:a16="http://schemas.microsoft.com/office/drawing/2014/main" id="{68D0B9F7-2A64-BA67-9637-A39770FF7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1463" y="4318000"/>
              <a:ext cx="12700" cy="11112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85" name="Oval 755">
              <a:extLst>
                <a:ext uri="{FF2B5EF4-FFF2-40B4-BE49-F238E27FC236}">
                  <a16:creationId xmlns:a16="http://schemas.microsoft.com/office/drawing/2014/main" id="{15806824-2719-3A71-E774-519ED9C34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0838" y="4403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86" name="Oval 756">
              <a:extLst>
                <a:ext uri="{FF2B5EF4-FFF2-40B4-BE49-F238E27FC236}">
                  <a16:creationId xmlns:a16="http://schemas.microsoft.com/office/drawing/2014/main" id="{687CC201-99B7-4464-88DB-0BD9D44654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3863" y="4491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87" name="Oval 757">
              <a:extLst>
                <a:ext uri="{FF2B5EF4-FFF2-40B4-BE49-F238E27FC236}">
                  <a16:creationId xmlns:a16="http://schemas.microsoft.com/office/drawing/2014/main" id="{F52F6334-00C0-2912-A756-08F131342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8950" y="4570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88" name="Oval 758">
              <a:extLst>
                <a:ext uri="{FF2B5EF4-FFF2-40B4-BE49-F238E27FC236}">
                  <a16:creationId xmlns:a16="http://schemas.microsoft.com/office/drawing/2014/main" id="{BF3F758C-6034-11AA-BAAD-2E0DE983E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0863" y="4637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89" name="Oval 759">
              <a:extLst>
                <a:ext uri="{FF2B5EF4-FFF2-40B4-BE49-F238E27FC236}">
                  <a16:creationId xmlns:a16="http://schemas.microsoft.com/office/drawing/2014/main" id="{CBDCFD9A-E9FE-A057-CD1C-CD48A0D35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8013" y="4697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90" name="Oval 760">
              <a:extLst>
                <a:ext uri="{FF2B5EF4-FFF2-40B4-BE49-F238E27FC236}">
                  <a16:creationId xmlns:a16="http://schemas.microsoft.com/office/drawing/2014/main" id="{0906FE0D-1623-50E4-E98C-112125DBB4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0400" y="4754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91" name="Oval 761">
              <a:extLst>
                <a:ext uri="{FF2B5EF4-FFF2-40B4-BE49-F238E27FC236}">
                  <a16:creationId xmlns:a16="http://schemas.microsoft.com/office/drawing/2014/main" id="{0E617D8C-2D57-221D-F7B5-E5CA4032D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9975" y="2278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92" name="Oval 762">
              <a:extLst>
                <a:ext uri="{FF2B5EF4-FFF2-40B4-BE49-F238E27FC236}">
                  <a16:creationId xmlns:a16="http://schemas.microsoft.com/office/drawing/2014/main" id="{FA9F4DD1-74F7-36EF-6DB2-68E3DCC50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3025" y="2487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93" name="Oval 763">
              <a:extLst>
                <a:ext uri="{FF2B5EF4-FFF2-40B4-BE49-F238E27FC236}">
                  <a16:creationId xmlns:a16="http://schemas.microsoft.com/office/drawing/2014/main" id="{BC84366A-AD88-F9C1-074E-D089EDF74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1800" y="3055938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94" name="Oval 764">
              <a:extLst>
                <a:ext uri="{FF2B5EF4-FFF2-40B4-BE49-F238E27FC236}">
                  <a16:creationId xmlns:a16="http://schemas.microsoft.com/office/drawing/2014/main" id="{AF2AB639-89F5-D59D-9A9F-50B8EB8B7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3263" y="3436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95" name="Oval 765">
              <a:extLst>
                <a:ext uri="{FF2B5EF4-FFF2-40B4-BE49-F238E27FC236}">
                  <a16:creationId xmlns:a16="http://schemas.microsoft.com/office/drawing/2014/main" id="{3D688160-B030-7C38-9D72-7C1B5DF37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1225" y="3673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96" name="Oval 766">
              <a:extLst>
                <a:ext uri="{FF2B5EF4-FFF2-40B4-BE49-F238E27FC236}">
                  <a16:creationId xmlns:a16="http://schemas.microsoft.com/office/drawing/2014/main" id="{38142933-BF19-9129-BE57-8E7288C0E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7913" y="3852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97" name="Oval 767">
              <a:extLst>
                <a:ext uri="{FF2B5EF4-FFF2-40B4-BE49-F238E27FC236}">
                  <a16:creationId xmlns:a16="http://schemas.microsoft.com/office/drawing/2014/main" id="{5619B59C-73B2-3CA9-0293-A841A0ED1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025" y="3975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98" name="Oval 768">
              <a:extLst>
                <a:ext uri="{FF2B5EF4-FFF2-40B4-BE49-F238E27FC236}">
                  <a16:creationId xmlns:a16="http://schemas.microsoft.com/office/drawing/2014/main" id="{1C945D5B-AC0D-1D05-EB2A-446B8C4708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3500" y="4090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99" name="Oval 769">
              <a:extLst>
                <a:ext uri="{FF2B5EF4-FFF2-40B4-BE49-F238E27FC236}">
                  <a16:creationId xmlns:a16="http://schemas.microsoft.com/office/drawing/2014/main" id="{7F32DDFE-CCBA-ECCC-E2D4-130B3267D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6688" y="4203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00" name="Oval 770">
              <a:extLst>
                <a:ext uri="{FF2B5EF4-FFF2-40B4-BE49-F238E27FC236}">
                  <a16:creationId xmlns:a16="http://schemas.microsoft.com/office/drawing/2014/main" id="{F671E16E-4F9F-3B08-AC04-D48BFE8B6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7175" y="4287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01" name="Oval 771">
              <a:extLst>
                <a:ext uri="{FF2B5EF4-FFF2-40B4-BE49-F238E27FC236}">
                  <a16:creationId xmlns:a16="http://schemas.microsoft.com/office/drawing/2014/main" id="{E474DDC1-5CDB-1C8F-6249-11C302960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9725" y="4340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02" name="Oval 772">
              <a:extLst>
                <a:ext uri="{FF2B5EF4-FFF2-40B4-BE49-F238E27FC236}">
                  <a16:creationId xmlns:a16="http://schemas.microsoft.com/office/drawing/2014/main" id="{26203279-B0C7-33A7-3364-36A602D6B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4338" y="4408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03" name="Oval 773">
              <a:extLst>
                <a:ext uri="{FF2B5EF4-FFF2-40B4-BE49-F238E27FC236}">
                  <a16:creationId xmlns:a16="http://schemas.microsoft.com/office/drawing/2014/main" id="{EDB7978B-904E-27AC-18A5-4A68D836D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1013" y="4492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04" name="Oval 774">
              <a:extLst>
                <a:ext uri="{FF2B5EF4-FFF2-40B4-BE49-F238E27FC236}">
                  <a16:creationId xmlns:a16="http://schemas.microsoft.com/office/drawing/2014/main" id="{323CF393-672B-2635-4918-667CB0C64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2925" y="4560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05" name="Oval 775">
              <a:extLst>
                <a:ext uri="{FF2B5EF4-FFF2-40B4-BE49-F238E27FC236}">
                  <a16:creationId xmlns:a16="http://schemas.microsoft.com/office/drawing/2014/main" id="{7B1901C8-01FA-D9FC-15FD-3AA8EA9FE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1663" y="4630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06" name="Oval 776">
              <a:extLst>
                <a:ext uri="{FF2B5EF4-FFF2-40B4-BE49-F238E27FC236}">
                  <a16:creationId xmlns:a16="http://schemas.microsoft.com/office/drawing/2014/main" id="{1D83DDC2-BD6D-E250-99BD-5CC948DA6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5638" y="4687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07" name="Oval 777">
              <a:extLst>
                <a:ext uri="{FF2B5EF4-FFF2-40B4-BE49-F238E27FC236}">
                  <a16:creationId xmlns:a16="http://schemas.microsoft.com/office/drawing/2014/main" id="{4489F214-6E98-50B7-4C1A-F362E75F52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4850" y="4724400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08" name="Oval 778">
              <a:extLst>
                <a:ext uri="{FF2B5EF4-FFF2-40B4-BE49-F238E27FC236}">
                  <a16:creationId xmlns:a16="http://schemas.microsoft.com/office/drawing/2014/main" id="{FEA0FDCC-4224-3477-C770-8F87F966E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2475" y="4775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09" name="Line 779">
              <a:extLst>
                <a:ext uri="{FF2B5EF4-FFF2-40B4-BE49-F238E27FC236}">
                  <a16:creationId xmlns:a16="http://schemas.microsoft.com/office/drawing/2014/main" id="{F3E152B8-1E91-BDD2-BA52-04DA7FD2E1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238375"/>
              <a:ext cx="2266950" cy="2554287"/>
            </a:xfrm>
            <a:prstGeom prst="line">
              <a:avLst/>
            </a:prstGeom>
            <a:noFill/>
            <a:ln w="3175" cap="flat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10" name="Freeform 780">
              <a:extLst>
                <a:ext uri="{FF2B5EF4-FFF2-40B4-BE49-F238E27FC236}">
                  <a16:creationId xmlns:a16="http://schemas.microsoft.com/office/drawing/2014/main" id="{4718A900-0F30-F316-D0EC-3C08C29CD8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78738" y="2263775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11" name="Freeform 781">
              <a:extLst>
                <a:ext uri="{FF2B5EF4-FFF2-40B4-BE49-F238E27FC236}">
                  <a16:creationId xmlns:a16="http://schemas.microsoft.com/office/drawing/2014/main" id="{B0A1AEC3-913F-DB88-B29A-D2A0F8F706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21663" y="2786063"/>
              <a:ext cx="41275" cy="41275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2" y="128"/>
                    <a:pt x="69" y="128"/>
                  </a:cubicBezTo>
                  <a:cubicBezTo>
                    <a:pt x="37" y="128"/>
                    <a:pt x="11" y="101"/>
                    <a:pt x="11" y="69"/>
                  </a:cubicBezTo>
                  <a:cubicBezTo>
                    <a:pt x="11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12" name="Freeform 782">
              <a:extLst>
                <a:ext uri="{FF2B5EF4-FFF2-40B4-BE49-F238E27FC236}">
                  <a16:creationId xmlns:a16="http://schemas.microsoft.com/office/drawing/2014/main" id="{A1B977CA-73D1-D23C-B3D2-9A9908A235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39163" y="3265488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13" name="Freeform 783">
              <a:extLst>
                <a:ext uri="{FF2B5EF4-FFF2-40B4-BE49-F238E27FC236}">
                  <a16:creationId xmlns:a16="http://schemas.microsoft.com/office/drawing/2014/main" id="{B053D5C4-F088-39B9-00C6-A5CE57AA80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64588" y="3525838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14" name="Freeform 784">
              <a:extLst>
                <a:ext uri="{FF2B5EF4-FFF2-40B4-BE49-F238E27FC236}">
                  <a16:creationId xmlns:a16="http://schemas.microsoft.com/office/drawing/2014/main" id="{6E8297C6-1F7E-0816-8454-4348C62BA7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39213" y="3714750"/>
              <a:ext cx="41275" cy="41275"/>
            </a:xfrm>
            <a:custGeom>
              <a:avLst/>
              <a:gdLst>
                <a:gd name="T0" fmla="*/ 70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70 w 139"/>
                <a:gd name="T7" fmla="*/ 128 h 139"/>
                <a:gd name="T8" fmla="*/ 11 w 139"/>
                <a:gd name="T9" fmla="*/ 69 h 139"/>
                <a:gd name="T10" fmla="*/ 70 w 139"/>
                <a:gd name="T11" fmla="*/ 11 h 139"/>
                <a:gd name="T12" fmla="*/ 70 w 139"/>
                <a:gd name="T13" fmla="*/ 0 h 139"/>
                <a:gd name="T14" fmla="*/ 0 w 139"/>
                <a:gd name="T15" fmla="*/ 69 h 139"/>
                <a:gd name="T16" fmla="*/ 70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70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70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70" y="11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9"/>
                    <a:pt x="70" y="139"/>
                  </a:cubicBezTo>
                  <a:cubicBezTo>
                    <a:pt x="108" y="139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15" name="Freeform 785">
              <a:extLst>
                <a:ext uri="{FF2B5EF4-FFF2-40B4-BE49-F238E27FC236}">
                  <a16:creationId xmlns:a16="http://schemas.microsoft.com/office/drawing/2014/main" id="{C3898F10-B9BC-571C-1D95-B57452B7D4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82088" y="3908425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16" name="Freeform 786">
              <a:extLst>
                <a:ext uri="{FF2B5EF4-FFF2-40B4-BE49-F238E27FC236}">
                  <a16:creationId xmlns:a16="http://schemas.microsoft.com/office/drawing/2014/main" id="{0C674A26-D92E-D42D-C2F8-1B0C932D0E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04325" y="4011613"/>
              <a:ext cx="39688" cy="42862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70 h 139"/>
                <a:gd name="T4" fmla="*/ 128 w 138"/>
                <a:gd name="T5" fmla="*/ 70 h 139"/>
                <a:gd name="T6" fmla="*/ 69 w 138"/>
                <a:gd name="T7" fmla="*/ 128 h 139"/>
                <a:gd name="T8" fmla="*/ 10 w 138"/>
                <a:gd name="T9" fmla="*/ 70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70 h 139"/>
                <a:gd name="T16" fmla="*/ 69 w 138"/>
                <a:gd name="T17" fmla="*/ 139 h 139"/>
                <a:gd name="T18" fmla="*/ 138 w 138"/>
                <a:gd name="T19" fmla="*/ 70 h 139"/>
                <a:gd name="T20" fmla="*/ 138 w 138"/>
                <a:gd name="T21" fmla="*/ 70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1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1" y="128"/>
                    <a:pt x="69" y="128"/>
                  </a:cubicBezTo>
                  <a:cubicBezTo>
                    <a:pt x="37" y="128"/>
                    <a:pt x="10" y="102"/>
                    <a:pt x="10" y="70"/>
                  </a:cubicBezTo>
                  <a:cubicBezTo>
                    <a:pt x="10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7" y="139"/>
                    <a:pt x="138" y="108"/>
                    <a:pt x="138" y="70"/>
                  </a:cubicBezTo>
                  <a:lnTo>
                    <a:pt x="138" y="70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17" name="Freeform 787">
              <a:extLst>
                <a:ext uri="{FF2B5EF4-FFF2-40B4-BE49-F238E27FC236}">
                  <a16:creationId xmlns:a16="http://schemas.microsoft.com/office/drawing/2014/main" id="{83BB9BF9-3196-9AB9-2475-32E91CC402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07513" y="4246563"/>
              <a:ext cx="41275" cy="41275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2" y="128"/>
                    <a:pt x="69" y="128"/>
                  </a:cubicBezTo>
                  <a:cubicBezTo>
                    <a:pt x="37" y="128"/>
                    <a:pt x="11" y="101"/>
                    <a:pt x="11" y="69"/>
                  </a:cubicBezTo>
                  <a:cubicBezTo>
                    <a:pt x="11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18" name="Freeform 788">
              <a:extLst>
                <a:ext uri="{FF2B5EF4-FFF2-40B4-BE49-F238E27FC236}">
                  <a16:creationId xmlns:a16="http://schemas.microsoft.com/office/drawing/2014/main" id="{6A00E29B-9106-10E2-B73F-C88E55783A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01175" y="4325938"/>
              <a:ext cx="41275" cy="39687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2" y="128"/>
                    <a:pt x="69" y="128"/>
                  </a:cubicBezTo>
                  <a:cubicBezTo>
                    <a:pt x="37" y="128"/>
                    <a:pt x="11" y="101"/>
                    <a:pt x="11" y="69"/>
                  </a:cubicBezTo>
                  <a:cubicBezTo>
                    <a:pt x="11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19" name="Freeform 789">
              <a:extLst>
                <a:ext uri="{FF2B5EF4-FFF2-40B4-BE49-F238E27FC236}">
                  <a16:creationId xmlns:a16="http://schemas.microsoft.com/office/drawing/2014/main" id="{38FDDC56-FF2B-669E-5916-435F6E9808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83725" y="4362450"/>
              <a:ext cx="41275" cy="41275"/>
            </a:xfrm>
            <a:custGeom>
              <a:avLst/>
              <a:gdLst>
                <a:gd name="T0" fmla="*/ 70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70 w 139"/>
                <a:gd name="T7" fmla="*/ 128 h 139"/>
                <a:gd name="T8" fmla="*/ 11 w 139"/>
                <a:gd name="T9" fmla="*/ 69 h 139"/>
                <a:gd name="T10" fmla="*/ 70 w 139"/>
                <a:gd name="T11" fmla="*/ 11 h 139"/>
                <a:gd name="T12" fmla="*/ 70 w 139"/>
                <a:gd name="T13" fmla="*/ 0 h 139"/>
                <a:gd name="T14" fmla="*/ 0 w 139"/>
                <a:gd name="T15" fmla="*/ 69 h 139"/>
                <a:gd name="T16" fmla="*/ 70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70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70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70" y="11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70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20" name="Freeform 790">
              <a:extLst>
                <a:ext uri="{FF2B5EF4-FFF2-40B4-BE49-F238E27FC236}">
                  <a16:creationId xmlns:a16="http://schemas.microsoft.com/office/drawing/2014/main" id="{2D4C91EA-7F75-4EF4-F424-0E7D03D4A4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58338" y="4487863"/>
              <a:ext cx="41275" cy="41275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6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2" y="128"/>
                    <a:pt x="69" y="128"/>
                  </a:cubicBezTo>
                  <a:cubicBezTo>
                    <a:pt x="37" y="128"/>
                    <a:pt x="11" y="101"/>
                    <a:pt x="11" y="69"/>
                  </a:cubicBezTo>
                  <a:cubicBezTo>
                    <a:pt x="11" y="36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21" name="Freeform 791">
              <a:extLst>
                <a:ext uri="{FF2B5EF4-FFF2-40B4-BE49-F238E27FC236}">
                  <a16:creationId xmlns:a16="http://schemas.microsoft.com/office/drawing/2014/main" id="{D5552781-C875-E23C-C5DD-0890C86562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26600" y="4400550"/>
              <a:ext cx="41275" cy="42862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22" name="Freeform 792">
              <a:extLst>
                <a:ext uri="{FF2B5EF4-FFF2-40B4-BE49-F238E27FC236}">
                  <a16:creationId xmlns:a16="http://schemas.microsoft.com/office/drawing/2014/main" id="{8CE91711-0BF9-8779-DFD4-B110935076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88513" y="4568825"/>
              <a:ext cx="41275" cy="41275"/>
            </a:xfrm>
            <a:custGeom>
              <a:avLst/>
              <a:gdLst>
                <a:gd name="T0" fmla="*/ 69 w 138"/>
                <a:gd name="T1" fmla="*/ 10 h 138"/>
                <a:gd name="T2" fmla="*/ 128 w 138"/>
                <a:gd name="T3" fmla="*/ 69 h 138"/>
                <a:gd name="T4" fmla="*/ 128 w 138"/>
                <a:gd name="T5" fmla="*/ 69 h 138"/>
                <a:gd name="T6" fmla="*/ 69 w 138"/>
                <a:gd name="T7" fmla="*/ 128 h 138"/>
                <a:gd name="T8" fmla="*/ 10 w 138"/>
                <a:gd name="T9" fmla="*/ 69 h 138"/>
                <a:gd name="T10" fmla="*/ 69 w 138"/>
                <a:gd name="T11" fmla="*/ 10 h 138"/>
                <a:gd name="T12" fmla="*/ 69 w 138"/>
                <a:gd name="T13" fmla="*/ 0 h 138"/>
                <a:gd name="T14" fmla="*/ 0 w 138"/>
                <a:gd name="T15" fmla="*/ 69 h 138"/>
                <a:gd name="T16" fmla="*/ 69 w 138"/>
                <a:gd name="T17" fmla="*/ 138 h 138"/>
                <a:gd name="T18" fmla="*/ 138 w 138"/>
                <a:gd name="T19" fmla="*/ 69 h 138"/>
                <a:gd name="T20" fmla="*/ 138 w 138"/>
                <a:gd name="T21" fmla="*/ 69 h 138"/>
                <a:gd name="T22" fmla="*/ 69 w 138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8">
                  <a:moveTo>
                    <a:pt x="69" y="10"/>
                  </a:moveTo>
                  <a:cubicBezTo>
                    <a:pt x="101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1" y="128"/>
                    <a:pt x="69" y="128"/>
                  </a:cubicBezTo>
                  <a:cubicBezTo>
                    <a:pt x="37" y="128"/>
                    <a:pt x="10" y="102"/>
                    <a:pt x="10" y="69"/>
                  </a:cubicBezTo>
                  <a:cubicBezTo>
                    <a:pt x="10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7" y="138"/>
                    <a:pt x="138" y="107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23" name="Freeform 793">
              <a:extLst>
                <a:ext uri="{FF2B5EF4-FFF2-40B4-BE49-F238E27FC236}">
                  <a16:creationId xmlns:a16="http://schemas.microsoft.com/office/drawing/2014/main" id="{2A7D8BB6-697B-BF88-48AB-C1ED8C7140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47250" y="4573588"/>
              <a:ext cx="41275" cy="41275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70 h 139"/>
                <a:gd name="T4" fmla="*/ 128 w 138"/>
                <a:gd name="T5" fmla="*/ 70 h 139"/>
                <a:gd name="T6" fmla="*/ 69 w 138"/>
                <a:gd name="T7" fmla="*/ 128 h 139"/>
                <a:gd name="T8" fmla="*/ 10 w 138"/>
                <a:gd name="T9" fmla="*/ 70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70 h 139"/>
                <a:gd name="T16" fmla="*/ 69 w 138"/>
                <a:gd name="T17" fmla="*/ 139 h 139"/>
                <a:gd name="T18" fmla="*/ 138 w 138"/>
                <a:gd name="T19" fmla="*/ 70 h 139"/>
                <a:gd name="T20" fmla="*/ 138 w 138"/>
                <a:gd name="T21" fmla="*/ 70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1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1" y="128"/>
                    <a:pt x="69" y="128"/>
                  </a:cubicBezTo>
                  <a:cubicBezTo>
                    <a:pt x="37" y="128"/>
                    <a:pt x="10" y="102"/>
                    <a:pt x="10" y="70"/>
                  </a:cubicBezTo>
                  <a:cubicBezTo>
                    <a:pt x="10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2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7" y="139"/>
                    <a:pt x="138" y="108"/>
                    <a:pt x="138" y="70"/>
                  </a:cubicBezTo>
                  <a:lnTo>
                    <a:pt x="138" y="70"/>
                  </a:lnTo>
                  <a:cubicBezTo>
                    <a:pt x="138" y="32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24" name="Freeform 794">
              <a:extLst>
                <a:ext uri="{FF2B5EF4-FFF2-40B4-BE49-F238E27FC236}">
                  <a16:creationId xmlns:a16="http://schemas.microsoft.com/office/drawing/2014/main" id="{FDEBF3DF-9832-DBB2-BAA6-C8D50B1F56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01225" y="4678363"/>
              <a:ext cx="41275" cy="41275"/>
            </a:xfrm>
            <a:custGeom>
              <a:avLst/>
              <a:gdLst>
                <a:gd name="T0" fmla="*/ 70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70 w 139"/>
                <a:gd name="T7" fmla="*/ 128 h 139"/>
                <a:gd name="T8" fmla="*/ 11 w 139"/>
                <a:gd name="T9" fmla="*/ 69 h 139"/>
                <a:gd name="T10" fmla="*/ 70 w 139"/>
                <a:gd name="T11" fmla="*/ 11 h 139"/>
                <a:gd name="T12" fmla="*/ 70 w 139"/>
                <a:gd name="T13" fmla="*/ 0 h 139"/>
                <a:gd name="T14" fmla="*/ 0 w 139"/>
                <a:gd name="T15" fmla="*/ 69 h 139"/>
                <a:gd name="T16" fmla="*/ 70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70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70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70" y="11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70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25" name="Line 795">
              <a:extLst>
                <a:ext uri="{FF2B5EF4-FFF2-40B4-BE49-F238E27FC236}">
                  <a16:creationId xmlns:a16="http://schemas.microsoft.com/office/drawing/2014/main" id="{B36C6B92-F817-2BFD-5E1C-EA3C0CFB2B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1887538"/>
              <a:ext cx="2417763" cy="2905125"/>
            </a:xfrm>
            <a:prstGeom prst="line">
              <a:avLst/>
            </a:prstGeom>
            <a:noFill/>
            <a:ln w="3175" cap="flat">
              <a:solidFill>
                <a:srgbClr val="0059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26" name="Freeform 796">
              <a:extLst>
                <a:ext uri="{FF2B5EF4-FFF2-40B4-BE49-F238E27FC236}">
                  <a16:creationId xmlns:a16="http://schemas.microsoft.com/office/drawing/2014/main" id="{4DD941F9-09CE-E54F-4C5B-B52144D1C7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85088" y="2493963"/>
              <a:ext cx="26988" cy="26987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27" name="Freeform 797">
              <a:extLst>
                <a:ext uri="{FF2B5EF4-FFF2-40B4-BE49-F238E27FC236}">
                  <a16:creationId xmlns:a16="http://schemas.microsoft.com/office/drawing/2014/main" id="{CEE1DAB2-D590-705F-6BE8-6B22645CCA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28013" y="3176588"/>
              <a:ext cx="26988" cy="26987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28" name="Freeform 798">
              <a:extLst>
                <a:ext uri="{FF2B5EF4-FFF2-40B4-BE49-F238E27FC236}">
                  <a16:creationId xmlns:a16="http://schemas.microsoft.com/office/drawing/2014/main" id="{FD809A6F-7118-A5B3-C483-43B1A9D863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47100" y="3616325"/>
              <a:ext cx="26988" cy="26987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29" name="Freeform 799">
              <a:extLst>
                <a:ext uri="{FF2B5EF4-FFF2-40B4-BE49-F238E27FC236}">
                  <a16:creationId xmlns:a16="http://schemas.microsoft.com/office/drawing/2014/main" id="{D47275B7-3BF0-AF54-2A2C-639002FC69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72525" y="3825875"/>
              <a:ext cx="26988" cy="26987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30" name="Freeform 800">
              <a:extLst>
                <a:ext uri="{FF2B5EF4-FFF2-40B4-BE49-F238E27FC236}">
                  <a16:creationId xmlns:a16="http://schemas.microsoft.com/office/drawing/2014/main" id="{D3DE3010-75CC-D7BF-007F-1B4D141C20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47150" y="3976688"/>
              <a:ext cx="26988" cy="26987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31" name="Freeform 801">
              <a:extLst>
                <a:ext uri="{FF2B5EF4-FFF2-40B4-BE49-F238E27FC236}">
                  <a16:creationId xmlns:a16="http://schemas.microsoft.com/office/drawing/2014/main" id="{73E10377-2628-6953-4312-1D89F36235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90025" y="4219575"/>
              <a:ext cx="26988" cy="25400"/>
            </a:xfrm>
            <a:custGeom>
              <a:avLst/>
              <a:gdLst>
                <a:gd name="T0" fmla="*/ 0 w 17"/>
                <a:gd name="T1" fmla="*/ 0 h 16"/>
                <a:gd name="T2" fmla="*/ 17 w 17"/>
                <a:gd name="T3" fmla="*/ 16 h 16"/>
                <a:gd name="T4" fmla="*/ 0 w 17"/>
                <a:gd name="T5" fmla="*/ 16 h 16"/>
                <a:gd name="T6" fmla="*/ 17 w 17"/>
                <a:gd name="T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6">
                  <a:moveTo>
                    <a:pt x="0" y="0"/>
                  </a:moveTo>
                  <a:lnTo>
                    <a:pt x="17" y="16"/>
                  </a:lnTo>
                  <a:moveTo>
                    <a:pt x="0" y="16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32" name="Freeform 802">
              <a:extLst>
                <a:ext uri="{FF2B5EF4-FFF2-40B4-BE49-F238E27FC236}">
                  <a16:creationId xmlns:a16="http://schemas.microsoft.com/office/drawing/2014/main" id="{D233FA0C-CE18-709C-9A93-F741756F35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10675" y="4348163"/>
              <a:ext cx="26988" cy="26987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33" name="Freeform 803">
              <a:extLst>
                <a:ext uri="{FF2B5EF4-FFF2-40B4-BE49-F238E27FC236}">
                  <a16:creationId xmlns:a16="http://schemas.microsoft.com/office/drawing/2014/main" id="{166F501C-A97B-E38F-5627-C94D4E4338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15450" y="4465638"/>
              <a:ext cx="26988" cy="26987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34" name="Freeform 804">
              <a:extLst>
                <a:ext uri="{FF2B5EF4-FFF2-40B4-BE49-F238E27FC236}">
                  <a16:creationId xmlns:a16="http://schemas.microsoft.com/office/drawing/2014/main" id="{00179FDC-A26E-2E99-BA40-ED15FB0585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07525" y="4564063"/>
              <a:ext cx="26988" cy="26987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35" name="Freeform 805">
              <a:extLst>
                <a:ext uri="{FF2B5EF4-FFF2-40B4-BE49-F238E27FC236}">
                  <a16:creationId xmlns:a16="http://schemas.microsoft.com/office/drawing/2014/main" id="{11BC641D-F878-453B-3919-2CEE3E346C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90075" y="4667250"/>
              <a:ext cx="26988" cy="26987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36" name="Freeform 806">
              <a:extLst>
                <a:ext uri="{FF2B5EF4-FFF2-40B4-BE49-F238E27FC236}">
                  <a16:creationId xmlns:a16="http://schemas.microsoft.com/office/drawing/2014/main" id="{540C7694-396A-AB48-7635-07CA3ABC0C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64688" y="4767263"/>
              <a:ext cx="26988" cy="25400"/>
            </a:xfrm>
            <a:custGeom>
              <a:avLst/>
              <a:gdLst>
                <a:gd name="T0" fmla="*/ 0 w 17"/>
                <a:gd name="T1" fmla="*/ 0 h 16"/>
                <a:gd name="T2" fmla="*/ 17 w 17"/>
                <a:gd name="T3" fmla="*/ 16 h 16"/>
                <a:gd name="T4" fmla="*/ 0 w 17"/>
                <a:gd name="T5" fmla="*/ 16 h 16"/>
                <a:gd name="T6" fmla="*/ 17 w 17"/>
                <a:gd name="T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6">
                  <a:moveTo>
                    <a:pt x="0" y="0"/>
                  </a:moveTo>
                  <a:lnTo>
                    <a:pt x="17" y="16"/>
                  </a:lnTo>
                  <a:moveTo>
                    <a:pt x="0" y="16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37" name="Line 807">
              <a:extLst>
                <a:ext uri="{FF2B5EF4-FFF2-40B4-BE49-F238E27FC236}">
                  <a16:creationId xmlns:a16="http://schemas.microsoft.com/office/drawing/2014/main" id="{C41E7AAB-8E4F-5B52-D410-CB59FA1CEF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297113"/>
              <a:ext cx="2187575" cy="2495550"/>
            </a:xfrm>
            <a:prstGeom prst="line">
              <a:avLst/>
            </a:prstGeom>
            <a:noFill/>
            <a:ln w="3175" cap="flat">
              <a:solidFill>
                <a:srgbClr val="59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38" name="Oval 808">
              <a:extLst>
                <a:ext uri="{FF2B5EF4-FFF2-40B4-BE49-F238E27FC236}">
                  <a16:creationId xmlns:a16="http://schemas.microsoft.com/office/drawing/2014/main" id="{3588F715-5E40-FE1F-5D53-5AE88C7DFF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9975" y="248920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39" name="Oval 809">
              <a:extLst>
                <a:ext uri="{FF2B5EF4-FFF2-40B4-BE49-F238E27FC236}">
                  <a16:creationId xmlns:a16="http://schemas.microsoft.com/office/drawing/2014/main" id="{4D2F902E-A71D-FB7C-44D5-92843B76F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4488" y="297180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40" name="Oval 810">
              <a:extLst>
                <a:ext uri="{FF2B5EF4-FFF2-40B4-BE49-F238E27FC236}">
                  <a16:creationId xmlns:a16="http://schemas.microsoft.com/office/drawing/2014/main" id="{392B58B3-0D08-F79C-7B33-1235B77316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1988" y="3382963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41" name="Oval 811">
              <a:extLst>
                <a:ext uri="{FF2B5EF4-FFF2-40B4-BE49-F238E27FC236}">
                  <a16:creationId xmlns:a16="http://schemas.microsoft.com/office/drawing/2014/main" id="{8D5AE160-5D81-1190-2DAF-6A078E607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7413" y="35782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42" name="Oval 812">
              <a:extLst>
                <a:ext uri="{FF2B5EF4-FFF2-40B4-BE49-F238E27FC236}">
                  <a16:creationId xmlns:a16="http://schemas.microsoft.com/office/drawing/2014/main" id="{0DE66B0F-DC4F-41A7-6522-1CD533CA8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2038" y="3776663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43" name="Oval 813">
              <a:extLst>
                <a:ext uri="{FF2B5EF4-FFF2-40B4-BE49-F238E27FC236}">
                  <a16:creationId xmlns:a16="http://schemas.microsoft.com/office/drawing/2014/main" id="{A7021F10-C90C-FDFF-31B3-ED069F22A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4913" y="39211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44" name="Oval 814">
              <a:extLst>
                <a:ext uri="{FF2B5EF4-FFF2-40B4-BE49-F238E27FC236}">
                  <a16:creationId xmlns:a16="http://schemas.microsoft.com/office/drawing/2014/main" id="{483FDD26-C183-A16F-0B3F-14B65C248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5563" y="4043363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45" name="Oval 815">
              <a:extLst>
                <a:ext uri="{FF2B5EF4-FFF2-40B4-BE49-F238E27FC236}">
                  <a16:creationId xmlns:a16="http://schemas.microsoft.com/office/drawing/2014/main" id="{8C524E7C-956F-F8CC-985D-AA8A2E12C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0338" y="415290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46" name="Oval 816">
              <a:extLst>
                <a:ext uri="{FF2B5EF4-FFF2-40B4-BE49-F238E27FC236}">
                  <a16:creationId xmlns:a16="http://schemas.microsoft.com/office/drawing/2014/main" id="{4CA1E758-8F1F-0049-C335-E9A597B3B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2413" y="424338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47" name="Oval 817">
              <a:extLst>
                <a:ext uri="{FF2B5EF4-FFF2-40B4-BE49-F238E27FC236}">
                  <a16:creationId xmlns:a16="http://schemas.microsoft.com/office/drawing/2014/main" id="{337BE0F3-D1A7-90FB-37C9-CD8E7FCB0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4963" y="430847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48" name="Oval 818">
              <a:extLst>
                <a:ext uri="{FF2B5EF4-FFF2-40B4-BE49-F238E27FC236}">
                  <a16:creationId xmlns:a16="http://schemas.microsoft.com/office/drawing/2014/main" id="{406B511E-56D3-172F-68E4-DE6862B07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1163" y="4389438"/>
              <a:ext cx="12700" cy="14287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49" name="Oval 819">
              <a:extLst>
                <a:ext uri="{FF2B5EF4-FFF2-40B4-BE49-F238E27FC236}">
                  <a16:creationId xmlns:a16="http://schemas.microsoft.com/office/drawing/2014/main" id="{825C2C93-75DD-EA1D-7D73-649C42A7E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7838" y="4487863"/>
              <a:ext cx="14288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50" name="Oval 820">
              <a:extLst>
                <a:ext uri="{FF2B5EF4-FFF2-40B4-BE49-F238E27FC236}">
                  <a16:creationId xmlns:a16="http://schemas.microsoft.com/office/drawing/2014/main" id="{A771F19F-03E8-3825-8942-1F410C9EE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1338" y="454818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51" name="Oval 821">
              <a:extLst>
                <a:ext uri="{FF2B5EF4-FFF2-40B4-BE49-F238E27FC236}">
                  <a16:creationId xmlns:a16="http://schemas.microsoft.com/office/drawing/2014/main" id="{885422BF-35B4-54E9-AE06-577DC2B659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0075" y="461327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52" name="Oval 822">
              <a:extLst>
                <a:ext uri="{FF2B5EF4-FFF2-40B4-BE49-F238E27FC236}">
                  <a16:creationId xmlns:a16="http://schemas.microsoft.com/office/drawing/2014/main" id="{DF344CC4-2E8F-B83E-2F71-9EA1D3D09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4050" y="466090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53" name="Oval 823">
              <a:extLst>
                <a:ext uri="{FF2B5EF4-FFF2-40B4-BE49-F238E27FC236}">
                  <a16:creationId xmlns:a16="http://schemas.microsoft.com/office/drawing/2014/main" id="{6E17894E-668C-5485-A945-8A6BE1C05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4850" y="46958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54" name="Oval 824">
              <a:extLst>
                <a:ext uri="{FF2B5EF4-FFF2-40B4-BE49-F238E27FC236}">
                  <a16:creationId xmlns:a16="http://schemas.microsoft.com/office/drawing/2014/main" id="{6A77DFBE-9195-44B1-4127-5C81E52AD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2475" y="4748213"/>
              <a:ext cx="11113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55" name="Line 825">
              <a:extLst>
                <a:ext uri="{FF2B5EF4-FFF2-40B4-BE49-F238E27FC236}">
                  <a16:creationId xmlns:a16="http://schemas.microsoft.com/office/drawing/2014/main" id="{42A774FC-EF6F-DB5E-D0DF-DAECF70E7A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479675"/>
              <a:ext cx="2259013" cy="2312987"/>
            </a:xfrm>
            <a:prstGeom prst="line">
              <a:avLst/>
            </a:prstGeom>
            <a:noFill/>
            <a:ln w="3175" cap="flat">
              <a:solidFill>
                <a:srgbClr val="00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56" name="Oval 826">
              <a:extLst>
                <a:ext uri="{FF2B5EF4-FFF2-40B4-BE49-F238E27FC236}">
                  <a16:creationId xmlns:a16="http://schemas.microsoft.com/office/drawing/2014/main" id="{74F3B9B2-422B-522B-1E2E-B58D11145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9975" y="22780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57" name="Oval 827">
              <a:extLst>
                <a:ext uri="{FF2B5EF4-FFF2-40B4-BE49-F238E27FC236}">
                  <a16:creationId xmlns:a16="http://schemas.microsoft.com/office/drawing/2014/main" id="{AFBA360D-464B-159F-01B6-11F3DF9D2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4488" y="2633663"/>
              <a:ext cx="12700" cy="14287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58" name="Oval 828">
              <a:extLst>
                <a:ext uri="{FF2B5EF4-FFF2-40B4-BE49-F238E27FC236}">
                  <a16:creationId xmlns:a16="http://schemas.microsoft.com/office/drawing/2014/main" id="{95DB2F32-BAF9-C7A6-7190-4BDF405E1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1988" y="30146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59" name="Oval 829">
              <a:extLst>
                <a:ext uri="{FF2B5EF4-FFF2-40B4-BE49-F238E27FC236}">
                  <a16:creationId xmlns:a16="http://schemas.microsoft.com/office/drawing/2014/main" id="{B310F47F-170C-A410-AB7E-449308D95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7413" y="326072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60" name="Oval 830">
              <a:extLst>
                <a:ext uri="{FF2B5EF4-FFF2-40B4-BE49-F238E27FC236}">
                  <a16:creationId xmlns:a16="http://schemas.microsoft.com/office/drawing/2014/main" id="{09D9B0B9-D96D-44F2-CB1A-634F5AE6C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2038" y="332105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61" name="Oval 831">
              <a:extLst>
                <a:ext uri="{FF2B5EF4-FFF2-40B4-BE49-F238E27FC236}">
                  <a16:creationId xmlns:a16="http://schemas.microsoft.com/office/drawing/2014/main" id="{3C57765D-96AB-AC5D-2B5E-434766815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4913" y="35226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62" name="Oval 832">
              <a:extLst>
                <a:ext uri="{FF2B5EF4-FFF2-40B4-BE49-F238E27FC236}">
                  <a16:creationId xmlns:a16="http://schemas.microsoft.com/office/drawing/2014/main" id="{FB4A9726-7899-5E3A-DA5F-7A452488DA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5563" y="369728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63" name="Oval 833">
              <a:extLst>
                <a:ext uri="{FF2B5EF4-FFF2-40B4-BE49-F238E27FC236}">
                  <a16:creationId xmlns:a16="http://schemas.microsoft.com/office/drawing/2014/main" id="{EBDE6009-A27B-CF06-EA8F-E938316C6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0338" y="379095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64" name="Oval 834">
              <a:extLst>
                <a:ext uri="{FF2B5EF4-FFF2-40B4-BE49-F238E27FC236}">
                  <a16:creationId xmlns:a16="http://schemas.microsoft.com/office/drawing/2014/main" id="{D99F1E37-0EF9-5FDE-5C44-3666F40721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2413" y="386397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65" name="Oval 835">
              <a:extLst>
                <a:ext uri="{FF2B5EF4-FFF2-40B4-BE49-F238E27FC236}">
                  <a16:creationId xmlns:a16="http://schemas.microsoft.com/office/drawing/2014/main" id="{1D6A55B7-4C8B-733D-9377-EF902D70D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4963" y="399097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66" name="Oval 836">
              <a:extLst>
                <a:ext uri="{FF2B5EF4-FFF2-40B4-BE49-F238E27FC236}">
                  <a16:creationId xmlns:a16="http://schemas.microsoft.com/office/drawing/2014/main" id="{AE23CB24-2869-3E58-975D-1C3E18F06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1163" y="410527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67" name="Oval 837">
              <a:extLst>
                <a:ext uri="{FF2B5EF4-FFF2-40B4-BE49-F238E27FC236}">
                  <a16:creationId xmlns:a16="http://schemas.microsoft.com/office/drawing/2014/main" id="{33DCCE5C-DF95-C6EC-6740-D0011AD2D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7838" y="4194175"/>
              <a:ext cx="14288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68" name="Oval 838">
              <a:extLst>
                <a:ext uri="{FF2B5EF4-FFF2-40B4-BE49-F238E27FC236}">
                  <a16:creationId xmlns:a16="http://schemas.microsoft.com/office/drawing/2014/main" id="{CFD4FB42-59D8-58E8-1457-3BEDA22B7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1338" y="425608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69" name="Oval 839">
              <a:extLst>
                <a:ext uri="{FF2B5EF4-FFF2-40B4-BE49-F238E27FC236}">
                  <a16:creationId xmlns:a16="http://schemas.microsoft.com/office/drawing/2014/main" id="{B169BEBE-B63D-CCAD-D25C-F34EE8FCB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0075" y="434975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70" name="Oval 840">
              <a:extLst>
                <a:ext uri="{FF2B5EF4-FFF2-40B4-BE49-F238E27FC236}">
                  <a16:creationId xmlns:a16="http://schemas.microsoft.com/office/drawing/2014/main" id="{A428F8F1-885F-6876-00B9-8B6195C26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4050" y="441960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71" name="Oval 841">
              <a:extLst>
                <a:ext uri="{FF2B5EF4-FFF2-40B4-BE49-F238E27FC236}">
                  <a16:creationId xmlns:a16="http://schemas.microsoft.com/office/drawing/2014/main" id="{CA2E150C-F695-2541-39D2-5DD04DAAF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4850" y="449103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72" name="Oval 842">
              <a:extLst>
                <a:ext uri="{FF2B5EF4-FFF2-40B4-BE49-F238E27FC236}">
                  <a16:creationId xmlns:a16="http://schemas.microsoft.com/office/drawing/2014/main" id="{735F8CAA-BDF7-2F14-13AA-5BC18E458E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2475" y="4565650"/>
              <a:ext cx="11113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73" name="Oval 843">
              <a:extLst>
                <a:ext uri="{FF2B5EF4-FFF2-40B4-BE49-F238E27FC236}">
                  <a16:creationId xmlns:a16="http://schemas.microsoft.com/office/drawing/2014/main" id="{328090CF-B2DF-E73E-616D-EB7D4A56B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6925" y="461962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74" name="Oval 844">
              <a:extLst>
                <a:ext uri="{FF2B5EF4-FFF2-40B4-BE49-F238E27FC236}">
                  <a16:creationId xmlns:a16="http://schemas.microsoft.com/office/drawing/2014/main" id="{4E3DAE11-23C2-B20D-BBAF-D4E802CD7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8200" y="466883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75" name="Oval 845">
              <a:extLst>
                <a:ext uri="{FF2B5EF4-FFF2-40B4-BE49-F238E27FC236}">
                  <a16:creationId xmlns:a16="http://schemas.microsoft.com/office/drawing/2014/main" id="{367A7DDD-AA4C-084D-CF69-6C14C7949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9475" y="4735513"/>
              <a:ext cx="12700" cy="11112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76" name="Oval 846">
              <a:extLst>
                <a:ext uri="{FF2B5EF4-FFF2-40B4-BE49-F238E27FC236}">
                  <a16:creationId xmlns:a16="http://schemas.microsoft.com/office/drawing/2014/main" id="{B5219642-319C-8351-3E26-B132EE7E20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7575" y="475297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77" name="Line 847">
              <a:extLst>
                <a:ext uri="{FF2B5EF4-FFF2-40B4-BE49-F238E27FC236}">
                  <a16:creationId xmlns:a16="http://schemas.microsoft.com/office/drawing/2014/main" id="{897F709F-1F11-1581-31E3-A6FDD7FED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1930400"/>
              <a:ext cx="2433638" cy="2862262"/>
            </a:xfrm>
            <a:prstGeom prst="line">
              <a:avLst/>
            </a:prstGeom>
            <a:noFill/>
            <a:ln w="3175" cap="flat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78" name="Rectangle 848">
              <a:extLst>
                <a:ext uri="{FF2B5EF4-FFF2-40B4-BE49-F238E27FC236}">
                  <a16:creationId xmlns:a16="http://schemas.microsoft.com/office/drawing/2014/main" id="{91FAE5EB-0D01-F913-A4FA-C404507B2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71000" y="2170113"/>
              <a:ext cx="615950" cy="409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79" name="Rectangle 849">
              <a:extLst>
                <a:ext uri="{FF2B5EF4-FFF2-40B4-BE49-F238E27FC236}">
                  <a16:creationId xmlns:a16="http://schemas.microsoft.com/office/drawing/2014/main" id="{038B3CC6-A4DC-9A3A-A365-F62A3F2F9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4838" y="2189163"/>
              <a:ext cx="90488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all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80" name="Oval 850">
              <a:extLst>
                <a:ext uri="{FF2B5EF4-FFF2-40B4-BE49-F238E27FC236}">
                  <a16:creationId xmlns:a16="http://schemas.microsoft.com/office/drawing/2014/main" id="{265D1961-D990-3216-3BE3-BB4A9A299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8950" y="2211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81" name="Rectangle 851">
              <a:extLst>
                <a:ext uri="{FF2B5EF4-FFF2-40B4-BE49-F238E27FC236}">
                  <a16:creationId xmlns:a16="http://schemas.microsoft.com/office/drawing/2014/main" id="{F818C819-65A3-E278-99F1-4762CA9244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4838" y="2270125"/>
              <a:ext cx="385763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diag oppsign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82" name="Freeform 852">
              <a:extLst>
                <a:ext uri="{FF2B5EF4-FFF2-40B4-BE49-F238E27FC236}">
                  <a16:creationId xmlns:a16="http://schemas.microsoft.com/office/drawing/2014/main" id="{412C3871-B786-4CF5-D565-9E548E42E7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64663" y="2274888"/>
              <a:ext cx="41275" cy="42862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83" name="Rectangle 853">
              <a:extLst>
                <a:ext uri="{FF2B5EF4-FFF2-40B4-BE49-F238E27FC236}">
                  <a16:creationId xmlns:a16="http://schemas.microsoft.com/office/drawing/2014/main" id="{06FA36D6-2F0D-9C22-2CD2-F6A70F61EB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4838" y="2346325"/>
              <a:ext cx="433388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diag samesign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84" name="Freeform 854">
              <a:extLst>
                <a:ext uri="{FF2B5EF4-FFF2-40B4-BE49-F238E27FC236}">
                  <a16:creationId xmlns:a16="http://schemas.microsoft.com/office/drawing/2014/main" id="{EF53CE86-1242-6690-B2B6-D3C91B4D70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72600" y="2360613"/>
              <a:ext cx="26988" cy="28575"/>
            </a:xfrm>
            <a:custGeom>
              <a:avLst/>
              <a:gdLst>
                <a:gd name="T0" fmla="*/ 0 w 17"/>
                <a:gd name="T1" fmla="*/ 0 h 18"/>
                <a:gd name="T2" fmla="*/ 17 w 17"/>
                <a:gd name="T3" fmla="*/ 18 h 18"/>
                <a:gd name="T4" fmla="*/ 0 w 17"/>
                <a:gd name="T5" fmla="*/ 18 h 18"/>
                <a:gd name="T6" fmla="*/ 17 w 17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8">
                  <a:moveTo>
                    <a:pt x="0" y="0"/>
                  </a:moveTo>
                  <a:lnTo>
                    <a:pt x="17" y="18"/>
                  </a:lnTo>
                  <a:moveTo>
                    <a:pt x="0" y="18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85" name="Rectangle 855">
              <a:extLst>
                <a:ext uri="{FF2B5EF4-FFF2-40B4-BE49-F238E27FC236}">
                  <a16:creationId xmlns:a16="http://schemas.microsoft.com/office/drawing/2014/main" id="{9E64BD23-B939-6D4F-EE3F-6FD1139B6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4838" y="2427288"/>
              <a:ext cx="133350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vert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86" name="Oval 856">
              <a:extLst>
                <a:ext uri="{FF2B5EF4-FFF2-40B4-BE49-F238E27FC236}">
                  <a16:creationId xmlns:a16="http://schemas.microsoft.com/office/drawing/2014/main" id="{E9B960AA-18A7-57A5-95C8-013B96454E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8950" y="24479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87" name="Rectangle 857">
              <a:extLst>
                <a:ext uri="{FF2B5EF4-FFF2-40B4-BE49-F238E27FC236}">
                  <a16:creationId xmlns:a16="http://schemas.microsoft.com/office/drawing/2014/main" id="{DA502E0A-65E9-FAD3-57C6-50F4D1D5C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4838" y="2503488"/>
              <a:ext cx="1619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horiz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88" name="Oval 858">
              <a:extLst>
                <a:ext uri="{FF2B5EF4-FFF2-40B4-BE49-F238E27FC236}">
                  <a16:creationId xmlns:a16="http://schemas.microsoft.com/office/drawing/2014/main" id="{209F0594-3EFD-0706-B395-436637444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8950" y="252571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89" name="Rectangle 859">
              <a:extLst>
                <a:ext uri="{FF2B5EF4-FFF2-40B4-BE49-F238E27FC236}">
                  <a16:creationId xmlns:a16="http://schemas.microsoft.com/office/drawing/2014/main" id="{9BDEC79E-1799-7C6A-98CE-94496D3E4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71000" y="2170113"/>
              <a:ext cx="615950" cy="409575"/>
            </a:xfrm>
            <a:prstGeom prst="rect">
              <a:avLst/>
            </a:prstGeom>
            <a:noFill/>
            <a:ln w="3175" cap="flat">
              <a:solidFill>
                <a:srgbClr val="26262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90" name="Rectangle 860">
              <a:extLst>
                <a:ext uri="{FF2B5EF4-FFF2-40B4-BE49-F238E27FC236}">
                  <a16:creationId xmlns:a16="http://schemas.microsoft.com/office/drawing/2014/main" id="{D8CD9CE6-2945-AB53-C2DB-1D936697B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9125" y="5121275"/>
              <a:ext cx="2597150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bonedatabase pad=1 whiten=per view (subj wtd) marg=1 pxlmean 0 roimean 1 cosbell 1 gen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91" name="Rectangle 861">
              <a:extLst>
                <a:ext uri="{FF2B5EF4-FFF2-40B4-BE49-F238E27FC236}">
                  <a16:creationId xmlns:a16="http://schemas.microsoft.com/office/drawing/2014/main" id="{5F37503D-C934-8F54-F0F2-2FE04C090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2938" y="5021263"/>
              <a:ext cx="452438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std (N=2 R=64)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492" name="Group 4491">
            <a:extLst>
              <a:ext uri="{FF2B5EF4-FFF2-40B4-BE49-F238E27FC236}">
                <a16:creationId xmlns:a16="http://schemas.microsoft.com/office/drawing/2014/main" id="{3945F0AC-C7D9-82CB-03F2-047FB1E50410}"/>
              </a:ext>
            </a:extLst>
          </p:cNvPr>
          <p:cNvGrpSpPr>
            <a:grpSpLocks noChangeAspect="1"/>
          </p:cNvGrpSpPr>
          <p:nvPr/>
        </p:nvGrpSpPr>
        <p:grpSpPr>
          <a:xfrm>
            <a:off x="3153900" y="3677479"/>
            <a:ext cx="1861311" cy="1933633"/>
            <a:chOff x="6259513" y="1881188"/>
            <a:chExt cx="3717925" cy="3862387"/>
          </a:xfrm>
        </p:grpSpPr>
        <p:sp>
          <p:nvSpPr>
            <p:cNvPr id="4493" name="Line 91">
              <a:extLst>
                <a:ext uri="{FF2B5EF4-FFF2-40B4-BE49-F238E27FC236}">
                  <a16:creationId xmlns:a16="http://schemas.microsoft.com/office/drawing/2014/main" id="{32E24041-2496-A5D4-33FB-EBF342341A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5329238"/>
              <a:ext cx="32607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94" name="Line 92">
              <a:extLst>
                <a:ext uri="{FF2B5EF4-FFF2-40B4-BE49-F238E27FC236}">
                  <a16:creationId xmlns:a16="http://schemas.microsoft.com/office/drawing/2014/main" id="{715F5731-362F-D8CA-F9C1-9982EAC53D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1881188"/>
              <a:ext cx="32607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95" name="Line 93">
              <a:extLst>
                <a:ext uri="{FF2B5EF4-FFF2-40B4-BE49-F238E27FC236}">
                  <a16:creationId xmlns:a16="http://schemas.microsoft.com/office/drawing/2014/main" id="{EE4CCB59-2C34-02D5-1365-5EA56E24E2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10388" y="5294313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96" name="Line 94">
              <a:extLst>
                <a:ext uri="{FF2B5EF4-FFF2-40B4-BE49-F238E27FC236}">
                  <a16:creationId xmlns:a16="http://schemas.microsoft.com/office/drawing/2014/main" id="{9D68D9E3-1985-B6B2-7E2C-86461C6986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15375" y="5294313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97" name="Line 95">
              <a:extLst>
                <a:ext uri="{FF2B5EF4-FFF2-40B4-BE49-F238E27FC236}">
                  <a16:creationId xmlns:a16="http://schemas.microsoft.com/office/drawing/2014/main" id="{DD62A1F9-E9AC-1B7D-4010-5C1CD178BB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10388" y="1881188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98" name="Line 96">
              <a:extLst>
                <a:ext uri="{FF2B5EF4-FFF2-40B4-BE49-F238E27FC236}">
                  <a16:creationId xmlns:a16="http://schemas.microsoft.com/office/drawing/2014/main" id="{16EEB3D3-84A2-7A7D-8B16-A796F0C0A8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15375" y="1881188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99" name="Line 97">
              <a:extLst>
                <a:ext uri="{FF2B5EF4-FFF2-40B4-BE49-F238E27FC236}">
                  <a16:creationId xmlns:a16="http://schemas.microsoft.com/office/drawing/2014/main" id="{E15A8CDA-6732-E57C-DE5D-59EEC82974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35763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0" name="Line 98">
              <a:extLst>
                <a:ext uri="{FF2B5EF4-FFF2-40B4-BE49-F238E27FC236}">
                  <a16:creationId xmlns:a16="http://schemas.microsoft.com/office/drawing/2014/main" id="{6DF3AEEC-4CF8-26EC-DE80-FF65D2C374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27838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1" name="Line 99">
              <a:extLst>
                <a:ext uri="{FF2B5EF4-FFF2-40B4-BE49-F238E27FC236}">
                  <a16:creationId xmlns:a16="http://schemas.microsoft.com/office/drawing/2014/main" id="{55B1C96B-78FB-3C5D-7E55-20342082D7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10388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2" name="Line 100">
              <a:extLst>
                <a:ext uri="{FF2B5EF4-FFF2-40B4-BE49-F238E27FC236}">
                  <a16:creationId xmlns:a16="http://schemas.microsoft.com/office/drawing/2014/main" id="{0B4B601A-59D4-F5D3-A35F-EDC1DEB16B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54900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3" name="Line 101">
              <a:extLst>
                <a:ext uri="{FF2B5EF4-FFF2-40B4-BE49-F238E27FC236}">
                  <a16:creationId xmlns:a16="http://schemas.microsoft.com/office/drawing/2014/main" id="{C70F230F-29DD-F597-C75A-B1461EE8C2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72400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4" name="Line 102">
              <a:extLst>
                <a:ext uri="{FF2B5EF4-FFF2-40B4-BE49-F238E27FC236}">
                  <a16:creationId xmlns:a16="http://schemas.microsoft.com/office/drawing/2014/main" id="{05A66941-C7D2-F860-21F6-67052EBFAE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97825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5" name="Line 103">
              <a:extLst>
                <a:ext uri="{FF2B5EF4-FFF2-40B4-BE49-F238E27FC236}">
                  <a16:creationId xmlns:a16="http://schemas.microsoft.com/office/drawing/2014/main" id="{EBCBE1FC-9A85-C095-D457-FE64B63777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72450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6" name="Line 104">
              <a:extLst>
                <a:ext uri="{FF2B5EF4-FFF2-40B4-BE49-F238E27FC236}">
                  <a16:creationId xmlns:a16="http://schemas.microsoft.com/office/drawing/2014/main" id="{F034FBBF-FEDB-C594-F8EC-BF9BBFD9C7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15325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7" name="Line 105">
              <a:extLst>
                <a:ext uri="{FF2B5EF4-FFF2-40B4-BE49-F238E27FC236}">
                  <a16:creationId xmlns:a16="http://schemas.microsoft.com/office/drawing/2014/main" id="{76F77D25-249E-2073-A3ED-62D708DAEC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35975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8" name="Line 106">
              <a:extLst>
                <a:ext uri="{FF2B5EF4-FFF2-40B4-BE49-F238E27FC236}">
                  <a16:creationId xmlns:a16="http://schemas.microsoft.com/office/drawing/2014/main" id="{1678FD85-4C95-3577-1C38-6D650080C8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40750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9" name="Line 107">
              <a:extLst>
                <a:ext uri="{FF2B5EF4-FFF2-40B4-BE49-F238E27FC236}">
                  <a16:creationId xmlns:a16="http://schemas.microsoft.com/office/drawing/2014/main" id="{1CA40D46-E3DE-5B56-D305-FB50AEB2CC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32825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0" name="Line 108">
              <a:extLst>
                <a:ext uri="{FF2B5EF4-FFF2-40B4-BE49-F238E27FC236}">
                  <a16:creationId xmlns:a16="http://schemas.microsoft.com/office/drawing/2014/main" id="{CD4354BD-7798-2F2D-625D-1A75D77F41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15375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1" name="Line 109">
              <a:extLst>
                <a:ext uri="{FF2B5EF4-FFF2-40B4-BE49-F238E27FC236}">
                  <a16:creationId xmlns:a16="http://schemas.microsoft.com/office/drawing/2014/main" id="{4D68E87C-E089-143F-8F17-AE100E313E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59888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2" name="Line 110">
              <a:extLst>
                <a:ext uri="{FF2B5EF4-FFF2-40B4-BE49-F238E27FC236}">
                  <a16:creationId xmlns:a16="http://schemas.microsoft.com/office/drawing/2014/main" id="{3B07D8A8-3040-E8F1-117C-7061BD0AFE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77388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3" name="Line 111">
              <a:extLst>
                <a:ext uri="{FF2B5EF4-FFF2-40B4-BE49-F238E27FC236}">
                  <a16:creationId xmlns:a16="http://schemas.microsoft.com/office/drawing/2014/main" id="{F53247D9-037C-6F1A-C3E0-99CB1DDC68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802813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4" name="Line 112">
              <a:extLst>
                <a:ext uri="{FF2B5EF4-FFF2-40B4-BE49-F238E27FC236}">
                  <a16:creationId xmlns:a16="http://schemas.microsoft.com/office/drawing/2014/main" id="{1125C119-FE97-6D10-A120-3BE29E780B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977438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5" name="Line 113">
              <a:extLst>
                <a:ext uri="{FF2B5EF4-FFF2-40B4-BE49-F238E27FC236}">
                  <a16:creationId xmlns:a16="http://schemas.microsoft.com/office/drawing/2014/main" id="{A2D0B037-806C-A47C-4679-F05E633465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35763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6" name="Line 114">
              <a:extLst>
                <a:ext uri="{FF2B5EF4-FFF2-40B4-BE49-F238E27FC236}">
                  <a16:creationId xmlns:a16="http://schemas.microsoft.com/office/drawing/2014/main" id="{B20D15AB-08D0-D5C2-7BCB-25E931355A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27838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7" name="Line 115">
              <a:extLst>
                <a:ext uri="{FF2B5EF4-FFF2-40B4-BE49-F238E27FC236}">
                  <a16:creationId xmlns:a16="http://schemas.microsoft.com/office/drawing/2014/main" id="{54CCBD7C-57DE-181C-FA5B-3D624822BC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10388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8" name="Line 116">
              <a:extLst>
                <a:ext uri="{FF2B5EF4-FFF2-40B4-BE49-F238E27FC236}">
                  <a16:creationId xmlns:a16="http://schemas.microsoft.com/office/drawing/2014/main" id="{85FDE96E-A3C0-E3C4-1429-0F283C8CF1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54900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9" name="Line 117">
              <a:extLst>
                <a:ext uri="{FF2B5EF4-FFF2-40B4-BE49-F238E27FC236}">
                  <a16:creationId xmlns:a16="http://schemas.microsoft.com/office/drawing/2014/main" id="{0C0BB55E-45EF-9108-A67F-C831815AA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72400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20" name="Line 118">
              <a:extLst>
                <a:ext uri="{FF2B5EF4-FFF2-40B4-BE49-F238E27FC236}">
                  <a16:creationId xmlns:a16="http://schemas.microsoft.com/office/drawing/2014/main" id="{ABF62210-3A5B-8F20-54DA-5B4E2F5464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7825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21" name="Line 119">
              <a:extLst>
                <a:ext uri="{FF2B5EF4-FFF2-40B4-BE49-F238E27FC236}">
                  <a16:creationId xmlns:a16="http://schemas.microsoft.com/office/drawing/2014/main" id="{BCBA561C-DF26-FFC5-80E2-D6FF910A38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72450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22" name="Line 120">
              <a:extLst>
                <a:ext uri="{FF2B5EF4-FFF2-40B4-BE49-F238E27FC236}">
                  <a16:creationId xmlns:a16="http://schemas.microsoft.com/office/drawing/2014/main" id="{5F5F6388-A31E-1E49-F170-D267B90A91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15325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23" name="Line 121">
              <a:extLst>
                <a:ext uri="{FF2B5EF4-FFF2-40B4-BE49-F238E27FC236}">
                  <a16:creationId xmlns:a16="http://schemas.microsoft.com/office/drawing/2014/main" id="{DC4BE65E-60E1-1C4C-1918-F3481E1E93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35975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24" name="Line 122">
              <a:extLst>
                <a:ext uri="{FF2B5EF4-FFF2-40B4-BE49-F238E27FC236}">
                  <a16:creationId xmlns:a16="http://schemas.microsoft.com/office/drawing/2014/main" id="{BC80A959-3308-2347-F2D0-9F6CD1E97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40750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25" name="Line 123">
              <a:extLst>
                <a:ext uri="{FF2B5EF4-FFF2-40B4-BE49-F238E27FC236}">
                  <a16:creationId xmlns:a16="http://schemas.microsoft.com/office/drawing/2014/main" id="{58E10F1B-852D-0E5D-01C0-0A277AC040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32825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26" name="Line 124">
              <a:extLst>
                <a:ext uri="{FF2B5EF4-FFF2-40B4-BE49-F238E27FC236}">
                  <a16:creationId xmlns:a16="http://schemas.microsoft.com/office/drawing/2014/main" id="{A61EE2BC-CD4E-8B95-ECA1-FFD0A4F2E8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15375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27" name="Line 125">
              <a:extLst>
                <a:ext uri="{FF2B5EF4-FFF2-40B4-BE49-F238E27FC236}">
                  <a16:creationId xmlns:a16="http://schemas.microsoft.com/office/drawing/2014/main" id="{72AC3D77-FE37-9DCA-FC32-59EE9982B6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59888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28" name="Line 126">
              <a:extLst>
                <a:ext uri="{FF2B5EF4-FFF2-40B4-BE49-F238E27FC236}">
                  <a16:creationId xmlns:a16="http://schemas.microsoft.com/office/drawing/2014/main" id="{950F2D4A-C1BE-CFA3-E3B4-CAF8E9C05C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77388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29" name="Line 127">
              <a:extLst>
                <a:ext uri="{FF2B5EF4-FFF2-40B4-BE49-F238E27FC236}">
                  <a16:creationId xmlns:a16="http://schemas.microsoft.com/office/drawing/2014/main" id="{5E83D849-9BE5-62A1-2FA5-3F7EE39073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02813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30" name="Line 128">
              <a:extLst>
                <a:ext uri="{FF2B5EF4-FFF2-40B4-BE49-F238E27FC236}">
                  <a16:creationId xmlns:a16="http://schemas.microsoft.com/office/drawing/2014/main" id="{8F8ACA98-4A23-6C2D-C1CC-DC93356877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77438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31" name="Rectangle 129">
              <a:extLst>
                <a:ext uri="{FF2B5EF4-FFF2-40B4-BE49-F238E27FC236}">
                  <a16:creationId xmlns:a16="http://schemas.microsoft.com/office/drawing/2014/main" id="{7C85F22B-6F21-23D3-19C2-F158E55E8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0063" y="5376863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32" name="Rectangle 130">
              <a:extLst>
                <a:ext uri="{FF2B5EF4-FFF2-40B4-BE49-F238E27FC236}">
                  <a16:creationId xmlns:a16="http://schemas.microsoft.com/office/drawing/2014/main" id="{CA9CA9BD-0BBE-A354-A700-E9983251B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1500" y="5357813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33" name="Rectangle 131">
              <a:extLst>
                <a:ext uri="{FF2B5EF4-FFF2-40B4-BE49-F238E27FC236}">
                  <a16:creationId xmlns:a16="http://schemas.microsoft.com/office/drawing/2014/main" id="{0548E644-585E-0D9B-83B2-4570207EF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51875" y="5376863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34" name="Rectangle 132">
              <a:extLst>
                <a:ext uri="{FF2B5EF4-FFF2-40B4-BE49-F238E27FC236}">
                  <a16:creationId xmlns:a16="http://schemas.microsoft.com/office/drawing/2014/main" id="{CABE5D0A-2E63-9D4A-D3FC-4B054D4F0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3313" y="5357813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35" name="Rectangle 133">
              <a:extLst>
                <a:ext uri="{FF2B5EF4-FFF2-40B4-BE49-F238E27FC236}">
                  <a16:creationId xmlns:a16="http://schemas.microsoft.com/office/drawing/2014/main" id="{7C8DBBE2-07D5-E28A-F2A3-30FCA6381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2275" y="5467350"/>
              <a:ext cx="728662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cycles per pixel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36" name="Line 134">
              <a:extLst>
                <a:ext uri="{FF2B5EF4-FFF2-40B4-BE49-F238E27FC236}">
                  <a16:creationId xmlns:a16="http://schemas.microsoft.com/office/drawing/2014/main" id="{C5B9C86A-4E72-B35D-A181-4207C30875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16713" y="1881188"/>
              <a:ext cx="0" cy="34480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37" name="Line 135">
              <a:extLst>
                <a:ext uri="{FF2B5EF4-FFF2-40B4-BE49-F238E27FC236}">
                  <a16:creationId xmlns:a16="http://schemas.microsoft.com/office/drawing/2014/main" id="{F1BA76B7-6A50-7609-E248-D32B5CF49E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977438" y="1881188"/>
              <a:ext cx="0" cy="34480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38" name="Line 136">
              <a:extLst>
                <a:ext uri="{FF2B5EF4-FFF2-40B4-BE49-F238E27FC236}">
                  <a16:creationId xmlns:a16="http://schemas.microsoft.com/office/drawing/2014/main" id="{3E7E6930-F7FA-ACB7-7F70-20FD20B5EE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5329238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39" name="Line 137">
              <a:extLst>
                <a:ext uri="{FF2B5EF4-FFF2-40B4-BE49-F238E27FC236}">
                  <a16:creationId xmlns:a16="http://schemas.microsoft.com/office/drawing/2014/main" id="{9F4683EE-F0A0-A5B7-CB84-F654C636CA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702175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0" name="Line 138">
              <a:extLst>
                <a:ext uri="{FF2B5EF4-FFF2-40B4-BE49-F238E27FC236}">
                  <a16:creationId xmlns:a16="http://schemas.microsoft.com/office/drawing/2014/main" id="{CDE7D30B-F7FA-A99D-B940-1A241EA6B9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075113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1" name="Line 139">
              <a:extLst>
                <a:ext uri="{FF2B5EF4-FFF2-40B4-BE49-F238E27FC236}">
                  <a16:creationId xmlns:a16="http://schemas.microsoft.com/office/drawing/2014/main" id="{F7C5B629-AAFE-9F2B-2DDA-FBD3C9509E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448050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2" name="Line 140">
              <a:extLst>
                <a:ext uri="{FF2B5EF4-FFF2-40B4-BE49-F238E27FC236}">
                  <a16:creationId xmlns:a16="http://schemas.microsoft.com/office/drawing/2014/main" id="{06B0014A-1085-40B2-12D0-398876FF47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820988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3" name="Line 141">
              <a:extLst>
                <a:ext uri="{FF2B5EF4-FFF2-40B4-BE49-F238E27FC236}">
                  <a16:creationId xmlns:a16="http://schemas.microsoft.com/office/drawing/2014/main" id="{B0C4EF40-FBB8-A135-22F6-1045AE4DD7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195513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4" name="Line 142">
              <a:extLst>
                <a:ext uri="{FF2B5EF4-FFF2-40B4-BE49-F238E27FC236}">
                  <a16:creationId xmlns:a16="http://schemas.microsoft.com/office/drawing/2014/main" id="{89159D53-9726-21FF-55F7-F1B41A7017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42513" y="5329238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5" name="Line 143">
              <a:extLst>
                <a:ext uri="{FF2B5EF4-FFF2-40B4-BE49-F238E27FC236}">
                  <a16:creationId xmlns:a16="http://schemas.microsoft.com/office/drawing/2014/main" id="{83115C40-AA2E-5D3C-631A-28E3E6B0BF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42513" y="4702175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6" name="Line 144">
              <a:extLst>
                <a:ext uri="{FF2B5EF4-FFF2-40B4-BE49-F238E27FC236}">
                  <a16:creationId xmlns:a16="http://schemas.microsoft.com/office/drawing/2014/main" id="{39C5A1E1-3F49-ED24-2486-CBA7379B1F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42513" y="4075113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7" name="Line 145">
              <a:extLst>
                <a:ext uri="{FF2B5EF4-FFF2-40B4-BE49-F238E27FC236}">
                  <a16:creationId xmlns:a16="http://schemas.microsoft.com/office/drawing/2014/main" id="{F656E543-16F7-6727-8C9E-F69A57F0D1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42513" y="3448050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8" name="Line 146">
              <a:extLst>
                <a:ext uri="{FF2B5EF4-FFF2-40B4-BE49-F238E27FC236}">
                  <a16:creationId xmlns:a16="http://schemas.microsoft.com/office/drawing/2014/main" id="{B34ABD1A-CBAF-CBA7-E24F-365FF6639C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42513" y="2820988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9" name="Line 147">
              <a:extLst>
                <a:ext uri="{FF2B5EF4-FFF2-40B4-BE49-F238E27FC236}">
                  <a16:creationId xmlns:a16="http://schemas.microsoft.com/office/drawing/2014/main" id="{93EE3FD4-FD46-58E0-C340-26AFC6CDDA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42513" y="2195513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50" name="Line 148">
              <a:extLst>
                <a:ext uri="{FF2B5EF4-FFF2-40B4-BE49-F238E27FC236}">
                  <a16:creationId xmlns:a16="http://schemas.microsoft.com/office/drawing/2014/main" id="{1FF254DA-5449-184D-D4DE-49CB34FD34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53292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51" name="Line 149">
              <a:extLst>
                <a:ext uri="{FF2B5EF4-FFF2-40B4-BE49-F238E27FC236}">
                  <a16:creationId xmlns:a16="http://schemas.microsoft.com/office/drawing/2014/main" id="{577E3C91-3A44-98CB-C7DB-7F1290B9AD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51403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52" name="Line 150">
              <a:extLst>
                <a:ext uri="{FF2B5EF4-FFF2-40B4-BE49-F238E27FC236}">
                  <a16:creationId xmlns:a16="http://schemas.microsoft.com/office/drawing/2014/main" id="{5CCB2E4D-63E2-3877-055C-5877FB343E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50292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53" name="Line 151">
              <a:extLst>
                <a:ext uri="{FF2B5EF4-FFF2-40B4-BE49-F238E27FC236}">
                  <a16:creationId xmlns:a16="http://schemas.microsoft.com/office/drawing/2014/main" id="{BFAF102B-467F-90F6-41EA-99A1BA2FCF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9514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54" name="Line 152">
              <a:extLst>
                <a:ext uri="{FF2B5EF4-FFF2-40B4-BE49-F238E27FC236}">
                  <a16:creationId xmlns:a16="http://schemas.microsoft.com/office/drawing/2014/main" id="{414AF8B9-6ACB-60CA-12E4-69C2A318A8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8910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55" name="Line 153">
              <a:extLst>
                <a:ext uri="{FF2B5EF4-FFF2-40B4-BE49-F238E27FC236}">
                  <a16:creationId xmlns:a16="http://schemas.microsoft.com/office/drawing/2014/main" id="{E7D3BAA7-9CF8-011B-22F5-7A754D8A90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8418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56" name="Line 154">
              <a:extLst>
                <a:ext uri="{FF2B5EF4-FFF2-40B4-BE49-F238E27FC236}">
                  <a16:creationId xmlns:a16="http://schemas.microsoft.com/office/drawing/2014/main" id="{682E01A9-58E5-2FD7-9A7E-F0F9B6D250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7990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57" name="Line 155">
              <a:extLst>
                <a:ext uri="{FF2B5EF4-FFF2-40B4-BE49-F238E27FC236}">
                  <a16:creationId xmlns:a16="http://schemas.microsoft.com/office/drawing/2014/main" id="{91F31D26-72D2-3CBC-3ACC-FE40AEB46F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7625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58" name="Line 156">
              <a:extLst>
                <a:ext uri="{FF2B5EF4-FFF2-40B4-BE49-F238E27FC236}">
                  <a16:creationId xmlns:a16="http://schemas.microsoft.com/office/drawing/2014/main" id="{04EB8A60-FD9D-DBEC-B9C7-397466CC4C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7307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59" name="Line 157">
              <a:extLst>
                <a:ext uri="{FF2B5EF4-FFF2-40B4-BE49-F238E27FC236}">
                  <a16:creationId xmlns:a16="http://schemas.microsoft.com/office/drawing/2014/main" id="{E9850A91-6A0B-CF6D-FC53-A1D19DE17B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7021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60" name="Line 158">
              <a:extLst>
                <a:ext uri="{FF2B5EF4-FFF2-40B4-BE49-F238E27FC236}">
                  <a16:creationId xmlns:a16="http://schemas.microsoft.com/office/drawing/2014/main" id="{47BB3CA1-3173-8337-7176-C1710425FB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5132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61" name="Line 159">
              <a:extLst>
                <a:ext uri="{FF2B5EF4-FFF2-40B4-BE49-F238E27FC236}">
                  <a16:creationId xmlns:a16="http://schemas.microsoft.com/office/drawing/2014/main" id="{471A8A44-4ADB-F06C-3DE3-C514FC8670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4037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62" name="Line 160">
              <a:extLst>
                <a:ext uri="{FF2B5EF4-FFF2-40B4-BE49-F238E27FC236}">
                  <a16:creationId xmlns:a16="http://schemas.microsoft.com/office/drawing/2014/main" id="{CEB1F8D9-83D2-5947-415D-09190EA5B2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3243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63" name="Line 161">
              <a:extLst>
                <a:ext uri="{FF2B5EF4-FFF2-40B4-BE49-F238E27FC236}">
                  <a16:creationId xmlns:a16="http://schemas.microsoft.com/office/drawing/2014/main" id="{0A780B65-CB70-8BF3-4F82-21E6896C4B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2640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64" name="Line 162">
              <a:extLst>
                <a:ext uri="{FF2B5EF4-FFF2-40B4-BE49-F238E27FC236}">
                  <a16:creationId xmlns:a16="http://schemas.microsoft.com/office/drawing/2014/main" id="{8B5773C7-E6A7-6254-4114-B6DA665BF4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2148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65" name="Line 163">
              <a:extLst>
                <a:ext uri="{FF2B5EF4-FFF2-40B4-BE49-F238E27FC236}">
                  <a16:creationId xmlns:a16="http://schemas.microsoft.com/office/drawing/2014/main" id="{7BAC7999-CF50-B0CF-687C-7CC252E53D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1719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66" name="Line 164">
              <a:extLst>
                <a:ext uri="{FF2B5EF4-FFF2-40B4-BE49-F238E27FC236}">
                  <a16:creationId xmlns:a16="http://schemas.microsoft.com/office/drawing/2014/main" id="{64D3E840-DF52-6C00-58E1-11066356E9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1354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67" name="Line 165">
              <a:extLst>
                <a:ext uri="{FF2B5EF4-FFF2-40B4-BE49-F238E27FC236}">
                  <a16:creationId xmlns:a16="http://schemas.microsoft.com/office/drawing/2014/main" id="{72FCEDC2-542D-D406-CF92-DF911D20CC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1036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68" name="Line 166">
              <a:extLst>
                <a:ext uri="{FF2B5EF4-FFF2-40B4-BE49-F238E27FC236}">
                  <a16:creationId xmlns:a16="http://schemas.microsoft.com/office/drawing/2014/main" id="{A6201006-466F-3762-1643-754D1116FA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0751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69" name="Line 167">
              <a:extLst>
                <a:ext uri="{FF2B5EF4-FFF2-40B4-BE49-F238E27FC236}">
                  <a16:creationId xmlns:a16="http://schemas.microsoft.com/office/drawing/2014/main" id="{50AB382D-86AA-1FCA-B8FA-7D531591E8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8862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70" name="Line 168">
              <a:extLst>
                <a:ext uri="{FF2B5EF4-FFF2-40B4-BE49-F238E27FC236}">
                  <a16:creationId xmlns:a16="http://schemas.microsoft.com/office/drawing/2014/main" id="{60780DDB-A0AB-832C-1CD3-D59CC9CDF3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7766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71" name="Line 169">
              <a:extLst>
                <a:ext uri="{FF2B5EF4-FFF2-40B4-BE49-F238E27FC236}">
                  <a16:creationId xmlns:a16="http://schemas.microsoft.com/office/drawing/2014/main" id="{4904D39E-E8D8-D457-7D91-3F674A1CCE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6988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72" name="Line 170">
              <a:extLst>
                <a:ext uri="{FF2B5EF4-FFF2-40B4-BE49-F238E27FC236}">
                  <a16:creationId xmlns:a16="http://schemas.microsoft.com/office/drawing/2014/main" id="{A2297F2B-C267-82C6-D4E7-A6A014E06C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6369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73" name="Line 171">
              <a:extLst>
                <a:ext uri="{FF2B5EF4-FFF2-40B4-BE49-F238E27FC236}">
                  <a16:creationId xmlns:a16="http://schemas.microsoft.com/office/drawing/2014/main" id="{A6CCBA35-C234-1F5F-F4F5-E3BF0377E9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5877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74" name="Line 172">
              <a:extLst>
                <a:ext uri="{FF2B5EF4-FFF2-40B4-BE49-F238E27FC236}">
                  <a16:creationId xmlns:a16="http://schemas.microsoft.com/office/drawing/2014/main" id="{7AFAA757-A17D-CAD0-93B6-9C81666D2F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5448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75" name="Line 173">
              <a:extLst>
                <a:ext uri="{FF2B5EF4-FFF2-40B4-BE49-F238E27FC236}">
                  <a16:creationId xmlns:a16="http://schemas.microsoft.com/office/drawing/2014/main" id="{62772955-7A8D-642A-36B2-E6A63B0C98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5099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76" name="Line 174">
              <a:extLst>
                <a:ext uri="{FF2B5EF4-FFF2-40B4-BE49-F238E27FC236}">
                  <a16:creationId xmlns:a16="http://schemas.microsoft.com/office/drawing/2014/main" id="{A74D6EAE-888F-3046-8BBE-05B4F9740E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4766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77" name="Line 175">
              <a:extLst>
                <a:ext uri="{FF2B5EF4-FFF2-40B4-BE49-F238E27FC236}">
                  <a16:creationId xmlns:a16="http://schemas.microsoft.com/office/drawing/2014/main" id="{F4CF202E-2917-394D-2623-FF031251B3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4480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78" name="Line 176">
              <a:extLst>
                <a:ext uri="{FF2B5EF4-FFF2-40B4-BE49-F238E27FC236}">
                  <a16:creationId xmlns:a16="http://schemas.microsoft.com/office/drawing/2014/main" id="{D66DE346-AC12-DF3E-C7DC-684EB7DCDA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2607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79" name="Line 177">
              <a:extLst>
                <a:ext uri="{FF2B5EF4-FFF2-40B4-BE49-F238E27FC236}">
                  <a16:creationId xmlns:a16="http://schemas.microsoft.com/office/drawing/2014/main" id="{A8345969-4746-400A-BA6D-AED288A4EA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1496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80" name="Line 178">
              <a:extLst>
                <a:ext uri="{FF2B5EF4-FFF2-40B4-BE49-F238E27FC236}">
                  <a16:creationId xmlns:a16="http://schemas.microsoft.com/office/drawing/2014/main" id="{173E4A4C-05B0-FDB7-B7CF-DA28AF1289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0718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81" name="Line 179">
              <a:extLst>
                <a:ext uri="{FF2B5EF4-FFF2-40B4-BE49-F238E27FC236}">
                  <a16:creationId xmlns:a16="http://schemas.microsoft.com/office/drawing/2014/main" id="{636AD358-7760-7043-95E5-C670ADC03C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0099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82" name="Line 180">
              <a:extLst>
                <a:ext uri="{FF2B5EF4-FFF2-40B4-BE49-F238E27FC236}">
                  <a16:creationId xmlns:a16="http://schemas.microsoft.com/office/drawing/2014/main" id="{F2ABF1FE-E317-A247-EB03-343BA2FF0B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9606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83" name="Line 181">
              <a:extLst>
                <a:ext uri="{FF2B5EF4-FFF2-40B4-BE49-F238E27FC236}">
                  <a16:creationId xmlns:a16="http://schemas.microsoft.com/office/drawing/2014/main" id="{4B04595B-F7CD-AB4B-8DDD-39FE58CB5B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9194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84" name="Line 182">
              <a:extLst>
                <a:ext uri="{FF2B5EF4-FFF2-40B4-BE49-F238E27FC236}">
                  <a16:creationId xmlns:a16="http://schemas.microsoft.com/office/drawing/2014/main" id="{3202F1D8-0A51-9A09-CA02-3BCCD3F7DB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8829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85" name="Line 183">
              <a:extLst>
                <a:ext uri="{FF2B5EF4-FFF2-40B4-BE49-F238E27FC236}">
                  <a16:creationId xmlns:a16="http://schemas.microsoft.com/office/drawing/2014/main" id="{CEFD1CEA-29F5-F840-F9D9-0D1362E52F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8511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86" name="Line 184">
              <a:extLst>
                <a:ext uri="{FF2B5EF4-FFF2-40B4-BE49-F238E27FC236}">
                  <a16:creationId xmlns:a16="http://schemas.microsoft.com/office/drawing/2014/main" id="{121E0BEC-E0E2-629A-30F7-1DD59578F2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8209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87" name="Line 185">
              <a:extLst>
                <a:ext uri="{FF2B5EF4-FFF2-40B4-BE49-F238E27FC236}">
                  <a16:creationId xmlns:a16="http://schemas.microsoft.com/office/drawing/2014/main" id="{BE9ADAAF-8583-53CD-4824-A4B0B680D6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6336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88" name="Line 186">
              <a:extLst>
                <a:ext uri="{FF2B5EF4-FFF2-40B4-BE49-F238E27FC236}">
                  <a16:creationId xmlns:a16="http://schemas.microsoft.com/office/drawing/2014/main" id="{6A6FE9D3-4E71-889E-E21B-EDFA283786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5225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89" name="Line 187">
              <a:extLst>
                <a:ext uri="{FF2B5EF4-FFF2-40B4-BE49-F238E27FC236}">
                  <a16:creationId xmlns:a16="http://schemas.microsoft.com/office/drawing/2014/main" id="{11AF1F21-FE89-ABD8-C28B-283C046E4C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4447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0" name="Line 188">
              <a:extLst>
                <a:ext uri="{FF2B5EF4-FFF2-40B4-BE49-F238E27FC236}">
                  <a16:creationId xmlns:a16="http://schemas.microsoft.com/office/drawing/2014/main" id="{70C2A0BD-9DCC-3066-F483-79503C4302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3828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1" name="Line 189">
              <a:extLst>
                <a:ext uri="{FF2B5EF4-FFF2-40B4-BE49-F238E27FC236}">
                  <a16:creationId xmlns:a16="http://schemas.microsoft.com/office/drawing/2014/main" id="{5795A51E-93F2-DEFE-750D-8F448F3954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3336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2" name="Line 190">
              <a:extLst>
                <a:ext uri="{FF2B5EF4-FFF2-40B4-BE49-F238E27FC236}">
                  <a16:creationId xmlns:a16="http://schemas.microsoft.com/office/drawing/2014/main" id="{A12C282F-7842-154F-600E-E7A0074B89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2923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3" name="Line 191">
              <a:extLst>
                <a:ext uri="{FF2B5EF4-FFF2-40B4-BE49-F238E27FC236}">
                  <a16:creationId xmlns:a16="http://schemas.microsoft.com/office/drawing/2014/main" id="{3446E971-2918-88A2-76D2-AE5BB6999E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2558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4" name="Line 192">
              <a:extLst>
                <a:ext uri="{FF2B5EF4-FFF2-40B4-BE49-F238E27FC236}">
                  <a16:creationId xmlns:a16="http://schemas.microsoft.com/office/drawing/2014/main" id="{350ED98C-496C-1D26-BA47-A9CF4A22A1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2240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5" name="Line 193">
              <a:extLst>
                <a:ext uri="{FF2B5EF4-FFF2-40B4-BE49-F238E27FC236}">
                  <a16:creationId xmlns:a16="http://schemas.microsoft.com/office/drawing/2014/main" id="{A6E68FFF-1898-BC37-4648-AEB3CA9C04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1955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6" name="Line 194">
              <a:extLst>
                <a:ext uri="{FF2B5EF4-FFF2-40B4-BE49-F238E27FC236}">
                  <a16:creationId xmlns:a16="http://schemas.microsoft.com/office/drawing/2014/main" id="{BDE63526-A2DF-8931-F690-13C159752C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0066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7" name="Line 195">
              <a:extLst>
                <a:ext uri="{FF2B5EF4-FFF2-40B4-BE49-F238E27FC236}">
                  <a16:creationId xmlns:a16="http://schemas.microsoft.com/office/drawing/2014/main" id="{23137806-94E9-30BB-76A4-D9309E267F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18954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8" name="Line 196">
              <a:extLst>
                <a:ext uri="{FF2B5EF4-FFF2-40B4-BE49-F238E27FC236}">
                  <a16:creationId xmlns:a16="http://schemas.microsoft.com/office/drawing/2014/main" id="{5968384F-F1FF-8EE9-7B7B-988DC975F1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53292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9" name="Line 197">
              <a:extLst>
                <a:ext uri="{FF2B5EF4-FFF2-40B4-BE49-F238E27FC236}">
                  <a16:creationId xmlns:a16="http://schemas.microsoft.com/office/drawing/2014/main" id="{4ABD2155-06BF-CB24-D513-11633FBB28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51403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0" name="Line 198">
              <a:extLst>
                <a:ext uri="{FF2B5EF4-FFF2-40B4-BE49-F238E27FC236}">
                  <a16:creationId xmlns:a16="http://schemas.microsoft.com/office/drawing/2014/main" id="{C0E7C981-2BEF-9853-5101-3472552255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50292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1" name="Line 199">
              <a:extLst>
                <a:ext uri="{FF2B5EF4-FFF2-40B4-BE49-F238E27FC236}">
                  <a16:creationId xmlns:a16="http://schemas.microsoft.com/office/drawing/2014/main" id="{82117106-9E5D-914F-82A3-EF57EBD62D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9514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2" name="Line 200">
              <a:extLst>
                <a:ext uri="{FF2B5EF4-FFF2-40B4-BE49-F238E27FC236}">
                  <a16:creationId xmlns:a16="http://schemas.microsoft.com/office/drawing/2014/main" id="{3CE29A50-44FA-A0CC-150F-15DB6FC076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8910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3" name="Line 201">
              <a:extLst>
                <a:ext uri="{FF2B5EF4-FFF2-40B4-BE49-F238E27FC236}">
                  <a16:creationId xmlns:a16="http://schemas.microsoft.com/office/drawing/2014/main" id="{A16E729B-15F7-5128-10E8-FC4B739DB3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8418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4" name="Line 202">
              <a:extLst>
                <a:ext uri="{FF2B5EF4-FFF2-40B4-BE49-F238E27FC236}">
                  <a16:creationId xmlns:a16="http://schemas.microsoft.com/office/drawing/2014/main" id="{05B79F44-E6D8-7258-FE15-CC340AA2DA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7990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5" name="Line 203">
              <a:extLst>
                <a:ext uri="{FF2B5EF4-FFF2-40B4-BE49-F238E27FC236}">
                  <a16:creationId xmlns:a16="http://schemas.microsoft.com/office/drawing/2014/main" id="{46D515AD-1CD3-C2F6-B00F-E9960078A0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7625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6" name="Line 204">
              <a:extLst>
                <a:ext uri="{FF2B5EF4-FFF2-40B4-BE49-F238E27FC236}">
                  <a16:creationId xmlns:a16="http://schemas.microsoft.com/office/drawing/2014/main" id="{1AEE2936-9AAC-62E0-185C-F12C008074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7307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7" name="Line 205">
              <a:extLst>
                <a:ext uri="{FF2B5EF4-FFF2-40B4-BE49-F238E27FC236}">
                  <a16:creationId xmlns:a16="http://schemas.microsoft.com/office/drawing/2014/main" id="{4FFA04A7-16C7-7B1A-F390-587E7551EA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7021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8" name="Line 206">
              <a:extLst>
                <a:ext uri="{FF2B5EF4-FFF2-40B4-BE49-F238E27FC236}">
                  <a16:creationId xmlns:a16="http://schemas.microsoft.com/office/drawing/2014/main" id="{83BAF7D2-CBBA-CD7F-6188-6B2FC89B2A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5132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9" name="Line 207">
              <a:extLst>
                <a:ext uri="{FF2B5EF4-FFF2-40B4-BE49-F238E27FC236}">
                  <a16:creationId xmlns:a16="http://schemas.microsoft.com/office/drawing/2014/main" id="{0F063243-86D9-DBE5-140A-36E27C2D6A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4037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0" name="Line 208">
              <a:extLst>
                <a:ext uri="{FF2B5EF4-FFF2-40B4-BE49-F238E27FC236}">
                  <a16:creationId xmlns:a16="http://schemas.microsoft.com/office/drawing/2014/main" id="{24EF65C8-881F-03E0-4E3A-EC473A1A6F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3243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1" name="Line 209">
              <a:extLst>
                <a:ext uri="{FF2B5EF4-FFF2-40B4-BE49-F238E27FC236}">
                  <a16:creationId xmlns:a16="http://schemas.microsoft.com/office/drawing/2014/main" id="{015B21AB-56E2-B9EE-EEB5-30C9EB3470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2640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2" name="Line 210">
              <a:extLst>
                <a:ext uri="{FF2B5EF4-FFF2-40B4-BE49-F238E27FC236}">
                  <a16:creationId xmlns:a16="http://schemas.microsoft.com/office/drawing/2014/main" id="{0157BC7E-7AF2-8722-66DC-1F6CA0F690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2148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3" name="Line 211">
              <a:extLst>
                <a:ext uri="{FF2B5EF4-FFF2-40B4-BE49-F238E27FC236}">
                  <a16:creationId xmlns:a16="http://schemas.microsoft.com/office/drawing/2014/main" id="{46986D78-FC8F-42AB-F5C1-219EB92AC2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1719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4" name="Line 212">
              <a:extLst>
                <a:ext uri="{FF2B5EF4-FFF2-40B4-BE49-F238E27FC236}">
                  <a16:creationId xmlns:a16="http://schemas.microsoft.com/office/drawing/2014/main" id="{5D3341D8-DBA1-88C1-A429-31BBE5944A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1354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5" name="Line 213">
              <a:extLst>
                <a:ext uri="{FF2B5EF4-FFF2-40B4-BE49-F238E27FC236}">
                  <a16:creationId xmlns:a16="http://schemas.microsoft.com/office/drawing/2014/main" id="{56A077E8-057C-E3BA-4AD4-55E5C57DA5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1036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6" name="Line 214">
              <a:extLst>
                <a:ext uri="{FF2B5EF4-FFF2-40B4-BE49-F238E27FC236}">
                  <a16:creationId xmlns:a16="http://schemas.microsoft.com/office/drawing/2014/main" id="{BF279324-B771-7F5E-D571-6C8EF7C51B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0751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7" name="Line 215">
              <a:extLst>
                <a:ext uri="{FF2B5EF4-FFF2-40B4-BE49-F238E27FC236}">
                  <a16:creationId xmlns:a16="http://schemas.microsoft.com/office/drawing/2014/main" id="{0862CC65-722A-A257-672C-2AD8CF3A57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38862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8" name="Line 216">
              <a:extLst>
                <a:ext uri="{FF2B5EF4-FFF2-40B4-BE49-F238E27FC236}">
                  <a16:creationId xmlns:a16="http://schemas.microsoft.com/office/drawing/2014/main" id="{62B127C7-328C-BE65-8616-41A91F480D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37766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9" name="Line 217">
              <a:extLst>
                <a:ext uri="{FF2B5EF4-FFF2-40B4-BE49-F238E27FC236}">
                  <a16:creationId xmlns:a16="http://schemas.microsoft.com/office/drawing/2014/main" id="{BF71E4FA-E502-1493-BAB6-13D8DF4DC1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36988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20" name="Line 218">
              <a:extLst>
                <a:ext uri="{FF2B5EF4-FFF2-40B4-BE49-F238E27FC236}">
                  <a16:creationId xmlns:a16="http://schemas.microsoft.com/office/drawing/2014/main" id="{CE56C338-9046-AA70-B332-AB03B05797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36369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21" name="Line 219">
              <a:extLst>
                <a:ext uri="{FF2B5EF4-FFF2-40B4-BE49-F238E27FC236}">
                  <a16:creationId xmlns:a16="http://schemas.microsoft.com/office/drawing/2014/main" id="{6D89365C-FB85-F8FD-D18E-02E3428B24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35877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22" name="Line 220">
              <a:extLst>
                <a:ext uri="{FF2B5EF4-FFF2-40B4-BE49-F238E27FC236}">
                  <a16:creationId xmlns:a16="http://schemas.microsoft.com/office/drawing/2014/main" id="{A77E8557-472B-6BAE-9BB1-E49F5289CA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35448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23" name="Line 221">
              <a:extLst>
                <a:ext uri="{FF2B5EF4-FFF2-40B4-BE49-F238E27FC236}">
                  <a16:creationId xmlns:a16="http://schemas.microsoft.com/office/drawing/2014/main" id="{0F8B11F9-5577-868D-6401-470118E3D5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35099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24" name="Line 222">
              <a:extLst>
                <a:ext uri="{FF2B5EF4-FFF2-40B4-BE49-F238E27FC236}">
                  <a16:creationId xmlns:a16="http://schemas.microsoft.com/office/drawing/2014/main" id="{E41F299E-E6D8-68F7-4B6C-10243DF6FA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34766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25" name="Line 223">
              <a:extLst>
                <a:ext uri="{FF2B5EF4-FFF2-40B4-BE49-F238E27FC236}">
                  <a16:creationId xmlns:a16="http://schemas.microsoft.com/office/drawing/2014/main" id="{6E2DA69D-1534-09E4-06CE-518DF838A6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34480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26" name="Line 224">
              <a:extLst>
                <a:ext uri="{FF2B5EF4-FFF2-40B4-BE49-F238E27FC236}">
                  <a16:creationId xmlns:a16="http://schemas.microsoft.com/office/drawing/2014/main" id="{7BE22680-8B89-6BA3-6710-2E8994D7DC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32607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27" name="Line 225">
              <a:extLst>
                <a:ext uri="{FF2B5EF4-FFF2-40B4-BE49-F238E27FC236}">
                  <a16:creationId xmlns:a16="http://schemas.microsoft.com/office/drawing/2014/main" id="{76B14AC6-5762-FBD1-AD48-B865A38969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31496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28" name="Line 226">
              <a:extLst>
                <a:ext uri="{FF2B5EF4-FFF2-40B4-BE49-F238E27FC236}">
                  <a16:creationId xmlns:a16="http://schemas.microsoft.com/office/drawing/2014/main" id="{2A1B5180-6EC1-C362-0388-ABFAEE8DED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30718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29" name="Line 227">
              <a:extLst>
                <a:ext uri="{FF2B5EF4-FFF2-40B4-BE49-F238E27FC236}">
                  <a16:creationId xmlns:a16="http://schemas.microsoft.com/office/drawing/2014/main" id="{3FBF780A-22F0-C2CA-7C35-DCD9AB7229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30099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30" name="Line 228">
              <a:extLst>
                <a:ext uri="{FF2B5EF4-FFF2-40B4-BE49-F238E27FC236}">
                  <a16:creationId xmlns:a16="http://schemas.microsoft.com/office/drawing/2014/main" id="{7DFC87A7-7774-2981-7CCB-45B862AB98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9606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31" name="Line 229">
              <a:extLst>
                <a:ext uri="{FF2B5EF4-FFF2-40B4-BE49-F238E27FC236}">
                  <a16:creationId xmlns:a16="http://schemas.microsoft.com/office/drawing/2014/main" id="{C32A5F34-121F-4B3F-9646-25AB610A19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9194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32" name="Line 230">
              <a:extLst>
                <a:ext uri="{FF2B5EF4-FFF2-40B4-BE49-F238E27FC236}">
                  <a16:creationId xmlns:a16="http://schemas.microsoft.com/office/drawing/2014/main" id="{5C89567B-E7C6-08B9-F8B0-1FAB26C531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8829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33" name="Line 231">
              <a:extLst>
                <a:ext uri="{FF2B5EF4-FFF2-40B4-BE49-F238E27FC236}">
                  <a16:creationId xmlns:a16="http://schemas.microsoft.com/office/drawing/2014/main" id="{F60851E5-4D4B-DE42-5A39-FAFC7A8658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8511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34" name="Line 232">
              <a:extLst>
                <a:ext uri="{FF2B5EF4-FFF2-40B4-BE49-F238E27FC236}">
                  <a16:creationId xmlns:a16="http://schemas.microsoft.com/office/drawing/2014/main" id="{FC32E587-AAC0-5A6D-3E0E-8F0EE736CB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8209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35" name="Line 233">
              <a:extLst>
                <a:ext uri="{FF2B5EF4-FFF2-40B4-BE49-F238E27FC236}">
                  <a16:creationId xmlns:a16="http://schemas.microsoft.com/office/drawing/2014/main" id="{58BB4746-EC73-00B0-739B-E0A6C97E76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6336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36" name="Line 234">
              <a:extLst>
                <a:ext uri="{FF2B5EF4-FFF2-40B4-BE49-F238E27FC236}">
                  <a16:creationId xmlns:a16="http://schemas.microsoft.com/office/drawing/2014/main" id="{84257D63-3CDD-A289-5C14-C310B88C9C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5225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37" name="Line 235">
              <a:extLst>
                <a:ext uri="{FF2B5EF4-FFF2-40B4-BE49-F238E27FC236}">
                  <a16:creationId xmlns:a16="http://schemas.microsoft.com/office/drawing/2014/main" id="{D63DAA6B-5F3F-C9A2-6403-21B798D028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4447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38" name="Line 236">
              <a:extLst>
                <a:ext uri="{FF2B5EF4-FFF2-40B4-BE49-F238E27FC236}">
                  <a16:creationId xmlns:a16="http://schemas.microsoft.com/office/drawing/2014/main" id="{5598F56B-4AAF-435A-6AAE-D008C30D43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3828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39" name="Line 237">
              <a:extLst>
                <a:ext uri="{FF2B5EF4-FFF2-40B4-BE49-F238E27FC236}">
                  <a16:creationId xmlns:a16="http://schemas.microsoft.com/office/drawing/2014/main" id="{FADB4424-0778-F4C0-4C02-E37745E3B5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3336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40" name="Line 238">
              <a:extLst>
                <a:ext uri="{FF2B5EF4-FFF2-40B4-BE49-F238E27FC236}">
                  <a16:creationId xmlns:a16="http://schemas.microsoft.com/office/drawing/2014/main" id="{EC1B183E-DDA3-6BA1-7285-64AC1376A4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2923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41" name="Line 239">
              <a:extLst>
                <a:ext uri="{FF2B5EF4-FFF2-40B4-BE49-F238E27FC236}">
                  <a16:creationId xmlns:a16="http://schemas.microsoft.com/office/drawing/2014/main" id="{3BEC09A5-EE03-A033-4311-A322B10A20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2558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42" name="Line 240">
              <a:extLst>
                <a:ext uri="{FF2B5EF4-FFF2-40B4-BE49-F238E27FC236}">
                  <a16:creationId xmlns:a16="http://schemas.microsoft.com/office/drawing/2014/main" id="{D99F6C1C-3117-751C-DBA9-0FAF9BE532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2240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43" name="Line 241">
              <a:extLst>
                <a:ext uri="{FF2B5EF4-FFF2-40B4-BE49-F238E27FC236}">
                  <a16:creationId xmlns:a16="http://schemas.microsoft.com/office/drawing/2014/main" id="{75D524EB-ED1A-8566-655F-0A34BBC6F0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1955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44" name="Line 242">
              <a:extLst>
                <a:ext uri="{FF2B5EF4-FFF2-40B4-BE49-F238E27FC236}">
                  <a16:creationId xmlns:a16="http://schemas.microsoft.com/office/drawing/2014/main" id="{98AE1246-15FB-0AAD-9843-426A6547FE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0066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45" name="Line 243">
              <a:extLst>
                <a:ext uri="{FF2B5EF4-FFF2-40B4-BE49-F238E27FC236}">
                  <a16:creationId xmlns:a16="http://schemas.microsoft.com/office/drawing/2014/main" id="{4CFFC53E-55BD-13BB-3B35-3B2C8C9E52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18954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46" name="Rectangle 244">
              <a:extLst>
                <a:ext uri="{FF2B5EF4-FFF2-40B4-BE49-F238E27FC236}">
                  <a16:creationId xmlns:a16="http://schemas.microsoft.com/office/drawing/2014/main" id="{CF9FE48C-3A7A-2813-CB8E-44BA738CB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3838" y="5305425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47" name="Rectangle 245">
              <a:extLst>
                <a:ext uri="{FF2B5EF4-FFF2-40B4-BE49-F238E27FC236}">
                  <a16:creationId xmlns:a16="http://schemas.microsoft.com/office/drawing/2014/main" id="{939FE1BC-D0A3-3577-4E44-D2526793E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5275" y="5286375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48" name="Rectangle 246">
              <a:extLst>
                <a:ext uri="{FF2B5EF4-FFF2-40B4-BE49-F238E27FC236}">
                  <a16:creationId xmlns:a16="http://schemas.microsoft.com/office/drawing/2014/main" id="{AC25237E-4281-C253-80CB-2EB0A18FA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3838" y="4679950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49" name="Rectangle 247">
              <a:extLst>
                <a:ext uri="{FF2B5EF4-FFF2-40B4-BE49-F238E27FC236}">
                  <a16:creationId xmlns:a16="http://schemas.microsoft.com/office/drawing/2014/main" id="{02013D68-1153-B7ED-4000-E7E12DDF7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5275" y="4660900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50" name="Rectangle 248">
              <a:extLst>
                <a:ext uri="{FF2B5EF4-FFF2-40B4-BE49-F238E27FC236}">
                  <a16:creationId xmlns:a16="http://schemas.microsoft.com/office/drawing/2014/main" id="{F036A154-5CE1-AD3F-E89E-375B5BE09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3838" y="4051300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51" name="Rectangle 249">
              <a:extLst>
                <a:ext uri="{FF2B5EF4-FFF2-40B4-BE49-F238E27FC236}">
                  <a16:creationId xmlns:a16="http://schemas.microsoft.com/office/drawing/2014/main" id="{680030E7-338F-E5D9-9FC9-C38957DBF6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5275" y="4032250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52" name="Rectangle 250">
              <a:extLst>
                <a:ext uri="{FF2B5EF4-FFF2-40B4-BE49-F238E27FC236}">
                  <a16:creationId xmlns:a16="http://schemas.microsoft.com/office/drawing/2014/main" id="{3B4EFFFB-5F4E-D3E4-04C2-C355EABB3E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2888" y="3425825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53" name="Rectangle 251">
              <a:extLst>
                <a:ext uri="{FF2B5EF4-FFF2-40B4-BE49-F238E27FC236}">
                  <a16:creationId xmlns:a16="http://schemas.microsoft.com/office/drawing/2014/main" id="{81D39364-277D-6F06-41C1-D5FBD001D3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4325" y="3406775"/>
              <a:ext cx="619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54" name="Rectangle 252">
              <a:extLst>
                <a:ext uri="{FF2B5EF4-FFF2-40B4-BE49-F238E27FC236}">
                  <a16:creationId xmlns:a16="http://schemas.microsoft.com/office/drawing/2014/main" id="{DF62A5DF-4C4F-88DA-F3DA-706529534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2888" y="2797175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55" name="Rectangle 253">
              <a:extLst>
                <a:ext uri="{FF2B5EF4-FFF2-40B4-BE49-F238E27FC236}">
                  <a16:creationId xmlns:a16="http://schemas.microsoft.com/office/drawing/2014/main" id="{97FD1FD5-3B48-87C2-D530-6332BC822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4325" y="2778125"/>
              <a:ext cx="619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56" name="Rectangle 254">
              <a:extLst>
                <a:ext uri="{FF2B5EF4-FFF2-40B4-BE49-F238E27FC236}">
                  <a16:creationId xmlns:a16="http://schemas.microsoft.com/office/drawing/2014/main" id="{74BB094A-F5A2-6662-7C07-8B1E76558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2888" y="2171700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57" name="Rectangle 255">
              <a:extLst>
                <a:ext uri="{FF2B5EF4-FFF2-40B4-BE49-F238E27FC236}">
                  <a16:creationId xmlns:a16="http://schemas.microsoft.com/office/drawing/2014/main" id="{7051A1A8-6E17-3325-8BE6-F1B10772C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4325" y="2152650"/>
              <a:ext cx="619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58" name="Rectangle 256">
              <a:extLst>
                <a:ext uri="{FF2B5EF4-FFF2-40B4-BE49-F238E27FC236}">
                  <a16:creationId xmlns:a16="http://schemas.microsoft.com/office/drawing/2014/main" id="{FAEC35EC-61A1-56FF-15A1-A88879D8627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6464300" y="3606800"/>
              <a:ext cx="100012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59" name="Rectangle 257">
              <a:extLst>
                <a:ext uri="{FF2B5EF4-FFF2-40B4-BE49-F238E27FC236}">
                  <a16:creationId xmlns:a16="http://schemas.microsoft.com/office/drawing/2014/main" id="{AED629A1-AF13-DD15-58BB-9E36EAA05CC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6464300" y="3554413"/>
              <a:ext cx="100012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o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60" name="Rectangle 258">
              <a:extLst>
                <a:ext uri="{FF2B5EF4-FFF2-40B4-BE49-F238E27FC236}">
                  <a16:creationId xmlns:a16="http://schemas.microsoft.com/office/drawing/2014/main" id="{2AE5F1C4-F53A-671C-BD0A-A05AABC8D41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6459538" y="3495675"/>
              <a:ext cx="109537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w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61" name="Rectangle 259">
              <a:extLst>
                <a:ext uri="{FF2B5EF4-FFF2-40B4-BE49-F238E27FC236}">
                  <a16:creationId xmlns:a16="http://schemas.microsoft.com/office/drawing/2014/main" id="{9CD4C009-E9F9-6FFF-3189-6C0A048BFBC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6464300" y="3438525"/>
              <a:ext cx="100012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62" name="Rectangle 260">
              <a:extLst>
                <a:ext uri="{FF2B5EF4-FFF2-40B4-BE49-F238E27FC236}">
                  <a16:creationId xmlns:a16="http://schemas.microsoft.com/office/drawing/2014/main" id="{01941D19-5D75-CA2C-6342-0256DAF648D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6477000" y="3403600"/>
              <a:ext cx="76200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63" name="Oval 261">
              <a:extLst>
                <a:ext uri="{FF2B5EF4-FFF2-40B4-BE49-F238E27FC236}">
                  <a16:creationId xmlns:a16="http://schemas.microsoft.com/office/drawing/2014/main" id="{E0572D80-7119-C3E5-B2F6-BC1F57888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0363" y="3165475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64" name="Oval 262">
              <a:extLst>
                <a:ext uri="{FF2B5EF4-FFF2-40B4-BE49-F238E27FC236}">
                  <a16:creationId xmlns:a16="http://schemas.microsoft.com/office/drawing/2014/main" id="{F1334D74-4122-202C-83B9-EE934DE7A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4875" y="3575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65" name="Oval 263">
              <a:extLst>
                <a:ext uri="{FF2B5EF4-FFF2-40B4-BE49-F238E27FC236}">
                  <a16:creationId xmlns:a16="http://schemas.microsoft.com/office/drawing/2014/main" id="{CAE1E230-C511-DD56-E030-F794DCCC14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2375" y="3925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66" name="Oval 264">
              <a:extLst>
                <a:ext uri="{FF2B5EF4-FFF2-40B4-BE49-F238E27FC236}">
                  <a16:creationId xmlns:a16="http://schemas.microsoft.com/office/drawing/2014/main" id="{7C26FD16-DDFE-C746-D77A-264E76E95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7800" y="4092575"/>
              <a:ext cx="12700" cy="11112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67" name="Oval 265">
              <a:extLst>
                <a:ext uri="{FF2B5EF4-FFF2-40B4-BE49-F238E27FC236}">
                  <a16:creationId xmlns:a16="http://schemas.microsoft.com/office/drawing/2014/main" id="{AE4AB377-F20B-72C0-C675-A6CA1587C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2425" y="4321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68" name="Oval 266">
              <a:extLst>
                <a:ext uri="{FF2B5EF4-FFF2-40B4-BE49-F238E27FC236}">
                  <a16:creationId xmlns:a16="http://schemas.microsoft.com/office/drawing/2014/main" id="{0170E344-E6B3-3D55-AB6B-D5F427666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15300" y="4470400"/>
              <a:ext cx="12700" cy="11112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69" name="Oval 267">
              <a:extLst>
                <a:ext uri="{FF2B5EF4-FFF2-40B4-BE49-F238E27FC236}">
                  <a16:creationId xmlns:a16="http://schemas.microsoft.com/office/drawing/2014/main" id="{9C843A36-256E-7AFF-34ED-10ADDF5F0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5950" y="4605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70" name="Oval 268">
              <a:extLst>
                <a:ext uri="{FF2B5EF4-FFF2-40B4-BE49-F238E27FC236}">
                  <a16:creationId xmlns:a16="http://schemas.microsoft.com/office/drawing/2014/main" id="{587B31FD-6141-DA12-E670-055F4FA32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0725" y="4699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71" name="Oval 269">
              <a:extLst>
                <a:ext uri="{FF2B5EF4-FFF2-40B4-BE49-F238E27FC236}">
                  <a16:creationId xmlns:a16="http://schemas.microsoft.com/office/drawing/2014/main" id="{4419312F-F62F-4005-6B68-3CAA6C4C4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2800" y="4741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72" name="Oval 270">
              <a:extLst>
                <a:ext uri="{FF2B5EF4-FFF2-40B4-BE49-F238E27FC236}">
                  <a16:creationId xmlns:a16="http://schemas.microsoft.com/office/drawing/2014/main" id="{8C4C3D49-8C21-A669-2051-FB8D4F22C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5350" y="4803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73" name="Oval 271">
              <a:extLst>
                <a:ext uri="{FF2B5EF4-FFF2-40B4-BE49-F238E27FC236}">
                  <a16:creationId xmlns:a16="http://schemas.microsoft.com/office/drawing/2014/main" id="{FC112ACD-52B3-DF3B-4132-6592992C7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1550" y="4900613"/>
              <a:ext cx="12700" cy="11112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74" name="Oval 272">
              <a:extLst>
                <a:ext uri="{FF2B5EF4-FFF2-40B4-BE49-F238E27FC236}">
                  <a16:creationId xmlns:a16="http://schemas.microsoft.com/office/drawing/2014/main" id="{DBF8071A-96D5-7114-46E1-EA22B6A41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58225" y="49641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75" name="Oval 273">
              <a:extLst>
                <a:ext uri="{FF2B5EF4-FFF2-40B4-BE49-F238E27FC236}">
                  <a16:creationId xmlns:a16="http://schemas.microsoft.com/office/drawing/2014/main" id="{DCBC8615-F8D6-92C3-74F2-9322F11E1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1725" y="50355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76" name="Oval 274">
              <a:extLst>
                <a:ext uri="{FF2B5EF4-FFF2-40B4-BE49-F238E27FC236}">
                  <a16:creationId xmlns:a16="http://schemas.microsoft.com/office/drawing/2014/main" id="{281EE622-D500-A93E-C919-E68CEBA2C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0463" y="5056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77" name="Oval 275">
              <a:extLst>
                <a:ext uri="{FF2B5EF4-FFF2-40B4-BE49-F238E27FC236}">
                  <a16:creationId xmlns:a16="http://schemas.microsoft.com/office/drawing/2014/main" id="{CEAF882C-EAAF-701D-F49A-73CA40F765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4438" y="5119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78" name="Oval 276">
              <a:extLst>
                <a:ext uri="{FF2B5EF4-FFF2-40B4-BE49-F238E27FC236}">
                  <a16:creationId xmlns:a16="http://schemas.microsoft.com/office/drawing/2014/main" id="{FEC92F7E-B907-B5A5-08BC-F64840F03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5238" y="5135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79" name="Oval 277">
              <a:extLst>
                <a:ext uri="{FF2B5EF4-FFF2-40B4-BE49-F238E27FC236}">
                  <a16:creationId xmlns:a16="http://schemas.microsoft.com/office/drawing/2014/main" id="{79C68824-119A-B628-7316-51CFD2BAC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863" y="523716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80" name="Oval 278">
              <a:extLst>
                <a:ext uri="{FF2B5EF4-FFF2-40B4-BE49-F238E27FC236}">
                  <a16:creationId xmlns:a16="http://schemas.microsoft.com/office/drawing/2014/main" id="{06D3D7D4-F07E-200C-A2A6-739458652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0363" y="3024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81" name="Oval 279">
              <a:extLst>
                <a:ext uri="{FF2B5EF4-FFF2-40B4-BE49-F238E27FC236}">
                  <a16:creationId xmlns:a16="http://schemas.microsoft.com/office/drawing/2014/main" id="{2E5643A7-7844-5822-9339-6B7CDA852D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3413" y="3217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82" name="Oval 280">
              <a:extLst>
                <a:ext uri="{FF2B5EF4-FFF2-40B4-BE49-F238E27FC236}">
                  <a16:creationId xmlns:a16="http://schemas.microsoft.com/office/drawing/2014/main" id="{2ED59731-C8BA-AB16-B6FD-2820952B4B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2188" y="3708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83" name="Oval 281">
              <a:extLst>
                <a:ext uri="{FF2B5EF4-FFF2-40B4-BE49-F238E27FC236}">
                  <a16:creationId xmlns:a16="http://schemas.microsoft.com/office/drawing/2014/main" id="{6C942153-2CE2-9784-761B-BC95780A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3650" y="3983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84" name="Oval 282">
              <a:extLst>
                <a:ext uri="{FF2B5EF4-FFF2-40B4-BE49-F238E27FC236}">
                  <a16:creationId xmlns:a16="http://schemas.microsoft.com/office/drawing/2014/main" id="{6D4A49FF-82B9-F222-3A1E-D375F12BA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1613" y="4173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85" name="Oval 283">
              <a:extLst>
                <a:ext uri="{FF2B5EF4-FFF2-40B4-BE49-F238E27FC236}">
                  <a16:creationId xmlns:a16="http://schemas.microsoft.com/office/drawing/2014/main" id="{B4BD117E-1DD9-A9F3-6048-DF5FEEF14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8300" y="4378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86" name="Oval 284">
              <a:extLst>
                <a:ext uri="{FF2B5EF4-FFF2-40B4-BE49-F238E27FC236}">
                  <a16:creationId xmlns:a16="http://schemas.microsoft.com/office/drawing/2014/main" id="{BDC00F19-DA5E-F5B0-759C-287BCBC7D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6413" y="4554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87" name="Oval 285">
              <a:extLst>
                <a:ext uri="{FF2B5EF4-FFF2-40B4-BE49-F238E27FC236}">
                  <a16:creationId xmlns:a16="http://schemas.microsoft.com/office/drawing/2014/main" id="{7196670B-8A04-C83F-334F-A68781AEA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3888" y="4614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88" name="Oval 286">
              <a:extLst>
                <a:ext uri="{FF2B5EF4-FFF2-40B4-BE49-F238E27FC236}">
                  <a16:creationId xmlns:a16="http://schemas.microsoft.com/office/drawing/2014/main" id="{CAEBC406-28F7-1588-4652-6B0F1A119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7075" y="4749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89" name="Oval 287">
              <a:extLst>
                <a:ext uri="{FF2B5EF4-FFF2-40B4-BE49-F238E27FC236}">
                  <a16:creationId xmlns:a16="http://schemas.microsoft.com/office/drawing/2014/main" id="{F969AB8D-CE9B-FBAF-F20C-F548C582F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7563" y="4748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90" name="Oval 289">
              <a:extLst>
                <a:ext uri="{FF2B5EF4-FFF2-40B4-BE49-F238E27FC236}">
                  <a16:creationId xmlns:a16="http://schemas.microsoft.com/office/drawing/2014/main" id="{77C70CAF-17F6-CD9D-31B8-18119E7C70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0113" y="4816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91" name="Oval 290">
              <a:extLst>
                <a:ext uri="{FF2B5EF4-FFF2-40B4-BE49-F238E27FC236}">
                  <a16:creationId xmlns:a16="http://schemas.microsoft.com/office/drawing/2014/main" id="{AEDB4AEA-6DFE-E470-A1EC-C3D323B90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4725" y="4948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92" name="Oval 291">
              <a:extLst>
                <a:ext uri="{FF2B5EF4-FFF2-40B4-BE49-F238E27FC236}">
                  <a16:creationId xmlns:a16="http://schemas.microsoft.com/office/drawing/2014/main" id="{F5325151-D701-02DC-6BD7-4C6ED1442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1400" y="5013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93" name="Oval 292">
              <a:extLst>
                <a:ext uri="{FF2B5EF4-FFF2-40B4-BE49-F238E27FC236}">
                  <a16:creationId xmlns:a16="http://schemas.microsoft.com/office/drawing/2014/main" id="{385F5E1D-697F-7E31-CC57-DD4E42860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3313" y="51085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94" name="Oval 293">
              <a:extLst>
                <a:ext uri="{FF2B5EF4-FFF2-40B4-BE49-F238E27FC236}">
                  <a16:creationId xmlns:a16="http://schemas.microsoft.com/office/drawing/2014/main" id="{5B14B0EF-31D0-6C74-E065-8DE4314A5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2050" y="5157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95" name="Oval 294">
              <a:extLst>
                <a:ext uri="{FF2B5EF4-FFF2-40B4-BE49-F238E27FC236}">
                  <a16:creationId xmlns:a16="http://schemas.microsoft.com/office/drawing/2014/main" id="{2EEAFE27-AF57-DB7B-87C9-5751D6A91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025" y="5221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96" name="Oval 295">
              <a:extLst>
                <a:ext uri="{FF2B5EF4-FFF2-40B4-BE49-F238E27FC236}">
                  <a16:creationId xmlns:a16="http://schemas.microsoft.com/office/drawing/2014/main" id="{230E2E43-C0AB-B4A0-2936-C6F79CAD9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5238" y="5240338"/>
              <a:ext cx="14288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97" name="Oval 296">
              <a:extLst>
                <a:ext uri="{FF2B5EF4-FFF2-40B4-BE49-F238E27FC236}">
                  <a16:creationId xmlns:a16="http://schemas.microsoft.com/office/drawing/2014/main" id="{12E76201-8A0F-1D14-DC31-873544810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4875" y="33591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98" name="Oval 297">
              <a:extLst>
                <a:ext uri="{FF2B5EF4-FFF2-40B4-BE49-F238E27FC236}">
                  <a16:creationId xmlns:a16="http://schemas.microsoft.com/office/drawing/2014/main" id="{11EFFADB-B0C1-9862-52B9-0E9AFB801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2188" y="3541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99" name="Oval 298">
              <a:extLst>
                <a:ext uri="{FF2B5EF4-FFF2-40B4-BE49-F238E27FC236}">
                  <a16:creationId xmlns:a16="http://schemas.microsoft.com/office/drawing/2014/main" id="{F0815E03-3BE3-D9F9-7D0E-2B25B0B25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6338" y="3862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00" name="Oval 299">
              <a:extLst>
                <a:ext uri="{FF2B5EF4-FFF2-40B4-BE49-F238E27FC236}">
                  <a16:creationId xmlns:a16="http://schemas.microsoft.com/office/drawing/2014/main" id="{EF62BAC0-952B-876B-52BD-7251B1329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6838" y="4086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01" name="Oval 300">
              <a:extLst>
                <a:ext uri="{FF2B5EF4-FFF2-40B4-BE49-F238E27FC236}">
                  <a16:creationId xmlns:a16="http://schemas.microsoft.com/office/drawing/2014/main" id="{A4C2BCD8-7D4F-C40D-8C1A-F47F016A1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5113" y="4246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02" name="Oval 301">
              <a:extLst>
                <a:ext uri="{FF2B5EF4-FFF2-40B4-BE49-F238E27FC236}">
                  <a16:creationId xmlns:a16="http://schemas.microsoft.com/office/drawing/2014/main" id="{74806B88-EEE3-1A2C-CE4F-A9921DD45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1163" y="4413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03" name="Oval 302">
              <a:extLst>
                <a:ext uri="{FF2B5EF4-FFF2-40B4-BE49-F238E27FC236}">
                  <a16:creationId xmlns:a16="http://schemas.microsoft.com/office/drawing/2014/main" id="{C6959F64-4B9D-B3DB-7DDA-BA20BB897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6575" y="4537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04" name="Oval 303">
              <a:extLst>
                <a:ext uri="{FF2B5EF4-FFF2-40B4-BE49-F238E27FC236}">
                  <a16:creationId xmlns:a16="http://schemas.microsoft.com/office/drawing/2014/main" id="{73A209FF-7741-E7D9-4F1E-4371B2E179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7700" y="4651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05" name="Oval 304">
              <a:extLst>
                <a:ext uri="{FF2B5EF4-FFF2-40B4-BE49-F238E27FC236}">
                  <a16:creationId xmlns:a16="http://schemas.microsoft.com/office/drawing/2014/main" id="{7EF7138F-6098-AEB9-4523-75C064B603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4538" y="4737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06" name="Oval 305">
              <a:extLst>
                <a:ext uri="{FF2B5EF4-FFF2-40B4-BE49-F238E27FC236}">
                  <a16:creationId xmlns:a16="http://schemas.microsoft.com/office/drawing/2014/main" id="{E10653A1-6495-5048-5DF9-2529CA8220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51850" y="4767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07" name="Oval 306">
              <a:extLst>
                <a:ext uri="{FF2B5EF4-FFF2-40B4-BE49-F238E27FC236}">
                  <a16:creationId xmlns:a16="http://schemas.microsoft.com/office/drawing/2014/main" id="{E192BEE4-6EEA-32FA-EAB6-0BEC5DB9B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1225" y="4884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08" name="Oval 307">
              <a:extLst>
                <a:ext uri="{FF2B5EF4-FFF2-40B4-BE49-F238E27FC236}">
                  <a16:creationId xmlns:a16="http://schemas.microsoft.com/office/drawing/2014/main" id="{98A0F824-9597-2365-197D-5D0D210FD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4250" y="4943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09" name="Oval 308">
              <a:extLst>
                <a:ext uri="{FF2B5EF4-FFF2-40B4-BE49-F238E27FC236}">
                  <a16:creationId xmlns:a16="http://schemas.microsoft.com/office/drawing/2014/main" id="{667BF91D-B3B2-2324-83DD-6B09EDDB6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9338" y="5038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10" name="Oval 309">
              <a:extLst>
                <a:ext uri="{FF2B5EF4-FFF2-40B4-BE49-F238E27FC236}">
                  <a16:creationId xmlns:a16="http://schemas.microsoft.com/office/drawing/2014/main" id="{0C5F4C46-4BE1-5F21-9B97-7ECADCDBE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1250" y="51117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11" name="Oval 310">
              <a:extLst>
                <a:ext uri="{FF2B5EF4-FFF2-40B4-BE49-F238E27FC236}">
                  <a16:creationId xmlns:a16="http://schemas.microsoft.com/office/drawing/2014/main" id="{97D59B81-4DDE-4351-1E57-AAC0DC36D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8400" y="5197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12" name="Oval 311">
              <a:extLst>
                <a:ext uri="{FF2B5EF4-FFF2-40B4-BE49-F238E27FC236}">
                  <a16:creationId xmlns:a16="http://schemas.microsoft.com/office/drawing/2014/main" id="{45893259-573D-2B17-CC0D-FAFA1D278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0788" y="5232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13" name="Oval 312">
              <a:extLst>
                <a:ext uri="{FF2B5EF4-FFF2-40B4-BE49-F238E27FC236}">
                  <a16:creationId xmlns:a16="http://schemas.microsoft.com/office/drawing/2014/main" id="{6D894A4F-6904-4BE5-C133-6C6C1B15F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0000" y="5273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14" name="Oval 313">
              <a:extLst>
                <a:ext uri="{FF2B5EF4-FFF2-40B4-BE49-F238E27FC236}">
                  <a16:creationId xmlns:a16="http://schemas.microsoft.com/office/drawing/2014/main" id="{50137954-717C-84C5-414E-9A36EE841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2375" y="36845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15" name="Oval 314">
              <a:extLst>
                <a:ext uri="{FF2B5EF4-FFF2-40B4-BE49-F238E27FC236}">
                  <a16:creationId xmlns:a16="http://schemas.microsoft.com/office/drawing/2014/main" id="{33B303D0-B40E-8094-BBF3-2C0D16B87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3650" y="3810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16" name="Oval 315">
              <a:extLst>
                <a:ext uri="{FF2B5EF4-FFF2-40B4-BE49-F238E27FC236}">
                  <a16:creationId xmlns:a16="http://schemas.microsoft.com/office/drawing/2014/main" id="{1A8AA212-9E66-A693-4C64-329154659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6838" y="3971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17" name="Oval 316">
              <a:extLst>
                <a:ext uri="{FF2B5EF4-FFF2-40B4-BE49-F238E27FC236}">
                  <a16:creationId xmlns:a16="http://schemas.microsoft.com/office/drawing/2014/main" id="{FDF1F664-A189-08B4-D1FF-AC73C35560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3838" y="4178300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18" name="Oval 317">
              <a:extLst>
                <a:ext uri="{FF2B5EF4-FFF2-40B4-BE49-F238E27FC236}">
                  <a16:creationId xmlns:a16="http://schemas.microsoft.com/office/drawing/2014/main" id="{3670B7B0-B527-EBED-C523-6F9FB2C49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2425" y="4389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19" name="Oval 318">
              <a:extLst>
                <a:ext uri="{FF2B5EF4-FFF2-40B4-BE49-F238E27FC236}">
                  <a16:creationId xmlns:a16="http://schemas.microsoft.com/office/drawing/2014/main" id="{25DD9D56-714B-5017-1684-3377E018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3075" y="4541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20" name="Oval 319">
              <a:extLst>
                <a:ext uri="{FF2B5EF4-FFF2-40B4-BE49-F238E27FC236}">
                  <a16:creationId xmlns:a16="http://schemas.microsoft.com/office/drawing/2014/main" id="{0C21DAF6-6AA4-EEA5-490F-C0680EAEE7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2613" y="45704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21" name="Oval 320">
              <a:extLst>
                <a:ext uri="{FF2B5EF4-FFF2-40B4-BE49-F238E27FC236}">
                  <a16:creationId xmlns:a16="http://schemas.microsoft.com/office/drawing/2014/main" id="{AA041550-AC95-E568-D263-B967FA35D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2625" y="4640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22" name="Oval 321">
              <a:extLst>
                <a:ext uri="{FF2B5EF4-FFF2-40B4-BE49-F238E27FC236}">
                  <a16:creationId xmlns:a16="http://schemas.microsoft.com/office/drawing/2014/main" id="{A6EC839C-D0F8-AEBC-7F10-652FBA290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3113" y="4754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23" name="Oval 322">
              <a:extLst>
                <a:ext uri="{FF2B5EF4-FFF2-40B4-BE49-F238E27FC236}">
                  <a16:creationId xmlns:a16="http://schemas.microsoft.com/office/drawing/2014/main" id="{2A92C92F-87FC-176B-AD8B-7D183DB6B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75663" y="4851400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24" name="Oval 323">
              <a:extLst>
                <a:ext uri="{FF2B5EF4-FFF2-40B4-BE49-F238E27FC236}">
                  <a16:creationId xmlns:a16="http://schemas.microsoft.com/office/drawing/2014/main" id="{FA64FF62-DF14-5C6A-E962-6FF4F2FD8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0275" y="4829175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25" name="Oval 324">
              <a:extLst>
                <a:ext uri="{FF2B5EF4-FFF2-40B4-BE49-F238E27FC236}">
                  <a16:creationId xmlns:a16="http://schemas.microsoft.com/office/drawing/2014/main" id="{8048C246-19E2-0CB5-123B-4BB9701B7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8538" y="4941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26" name="Oval 325">
              <a:extLst>
                <a:ext uri="{FF2B5EF4-FFF2-40B4-BE49-F238E27FC236}">
                  <a16:creationId xmlns:a16="http://schemas.microsoft.com/office/drawing/2014/main" id="{2B6EAC74-C6A8-1D99-D000-9FBD0DE9F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2038" y="5010150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27" name="Oval 326">
              <a:extLst>
                <a:ext uri="{FF2B5EF4-FFF2-40B4-BE49-F238E27FC236}">
                  <a16:creationId xmlns:a16="http://schemas.microsoft.com/office/drawing/2014/main" id="{711DCCA7-FC43-6FD0-0D95-E9B2C69B7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2363" y="5097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28" name="Oval 327">
              <a:extLst>
                <a:ext uri="{FF2B5EF4-FFF2-40B4-BE49-F238E27FC236}">
                  <a16:creationId xmlns:a16="http://schemas.microsoft.com/office/drawing/2014/main" id="{A4F11327-C3C1-72DE-56D6-2CDF26E222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7925" y="5194300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29" name="Oval 328">
              <a:extLst>
                <a:ext uri="{FF2B5EF4-FFF2-40B4-BE49-F238E27FC236}">
                  <a16:creationId xmlns:a16="http://schemas.microsoft.com/office/drawing/2014/main" id="{74C8D352-DDEF-0FE2-10CC-D2FBF3CAAD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8725" y="52514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30" name="Oval 329">
              <a:extLst>
                <a:ext uri="{FF2B5EF4-FFF2-40B4-BE49-F238E27FC236}">
                  <a16:creationId xmlns:a16="http://schemas.microsoft.com/office/drawing/2014/main" id="{44F94EAA-963D-D019-E108-7C3575FB8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7938" y="5318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31" name="Oval 330">
              <a:extLst>
                <a:ext uri="{FF2B5EF4-FFF2-40B4-BE49-F238E27FC236}">
                  <a16:creationId xmlns:a16="http://schemas.microsoft.com/office/drawing/2014/main" id="{DC8F2297-AA42-F8BA-73B7-612D5DA83B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3975" y="5316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32" name="Oval 331">
              <a:extLst>
                <a:ext uri="{FF2B5EF4-FFF2-40B4-BE49-F238E27FC236}">
                  <a16:creationId xmlns:a16="http://schemas.microsoft.com/office/drawing/2014/main" id="{44B9438B-A7FE-BF75-0BEC-2641F636C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7800" y="39227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33" name="Oval 332">
              <a:extLst>
                <a:ext uri="{FF2B5EF4-FFF2-40B4-BE49-F238E27FC236}">
                  <a16:creationId xmlns:a16="http://schemas.microsoft.com/office/drawing/2014/main" id="{52926C5B-BE6A-45B2-63E9-F1CD76CE5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1613" y="3990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34" name="Oval 333">
              <a:extLst>
                <a:ext uri="{FF2B5EF4-FFF2-40B4-BE49-F238E27FC236}">
                  <a16:creationId xmlns:a16="http://schemas.microsoft.com/office/drawing/2014/main" id="{281354A8-EC20-CDDE-42D3-4138093976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5113" y="4102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35" name="Oval 334">
              <a:extLst>
                <a:ext uri="{FF2B5EF4-FFF2-40B4-BE49-F238E27FC236}">
                  <a16:creationId xmlns:a16="http://schemas.microsoft.com/office/drawing/2014/main" id="{E16CD150-6B99-83EB-67C8-EBCB6E93A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2425" y="4257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36" name="Oval 335">
              <a:extLst>
                <a:ext uri="{FF2B5EF4-FFF2-40B4-BE49-F238E27FC236}">
                  <a16:creationId xmlns:a16="http://schemas.microsoft.com/office/drawing/2014/main" id="{2400F71A-31C6-B5A4-0BC3-49BA7D115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9263" y="4411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37" name="Oval 336">
              <a:extLst>
                <a:ext uri="{FF2B5EF4-FFF2-40B4-BE49-F238E27FC236}">
                  <a16:creationId xmlns:a16="http://schemas.microsoft.com/office/drawing/2014/main" id="{33E9F0FD-EC18-12DC-24DB-8E00EE379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6100" y="4594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38" name="Oval 337">
              <a:extLst>
                <a:ext uri="{FF2B5EF4-FFF2-40B4-BE49-F238E27FC236}">
                  <a16:creationId xmlns:a16="http://schemas.microsoft.com/office/drawing/2014/main" id="{0CC30A40-8232-274A-D338-E08215977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59763" y="46545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39" name="Oval 338">
              <a:extLst>
                <a:ext uri="{FF2B5EF4-FFF2-40B4-BE49-F238E27FC236}">
                  <a16:creationId xmlns:a16="http://schemas.microsoft.com/office/drawing/2014/main" id="{F98F8545-C5A7-5731-3903-A19AE86E0E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7075" y="4699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40" name="Oval 339">
              <a:extLst>
                <a:ext uri="{FF2B5EF4-FFF2-40B4-BE49-F238E27FC236}">
                  <a16:creationId xmlns:a16="http://schemas.microsoft.com/office/drawing/2014/main" id="{852FDA18-D596-B751-5E9E-10B1D8BD3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8038" y="4760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41" name="Oval 340">
              <a:extLst>
                <a:ext uri="{FF2B5EF4-FFF2-40B4-BE49-F238E27FC236}">
                  <a16:creationId xmlns:a16="http://schemas.microsoft.com/office/drawing/2014/main" id="{A0D92E90-80FA-AFCF-3B41-8C0FF8594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4238" y="4878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42" name="Oval 341">
              <a:extLst>
                <a:ext uri="{FF2B5EF4-FFF2-40B4-BE49-F238E27FC236}">
                  <a16:creationId xmlns:a16="http://schemas.microsoft.com/office/drawing/2014/main" id="{AB083E6A-1965-A8F3-4EF8-965B6FD5C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4088" y="4922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43" name="Oval 342">
              <a:extLst>
                <a:ext uri="{FF2B5EF4-FFF2-40B4-BE49-F238E27FC236}">
                  <a16:creationId xmlns:a16="http://schemas.microsoft.com/office/drawing/2014/main" id="{6EC635BE-451C-6DC3-E615-7C0732EF8D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9175" y="4970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44" name="Oval 343">
              <a:extLst>
                <a:ext uri="{FF2B5EF4-FFF2-40B4-BE49-F238E27FC236}">
                  <a16:creationId xmlns:a16="http://schemas.microsoft.com/office/drawing/2014/main" id="{BC214119-ED42-E258-7244-B621A7DD0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1088" y="5094288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45" name="Oval 344">
              <a:extLst>
                <a:ext uri="{FF2B5EF4-FFF2-40B4-BE49-F238E27FC236}">
                  <a16:creationId xmlns:a16="http://schemas.microsoft.com/office/drawing/2014/main" id="{95E6FAEB-0102-15A2-BC61-5947D88A0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6650" y="5173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46" name="Oval 345">
              <a:extLst>
                <a:ext uri="{FF2B5EF4-FFF2-40B4-BE49-F238E27FC236}">
                  <a16:creationId xmlns:a16="http://schemas.microsoft.com/office/drawing/2014/main" id="{7C3D19A4-6A80-4C8D-AAE9-6AED19B10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0625" y="5207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47" name="Oval 346">
              <a:extLst>
                <a:ext uri="{FF2B5EF4-FFF2-40B4-BE49-F238E27FC236}">
                  <a16:creationId xmlns:a16="http://schemas.microsoft.com/office/drawing/2014/main" id="{2B59FBD5-39B1-7855-D490-6A8A927C95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1425" y="5295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48" name="Oval 347">
              <a:extLst>
                <a:ext uri="{FF2B5EF4-FFF2-40B4-BE49-F238E27FC236}">
                  <a16:creationId xmlns:a16="http://schemas.microsoft.com/office/drawing/2014/main" id="{18329A4B-7745-5488-6871-670E0A91A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2425" y="4087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49" name="Oval 348">
              <a:extLst>
                <a:ext uri="{FF2B5EF4-FFF2-40B4-BE49-F238E27FC236}">
                  <a16:creationId xmlns:a16="http://schemas.microsoft.com/office/drawing/2014/main" id="{D5B4CBBA-0E89-54E8-B3E5-4E0BF442E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8300" y="4075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50" name="Oval 349">
              <a:extLst>
                <a:ext uri="{FF2B5EF4-FFF2-40B4-BE49-F238E27FC236}">
                  <a16:creationId xmlns:a16="http://schemas.microsoft.com/office/drawing/2014/main" id="{A32375C2-E9E4-55D0-6CAD-0995557B6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1163" y="4202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51" name="Oval 350">
              <a:extLst>
                <a:ext uri="{FF2B5EF4-FFF2-40B4-BE49-F238E27FC236}">
                  <a16:creationId xmlns:a16="http://schemas.microsoft.com/office/drawing/2014/main" id="{F585B73C-8BCC-26A8-F90F-359493FAC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3075" y="4343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52" name="Oval 351">
              <a:extLst>
                <a:ext uri="{FF2B5EF4-FFF2-40B4-BE49-F238E27FC236}">
                  <a16:creationId xmlns:a16="http://schemas.microsoft.com/office/drawing/2014/main" id="{C4709761-E214-8279-CC97-6098D277C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6100" y="4427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53" name="Oval 352">
              <a:extLst>
                <a:ext uri="{FF2B5EF4-FFF2-40B4-BE49-F238E27FC236}">
                  <a16:creationId xmlns:a16="http://schemas.microsoft.com/office/drawing/2014/main" id="{45E76852-A5FA-5A35-997D-7D90F2130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3888" y="4645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54" name="Oval 353">
              <a:extLst>
                <a:ext uri="{FF2B5EF4-FFF2-40B4-BE49-F238E27FC236}">
                  <a16:creationId xmlns:a16="http://schemas.microsoft.com/office/drawing/2014/main" id="{C79D5D08-E3ED-B1FA-53F3-01C4A1094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1675" y="4816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55" name="Oval 354">
              <a:extLst>
                <a:ext uri="{FF2B5EF4-FFF2-40B4-BE49-F238E27FC236}">
                  <a16:creationId xmlns:a16="http://schemas.microsoft.com/office/drawing/2014/main" id="{F43BEE0B-1831-C8D0-C2C1-C011EFAAC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7875" y="4840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56" name="Oval 355">
              <a:extLst>
                <a:ext uri="{FF2B5EF4-FFF2-40B4-BE49-F238E27FC236}">
                  <a16:creationId xmlns:a16="http://schemas.microsoft.com/office/drawing/2014/main" id="{243963F4-5723-4568-3FB7-43CC3C6A4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70900" y="4864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57" name="Oval 356">
              <a:extLst>
                <a:ext uri="{FF2B5EF4-FFF2-40B4-BE49-F238E27FC236}">
                  <a16:creationId xmlns:a16="http://schemas.microsoft.com/office/drawing/2014/main" id="{2A976F07-A2B4-DBF7-2EDA-58635E95C1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9163" y="4903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58" name="Oval 357">
              <a:extLst>
                <a:ext uri="{FF2B5EF4-FFF2-40B4-BE49-F238E27FC236}">
                  <a16:creationId xmlns:a16="http://schemas.microsoft.com/office/drawing/2014/main" id="{7E912BD9-BFAE-DB82-58B6-035E0F13C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4250" y="4964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59" name="Oval 358">
              <a:extLst>
                <a:ext uri="{FF2B5EF4-FFF2-40B4-BE49-F238E27FC236}">
                  <a16:creationId xmlns:a16="http://schemas.microsoft.com/office/drawing/2014/main" id="{43FA59F6-8F85-F7AA-28D2-B226501A0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4575" y="5027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60" name="Oval 359">
              <a:extLst>
                <a:ext uri="{FF2B5EF4-FFF2-40B4-BE49-F238E27FC236}">
                  <a16:creationId xmlns:a16="http://schemas.microsoft.com/office/drawing/2014/main" id="{2AB45CCC-2B76-3D9E-AA66-D37E7441BB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1725" y="5081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61" name="Oval 360">
              <a:extLst>
                <a:ext uri="{FF2B5EF4-FFF2-40B4-BE49-F238E27FC236}">
                  <a16:creationId xmlns:a16="http://schemas.microsoft.com/office/drawing/2014/main" id="{57299385-52E9-2892-9EAC-50B122088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5700" y="5189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62" name="Oval 361">
              <a:extLst>
                <a:ext uri="{FF2B5EF4-FFF2-40B4-BE49-F238E27FC236}">
                  <a16:creationId xmlns:a16="http://schemas.microsoft.com/office/drawing/2014/main" id="{BDDB6EB8-D26C-6916-1807-5B17F89CA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6500" y="5221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63" name="Oval 362">
              <a:extLst>
                <a:ext uri="{FF2B5EF4-FFF2-40B4-BE49-F238E27FC236}">
                  <a16:creationId xmlns:a16="http://schemas.microsoft.com/office/drawing/2014/main" id="{FD5FD30A-86C0-8BC9-9D96-9EB57D045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5713" y="5273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64" name="Oval 363">
              <a:extLst>
                <a:ext uri="{FF2B5EF4-FFF2-40B4-BE49-F238E27FC236}">
                  <a16:creationId xmlns:a16="http://schemas.microsoft.com/office/drawing/2014/main" id="{3D0E59F7-E9E0-54EE-F2C3-57C8E59C7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15300" y="4152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65" name="Oval 364">
              <a:extLst>
                <a:ext uri="{FF2B5EF4-FFF2-40B4-BE49-F238E27FC236}">
                  <a16:creationId xmlns:a16="http://schemas.microsoft.com/office/drawing/2014/main" id="{B0590046-9DA3-24A2-D6F8-3D0F535DF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6413" y="4179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66" name="Oval 365">
              <a:extLst>
                <a:ext uri="{FF2B5EF4-FFF2-40B4-BE49-F238E27FC236}">
                  <a16:creationId xmlns:a16="http://schemas.microsoft.com/office/drawing/2014/main" id="{8CFF1CA6-A80D-7B26-D79A-2EE7767E8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6575" y="43275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67" name="Oval 366">
              <a:extLst>
                <a:ext uri="{FF2B5EF4-FFF2-40B4-BE49-F238E27FC236}">
                  <a16:creationId xmlns:a16="http://schemas.microsoft.com/office/drawing/2014/main" id="{EEC76B6D-3304-CCEE-D259-FAC449D9B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2613" y="4468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68" name="Oval 367">
              <a:extLst>
                <a:ext uri="{FF2B5EF4-FFF2-40B4-BE49-F238E27FC236}">
                  <a16:creationId xmlns:a16="http://schemas.microsoft.com/office/drawing/2014/main" id="{60B9B723-57D5-62C8-E471-6E71A5CF6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59763" y="45831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69" name="Oval 368">
              <a:extLst>
                <a:ext uri="{FF2B5EF4-FFF2-40B4-BE49-F238E27FC236}">
                  <a16:creationId xmlns:a16="http://schemas.microsoft.com/office/drawing/2014/main" id="{314C7022-97D6-42C1-6E53-5AC8EB1C2B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1675" y="4672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70" name="Oval 369">
              <a:extLst>
                <a:ext uri="{FF2B5EF4-FFF2-40B4-BE49-F238E27FC236}">
                  <a16:creationId xmlns:a16="http://schemas.microsoft.com/office/drawing/2014/main" id="{FEC4187F-428A-EBED-CFE1-53EF6B4CF1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6763" y="4786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71" name="Oval 370">
              <a:extLst>
                <a:ext uri="{FF2B5EF4-FFF2-40B4-BE49-F238E27FC236}">
                  <a16:creationId xmlns:a16="http://schemas.microsoft.com/office/drawing/2014/main" id="{F8FF1B00-EC0E-898E-3EA7-16DC8A473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51850" y="4805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72" name="Oval 371">
              <a:extLst>
                <a:ext uri="{FF2B5EF4-FFF2-40B4-BE49-F238E27FC236}">
                  <a16:creationId xmlns:a16="http://schemas.microsoft.com/office/drawing/2014/main" id="{8DD9F50A-55B1-6360-CBD8-630126E7F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5350" y="49212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73" name="Oval 372">
              <a:extLst>
                <a:ext uri="{FF2B5EF4-FFF2-40B4-BE49-F238E27FC236}">
                  <a16:creationId xmlns:a16="http://schemas.microsoft.com/office/drawing/2014/main" id="{B023BC5E-830F-0AAA-10A5-4DAF1CEFF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7263" y="4949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74" name="Oval 373">
              <a:extLst>
                <a:ext uri="{FF2B5EF4-FFF2-40B4-BE49-F238E27FC236}">
                  <a16:creationId xmlns:a16="http://schemas.microsoft.com/office/drawing/2014/main" id="{6D11D74A-3D10-AE16-8A1B-0931CB4BB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6000" y="5006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75" name="Oval 374">
              <a:extLst>
                <a:ext uri="{FF2B5EF4-FFF2-40B4-BE49-F238E27FC236}">
                  <a16:creationId xmlns:a16="http://schemas.microsoft.com/office/drawing/2014/main" id="{6B91C3D2-B7D7-D866-ECA8-3B47C5BEE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3150" y="5048250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76" name="Oval 375">
              <a:extLst>
                <a:ext uri="{FF2B5EF4-FFF2-40B4-BE49-F238E27FC236}">
                  <a16:creationId xmlns:a16="http://schemas.microsoft.com/office/drawing/2014/main" id="{0328D09C-DAE8-F488-3601-D1AEFE5FE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7125" y="5056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77" name="Oval 376">
              <a:extLst>
                <a:ext uri="{FF2B5EF4-FFF2-40B4-BE49-F238E27FC236}">
                  <a16:creationId xmlns:a16="http://schemas.microsoft.com/office/drawing/2014/main" id="{22DA9F3E-C646-83CE-2B98-90F5ADCF8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7925" y="5130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78" name="Oval 377">
              <a:extLst>
                <a:ext uri="{FF2B5EF4-FFF2-40B4-BE49-F238E27FC236}">
                  <a16:creationId xmlns:a16="http://schemas.microsoft.com/office/drawing/2014/main" id="{B956C66E-0B9F-FEB6-04F0-20875D5DA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5550" y="5170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79" name="Oval 378">
              <a:extLst>
                <a:ext uri="{FF2B5EF4-FFF2-40B4-BE49-F238E27FC236}">
                  <a16:creationId xmlns:a16="http://schemas.microsoft.com/office/drawing/2014/main" id="{493BCCA7-8E2D-0128-3E0B-171A230F3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1588" y="52641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80" name="Oval 379">
              <a:extLst>
                <a:ext uri="{FF2B5EF4-FFF2-40B4-BE49-F238E27FC236}">
                  <a16:creationId xmlns:a16="http://schemas.microsoft.com/office/drawing/2014/main" id="{343DE636-D3DC-5992-136E-C2A67CD69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5950" y="4264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81" name="Oval 380">
              <a:extLst>
                <a:ext uri="{FF2B5EF4-FFF2-40B4-BE49-F238E27FC236}">
                  <a16:creationId xmlns:a16="http://schemas.microsoft.com/office/drawing/2014/main" id="{5A7FCB19-764B-8565-3A57-90CB6103D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3888" y="4249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82" name="Oval 381">
              <a:extLst>
                <a:ext uri="{FF2B5EF4-FFF2-40B4-BE49-F238E27FC236}">
                  <a16:creationId xmlns:a16="http://schemas.microsoft.com/office/drawing/2014/main" id="{BBC8C4F8-ED7D-1E23-A1BC-0B85F7BEE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7700" y="4384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83" name="Oval 382">
              <a:extLst>
                <a:ext uri="{FF2B5EF4-FFF2-40B4-BE49-F238E27FC236}">
                  <a16:creationId xmlns:a16="http://schemas.microsoft.com/office/drawing/2014/main" id="{21CAB95B-C1EF-3266-8818-8F1ACB31F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2625" y="4505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84" name="Oval 383">
              <a:extLst>
                <a:ext uri="{FF2B5EF4-FFF2-40B4-BE49-F238E27FC236}">
                  <a16:creationId xmlns:a16="http://schemas.microsoft.com/office/drawing/2014/main" id="{3ECA7486-863E-7DC3-DB8B-7F66CEDE4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7075" y="4640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85" name="Oval 384">
              <a:extLst>
                <a:ext uri="{FF2B5EF4-FFF2-40B4-BE49-F238E27FC236}">
                  <a16:creationId xmlns:a16="http://schemas.microsoft.com/office/drawing/2014/main" id="{00672417-26DD-21B1-E23A-1C508B58A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7875" y="4687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86" name="Oval 385">
              <a:extLst>
                <a:ext uri="{FF2B5EF4-FFF2-40B4-BE49-F238E27FC236}">
                  <a16:creationId xmlns:a16="http://schemas.microsoft.com/office/drawing/2014/main" id="{34E00AA8-83A3-299A-C360-006D5EFEA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51850" y="4791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87" name="Oval 386">
              <a:extLst>
                <a:ext uri="{FF2B5EF4-FFF2-40B4-BE49-F238E27FC236}">
                  <a16:creationId xmlns:a16="http://schemas.microsoft.com/office/drawing/2014/main" id="{8B1922E0-7779-5515-B958-946C9C9A9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9000" y="4876800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88" name="Oval 387">
              <a:extLst>
                <a:ext uri="{FF2B5EF4-FFF2-40B4-BE49-F238E27FC236}">
                  <a16:creationId xmlns:a16="http://schemas.microsoft.com/office/drawing/2014/main" id="{86758905-F2C6-8CBE-6D0B-994D998C0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4563" y="4970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89" name="Oval 388">
              <a:extLst>
                <a:ext uri="{FF2B5EF4-FFF2-40B4-BE49-F238E27FC236}">
                  <a16:creationId xmlns:a16="http://schemas.microsoft.com/office/drawing/2014/main" id="{B39585DF-0536-77C6-82EF-92CE31C9C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8538" y="5026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0" name="Oval 389">
              <a:extLst>
                <a:ext uri="{FF2B5EF4-FFF2-40B4-BE49-F238E27FC236}">
                  <a16:creationId xmlns:a16="http://schemas.microsoft.com/office/drawing/2014/main" id="{8D07BF1A-AD7C-EDD8-3D69-5EC3FBC4D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2513" y="50673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1" name="Oval 390">
              <a:extLst>
                <a:ext uri="{FF2B5EF4-FFF2-40B4-BE49-F238E27FC236}">
                  <a16:creationId xmlns:a16="http://schemas.microsoft.com/office/drawing/2014/main" id="{529DC47A-AD9B-0DC5-4493-226FB95E4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3313" y="5130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2" name="Oval 391">
              <a:extLst>
                <a:ext uri="{FF2B5EF4-FFF2-40B4-BE49-F238E27FC236}">
                  <a16:creationId xmlns:a16="http://schemas.microsoft.com/office/drawing/2014/main" id="{F093EF1A-E52B-F38B-511D-575EACDDE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4113" y="5146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3" name="Oval 392">
              <a:extLst>
                <a:ext uri="{FF2B5EF4-FFF2-40B4-BE49-F238E27FC236}">
                  <a16:creationId xmlns:a16="http://schemas.microsoft.com/office/drawing/2014/main" id="{ED2CD97C-BBA2-4D74-2C7C-63F39DB7C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1738" y="5127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4" name="Oval 393">
              <a:extLst>
                <a:ext uri="{FF2B5EF4-FFF2-40B4-BE49-F238E27FC236}">
                  <a16:creationId xmlns:a16="http://schemas.microsoft.com/office/drawing/2014/main" id="{323DA5BF-C9E7-3D8F-FFF1-1C81FF9D4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7775" y="5199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5" name="Oval 394">
              <a:extLst>
                <a:ext uri="{FF2B5EF4-FFF2-40B4-BE49-F238E27FC236}">
                  <a16:creationId xmlns:a16="http://schemas.microsoft.com/office/drawing/2014/main" id="{E37D5B65-7F49-D4B1-3231-1DE77F04C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0725" y="4510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6" name="Oval 395">
              <a:extLst>
                <a:ext uri="{FF2B5EF4-FFF2-40B4-BE49-F238E27FC236}">
                  <a16:creationId xmlns:a16="http://schemas.microsoft.com/office/drawing/2014/main" id="{7B13F9FD-B2C6-5357-F10F-C4EA09658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7075" y="4449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7" name="Oval 396">
              <a:extLst>
                <a:ext uri="{FF2B5EF4-FFF2-40B4-BE49-F238E27FC236}">
                  <a16:creationId xmlns:a16="http://schemas.microsoft.com/office/drawing/2014/main" id="{6B6A619C-7F9B-8BCF-CCC6-1D50C0009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4538" y="4506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8" name="Oval 397">
              <a:extLst>
                <a:ext uri="{FF2B5EF4-FFF2-40B4-BE49-F238E27FC236}">
                  <a16:creationId xmlns:a16="http://schemas.microsoft.com/office/drawing/2014/main" id="{5F399730-9CB6-5B4E-3055-945E6FCEEB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3113" y="4611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9" name="Oval 398">
              <a:extLst>
                <a:ext uri="{FF2B5EF4-FFF2-40B4-BE49-F238E27FC236}">
                  <a16:creationId xmlns:a16="http://schemas.microsoft.com/office/drawing/2014/main" id="{07F75C0D-6312-321A-AAEB-44A4BEBAA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8038" y="4702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00" name="Oval 399">
              <a:extLst>
                <a:ext uri="{FF2B5EF4-FFF2-40B4-BE49-F238E27FC236}">
                  <a16:creationId xmlns:a16="http://schemas.microsoft.com/office/drawing/2014/main" id="{AFB981C3-7A07-673F-A8B3-9CF9A5B1B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70900" y="47561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01" name="Oval 400">
              <a:extLst>
                <a:ext uri="{FF2B5EF4-FFF2-40B4-BE49-F238E27FC236}">
                  <a16:creationId xmlns:a16="http://schemas.microsoft.com/office/drawing/2014/main" id="{05A0AC92-3C33-2592-3529-F6ECA281B8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5350" y="4814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02" name="Oval 401">
              <a:extLst>
                <a:ext uri="{FF2B5EF4-FFF2-40B4-BE49-F238E27FC236}">
                  <a16:creationId xmlns:a16="http://schemas.microsoft.com/office/drawing/2014/main" id="{36BAD7C9-AF62-561C-0B98-F50964DE6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4563" y="4911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03" name="Oval 402">
              <a:extLst>
                <a:ext uri="{FF2B5EF4-FFF2-40B4-BE49-F238E27FC236}">
                  <a16:creationId xmlns:a16="http://schemas.microsoft.com/office/drawing/2014/main" id="{D2F48D8D-7D32-09F8-535C-00B090E29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2188" y="49403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04" name="Oval 403">
              <a:extLst>
                <a:ext uri="{FF2B5EF4-FFF2-40B4-BE49-F238E27FC236}">
                  <a16:creationId xmlns:a16="http://schemas.microsoft.com/office/drawing/2014/main" id="{263DFB09-9F7A-7034-7B8A-70C1E13FF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1400" y="5011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05" name="Oval 404">
              <a:extLst>
                <a:ext uri="{FF2B5EF4-FFF2-40B4-BE49-F238E27FC236}">
                  <a16:creationId xmlns:a16="http://schemas.microsoft.com/office/drawing/2014/main" id="{DCC6F127-0C27-C90A-DD68-9D8C3FF6E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0613" y="5068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06" name="Oval 405">
              <a:extLst>
                <a:ext uri="{FF2B5EF4-FFF2-40B4-BE49-F238E27FC236}">
                  <a16:creationId xmlns:a16="http://schemas.microsoft.com/office/drawing/2014/main" id="{6325688C-B066-0B57-9F2D-C1A4CEEB7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6650" y="513080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07" name="Oval 406">
              <a:extLst>
                <a:ext uri="{FF2B5EF4-FFF2-40B4-BE49-F238E27FC236}">
                  <a16:creationId xmlns:a16="http://schemas.microsoft.com/office/drawing/2014/main" id="{6D97EEAA-7416-1C2F-95A9-9DB66426C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2688" y="5170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08" name="Oval 407">
              <a:extLst>
                <a:ext uri="{FF2B5EF4-FFF2-40B4-BE49-F238E27FC236}">
                  <a16:creationId xmlns:a16="http://schemas.microsoft.com/office/drawing/2014/main" id="{4507D62B-4916-F58F-BDB0-8E737A69DB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7138" y="52228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09" name="Oval 408">
              <a:extLst>
                <a:ext uri="{FF2B5EF4-FFF2-40B4-BE49-F238E27FC236}">
                  <a16:creationId xmlns:a16="http://schemas.microsoft.com/office/drawing/2014/main" id="{A8DCAD2D-BE00-7F44-01D9-41AC79E52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0000" y="5253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0" name="Oval 409">
              <a:extLst>
                <a:ext uri="{FF2B5EF4-FFF2-40B4-BE49-F238E27FC236}">
                  <a16:creationId xmlns:a16="http://schemas.microsoft.com/office/drawing/2014/main" id="{B5BDB094-1E8F-1341-3622-DC8D104114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2800" y="4516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1" name="Oval 410">
              <a:extLst>
                <a:ext uri="{FF2B5EF4-FFF2-40B4-BE49-F238E27FC236}">
                  <a16:creationId xmlns:a16="http://schemas.microsoft.com/office/drawing/2014/main" id="{E1559529-7DBD-C8EB-D796-039E66561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7563" y="4521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2" name="Oval 411">
              <a:extLst>
                <a:ext uri="{FF2B5EF4-FFF2-40B4-BE49-F238E27FC236}">
                  <a16:creationId xmlns:a16="http://schemas.microsoft.com/office/drawing/2014/main" id="{6B8455DD-67AC-6F0B-537B-82C6A14D1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51850" y="4613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3" name="Oval 412">
              <a:extLst>
                <a:ext uri="{FF2B5EF4-FFF2-40B4-BE49-F238E27FC236}">
                  <a16:creationId xmlns:a16="http://schemas.microsoft.com/office/drawing/2014/main" id="{A67A4366-166A-484C-F6D2-D57146CD81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75663" y="4703763"/>
              <a:ext cx="11113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4" name="Oval 413">
              <a:extLst>
                <a:ext uri="{FF2B5EF4-FFF2-40B4-BE49-F238E27FC236}">
                  <a16:creationId xmlns:a16="http://schemas.microsoft.com/office/drawing/2014/main" id="{8F05AE62-1B8E-0AD0-9716-F21BB9AFC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4238" y="4752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5" name="Oval 414">
              <a:extLst>
                <a:ext uri="{FF2B5EF4-FFF2-40B4-BE49-F238E27FC236}">
                  <a16:creationId xmlns:a16="http://schemas.microsoft.com/office/drawing/2014/main" id="{32122A46-5C6A-4784-0DDA-F1D2C2FE6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9163" y="4848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6" name="Oval 415">
              <a:extLst>
                <a:ext uri="{FF2B5EF4-FFF2-40B4-BE49-F238E27FC236}">
                  <a16:creationId xmlns:a16="http://schemas.microsoft.com/office/drawing/2014/main" id="{009F5041-0D2F-F22E-09F1-073E6F814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7263" y="4929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7" name="Oval 416">
              <a:extLst>
                <a:ext uri="{FF2B5EF4-FFF2-40B4-BE49-F238E27FC236}">
                  <a16:creationId xmlns:a16="http://schemas.microsoft.com/office/drawing/2014/main" id="{E8A6D921-3BBA-884A-7BB5-946779EF8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8538" y="4929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8" name="Oval 417">
              <a:extLst>
                <a:ext uri="{FF2B5EF4-FFF2-40B4-BE49-F238E27FC236}">
                  <a16:creationId xmlns:a16="http://schemas.microsoft.com/office/drawing/2014/main" id="{DA724D05-06EF-D88B-8327-9234828A4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1400" y="4987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9" name="Oval 418">
              <a:extLst>
                <a:ext uri="{FF2B5EF4-FFF2-40B4-BE49-F238E27FC236}">
                  <a16:creationId xmlns:a16="http://schemas.microsoft.com/office/drawing/2014/main" id="{6062C0DA-CDCA-AEB7-2326-8CB702AE1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5850" y="5072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20" name="Oval 419">
              <a:extLst>
                <a:ext uri="{FF2B5EF4-FFF2-40B4-BE49-F238E27FC236}">
                  <a16:creationId xmlns:a16="http://schemas.microsoft.com/office/drawing/2014/main" id="{13961F36-B302-19FE-CEC8-55F914BBA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8713" y="5132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21" name="Oval 420">
              <a:extLst>
                <a:ext uri="{FF2B5EF4-FFF2-40B4-BE49-F238E27FC236}">
                  <a16:creationId xmlns:a16="http://schemas.microsoft.com/office/drawing/2014/main" id="{96605D02-190B-FB49-6D90-38124304E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1575" y="5224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22" name="Oval 421">
              <a:extLst>
                <a:ext uri="{FF2B5EF4-FFF2-40B4-BE49-F238E27FC236}">
                  <a16:creationId xmlns:a16="http://schemas.microsoft.com/office/drawing/2014/main" id="{68EACEC3-5D77-85A8-9DD2-8184C3BB1E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4438" y="52355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23" name="Oval 422">
              <a:extLst>
                <a:ext uri="{FF2B5EF4-FFF2-40B4-BE49-F238E27FC236}">
                  <a16:creationId xmlns:a16="http://schemas.microsoft.com/office/drawing/2014/main" id="{CB550BB0-CC7B-6483-76B7-FFDB25DB9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5713" y="5260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24" name="Oval 423">
              <a:extLst>
                <a:ext uri="{FF2B5EF4-FFF2-40B4-BE49-F238E27FC236}">
                  <a16:creationId xmlns:a16="http://schemas.microsoft.com/office/drawing/2014/main" id="{7C9CC34D-0F9E-5158-A4E5-32DBEF89E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5400" y="5297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25" name="Oval 424">
              <a:extLst>
                <a:ext uri="{FF2B5EF4-FFF2-40B4-BE49-F238E27FC236}">
                  <a16:creationId xmlns:a16="http://schemas.microsoft.com/office/drawing/2014/main" id="{EE3B7500-CA15-1FE6-0455-39A2B7B93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5350" y="4594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26" name="Oval 425">
              <a:extLst>
                <a:ext uri="{FF2B5EF4-FFF2-40B4-BE49-F238E27FC236}">
                  <a16:creationId xmlns:a16="http://schemas.microsoft.com/office/drawing/2014/main" id="{76693BC7-30CF-DE92-699A-E0A66AFC8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0113" y="4549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27" name="Oval 426">
              <a:extLst>
                <a:ext uri="{FF2B5EF4-FFF2-40B4-BE49-F238E27FC236}">
                  <a16:creationId xmlns:a16="http://schemas.microsoft.com/office/drawing/2014/main" id="{9BF136DA-DA79-966A-30BA-5D0814F37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1225" y="4598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28" name="Oval 427">
              <a:extLst>
                <a:ext uri="{FF2B5EF4-FFF2-40B4-BE49-F238E27FC236}">
                  <a16:creationId xmlns:a16="http://schemas.microsoft.com/office/drawing/2014/main" id="{DA6E603C-62C2-D531-CE1F-7EE80F36F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0275" y="4733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29" name="Oval 428">
              <a:extLst>
                <a:ext uri="{FF2B5EF4-FFF2-40B4-BE49-F238E27FC236}">
                  <a16:creationId xmlns:a16="http://schemas.microsoft.com/office/drawing/2014/main" id="{21D3208F-503B-FB14-12C5-C96816E4BA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4088" y="4835525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30" name="Oval 429">
              <a:extLst>
                <a:ext uri="{FF2B5EF4-FFF2-40B4-BE49-F238E27FC236}">
                  <a16:creationId xmlns:a16="http://schemas.microsoft.com/office/drawing/2014/main" id="{B6BC50CD-5838-8D63-407C-F5C975134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4250" y="4918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31" name="Oval 430">
              <a:extLst>
                <a:ext uri="{FF2B5EF4-FFF2-40B4-BE49-F238E27FC236}">
                  <a16:creationId xmlns:a16="http://schemas.microsoft.com/office/drawing/2014/main" id="{F6353934-0FF5-44D4-E989-E8A0844CB2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6000" y="5021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32" name="Oval 431">
              <a:extLst>
                <a:ext uri="{FF2B5EF4-FFF2-40B4-BE49-F238E27FC236}">
                  <a16:creationId xmlns:a16="http://schemas.microsoft.com/office/drawing/2014/main" id="{0D9EC159-2C9D-1FD8-A07B-4552EFBC7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2513" y="5041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33" name="Oval 432">
              <a:extLst>
                <a:ext uri="{FF2B5EF4-FFF2-40B4-BE49-F238E27FC236}">
                  <a16:creationId xmlns:a16="http://schemas.microsoft.com/office/drawing/2014/main" id="{5F293713-4E37-8130-3BCD-6F62D48CC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0613" y="5056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34" name="Oval 433">
              <a:extLst>
                <a:ext uri="{FF2B5EF4-FFF2-40B4-BE49-F238E27FC236}">
                  <a16:creationId xmlns:a16="http://schemas.microsoft.com/office/drawing/2014/main" id="{75C39C4D-147F-DBB0-1278-7F49C955B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8713" y="5078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35" name="Oval 434">
              <a:extLst>
                <a:ext uri="{FF2B5EF4-FFF2-40B4-BE49-F238E27FC236}">
                  <a16:creationId xmlns:a16="http://schemas.microsoft.com/office/drawing/2014/main" id="{B9DA3659-356C-5EBC-574E-D8E3C3261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8400" y="51784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36" name="Oval 435">
              <a:extLst>
                <a:ext uri="{FF2B5EF4-FFF2-40B4-BE49-F238E27FC236}">
                  <a16:creationId xmlns:a16="http://schemas.microsoft.com/office/drawing/2014/main" id="{9A012A8E-C331-620F-68C7-8DC0C321CE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6500" y="5265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37" name="Oval 436">
              <a:extLst>
                <a:ext uri="{FF2B5EF4-FFF2-40B4-BE49-F238E27FC236}">
                  <a16:creationId xmlns:a16="http://schemas.microsoft.com/office/drawing/2014/main" id="{7D76C2C5-6326-7558-31AE-AD1C5F2CA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6188" y="5254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38" name="Oval 437">
              <a:extLst>
                <a:ext uri="{FF2B5EF4-FFF2-40B4-BE49-F238E27FC236}">
                  <a16:creationId xmlns:a16="http://schemas.microsoft.com/office/drawing/2014/main" id="{4490241A-7D86-C459-F7B3-4E3CB9C82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4288" y="5265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39" name="Oval 438">
              <a:extLst>
                <a:ext uri="{FF2B5EF4-FFF2-40B4-BE49-F238E27FC236}">
                  <a16:creationId xmlns:a16="http://schemas.microsoft.com/office/drawing/2014/main" id="{E19F3960-B3F3-04C1-742A-60A0BE5258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1550" y="4708525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40" name="Oval 439">
              <a:extLst>
                <a:ext uri="{FF2B5EF4-FFF2-40B4-BE49-F238E27FC236}">
                  <a16:creationId xmlns:a16="http://schemas.microsoft.com/office/drawing/2014/main" id="{F09C164A-E97C-AF30-D4C3-F09AB4FC1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4725" y="4624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41" name="Oval 440">
              <a:extLst>
                <a:ext uri="{FF2B5EF4-FFF2-40B4-BE49-F238E27FC236}">
                  <a16:creationId xmlns:a16="http://schemas.microsoft.com/office/drawing/2014/main" id="{635EBEBF-E7AE-71C6-960C-549AD5A85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4250" y="46418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42" name="Oval 441">
              <a:extLst>
                <a:ext uri="{FF2B5EF4-FFF2-40B4-BE49-F238E27FC236}">
                  <a16:creationId xmlns:a16="http://schemas.microsoft.com/office/drawing/2014/main" id="{5750299E-3E50-0397-1380-C30D2CA28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8538" y="4806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43" name="Oval 442">
              <a:extLst>
                <a:ext uri="{FF2B5EF4-FFF2-40B4-BE49-F238E27FC236}">
                  <a16:creationId xmlns:a16="http://schemas.microsoft.com/office/drawing/2014/main" id="{42BA0BEC-1D91-8775-580F-AF2F97AA7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9175" y="49514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44" name="Oval 443">
              <a:extLst>
                <a:ext uri="{FF2B5EF4-FFF2-40B4-BE49-F238E27FC236}">
                  <a16:creationId xmlns:a16="http://schemas.microsoft.com/office/drawing/2014/main" id="{C0F02D8F-DFE4-C9D8-BF9F-0CDA00820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4575" y="5029200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45" name="Oval 444">
              <a:extLst>
                <a:ext uri="{FF2B5EF4-FFF2-40B4-BE49-F238E27FC236}">
                  <a16:creationId xmlns:a16="http://schemas.microsoft.com/office/drawing/2014/main" id="{5495502A-FF38-8DAC-3AC7-4395AF58C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3150" y="5070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46" name="Oval 445">
              <a:extLst>
                <a:ext uri="{FF2B5EF4-FFF2-40B4-BE49-F238E27FC236}">
                  <a16:creationId xmlns:a16="http://schemas.microsoft.com/office/drawing/2014/main" id="{E2DF198D-421B-ED29-35FD-0C50EFDC2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3313" y="5087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47" name="Oval 446">
              <a:extLst>
                <a:ext uri="{FF2B5EF4-FFF2-40B4-BE49-F238E27FC236}">
                  <a16:creationId xmlns:a16="http://schemas.microsoft.com/office/drawing/2014/main" id="{1641FE6C-651E-1528-FD40-706656258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6650" y="5062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48" name="Oval 447">
              <a:extLst>
                <a:ext uri="{FF2B5EF4-FFF2-40B4-BE49-F238E27FC236}">
                  <a16:creationId xmlns:a16="http://schemas.microsoft.com/office/drawing/2014/main" id="{7F0042A9-0E93-36D2-34A2-7E42F4BC9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1575" y="5087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49" name="Oval 448">
              <a:extLst>
                <a:ext uri="{FF2B5EF4-FFF2-40B4-BE49-F238E27FC236}">
                  <a16:creationId xmlns:a16="http://schemas.microsoft.com/office/drawing/2014/main" id="{AB932FFA-FA70-A4B3-FFE8-B79AB21B1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6500" y="519430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50" name="Oval 449">
              <a:extLst>
                <a:ext uri="{FF2B5EF4-FFF2-40B4-BE49-F238E27FC236}">
                  <a16:creationId xmlns:a16="http://schemas.microsoft.com/office/drawing/2014/main" id="{E78FBDAB-4009-FBE5-80FC-168812161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3013" y="5308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51" name="Oval 450">
              <a:extLst>
                <a:ext uri="{FF2B5EF4-FFF2-40B4-BE49-F238E27FC236}">
                  <a16:creationId xmlns:a16="http://schemas.microsoft.com/office/drawing/2014/main" id="{41B47BEC-B1A1-6ECF-4EA1-8454E0589D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7938" y="5283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52" name="Oval 451">
              <a:extLst>
                <a:ext uri="{FF2B5EF4-FFF2-40B4-BE49-F238E27FC236}">
                  <a16:creationId xmlns:a16="http://schemas.microsoft.com/office/drawing/2014/main" id="{4D2694AF-197B-08B0-D525-41831E3F4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863" y="5307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53" name="Oval 452">
              <a:extLst>
                <a:ext uri="{FF2B5EF4-FFF2-40B4-BE49-F238E27FC236}">
                  <a16:creationId xmlns:a16="http://schemas.microsoft.com/office/drawing/2014/main" id="{8F25DCA3-8A2D-5B0C-34C7-1DBEB20B95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58225" y="4765675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54" name="Oval 453">
              <a:extLst>
                <a:ext uri="{FF2B5EF4-FFF2-40B4-BE49-F238E27FC236}">
                  <a16:creationId xmlns:a16="http://schemas.microsoft.com/office/drawing/2014/main" id="{6ADE6D66-033A-16F1-F9C7-5B7DF70FC0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1400" y="4740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55" name="Oval 454">
              <a:extLst>
                <a:ext uri="{FF2B5EF4-FFF2-40B4-BE49-F238E27FC236}">
                  <a16:creationId xmlns:a16="http://schemas.microsoft.com/office/drawing/2014/main" id="{B4741B06-6E44-4422-01E9-08896A86F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9338" y="47815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56" name="Oval 455">
              <a:extLst>
                <a:ext uri="{FF2B5EF4-FFF2-40B4-BE49-F238E27FC236}">
                  <a16:creationId xmlns:a16="http://schemas.microsoft.com/office/drawing/2014/main" id="{2E9EFD10-18A2-55B0-AFF8-D34FB37EF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2038" y="4919663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57" name="Oval 456">
              <a:extLst>
                <a:ext uri="{FF2B5EF4-FFF2-40B4-BE49-F238E27FC236}">
                  <a16:creationId xmlns:a16="http://schemas.microsoft.com/office/drawing/2014/main" id="{B14B4B3B-AC84-9925-4F64-094A7803C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1088" y="4960938"/>
              <a:ext cx="11113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58" name="Oval 457">
              <a:extLst>
                <a:ext uri="{FF2B5EF4-FFF2-40B4-BE49-F238E27FC236}">
                  <a16:creationId xmlns:a16="http://schemas.microsoft.com/office/drawing/2014/main" id="{3E17AC3F-AB05-AC07-53D9-A3EE7C4017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1725" y="50165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59" name="Oval 458">
              <a:extLst>
                <a:ext uri="{FF2B5EF4-FFF2-40B4-BE49-F238E27FC236}">
                  <a16:creationId xmlns:a16="http://schemas.microsoft.com/office/drawing/2014/main" id="{70877332-353D-EA4D-9B3E-BC74FA25FD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7125" y="5100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60" name="Oval 459">
              <a:extLst>
                <a:ext uri="{FF2B5EF4-FFF2-40B4-BE49-F238E27FC236}">
                  <a16:creationId xmlns:a16="http://schemas.microsoft.com/office/drawing/2014/main" id="{92956A11-1E75-D765-703C-690E29F0C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4113" y="5114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61" name="Oval 460">
              <a:extLst>
                <a:ext uri="{FF2B5EF4-FFF2-40B4-BE49-F238E27FC236}">
                  <a16:creationId xmlns:a16="http://schemas.microsoft.com/office/drawing/2014/main" id="{3AF63D7F-26B2-880A-F33D-DCC910EFA2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2688" y="5173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62" name="Oval 461">
              <a:extLst>
                <a:ext uri="{FF2B5EF4-FFF2-40B4-BE49-F238E27FC236}">
                  <a16:creationId xmlns:a16="http://schemas.microsoft.com/office/drawing/2014/main" id="{1276A8D9-2027-88A1-2E7C-8DD8A996B3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4438" y="5195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63" name="Oval 462">
              <a:extLst>
                <a:ext uri="{FF2B5EF4-FFF2-40B4-BE49-F238E27FC236}">
                  <a16:creationId xmlns:a16="http://schemas.microsoft.com/office/drawing/2014/main" id="{CA9AEE5E-F02A-85EB-5D12-2B204E7138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6188" y="5286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64" name="Oval 463">
              <a:extLst>
                <a:ext uri="{FF2B5EF4-FFF2-40B4-BE49-F238E27FC236}">
                  <a16:creationId xmlns:a16="http://schemas.microsoft.com/office/drawing/2014/main" id="{CC6B74ED-3E74-EE0E-9E12-DFE40A4ED3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7938" y="5283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65" name="Oval 464">
              <a:extLst>
                <a:ext uri="{FF2B5EF4-FFF2-40B4-BE49-F238E27FC236}">
                  <a16:creationId xmlns:a16="http://schemas.microsoft.com/office/drawing/2014/main" id="{CDF061DC-4272-78E0-3AF4-37F9D7439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1275" y="52641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66" name="Oval 465">
              <a:extLst>
                <a:ext uri="{FF2B5EF4-FFF2-40B4-BE49-F238E27FC236}">
                  <a16:creationId xmlns:a16="http://schemas.microsoft.com/office/drawing/2014/main" id="{8FFECA6E-5002-CE93-F217-6BE46CAA0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3025" y="5295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67" name="Oval 466">
              <a:extLst>
                <a:ext uri="{FF2B5EF4-FFF2-40B4-BE49-F238E27FC236}">
                  <a16:creationId xmlns:a16="http://schemas.microsoft.com/office/drawing/2014/main" id="{8E7BE1C8-C4FA-A7E3-8CDE-5C297E7A0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1725" y="4868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68" name="Oval 467">
              <a:extLst>
                <a:ext uri="{FF2B5EF4-FFF2-40B4-BE49-F238E27FC236}">
                  <a16:creationId xmlns:a16="http://schemas.microsoft.com/office/drawing/2014/main" id="{E517CCC3-62D3-E270-C02D-95F94B15B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3313" y="4818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69" name="Oval 468">
              <a:extLst>
                <a:ext uri="{FF2B5EF4-FFF2-40B4-BE49-F238E27FC236}">
                  <a16:creationId xmlns:a16="http://schemas.microsoft.com/office/drawing/2014/main" id="{4F3CCCD4-C629-DBD2-34B8-3B43C639C0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1250" y="4846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70" name="Oval 469">
              <a:extLst>
                <a:ext uri="{FF2B5EF4-FFF2-40B4-BE49-F238E27FC236}">
                  <a16:creationId xmlns:a16="http://schemas.microsoft.com/office/drawing/2014/main" id="{BFDE7244-4E67-E204-9215-F5856BA23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2363" y="4930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71" name="Oval 470">
              <a:extLst>
                <a:ext uri="{FF2B5EF4-FFF2-40B4-BE49-F238E27FC236}">
                  <a16:creationId xmlns:a16="http://schemas.microsoft.com/office/drawing/2014/main" id="{3AE3C5DE-F918-DAD4-F7B6-0DF654451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6650" y="4970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72" name="Oval 471">
              <a:extLst>
                <a:ext uri="{FF2B5EF4-FFF2-40B4-BE49-F238E27FC236}">
                  <a16:creationId xmlns:a16="http://schemas.microsoft.com/office/drawing/2014/main" id="{6D265DF6-715E-DB36-F943-286D7E6AB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5700" y="5038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73" name="Oval 472">
              <a:extLst>
                <a:ext uri="{FF2B5EF4-FFF2-40B4-BE49-F238E27FC236}">
                  <a16:creationId xmlns:a16="http://schemas.microsoft.com/office/drawing/2014/main" id="{AA598897-0B29-D553-516C-E6B2BEBE32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7925" y="5105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74" name="Oval 473">
              <a:extLst>
                <a:ext uri="{FF2B5EF4-FFF2-40B4-BE49-F238E27FC236}">
                  <a16:creationId xmlns:a16="http://schemas.microsoft.com/office/drawing/2014/main" id="{99F7D089-E956-0CB7-2871-8E8EC3DF0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1738" y="5160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75" name="Oval 474">
              <a:extLst>
                <a:ext uri="{FF2B5EF4-FFF2-40B4-BE49-F238E27FC236}">
                  <a16:creationId xmlns:a16="http://schemas.microsoft.com/office/drawing/2014/main" id="{592F97DB-2A95-9D31-3619-15170725E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7138" y="5237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76" name="Oval 475">
              <a:extLst>
                <a:ext uri="{FF2B5EF4-FFF2-40B4-BE49-F238E27FC236}">
                  <a16:creationId xmlns:a16="http://schemas.microsoft.com/office/drawing/2014/main" id="{B7D71AB8-8FF8-760A-928F-B779461F0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5713" y="5273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77" name="Oval 476">
              <a:extLst>
                <a:ext uri="{FF2B5EF4-FFF2-40B4-BE49-F238E27FC236}">
                  <a16:creationId xmlns:a16="http://schemas.microsoft.com/office/drawing/2014/main" id="{4CECAA1D-760F-9D0A-AE98-80548D8A29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4288" y="5286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78" name="Oval 477">
              <a:extLst>
                <a:ext uri="{FF2B5EF4-FFF2-40B4-BE49-F238E27FC236}">
                  <a16:creationId xmlns:a16="http://schemas.microsoft.com/office/drawing/2014/main" id="{E2305E23-0DC9-0B59-DE59-798D45DE2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863" y="5227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79" name="Oval 478">
              <a:extLst>
                <a:ext uri="{FF2B5EF4-FFF2-40B4-BE49-F238E27FC236}">
                  <a16:creationId xmlns:a16="http://schemas.microsoft.com/office/drawing/2014/main" id="{48EF263A-31FA-860A-28EC-EE62F1E419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3025" y="5281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80" name="Oval 479">
              <a:extLst>
                <a:ext uri="{FF2B5EF4-FFF2-40B4-BE49-F238E27FC236}">
                  <a16:creationId xmlns:a16="http://schemas.microsoft.com/office/drawing/2014/main" id="{5C34763F-0B50-033C-3E73-E0570E950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0463" y="4846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81" name="Oval 480">
              <a:extLst>
                <a:ext uri="{FF2B5EF4-FFF2-40B4-BE49-F238E27FC236}">
                  <a16:creationId xmlns:a16="http://schemas.microsoft.com/office/drawing/2014/main" id="{9506F9FB-0B77-E0D0-CA6B-259A7ECC0C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2050" y="4838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82" name="Oval 481">
              <a:extLst>
                <a:ext uri="{FF2B5EF4-FFF2-40B4-BE49-F238E27FC236}">
                  <a16:creationId xmlns:a16="http://schemas.microsoft.com/office/drawing/2014/main" id="{01DA5503-F558-90EB-DB9E-4F500957B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8400" y="4872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83" name="Oval 482">
              <a:extLst>
                <a:ext uri="{FF2B5EF4-FFF2-40B4-BE49-F238E27FC236}">
                  <a16:creationId xmlns:a16="http://schemas.microsoft.com/office/drawing/2014/main" id="{00EB4E86-C534-3E46-4CCF-B829FCDD0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7925" y="4948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84" name="Oval 483">
              <a:extLst>
                <a:ext uri="{FF2B5EF4-FFF2-40B4-BE49-F238E27FC236}">
                  <a16:creationId xmlns:a16="http://schemas.microsoft.com/office/drawing/2014/main" id="{5ACAABCF-D50E-1D16-F028-3DFE906FF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0625" y="5002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85" name="Oval 484">
              <a:extLst>
                <a:ext uri="{FF2B5EF4-FFF2-40B4-BE49-F238E27FC236}">
                  <a16:creationId xmlns:a16="http://schemas.microsoft.com/office/drawing/2014/main" id="{F56F6AF6-8F80-F4E7-A899-C6C8C408D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6500" y="5021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86" name="Oval 485">
              <a:extLst>
                <a:ext uri="{FF2B5EF4-FFF2-40B4-BE49-F238E27FC236}">
                  <a16:creationId xmlns:a16="http://schemas.microsoft.com/office/drawing/2014/main" id="{E8EFD37E-0A47-472B-4E1D-D9E9EF89C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5550" y="5091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87" name="Oval 486">
              <a:extLst>
                <a:ext uri="{FF2B5EF4-FFF2-40B4-BE49-F238E27FC236}">
                  <a16:creationId xmlns:a16="http://schemas.microsoft.com/office/drawing/2014/main" id="{9FA98886-1C95-746C-3DA0-B76660AF45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7775" y="52006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88" name="Oval 487">
              <a:extLst>
                <a:ext uri="{FF2B5EF4-FFF2-40B4-BE49-F238E27FC236}">
                  <a16:creationId xmlns:a16="http://schemas.microsoft.com/office/drawing/2014/main" id="{1F940A48-8549-50B0-521F-D00BC4BF9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0000" y="52768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89" name="Oval 488">
              <a:extLst>
                <a:ext uri="{FF2B5EF4-FFF2-40B4-BE49-F238E27FC236}">
                  <a16:creationId xmlns:a16="http://schemas.microsoft.com/office/drawing/2014/main" id="{02EFC11F-9FDD-E0EE-1CE0-B6AF3A752F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5400" y="52895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90" name="Oval 490">
              <a:extLst>
                <a:ext uri="{FF2B5EF4-FFF2-40B4-BE49-F238E27FC236}">
                  <a16:creationId xmlns:a16="http://schemas.microsoft.com/office/drawing/2014/main" id="{9DDCBE1C-A923-B990-9C93-08B47E334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0800" y="5311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91" name="Oval 491">
              <a:extLst>
                <a:ext uri="{FF2B5EF4-FFF2-40B4-BE49-F238E27FC236}">
                  <a16:creationId xmlns:a16="http://schemas.microsoft.com/office/drawing/2014/main" id="{1A4130B6-EFF3-3072-439C-6413D7F01B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7787" y="5316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92" name="Oval 492">
              <a:extLst>
                <a:ext uri="{FF2B5EF4-FFF2-40B4-BE49-F238E27FC236}">
                  <a16:creationId xmlns:a16="http://schemas.microsoft.com/office/drawing/2014/main" id="{C0EDF5E2-59F7-0F86-71BB-67C2183D7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4437" y="5021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93" name="Oval 493">
              <a:extLst>
                <a:ext uri="{FF2B5EF4-FFF2-40B4-BE49-F238E27FC236}">
                  <a16:creationId xmlns:a16="http://schemas.microsoft.com/office/drawing/2014/main" id="{C1CC25B4-0242-39BA-C980-B30187EE5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025" y="49815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94" name="Oval 494">
              <a:extLst>
                <a:ext uri="{FF2B5EF4-FFF2-40B4-BE49-F238E27FC236}">
                  <a16:creationId xmlns:a16="http://schemas.microsoft.com/office/drawing/2014/main" id="{61F9BB95-CB3C-3527-67B6-DB71E73AFB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0787" y="4973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95" name="Oval 495">
              <a:extLst>
                <a:ext uri="{FF2B5EF4-FFF2-40B4-BE49-F238E27FC236}">
                  <a16:creationId xmlns:a16="http://schemas.microsoft.com/office/drawing/2014/main" id="{148F3561-1835-BF66-A0E0-514D254F2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8725" y="4999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96" name="Oval 496">
              <a:extLst>
                <a:ext uri="{FF2B5EF4-FFF2-40B4-BE49-F238E27FC236}">
                  <a16:creationId xmlns:a16="http://schemas.microsoft.com/office/drawing/2014/main" id="{207E89F3-1B7D-17CE-950E-25B84623A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1425" y="4995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97" name="Oval 497">
              <a:extLst>
                <a:ext uri="{FF2B5EF4-FFF2-40B4-BE49-F238E27FC236}">
                  <a16:creationId xmlns:a16="http://schemas.microsoft.com/office/drawing/2014/main" id="{9315F46F-C0BE-C1A5-08CE-F7FCFDECD5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5712" y="5033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98" name="Oval 498">
              <a:extLst>
                <a:ext uri="{FF2B5EF4-FFF2-40B4-BE49-F238E27FC236}">
                  <a16:creationId xmlns:a16="http://schemas.microsoft.com/office/drawing/2014/main" id="{D0E09982-A99C-E87D-D620-D978F8379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1587" y="5153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99" name="Oval 499">
              <a:extLst>
                <a:ext uri="{FF2B5EF4-FFF2-40B4-BE49-F238E27FC236}">
                  <a16:creationId xmlns:a16="http://schemas.microsoft.com/office/drawing/2014/main" id="{02FBD385-8209-21B0-E217-BD2AFFCFD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0637" y="5249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00" name="Oval 500">
              <a:extLst>
                <a:ext uri="{FF2B5EF4-FFF2-40B4-BE49-F238E27FC236}">
                  <a16:creationId xmlns:a16="http://schemas.microsoft.com/office/drawing/2014/main" id="{9BCA5080-1AD4-578C-D97B-0B249214D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862" y="528478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01" name="Oval 501">
              <a:extLst>
                <a:ext uri="{FF2B5EF4-FFF2-40B4-BE49-F238E27FC236}">
                  <a16:creationId xmlns:a16="http://schemas.microsoft.com/office/drawing/2014/main" id="{498077C9-74EC-9B93-A7B3-0CCC7AFE24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5087" y="5249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02" name="Oval 502">
              <a:extLst>
                <a:ext uri="{FF2B5EF4-FFF2-40B4-BE49-F238E27FC236}">
                  <a16:creationId xmlns:a16="http://schemas.microsoft.com/office/drawing/2014/main" id="{A51B0847-BC89-349A-E7C7-5C0926433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5237" y="4930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03" name="Oval 503">
              <a:extLst>
                <a:ext uri="{FF2B5EF4-FFF2-40B4-BE49-F238E27FC236}">
                  <a16:creationId xmlns:a16="http://schemas.microsoft.com/office/drawing/2014/main" id="{092699CD-69E0-0A7B-A430-6530AB6B9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5237" y="4997450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04" name="Oval 504">
              <a:extLst>
                <a:ext uri="{FF2B5EF4-FFF2-40B4-BE49-F238E27FC236}">
                  <a16:creationId xmlns:a16="http://schemas.microsoft.com/office/drawing/2014/main" id="{F68E91E3-36C4-8360-457F-E1680E616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0000" y="5038725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05" name="Oval 505">
              <a:extLst>
                <a:ext uri="{FF2B5EF4-FFF2-40B4-BE49-F238E27FC236}">
                  <a16:creationId xmlns:a16="http://schemas.microsoft.com/office/drawing/2014/main" id="{24925432-51CA-6D88-C1B2-E5A5AA0EA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7937" y="5127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06" name="Oval 506">
              <a:extLst>
                <a:ext uri="{FF2B5EF4-FFF2-40B4-BE49-F238E27FC236}">
                  <a16:creationId xmlns:a16="http://schemas.microsoft.com/office/drawing/2014/main" id="{D48948A1-B578-524B-DE9C-F43FEA445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9050" y="5110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07" name="Oval 507">
              <a:extLst>
                <a:ext uri="{FF2B5EF4-FFF2-40B4-BE49-F238E27FC236}">
                  <a16:creationId xmlns:a16="http://schemas.microsoft.com/office/drawing/2014/main" id="{2563B618-F08F-2E4B-1068-6E401B4561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1750" y="513873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08" name="Oval 508">
              <a:extLst>
                <a:ext uri="{FF2B5EF4-FFF2-40B4-BE49-F238E27FC236}">
                  <a16:creationId xmlns:a16="http://schemas.microsoft.com/office/drawing/2014/main" id="{32BF5269-7EC8-BB77-ADB2-D1E264F28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6037" y="5205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09" name="Oval 509">
              <a:extLst>
                <a:ext uri="{FF2B5EF4-FFF2-40B4-BE49-F238E27FC236}">
                  <a16:creationId xmlns:a16="http://schemas.microsoft.com/office/drawing/2014/main" id="{A63DAA23-CEC2-3DF8-31CB-E0581AC90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3500" y="5253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10" name="Oval 510">
              <a:extLst>
                <a:ext uri="{FF2B5EF4-FFF2-40B4-BE49-F238E27FC236}">
                  <a16:creationId xmlns:a16="http://schemas.microsoft.com/office/drawing/2014/main" id="{9BF99D46-F079-2C0D-1BB6-A8D197DCF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2550" y="5237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11" name="Oval 511">
              <a:extLst>
                <a:ext uri="{FF2B5EF4-FFF2-40B4-BE49-F238E27FC236}">
                  <a16:creationId xmlns:a16="http://schemas.microsoft.com/office/drawing/2014/main" id="{80F72492-5040-C410-50F7-65D0067CEC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1600" y="524668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12" name="Oval 512">
              <a:extLst>
                <a:ext uri="{FF2B5EF4-FFF2-40B4-BE49-F238E27FC236}">
                  <a16:creationId xmlns:a16="http://schemas.microsoft.com/office/drawing/2014/main" id="{D4D9E2B3-E632-8B37-55A2-DC6A6695ED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862" y="494982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13" name="Oval 513">
              <a:extLst>
                <a:ext uri="{FF2B5EF4-FFF2-40B4-BE49-F238E27FC236}">
                  <a16:creationId xmlns:a16="http://schemas.microsoft.com/office/drawing/2014/main" id="{2B68DB46-6158-B305-C9B8-EE65A198B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862" y="50228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14" name="Oval 514">
              <a:extLst>
                <a:ext uri="{FF2B5EF4-FFF2-40B4-BE49-F238E27FC236}">
                  <a16:creationId xmlns:a16="http://schemas.microsoft.com/office/drawing/2014/main" id="{7EB48111-3927-C48A-B50F-C2AEB7151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7625" y="5068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15" name="Oval 515">
              <a:extLst>
                <a:ext uri="{FF2B5EF4-FFF2-40B4-BE49-F238E27FC236}">
                  <a16:creationId xmlns:a16="http://schemas.microsoft.com/office/drawing/2014/main" id="{B4508FB4-D915-A5D9-F197-E83445A7F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3975" y="5140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16" name="Oval 516">
              <a:extLst>
                <a:ext uri="{FF2B5EF4-FFF2-40B4-BE49-F238E27FC236}">
                  <a16:creationId xmlns:a16="http://schemas.microsoft.com/office/drawing/2014/main" id="{D68E3E48-3298-5D52-7F35-D23BB03ED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3500" y="5202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17" name="Oval 517">
              <a:extLst>
                <a:ext uri="{FF2B5EF4-FFF2-40B4-BE49-F238E27FC236}">
                  <a16:creationId xmlns:a16="http://schemas.microsoft.com/office/drawing/2014/main" id="{E4057BC2-7A36-EEF0-1231-099BF1DEF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4612" y="5241925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18" name="Oval 518">
              <a:extLst>
                <a:ext uri="{FF2B5EF4-FFF2-40B4-BE49-F238E27FC236}">
                  <a16:creationId xmlns:a16="http://schemas.microsoft.com/office/drawing/2014/main" id="{7AAB9827-788B-9D92-BF50-B021C91090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312" y="526732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19" name="Oval 519">
              <a:extLst>
                <a:ext uri="{FF2B5EF4-FFF2-40B4-BE49-F238E27FC236}">
                  <a16:creationId xmlns:a16="http://schemas.microsoft.com/office/drawing/2014/main" id="{B2AC7EB6-F5E1-BB13-5DF3-90243A38D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3187" y="5299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20" name="Oval 520">
              <a:extLst>
                <a:ext uri="{FF2B5EF4-FFF2-40B4-BE49-F238E27FC236}">
                  <a16:creationId xmlns:a16="http://schemas.microsoft.com/office/drawing/2014/main" id="{27C1A440-92B5-C600-9A0A-76AD79C4A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0650" y="5292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21" name="Oval 521">
              <a:extLst>
                <a:ext uri="{FF2B5EF4-FFF2-40B4-BE49-F238E27FC236}">
                  <a16:creationId xmlns:a16="http://schemas.microsoft.com/office/drawing/2014/main" id="{CAC35CB8-19E7-72F7-A976-5C928BF36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9700" y="529748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22" name="Oval 522">
              <a:extLst>
                <a:ext uri="{FF2B5EF4-FFF2-40B4-BE49-F238E27FC236}">
                  <a16:creationId xmlns:a16="http://schemas.microsoft.com/office/drawing/2014/main" id="{0AA1DF08-4227-7C2A-0C56-D2B89A8CC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312" y="5141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23" name="Oval 523">
              <a:extLst>
                <a:ext uri="{FF2B5EF4-FFF2-40B4-BE49-F238E27FC236}">
                  <a16:creationId xmlns:a16="http://schemas.microsoft.com/office/drawing/2014/main" id="{7494615D-E61D-9ECA-2D11-A4EA1A98A9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312" y="51546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24" name="Oval 524">
              <a:extLst>
                <a:ext uri="{FF2B5EF4-FFF2-40B4-BE49-F238E27FC236}">
                  <a16:creationId xmlns:a16="http://schemas.microsoft.com/office/drawing/2014/main" id="{97407D9A-0F05-A0F5-1AE4-8643D638C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2075" y="5176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25" name="Oval 525">
              <a:extLst>
                <a:ext uri="{FF2B5EF4-FFF2-40B4-BE49-F238E27FC236}">
                  <a16:creationId xmlns:a16="http://schemas.microsoft.com/office/drawing/2014/main" id="{77883B1B-F938-3BD3-7748-AA24956AA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6837" y="52181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26" name="Oval 526">
              <a:extLst>
                <a:ext uri="{FF2B5EF4-FFF2-40B4-BE49-F238E27FC236}">
                  <a16:creationId xmlns:a16="http://schemas.microsoft.com/office/drawing/2014/main" id="{460377B8-5748-9BF0-A4C6-2F3C18AE8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362" y="5221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27" name="Oval 527">
              <a:extLst>
                <a:ext uri="{FF2B5EF4-FFF2-40B4-BE49-F238E27FC236}">
                  <a16:creationId xmlns:a16="http://schemas.microsoft.com/office/drawing/2014/main" id="{B5821427-AC39-231F-F0E6-84922E4A8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5887" y="5227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28" name="Oval 528">
              <a:extLst>
                <a:ext uri="{FF2B5EF4-FFF2-40B4-BE49-F238E27FC236}">
                  <a16:creationId xmlns:a16="http://schemas.microsoft.com/office/drawing/2014/main" id="{91CC0675-CFD6-4555-4BE8-F4CECD0EE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8587" y="5064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29" name="Oval 529">
              <a:extLst>
                <a:ext uri="{FF2B5EF4-FFF2-40B4-BE49-F238E27FC236}">
                  <a16:creationId xmlns:a16="http://schemas.microsoft.com/office/drawing/2014/main" id="{00705057-E360-FCBF-CE38-3E2F4C3D0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0175" y="5121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30" name="Oval 530">
              <a:extLst>
                <a:ext uri="{FF2B5EF4-FFF2-40B4-BE49-F238E27FC236}">
                  <a16:creationId xmlns:a16="http://schemas.microsoft.com/office/drawing/2014/main" id="{6E959D71-4CC1-1B94-9F14-E10570F46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3350" y="5189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31" name="Oval 531">
              <a:extLst>
                <a:ext uri="{FF2B5EF4-FFF2-40B4-BE49-F238E27FC236}">
                  <a16:creationId xmlns:a16="http://schemas.microsoft.com/office/drawing/2014/main" id="{4F957937-2EE9-2984-2B16-1722D9268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9700" y="519747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32" name="Oval 532">
              <a:extLst>
                <a:ext uri="{FF2B5EF4-FFF2-40B4-BE49-F238E27FC236}">
                  <a16:creationId xmlns:a16="http://schemas.microsoft.com/office/drawing/2014/main" id="{25B28A75-6970-210F-ED85-54907CCBF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6050" y="5224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33" name="Oval 533">
              <a:extLst>
                <a:ext uri="{FF2B5EF4-FFF2-40B4-BE49-F238E27FC236}">
                  <a16:creationId xmlns:a16="http://schemas.microsoft.com/office/drawing/2014/main" id="{1057007B-BA7C-6068-CE63-A343499F6C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5575" y="5254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34" name="Oval 534">
              <a:extLst>
                <a:ext uri="{FF2B5EF4-FFF2-40B4-BE49-F238E27FC236}">
                  <a16:creationId xmlns:a16="http://schemas.microsoft.com/office/drawing/2014/main" id="{C356827D-EDDE-B95C-5DDF-6D9AEF1A4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9862" y="5168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35" name="Oval 535">
              <a:extLst>
                <a:ext uri="{FF2B5EF4-FFF2-40B4-BE49-F238E27FC236}">
                  <a16:creationId xmlns:a16="http://schemas.microsoft.com/office/drawing/2014/main" id="{977F4B9E-542D-87C6-11FA-63E617EC02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9862" y="5170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36" name="Oval 536">
              <a:extLst>
                <a:ext uri="{FF2B5EF4-FFF2-40B4-BE49-F238E27FC236}">
                  <a16:creationId xmlns:a16="http://schemas.microsoft.com/office/drawing/2014/main" id="{F2344FC4-1A07-F2DA-D3EA-823784FCC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3037" y="52387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37" name="Oval 537">
              <a:extLst>
                <a:ext uri="{FF2B5EF4-FFF2-40B4-BE49-F238E27FC236}">
                  <a16:creationId xmlns:a16="http://schemas.microsoft.com/office/drawing/2014/main" id="{3A3B05D9-96EF-349E-D773-F65D8B33C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7800" y="5241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38" name="Oval 538">
              <a:extLst>
                <a:ext uri="{FF2B5EF4-FFF2-40B4-BE49-F238E27FC236}">
                  <a16:creationId xmlns:a16="http://schemas.microsoft.com/office/drawing/2014/main" id="{07DB6735-F74D-8CEA-B8F4-CAC656F8B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4150" y="529272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39" name="Oval 539">
              <a:extLst>
                <a:ext uri="{FF2B5EF4-FFF2-40B4-BE49-F238E27FC236}">
                  <a16:creationId xmlns:a16="http://schemas.microsoft.com/office/drawing/2014/main" id="{5ED7C81F-C1F5-1A49-AF3D-84A9878A4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7962" y="5253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40" name="Oval 540">
              <a:extLst>
                <a:ext uri="{FF2B5EF4-FFF2-40B4-BE49-F238E27FC236}">
                  <a16:creationId xmlns:a16="http://schemas.microsoft.com/office/drawing/2014/main" id="{A5CC2A64-586D-C0A3-BD3F-0A1EA834D6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7962" y="5240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41" name="Oval 541">
              <a:extLst>
                <a:ext uri="{FF2B5EF4-FFF2-40B4-BE49-F238E27FC236}">
                  <a16:creationId xmlns:a16="http://schemas.microsoft.com/office/drawing/2014/main" id="{28884DA6-DA93-AD1D-80A2-F0FBA7FB4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1137" y="5262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42" name="Oval 542">
              <a:extLst>
                <a:ext uri="{FF2B5EF4-FFF2-40B4-BE49-F238E27FC236}">
                  <a16:creationId xmlns:a16="http://schemas.microsoft.com/office/drawing/2014/main" id="{8F444937-AD2A-3CC1-3B67-82CE92C29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5900" y="5308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43" name="Oval 543">
              <a:extLst>
                <a:ext uri="{FF2B5EF4-FFF2-40B4-BE49-F238E27FC236}">
                  <a16:creationId xmlns:a16="http://schemas.microsoft.com/office/drawing/2014/main" id="{A83234AE-B345-0310-86FA-46FBFA58F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4475" y="5257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44" name="Oval 544">
              <a:extLst>
                <a:ext uri="{FF2B5EF4-FFF2-40B4-BE49-F238E27FC236}">
                  <a16:creationId xmlns:a16="http://schemas.microsoft.com/office/drawing/2014/main" id="{7B8DE016-631F-CDA8-DFB3-128FAC47FA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4475" y="5248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45" name="Oval 545">
              <a:extLst>
                <a:ext uri="{FF2B5EF4-FFF2-40B4-BE49-F238E27FC236}">
                  <a16:creationId xmlns:a16="http://schemas.microsoft.com/office/drawing/2014/main" id="{92F19C4E-1888-9983-86CC-859F80509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7650" y="5291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46" name="Oval 546">
              <a:extLst>
                <a:ext uri="{FF2B5EF4-FFF2-40B4-BE49-F238E27FC236}">
                  <a16:creationId xmlns:a16="http://schemas.microsoft.com/office/drawing/2014/main" id="{7EC6521F-C413-60D4-0442-552D383A7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0825" y="5314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47" name="Oval 547">
              <a:extLst>
                <a:ext uri="{FF2B5EF4-FFF2-40B4-BE49-F238E27FC236}">
                  <a16:creationId xmlns:a16="http://schemas.microsoft.com/office/drawing/2014/main" id="{0D5ADE21-9E51-E79D-F007-E514EFB5E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7175" y="5311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48" name="Oval 548">
              <a:extLst>
                <a:ext uri="{FF2B5EF4-FFF2-40B4-BE49-F238E27FC236}">
                  <a16:creationId xmlns:a16="http://schemas.microsoft.com/office/drawing/2014/main" id="{4477529E-478A-678F-4AFA-3C6551923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0512" y="5310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49" name="Oval 549">
              <a:extLst>
                <a:ext uri="{FF2B5EF4-FFF2-40B4-BE49-F238E27FC236}">
                  <a16:creationId xmlns:a16="http://schemas.microsoft.com/office/drawing/2014/main" id="{A8A011A2-7417-1235-C29D-CD99F496B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5750" y="5291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50" name="Oval 550">
              <a:extLst>
                <a:ext uri="{FF2B5EF4-FFF2-40B4-BE49-F238E27FC236}">
                  <a16:creationId xmlns:a16="http://schemas.microsoft.com/office/drawing/2014/main" id="{149A8ACE-C62F-4FC9-A785-28FB95969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4475" y="5257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51" name="Oval 551">
              <a:extLst>
                <a:ext uri="{FF2B5EF4-FFF2-40B4-BE49-F238E27FC236}">
                  <a16:creationId xmlns:a16="http://schemas.microsoft.com/office/drawing/2014/main" id="{A7D3FAAE-764E-8225-4008-E93CCF7F6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4475" y="5245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52" name="Oval 552">
              <a:extLst>
                <a:ext uri="{FF2B5EF4-FFF2-40B4-BE49-F238E27FC236}">
                  <a16:creationId xmlns:a16="http://schemas.microsoft.com/office/drawing/2014/main" id="{DFDB0D8D-A056-A906-043C-7BFB0F3B6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7650" y="5246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53" name="Oval 553">
              <a:extLst>
                <a:ext uri="{FF2B5EF4-FFF2-40B4-BE49-F238E27FC236}">
                  <a16:creationId xmlns:a16="http://schemas.microsoft.com/office/drawing/2014/main" id="{6666146A-7594-19A3-7D44-FFD476ABE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0825" y="5318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54" name="Oval 554">
              <a:extLst>
                <a:ext uri="{FF2B5EF4-FFF2-40B4-BE49-F238E27FC236}">
                  <a16:creationId xmlns:a16="http://schemas.microsoft.com/office/drawing/2014/main" id="{AA001187-AA01-B28E-8822-F634E0870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7962" y="5253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55" name="Oval 555">
              <a:extLst>
                <a:ext uri="{FF2B5EF4-FFF2-40B4-BE49-F238E27FC236}">
                  <a16:creationId xmlns:a16="http://schemas.microsoft.com/office/drawing/2014/main" id="{263EF01A-FCBA-AAAE-E3E6-B27928133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7962" y="529113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56" name="Oval 556">
              <a:extLst>
                <a:ext uri="{FF2B5EF4-FFF2-40B4-BE49-F238E27FC236}">
                  <a16:creationId xmlns:a16="http://schemas.microsoft.com/office/drawing/2014/main" id="{5A31C374-3DA7-C0A4-DCCD-5873D305F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9862" y="5168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57" name="Oval 557">
              <a:extLst>
                <a:ext uri="{FF2B5EF4-FFF2-40B4-BE49-F238E27FC236}">
                  <a16:creationId xmlns:a16="http://schemas.microsoft.com/office/drawing/2014/main" id="{17231144-E4DA-8E12-B79F-98006A49E0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9862" y="5232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58" name="Oval 558">
              <a:extLst>
                <a:ext uri="{FF2B5EF4-FFF2-40B4-BE49-F238E27FC236}">
                  <a16:creationId xmlns:a16="http://schemas.microsoft.com/office/drawing/2014/main" id="{B416E28A-A157-7E60-6EB5-CC1B6E08A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3037" y="5187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59" name="Oval 559">
              <a:extLst>
                <a:ext uri="{FF2B5EF4-FFF2-40B4-BE49-F238E27FC236}">
                  <a16:creationId xmlns:a16="http://schemas.microsoft.com/office/drawing/2014/main" id="{D0DCE397-AC78-5AA7-988D-F4FCDCF9E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7800" y="5157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60" name="Oval 560">
              <a:extLst>
                <a:ext uri="{FF2B5EF4-FFF2-40B4-BE49-F238E27FC236}">
                  <a16:creationId xmlns:a16="http://schemas.microsoft.com/office/drawing/2014/main" id="{E75D2752-AF1B-288F-066B-65DF2AA63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4150" y="531177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61" name="Oval 561">
              <a:extLst>
                <a:ext uri="{FF2B5EF4-FFF2-40B4-BE49-F238E27FC236}">
                  <a16:creationId xmlns:a16="http://schemas.microsoft.com/office/drawing/2014/main" id="{D8735462-04BE-AA19-D79D-61A9821C8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3200" y="5311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62" name="Oval 562">
              <a:extLst>
                <a:ext uri="{FF2B5EF4-FFF2-40B4-BE49-F238E27FC236}">
                  <a16:creationId xmlns:a16="http://schemas.microsoft.com/office/drawing/2014/main" id="{33B45396-7466-B675-30DD-820A95D9F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4312" y="5254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63" name="Oval 563">
              <a:extLst>
                <a:ext uri="{FF2B5EF4-FFF2-40B4-BE49-F238E27FC236}">
                  <a16:creationId xmlns:a16="http://schemas.microsoft.com/office/drawing/2014/main" id="{349C629B-A248-062B-B885-82CCD2D3F2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8587" y="5064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64" name="Oval 564">
              <a:extLst>
                <a:ext uri="{FF2B5EF4-FFF2-40B4-BE49-F238E27FC236}">
                  <a16:creationId xmlns:a16="http://schemas.microsoft.com/office/drawing/2014/main" id="{4A02E969-5CB6-BC65-9388-9CA3FFBE6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0175" y="51085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65" name="Oval 565">
              <a:extLst>
                <a:ext uri="{FF2B5EF4-FFF2-40B4-BE49-F238E27FC236}">
                  <a16:creationId xmlns:a16="http://schemas.microsoft.com/office/drawing/2014/main" id="{2B54B3B0-C2C4-B46B-028F-5BED840F6F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3350" y="5118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66" name="Oval 566">
              <a:extLst>
                <a:ext uri="{FF2B5EF4-FFF2-40B4-BE49-F238E27FC236}">
                  <a16:creationId xmlns:a16="http://schemas.microsoft.com/office/drawing/2014/main" id="{97D19ED7-A847-D247-D794-1F0B6621E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9700" y="516096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67" name="Oval 567">
              <a:extLst>
                <a:ext uri="{FF2B5EF4-FFF2-40B4-BE49-F238E27FC236}">
                  <a16:creationId xmlns:a16="http://schemas.microsoft.com/office/drawing/2014/main" id="{FB693310-4BBC-40DD-84E3-C2D2A043A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6050" y="5291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68" name="Oval 568">
              <a:extLst>
                <a:ext uri="{FF2B5EF4-FFF2-40B4-BE49-F238E27FC236}">
                  <a16:creationId xmlns:a16="http://schemas.microsoft.com/office/drawing/2014/main" id="{D3BB82D3-1ABB-BE5D-E4AD-C3CCDDAAE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5575" y="5210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69" name="Oval 569">
              <a:extLst>
                <a:ext uri="{FF2B5EF4-FFF2-40B4-BE49-F238E27FC236}">
                  <a16:creationId xmlns:a16="http://schemas.microsoft.com/office/drawing/2014/main" id="{DCD82476-C287-3361-78C7-574FBDD16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6687" y="5186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70" name="Oval 570">
              <a:extLst>
                <a:ext uri="{FF2B5EF4-FFF2-40B4-BE49-F238E27FC236}">
                  <a16:creationId xmlns:a16="http://schemas.microsoft.com/office/drawing/2014/main" id="{0CB3E43B-932E-D335-14FB-46D0FF4A9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9387" y="5245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71" name="Oval 571">
              <a:extLst>
                <a:ext uri="{FF2B5EF4-FFF2-40B4-BE49-F238E27FC236}">
                  <a16:creationId xmlns:a16="http://schemas.microsoft.com/office/drawing/2014/main" id="{64517349-3C1E-A5BA-C1CA-95AE6A28C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312" y="5141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72" name="Oval 572">
              <a:extLst>
                <a:ext uri="{FF2B5EF4-FFF2-40B4-BE49-F238E27FC236}">
                  <a16:creationId xmlns:a16="http://schemas.microsoft.com/office/drawing/2014/main" id="{3E6F560D-5D12-ACC8-4E5F-AFB352410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312" y="5149850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73" name="Oval 573">
              <a:extLst>
                <a:ext uri="{FF2B5EF4-FFF2-40B4-BE49-F238E27FC236}">
                  <a16:creationId xmlns:a16="http://schemas.microsoft.com/office/drawing/2014/main" id="{1E5ED10B-9891-CFF9-C9C6-FE9E07390F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2075" y="51498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74" name="Oval 574">
              <a:extLst>
                <a:ext uri="{FF2B5EF4-FFF2-40B4-BE49-F238E27FC236}">
                  <a16:creationId xmlns:a16="http://schemas.microsoft.com/office/drawing/2014/main" id="{ECEF1B6D-E136-A05D-B88C-62C0E0B3C8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6837" y="5156200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75" name="Oval 575">
              <a:extLst>
                <a:ext uri="{FF2B5EF4-FFF2-40B4-BE49-F238E27FC236}">
                  <a16:creationId xmlns:a16="http://schemas.microsoft.com/office/drawing/2014/main" id="{30B92FE3-1844-4A96-BFBD-DFDA1F2065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362" y="516890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76" name="Oval 576">
              <a:extLst>
                <a:ext uri="{FF2B5EF4-FFF2-40B4-BE49-F238E27FC236}">
                  <a16:creationId xmlns:a16="http://schemas.microsoft.com/office/drawing/2014/main" id="{A56F4EC3-AD28-4CB1-FE48-2ACAD81EB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5887" y="5087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77" name="Oval 577">
              <a:extLst>
                <a:ext uri="{FF2B5EF4-FFF2-40B4-BE49-F238E27FC236}">
                  <a16:creationId xmlns:a16="http://schemas.microsoft.com/office/drawing/2014/main" id="{24762D0B-2D0A-66A9-3017-40F59926F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8587" y="51498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78" name="Oval 578">
              <a:extLst>
                <a:ext uri="{FF2B5EF4-FFF2-40B4-BE49-F238E27FC236}">
                  <a16:creationId xmlns:a16="http://schemas.microsoft.com/office/drawing/2014/main" id="{0587E517-870B-2A1C-D519-AE99B8DDC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25" y="5292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79" name="Oval 579">
              <a:extLst>
                <a:ext uri="{FF2B5EF4-FFF2-40B4-BE49-F238E27FC236}">
                  <a16:creationId xmlns:a16="http://schemas.microsoft.com/office/drawing/2014/main" id="{A36E61AB-7865-257A-F6EA-F23DDF349E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862" y="494982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80" name="Oval 580">
              <a:extLst>
                <a:ext uri="{FF2B5EF4-FFF2-40B4-BE49-F238E27FC236}">
                  <a16:creationId xmlns:a16="http://schemas.microsoft.com/office/drawing/2014/main" id="{CFCC1A0F-8AAE-F4AF-6473-2184DD0D1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862" y="4894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81" name="Oval 581">
              <a:extLst>
                <a:ext uri="{FF2B5EF4-FFF2-40B4-BE49-F238E27FC236}">
                  <a16:creationId xmlns:a16="http://schemas.microsoft.com/office/drawing/2014/main" id="{17B29430-0B1E-BB91-4AD9-46E5D3853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7625" y="4999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82" name="Oval 582">
              <a:extLst>
                <a:ext uri="{FF2B5EF4-FFF2-40B4-BE49-F238E27FC236}">
                  <a16:creationId xmlns:a16="http://schemas.microsoft.com/office/drawing/2014/main" id="{0B7CC55F-FA21-D8B5-C588-77AE940549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3975" y="51085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83" name="Oval 583">
              <a:extLst>
                <a:ext uri="{FF2B5EF4-FFF2-40B4-BE49-F238E27FC236}">
                  <a16:creationId xmlns:a16="http://schemas.microsoft.com/office/drawing/2014/main" id="{5B60C9DC-0D7D-7E91-8F93-635C9182F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3500" y="51371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84" name="Oval 584">
              <a:extLst>
                <a:ext uri="{FF2B5EF4-FFF2-40B4-BE49-F238E27FC236}">
                  <a16:creationId xmlns:a16="http://schemas.microsoft.com/office/drawing/2014/main" id="{AD5400D8-D747-4DAD-6F61-FB9810798C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4612" y="5148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85" name="Oval 585">
              <a:extLst>
                <a:ext uri="{FF2B5EF4-FFF2-40B4-BE49-F238E27FC236}">
                  <a16:creationId xmlns:a16="http://schemas.microsoft.com/office/drawing/2014/main" id="{1BD5DB05-75E3-D8DC-70F6-3B6623ECC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312" y="521652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86" name="Oval 586">
              <a:extLst>
                <a:ext uri="{FF2B5EF4-FFF2-40B4-BE49-F238E27FC236}">
                  <a16:creationId xmlns:a16="http://schemas.microsoft.com/office/drawing/2014/main" id="{FDFFEABE-B6B5-F0B6-3166-9F939589D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3187" y="5314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87" name="Oval 587">
              <a:extLst>
                <a:ext uri="{FF2B5EF4-FFF2-40B4-BE49-F238E27FC236}">
                  <a16:creationId xmlns:a16="http://schemas.microsoft.com/office/drawing/2014/main" id="{05871191-D440-A1AF-FC43-1C8005426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5237" y="4930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88" name="Oval 588">
              <a:extLst>
                <a:ext uri="{FF2B5EF4-FFF2-40B4-BE49-F238E27FC236}">
                  <a16:creationId xmlns:a16="http://schemas.microsoft.com/office/drawing/2014/main" id="{E744BEC4-577D-71FB-38F7-892AA15DE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5237" y="48752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89" name="Oval 589">
              <a:extLst>
                <a:ext uri="{FF2B5EF4-FFF2-40B4-BE49-F238E27FC236}">
                  <a16:creationId xmlns:a16="http://schemas.microsoft.com/office/drawing/2014/main" id="{70D12292-E46F-AF6A-6C9D-C84F5A92F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0000" y="50101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0" name="Oval 590">
              <a:extLst>
                <a:ext uri="{FF2B5EF4-FFF2-40B4-BE49-F238E27FC236}">
                  <a16:creationId xmlns:a16="http://schemas.microsoft.com/office/drawing/2014/main" id="{02EA0C38-4912-F008-9931-8142123D5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7937" y="51244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1" name="Oval 591">
              <a:extLst>
                <a:ext uri="{FF2B5EF4-FFF2-40B4-BE49-F238E27FC236}">
                  <a16:creationId xmlns:a16="http://schemas.microsoft.com/office/drawing/2014/main" id="{302325D5-5ED5-2B6C-1D2F-E2D779FE0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9050" y="5103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2" name="Oval 592">
              <a:extLst>
                <a:ext uri="{FF2B5EF4-FFF2-40B4-BE49-F238E27FC236}">
                  <a16:creationId xmlns:a16="http://schemas.microsoft.com/office/drawing/2014/main" id="{DBCC5F1B-A767-31B9-D0ED-B2012C121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1750" y="516572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3" name="Oval 593">
              <a:extLst>
                <a:ext uri="{FF2B5EF4-FFF2-40B4-BE49-F238E27FC236}">
                  <a16:creationId xmlns:a16="http://schemas.microsoft.com/office/drawing/2014/main" id="{66630855-DF3D-15A0-FD3B-DD44353CD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6037" y="5253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4" name="Oval 594">
              <a:extLst>
                <a:ext uri="{FF2B5EF4-FFF2-40B4-BE49-F238E27FC236}">
                  <a16:creationId xmlns:a16="http://schemas.microsoft.com/office/drawing/2014/main" id="{D35ACD85-5492-705E-0B2A-5EAD918FA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3500" y="5229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5" name="Oval 595">
              <a:extLst>
                <a:ext uri="{FF2B5EF4-FFF2-40B4-BE49-F238E27FC236}">
                  <a16:creationId xmlns:a16="http://schemas.microsoft.com/office/drawing/2014/main" id="{B9E2D8FD-959A-72F7-E48F-EFFFF6FAEC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2550" y="5248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6" name="Oval 596">
              <a:extLst>
                <a:ext uri="{FF2B5EF4-FFF2-40B4-BE49-F238E27FC236}">
                  <a16:creationId xmlns:a16="http://schemas.microsoft.com/office/drawing/2014/main" id="{962292DE-5CFF-29C5-01C5-25E4CD62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4437" y="5021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7" name="Oval 597">
              <a:extLst>
                <a:ext uri="{FF2B5EF4-FFF2-40B4-BE49-F238E27FC236}">
                  <a16:creationId xmlns:a16="http://schemas.microsoft.com/office/drawing/2014/main" id="{B9DE821C-1B33-296A-C490-4508C077D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025" y="50244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8" name="Oval 598">
              <a:extLst>
                <a:ext uri="{FF2B5EF4-FFF2-40B4-BE49-F238E27FC236}">
                  <a16:creationId xmlns:a16="http://schemas.microsoft.com/office/drawing/2014/main" id="{FF331B4E-07FF-AE59-DC8D-A36C799F74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0787" y="5057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9" name="Oval 599">
              <a:extLst>
                <a:ext uri="{FF2B5EF4-FFF2-40B4-BE49-F238E27FC236}">
                  <a16:creationId xmlns:a16="http://schemas.microsoft.com/office/drawing/2014/main" id="{1B9BAB6E-5A39-5838-4939-EF79A057A2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8725" y="5008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00" name="Oval 600">
              <a:extLst>
                <a:ext uri="{FF2B5EF4-FFF2-40B4-BE49-F238E27FC236}">
                  <a16:creationId xmlns:a16="http://schemas.microsoft.com/office/drawing/2014/main" id="{6ECE13D5-D930-676A-5C37-13297D18E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1425" y="5051425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01" name="Oval 601">
              <a:extLst>
                <a:ext uri="{FF2B5EF4-FFF2-40B4-BE49-F238E27FC236}">
                  <a16:creationId xmlns:a16="http://schemas.microsoft.com/office/drawing/2014/main" id="{CBAC5A04-D367-1079-5E48-5B24B8DF14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5712" y="5164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02" name="Oval 602">
              <a:extLst>
                <a:ext uri="{FF2B5EF4-FFF2-40B4-BE49-F238E27FC236}">
                  <a16:creationId xmlns:a16="http://schemas.microsoft.com/office/drawing/2014/main" id="{F38276B0-C078-8578-B7F9-341ACD63EE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1587" y="5176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03" name="Oval 603">
              <a:extLst>
                <a:ext uri="{FF2B5EF4-FFF2-40B4-BE49-F238E27FC236}">
                  <a16:creationId xmlns:a16="http://schemas.microsoft.com/office/drawing/2014/main" id="{1164B3E2-AE74-D021-3757-6CA333B689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0637" y="5151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04" name="Oval 604">
              <a:extLst>
                <a:ext uri="{FF2B5EF4-FFF2-40B4-BE49-F238E27FC236}">
                  <a16:creationId xmlns:a16="http://schemas.microsoft.com/office/drawing/2014/main" id="{2BFBE40F-88C7-2B8F-7EFE-3FFE4D337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862" y="518795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05" name="Oval 605">
              <a:extLst>
                <a:ext uri="{FF2B5EF4-FFF2-40B4-BE49-F238E27FC236}">
                  <a16:creationId xmlns:a16="http://schemas.microsoft.com/office/drawing/2014/main" id="{711AC058-AF8E-7CE6-495A-9475F05E94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5087" y="5283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06" name="Oval 606">
              <a:extLst>
                <a:ext uri="{FF2B5EF4-FFF2-40B4-BE49-F238E27FC236}">
                  <a16:creationId xmlns:a16="http://schemas.microsoft.com/office/drawing/2014/main" id="{6E517248-B5A8-E690-17F7-2A7596022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312" y="531812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07" name="Oval 607">
              <a:extLst>
                <a:ext uri="{FF2B5EF4-FFF2-40B4-BE49-F238E27FC236}">
                  <a16:creationId xmlns:a16="http://schemas.microsoft.com/office/drawing/2014/main" id="{4A582549-4422-6EE9-F049-38EE589E7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0462" y="4846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08" name="Oval 608">
              <a:extLst>
                <a:ext uri="{FF2B5EF4-FFF2-40B4-BE49-F238E27FC236}">
                  <a16:creationId xmlns:a16="http://schemas.microsoft.com/office/drawing/2014/main" id="{3762E8FC-5649-AEA3-37D6-10AAF4CAF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2050" y="49085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09" name="Oval 609">
              <a:extLst>
                <a:ext uri="{FF2B5EF4-FFF2-40B4-BE49-F238E27FC236}">
                  <a16:creationId xmlns:a16="http://schemas.microsoft.com/office/drawing/2014/main" id="{4A170CF0-6B8F-4346-D941-EFF71B3B6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8400" y="4987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0" name="Oval 610">
              <a:extLst>
                <a:ext uri="{FF2B5EF4-FFF2-40B4-BE49-F238E27FC236}">
                  <a16:creationId xmlns:a16="http://schemas.microsoft.com/office/drawing/2014/main" id="{BE24F414-67A1-2D4E-D63C-4F5CA4300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7925" y="5018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1" name="Oval 611">
              <a:extLst>
                <a:ext uri="{FF2B5EF4-FFF2-40B4-BE49-F238E27FC236}">
                  <a16:creationId xmlns:a16="http://schemas.microsoft.com/office/drawing/2014/main" id="{5E829DF4-9117-758A-F850-D5B19681E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0625" y="5099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2" name="Oval 612">
              <a:extLst>
                <a:ext uri="{FF2B5EF4-FFF2-40B4-BE49-F238E27FC236}">
                  <a16:creationId xmlns:a16="http://schemas.microsoft.com/office/drawing/2014/main" id="{E2200D2F-E9D0-81B9-7623-E7F1C62E5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6500" y="5099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3" name="Oval 613">
              <a:extLst>
                <a:ext uri="{FF2B5EF4-FFF2-40B4-BE49-F238E27FC236}">
                  <a16:creationId xmlns:a16="http://schemas.microsoft.com/office/drawing/2014/main" id="{0C1F61F7-0689-834D-2FC2-3C9C36D80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5550" y="5094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4" name="Oval 614">
              <a:extLst>
                <a:ext uri="{FF2B5EF4-FFF2-40B4-BE49-F238E27FC236}">
                  <a16:creationId xmlns:a16="http://schemas.microsoft.com/office/drawing/2014/main" id="{3552174C-B244-5ACE-B205-F635E968D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7775" y="5138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5" name="Oval 615">
              <a:extLst>
                <a:ext uri="{FF2B5EF4-FFF2-40B4-BE49-F238E27FC236}">
                  <a16:creationId xmlns:a16="http://schemas.microsoft.com/office/drawing/2014/main" id="{1A023DD9-7F28-B93D-0DC9-AC71AD6EF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0000" y="5173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6" name="Oval 616">
              <a:extLst>
                <a:ext uri="{FF2B5EF4-FFF2-40B4-BE49-F238E27FC236}">
                  <a16:creationId xmlns:a16="http://schemas.microsoft.com/office/drawing/2014/main" id="{04BB9C32-2C35-A683-89CD-214DA6EE9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5400" y="5251450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7" name="Oval 617">
              <a:extLst>
                <a:ext uri="{FF2B5EF4-FFF2-40B4-BE49-F238E27FC236}">
                  <a16:creationId xmlns:a16="http://schemas.microsoft.com/office/drawing/2014/main" id="{FD75E259-8F97-65A3-365A-173E68A73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0800" y="5213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8" name="Oval 618">
              <a:extLst>
                <a:ext uri="{FF2B5EF4-FFF2-40B4-BE49-F238E27FC236}">
                  <a16:creationId xmlns:a16="http://schemas.microsoft.com/office/drawing/2014/main" id="{67B491CB-6134-62BF-BDA2-624D528EF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7787" y="5275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9" name="Oval 619">
              <a:extLst>
                <a:ext uri="{FF2B5EF4-FFF2-40B4-BE49-F238E27FC236}">
                  <a16:creationId xmlns:a16="http://schemas.microsoft.com/office/drawing/2014/main" id="{196EA840-73C3-9513-6F19-44A8E9B13B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1725" y="4868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0" name="Oval 620">
              <a:extLst>
                <a:ext uri="{FF2B5EF4-FFF2-40B4-BE49-F238E27FC236}">
                  <a16:creationId xmlns:a16="http://schemas.microsoft.com/office/drawing/2014/main" id="{B9201201-226D-6E72-A029-575ADDE52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3312" y="4838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1" name="Oval 621">
              <a:extLst>
                <a:ext uri="{FF2B5EF4-FFF2-40B4-BE49-F238E27FC236}">
                  <a16:creationId xmlns:a16="http://schemas.microsoft.com/office/drawing/2014/main" id="{E5DF09B4-1D56-453C-6E00-EDCE6AC44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1250" y="4845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2" name="Oval 622">
              <a:extLst>
                <a:ext uri="{FF2B5EF4-FFF2-40B4-BE49-F238E27FC236}">
                  <a16:creationId xmlns:a16="http://schemas.microsoft.com/office/drawing/2014/main" id="{1BAA3C2A-AB45-6575-E3CF-FABC5C33A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2362" y="4945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3" name="Oval 623">
              <a:extLst>
                <a:ext uri="{FF2B5EF4-FFF2-40B4-BE49-F238E27FC236}">
                  <a16:creationId xmlns:a16="http://schemas.microsoft.com/office/drawing/2014/main" id="{5F209C00-2FFF-EDF6-1A65-DFDE175A4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6650" y="5018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4" name="Oval 624">
              <a:extLst>
                <a:ext uri="{FF2B5EF4-FFF2-40B4-BE49-F238E27FC236}">
                  <a16:creationId xmlns:a16="http://schemas.microsoft.com/office/drawing/2014/main" id="{2DC69258-D1E7-557E-7CAC-345D745CD8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5700" y="5033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5" name="Oval 625">
              <a:extLst>
                <a:ext uri="{FF2B5EF4-FFF2-40B4-BE49-F238E27FC236}">
                  <a16:creationId xmlns:a16="http://schemas.microsoft.com/office/drawing/2014/main" id="{2758DD10-9949-4DE9-46F3-8E1F6E2916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7925" y="5060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6" name="Oval 626">
              <a:extLst>
                <a:ext uri="{FF2B5EF4-FFF2-40B4-BE49-F238E27FC236}">
                  <a16:creationId xmlns:a16="http://schemas.microsoft.com/office/drawing/2014/main" id="{FB3C53FA-9C8E-8A07-5F84-CCAA15C20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1737" y="5133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7" name="Oval 627">
              <a:extLst>
                <a:ext uri="{FF2B5EF4-FFF2-40B4-BE49-F238E27FC236}">
                  <a16:creationId xmlns:a16="http://schemas.microsoft.com/office/drawing/2014/main" id="{7529D70C-EB31-8A8A-49AA-5DF51DCE0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7137" y="5189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8" name="Oval 628">
              <a:extLst>
                <a:ext uri="{FF2B5EF4-FFF2-40B4-BE49-F238E27FC236}">
                  <a16:creationId xmlns:a16="http://schemas.microsoft.com/office/drawing/2014/main" id="{EDFE437C-B6B3-E7ED-1833-F7EC867AB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5712" y="5287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9" name="Oval 629">
              <a:extLst>
                <a:ext uri="{FF2B5EF4-FFF2-40B4-BE49-F238E27FC236}">
                  <a16:creationId xmlns:a16="http://schemas.microsoft.com/office/drawing/2014/main" id="{464E2F20-7CF8-D423-D25A-1ADF1F5BD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4287" y="5248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30" name="Oval 630">
              <a:extLst>
                <a:ext uri="{FF2B5EF4-FFF2-40B4-BE49-F238E27FC236}">
                  <a16:creationId xmlns:a16="http://schemas.microsoft.com/office/drawing/2014/main" id="{A974B4F6-C66D-5A06-499F-1D57D9EB6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862" y="52720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31" name="Oval 631">
              <a:extLst>
                <a:ext uri="{FF2B5EF4-FFF2-40B4-BE49-F238E27FC236}">
                  <a16:creationId xmlns:a16="http://schemas.microsoft.com/office/drawing/2014/main" id="{E2302E06-42F0-31EA-E53D-B6DCDE867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58225" y="476567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32" name="Oval 632">
              <a:extLst>
                <a:ext uri="{FF2B5EF4-FFF2-40B4-BE49-F238E27FC236}">
                  <a16:creationId xmlns:a16="http://schemas.microsoft.com/office/drawing/2014/main" id="{D3A149FE-D940-6479-4919-8DC9A627B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1400" y="4718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33" name="Oval 633">
              <a:extLst>
                <a:ext uri="{FF2B5EF4-FFF2-40B4-BE49-F238E27FC236}">
                  <a16:creationId xmlns:a16="http://schemas.microsoft.com/office/drawing/2014/main" id="{37389F80-28AB-3085-61DE-B99C4C8B8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9337" y="4729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34" name="Oval 634">
              <a:extLst>
                <a:ext uri="{FF2B5EF4-FFF2-40B4-BE49-F238E27FC236}">
                  <a16:creationId xmlns:a16="http://schemas.microsoft.com/office/drawing/2014/main" id="{84FB797F-15F3-E81F-CF36-B7C0C2CCC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2037" y="484822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35" name="Oval 635">
              <a:extLst>
                <a:ext uri="{FF2B5EF4-FFF2-40B4-BE49-F238E27FC236}">
                  <a16:creationId xmlns:a16="http://schemas.microsoft.com/office/drawing/2014/main" id="{182D2225-FB78-F8AF-0A58-F471943A5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1087" y="496887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36" name="Oval 636">
              <a:extLst>
                <a:ext uri="{FF2B5EF4-FFF2-40B4-BE49-F238E27FC236}">
                  <a16:creationId xmlns:a16="http://schemas.microsoft.com/office/drawing/2014/main" id="{31979FF8-E5F5-305F-E514-1C41505DC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1725" y="501808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37" name="Oval 637">
              <a:extLst>
                <a:ext uri="{FF2B5EF4-FFF2-40B4-BE49-F238E27FC236}">
                  <a16:creationId xmlns:a16="http://schemas.microsoft.com/office/drawing/2014/main" id="{A19F3033-1A4B-77F9-FA02-D573E6184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7125" y="5043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38" name="Oval 638">
              <a:extLst>
                <a:ext uri="{FF2B5EF4-FFF2-40B4-BE49-F238E27FC236}">
                  <a16:creationId xmlns:a16="http://schemas.microsoft.com/office/drawing/2014/main" id="{568BA528-BB22-8E56-5F34-B8F9209D5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4112" y="5057775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39" name="Oval 639">
              <a:extLst>
                <a:ext uri="{FF2B5EF4-FFF2-40B4-BE49-F238E27FC236}">
                  <a16:creationId xmlns:a16="http://schemas.microsoft.com/office/drawing/2014/main" id="{049164EB-0161-FE01-31DC-737D9265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2687" y="5138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40" name="Oval 640">
              <a:extLst>
                <a:ext uri="{FF2B5EF4-FFF2-40B4-BE49-F238E27FC236}">
                  <a16:creationId xmlns:a16="http://schemas.microsoft.com/office/drawing/2014/main" id="{4CB54609-39B0-E1C6-F0EF-8A627E9A0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4437" y="52641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41" name="Oval 641">
              <a:extLst>
                <a:ext uri="{FF2B5EF4-FFF2-40B4-BE49-F238E27FC236}">
                  <a16:creationId xmlns:a16="http://schemas.microsoft.com/office/drawing/2014/main" id="{D699227E-4A4B-FA7B-A233-DAFB063DF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6187" y="5300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42" name="Oval 642">
              <a:extLst>
                <a:ext uri="{FF2B5EF4-FFF2-40B4-BE49-F238E27FC236}">
                  <a16:creationId xmlns:a16="http://schemas.microsoft.com/office/drawing/2014/main" id="{65070236-120F-C1B1-6425-90D7E3F50A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3025" y="5313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43" name="Oval 643">
              <a:extLst>
                <a:ext uri="{FF2B5EF4-FFF2-40B4-BE49-F238E27FC236}">
                  <a16:creationId xmlns:a16="http://schemas.microsoft.com/office/drawing/2014/main" id="{11A17A23-31A7-29FA-BF62-0CCEAA980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1550" y="4708525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44" name="Oval 644">
              <a:extLst>
                <a:ext uri="{FF2B5EF4-FFF2-40B4-BE49-F238E27FC236}">
                  <a16:creationId xmlns:a16="http://schemas.microsoft.com/office/drawing/2014/main" id="{EE6082A7-434B-A394-91CC-BC5384E71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4725" y="4773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45" name="Oval 645">
              <a:extLst>
                <a:ext uri="{FF2B5EF4-FFF2-40B4-BE49-F238E27FC236}">
                  <a16:creationId xmlns:a16="http://schemas.microsoft.com/office/drawing/2014/main" id="{9DF4BDAB-D0A0-1229-8899-1D4F21905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4250" y="4772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46" name="Oval 646">
              <a:extLst>
                <a:ext uri="{FF2B5EF4-FFF2-40B4-BE49-F238E27FC236}">
                  <a16:creationId xmlns:a16="http://schemas.microsoft.com/office/drawing/2014/main" id="{F5FD87F3-4A02-8DD2-04AD-F24A0E419D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8537" y="4829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47" name="Oval 647">
              <a:extLst>
                <a:ext uri="{FF2B5EF4-FFF2-40B4-BE49-F238E27FC236}">
                  <a16:creationId xmlns:a16="http://schemas.microsoft.com/office/drawing/2014/main" id="{F6B1AA37-C8F3-1C7B-FB96-532EEA57A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9175" y="4926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48" name="Oval 648">
              <a:extLst>
                <a:ext uri="{FF2B5EF4-FFF2-40B4-BE49-F238E27FC236}">
                  <a16:creationId xmlns:a16="http://schemas.microsoft.com/office/drawing/2014/main" id="{4B581946-3EAE-D9B8-C40F-149D6FD47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4575" y="4954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49" name="Oval 649">
              <a:extLst>
                <a:ext uri="{FF2B5EF4-FFF2-40B4-BE49-F238E27FC236}">
                  <a16:creationId xmlns:a16="http://schemas.microsoft.com/office/drawing/2014/main" id="{B7E3EDE0-5E4C-2B0B-8D25-15BCA84A2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3150" y="5019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50" name="Oval 650">
              <a:extLst>
                <a:ext uri="{FF2B5EF4-FFF2-40B4-BE49-F238E27FC236}">
                  <a16:creationId xmlns:a16="http://schemas.microsoft.com/office/drawing/2014/main" id="{9D2EDAC4-10CE-F78F-D907-C90FA4E35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3312" y="5087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51" name="Oval 651">
              <a:extLst>
                <a:ext uri="{FF2B5EF4-FFF2-40B4-BE49-F238E27FC236}">
                  <a16:creationId xmlns:a16="http://schemas.microsoft.com/office/drawing/2014/main" id="{A3CE06C7-AFE9-2D8A-B1ED-461B00AD3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6650" y="5054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52" name="Oval 652">
              <a:extLst>
                <a:ext uri="{FF2B5EF4-FFF2-40B4-BE49-F238E27FC236}">
                  <a16:creationId xmlns:a16="http://schemas.microsoft.com/office/drawing/2014/main" id="{F72D0194-24E7-0F55-7B7C-8D97A40CC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1575" y="5151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53" name="Oval 653">
              <a:extLst>
                <a:ext uri="{FF2B5EF4-FFF2-40B4-BE49-F238E27FC236}">
                  <a16:creationId xmlns:a16="http://schemas.microsoft.com/office/drawing/2014/main" id="{994CE442-07FB-7ADD-3367-282FEB41EF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6500" y="52514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54" name="Oval 654">
              <a:extLst>
                <a:ext uri="{FF2B5EF4-FFF2-40B4-BE49-F238E27FC236}">
                  <a16:creationId xmlns:a16="http://schemas.microsoft.com/office/drawing/2014/main" id="{60BD1CF4-B097-585E-682E-EF7DD5808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3012" y="5311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55" name="Oval 655">
              <a:extLst>
                <a:ext uri="{FF2B5EF4-FFF2-40B4-BE49-F238E27FC236}">
                  <a16:creationId xmlns:a16="http://schemas.microsoft.com/office/drawing/2014/main" id="{B5EA64E1-AF8A-E536-A1CC-B37049870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7937" y="5297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56" name="Oval 656">
              <a:extLst>
                <a:ext uri="{FF2B5EF4-FFF2-40B4-BE49-F238E27FC236}">
                  <a16:creationId xmlns:a16="http://schemas.microsoft.com/office/drawing/2014/main" id="{6CACFDDE-C990-983E-73E1-7180D8D01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862" y="5280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57" name="Oval 657">
              <a:extLst>
                <a:ext uri="{FF2B5EF4-FFF2-40B4-BE49-F238E27FC236}">
                  <a16:creationId xmlns:a16="http://schemas.microsoft.com/office/drawing/2014/main" id="{E3D2BDDA-68CE-AC7F-248F-CCFD96310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5350" y="4594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58" name="Oval 658">
              <a:extLst>
                <a:ext uri="{FF2B5EF4-FFF2-40B4-BE49-F238E27FC236}">
                  <a16:creationId xmlns:a16="http://schemas.microsoft.com/office/drawing/2014/main" id="{C5529515-BD61-6F22-E5AC-CEBC829A1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0112" y="46593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59" name="Oval 659">
              <a:extLst>
                <a:ext uri="{FF2B5EF4-FFF2-40B4-BE49-F238E27FC236}">
                  <a16:creationId xmlns:a16="http://schemas.microsoft.com/office/drawing/2014/main" id="{C1AC27EB-DA9E-5291-7BFD-23777F95D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1225" y="47148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60" name="Oval 660">
              <a:extLst>
                <a:ext uri="{FF2B5EF4-FFF2-40B4-BE49-F238E27FC236}">
                  <a16:creationId xmlns:a16="http://schemas.microsoft.com/office/drawing/2014/main" id="{42673414-6DF8-4786-D670-A9083FAFC0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0275" y="4738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61" name="Oval 661">
              <a:extLst>
                <a:ext uri="{FF2B5EF4-FFF2-40B4-BE49-F238E27FC236}">
                  <a16:creationId xmlns:a16="http://schemas.microsoft.com/office/drawing/2014/main" id="{F73AA1D8-B5EF-2D5B-24F9-700AC45412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4087" y="4764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62" name="Oval 662">
              <a:extLst>
                <a:ext uri="{FF2B5EF4-FFF2-40B4-BE49-F238E27FC236}">
                  <a16:creationId xmlns:a16="http://schemas.microsoft.com/office/drawing/2014/main" id="{2B141994-338F-8C46-F9C0-29CBC9E74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4250" y="48545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63" name="Oval 663">
              <a:extLst>
                <a:ext uri="{FF2B5EF4-FFF2-40B4-BE49-F238E27FC236}">
                  <a16:creationId xmlns:a16="http://schemas.microsoft.com/office/drawing/2014/main" id="{87E94689-AB11-7F28-F45F-70F714499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6000" y="4900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64" name="Oval 664">
              <a:extLst>
                <a:ext uri="{FF2B5EF4-FFF2-40B4-BE49-F238E27FC236}">
                  <a16:creationId xmlns:a16="http://schemas.microsoft.com/office/drawing/2014/main" id="{A7D98B64-82B1-71BC-C268-87910F675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2512" y="5040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65" name="Oval 665">
              <a:extLst>
                <a:ext uri="{FF2B5EF4-FFF2-40B4-BE49-F238E27FC236}">
                  <a16:creationId xmlns:a16="http://schemas.microsoft.com/office/drawing/2014/main" id="{F82212C8-CEBF-751E-ADFB-CD21C69D1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0612" y="5060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66" name="Oval 666">
              <a:extLst>
                <a:ext uri="{FF2B5EF4-FFF2-40B4-BE49-F238E27FC236}">
                  <a16:creationId xmlns:a16="http://schemas.microsoft.com/office/drawing/2014/main" id="{D2D042AE-1E6F-01CA-1460-07CE98BB2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8712" y="5121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67" name="Oval 667">
              <a:extLst>
                <a:ext uri="{FF2B5EF4-FFF2-40B4-BE49-F238E27FC236}">
                  <a16:creationId xmlns:a16="http://schemas.microsoft.com/office/drawing/2014/main" id="{EE5AF8F0-582D-76DD-CC2C-D7000DE08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8400" y="5202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68" name="Oval 668">
              <a:extLst>
                <a:ext uri="{FF2B5EF4-FFF2-40B4-BE49-F238E27FC236}">
                  <a16:creationId xmlns:a16="http://schemas.microsoft.com/office/drawing/2014/main" id="{FC467EC5-0EF3-BD3A-BD08-51C601803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6500" y="5213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69" name="Oval 669">
              <a:extLst>
                <a:ext uri="{FF2B5EF4-FFF2-40B4-BE49-F238E27FC236}">
                  <a16:creationId xmlns:a16="http://schemas.microsoft.com/office/drawing/2014/main" id="{67169691-8DDD-1C6F-D6E8-FC737D7D5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6187" y="5272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70" name="Oval 670">
              <a:extLst>
                <a:ext uri="{FF2B5EF4-FFF2-40B4-BE49-F238E27FC236}">
                  <a16:creationId xmlns:a16="http://schemas.microsoft.com/office/drawing/2014/main" id="{1378FDCF-70A5-4BFB-19B6-3E0D81023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2800" y="4516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71" name="Oval 671">
              <a:extLst>
                <a:ext uri="{FF2B5EF4-FFF2-40B4-BE49-F238E27FC236}">
                  <a16:creationId xmlns:a16="http://schemas.microsoft.com/office/drawing/2014/main" id="{91646F03-944E-6D95-9B42-A2A7EA2BE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7562" y="4532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72" name="Oval 672">
              <a:extLst>
                <a:ext uri="{FF2B5EF4-FFF2-40B4-BE49-F238E27FC236}">
                  <a16:creationId xmlns:a16="http://schemas.microsoft.com/office/drawing/2014/main" id="{F4BEFAF6-132D-303D-1D8E-084967C88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51850" y="46545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73" name="Oval 673">
              <a:extLst>
                <a:ext uri="{FF2B5EF4-FFF2-40B4-BE49-F238E27FC236}">
                  <a16:creationId xmlns:a16="http://schemas.microsoft.com/office/drawing/2014/main" id="{48C417F6-A549-D3FA-F8AC-2A4A1E740F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75662" y="4694238"/>
              <a:ext cx="11112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74" name="Oval 674">
              <a:extLst>
                <a:ext uri="{FF2B5EF4-FFF2-40B4-BE49-F238E27FC236}">
                  <a16:creationId xmlns:a16="http://schemas.microsoft.com/office/drawing/2014/main" id="{ADD9D60C-1764-7B4F-9AAD-0ABE6F89D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4237" y="4721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75" name="Oval 675">
              <a:extLst>
                <a:ext uri="{FF2B5EF4-FFF2-40B4-BE49-F238E27FC236}">
                  <a16:creationId xmlns:a16="http://schemas.microsoft.com/office/drawing/2014/main" id="{2A2BEF80-9D3B-0257-9FFA-D4FEF148D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9162" y="48418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76" name="Oval 676">
              <a:extLst>
                <a:ext uri="{FF2B5EF4-FFF2-40B4-BE49-F238E27FC236}">
                  <a16:creationId xmlns:a16="http://schemas.microsoft.com/office/drawing/2014/main" id="{4C32D064-A229-16D9-A26F-379DAE9DF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7262" y="4878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77" name="Oval 677">
              <a:extLst>
                <a:ext uri="{FF2B5EF4-FFF2-40B4-BE49-F238E27FC236}">
                  <a16:creationId xmlns:a16="http://schemas.microsoft.com/office/drawing/2014/main" id="{C6CDAFBF-9C91-901C-90C6-0DD9930D5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8537" y="5046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78" name="Oval 678">
              <a:extLst>
                <a:ext uri="{FF2B5EF4-FFF2-40B4-BE49-F238E27FC236}">
                  <a16:creationId xmlns:a16="http://schemas.microsoft.com/office/drawing/2014/main" id="{8DDED1E6-6277-D782-D3A9-F89215F74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1400" y="5141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79" name="Oval 679">
              <a:extLst>
                <a:ext uri="{FF2B5EF4-FFF2-40B4-BE49-F238E27FC236}">
                  <a16:creationId xmlns:a16="http://schemas.microsoft.com/office/drawing/2014/main" id="{68D3E49C-1EA9-6016-5675-BFE41C87BB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5850" y="5126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80" name="Oval 680">
              <a:extLst>
                <a:ext uri="{FF2B5EF4-FFF2-40B4-BE49-F238E27FC236}">
                  <a16:creationId xmlns:a16="http://schemas.microsoft.com/office/drawing/2014/main" id="{6DB949CD-AC42-7DC3-09D8-4B681F994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8712" y="5189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81" name="Oval 681">
              <a:extLst>
                <a:ext uri="{FF2B5EF4-FFF2-40B4-BE49-F238E27FC236}">
                  <a16:creationId xmlns:a16="http://schemas.microsoft.com/office/drawing/2014/main" id="{D2E62421-FB2F-98E5-D502-AA66202E0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1575" y="5211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82" name="Oval 682">
              <a:extLst>
                <a:ext uri="{FF2B5EF4-FFF2-40B4-BE49-F238E27FC236}">
                  <a16:creationId xmlns:a16="http://schemas.microsoft.com/office/drawing/2014/main" id="{08252545-A04B-D692-61B5-7A4F31DE95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4437" y="5295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83" name="Oval 683">
              <a:extLst>
                <a:ext uri="{FF2B5EF4-FFF2-40B4-BE49-F238E27FC236}">
                  <a16:creationId xmlns:a16="http://schemas.microsoft.com/office/drawing/2014/main" id="{0D09B0F5-0130-769D-5380-C654810ED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5712" y="5292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84" name="Oval 684">
              <a:extLst>
                <a:ext uri="{FF2B5EF4-FFF2-40B4-BE49-F238E27FC236}">
                  <a16:creationId xmlns:a16="http://schemas.microsoft.com/office/drawing/2014/main" id="{4798F398-0AEB-39CA-E8FA-937C62BAC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5400" y="5316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85" name="Oval 685">
              <a:extLst>
                <a:ext uri="{FF2B5EF4-FFF2-40B4-BE49-F238E27FC236}">
                  <a16:creationId xmlns:a16="http://schemas.microsoft.com/office/drawing/2014/main" id="{01307400-8BA3-EAB8-25AF-64D50C37F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0725" y="4510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86" name="Oval 686">
              <a:extLst>
                <a:ext uri="{FF2B5EF4-FFF2-40B4-BE49-F238E27FC236}">
                  <a16:creationId xmlns:a16="http://schemas.microsoft.com/office/drawing/2014/main" id="{D32C7FC1-2D96-A764-2BD8-D42A60876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7075" y="4498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87" name="Oval 687">
              <a:extLst>
                <a:ext uri="{FF2B5EF4-FFF2-40B4-BE49-F238E27FC236}">
                  <a16:creationId xmlns:a16="http://schemas.microsoft.com/office/drawing/2014/main" id="{0BA8E2AC-E3EA-B29A-E063-9C34AFC0E4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4537" y="458628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88" name="Oval 688">
              <a:extLst>
                <a:ext uri="{FF2B5EF4-FFF2-40B4-BE49-F238E27FC236}">
                  <a16:creationId xmlns:a16="http://schemas.microsoft.com/office/drawing/2014/main" id="{DB7FA1CB-F9A7-5333-CDDD-E98F19974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3112" y="4578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89" name="Oval 689">
              <a:extLst>
                <a:ext uri="{FF2B5EF4-FFF2-40B4-BE49-F238E27FC236}">
                  <a16:creationId xmlns:a16="http://schemas.microsoft.com/office/drawing/2014/main" id="{8A40ABBC-A193-2187-A7E8-DDAD2F67D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8037" y="4649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90" name="Oval 691">
              <a:extLst>
                <a:ext uri="{FF2B5EF4-FFF2-40B4-BE49-F238E27FC236}">
                  <a16:creationId xmlns:a16="http://schemas.microsoft.com/office/drawing/2014/main" id="{891FDA5E-EE24-E625-71AE-0459D9B0C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70900" y="4818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91" name="Oval 692">
              <a:extLst>
                <a:ext uri="{FF2B5EF4-FFF2-40B4-BE49-F238E27FC236}">
                  <a16:creationId xmlns:a16="http://schemas.microsoft.com/office/drawing/2014/main" id="{F121CF20-005B-67B4-B750-8E0EAB827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5350" y="4943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92" name="Oval 693">
              <a:extLst>
                <a:ext uri="{FF2B5EF4-FFF2-40B4-BE49-F238E27FC236}">
                  <a16:creationId xmlns:a16="http://schemas.microsoft.com/office/drawing/2014/main" id="{D9CDF287-CFC9-998C-F478-BCD63133F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4563" y="5002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93" name="Oval 694">
              <a:extLst>
                <a:ext uri="{FF2B5EF4-FFF2-40B4-BE49-F238E27FC236}">
                  <a16:creationId xmlns:a16="http://schemas.microsoft.com/office/drawing/2014/main" id="{4407BCD7-2D1C-F9A4-5811-BEB639AED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2188" y="5097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94" name="Oval 695">
              <a:extLst>
                <a:ext uri="{FF2B5EF4-FFF2-40B4-BE49-F238E27FC236}">
                  <a16:creationId xmlns:a16="http://schemas.microsoft.com/office/drawing/2014/main" id="{D725538D-97EF-0F19-DC32-7555111C5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1400" y="5108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95" name="Oval 696">
              <a:extLst>
                <a:ext uri="{FF2B5EF4-FFF2-40B4-BE49-F238E27FC236}">
                  <a16:creationId xmlns:a16="http://schemas.microsoft.com/office/drawing/2014/main" id="{4FC669AB-35E5-2514-0A95-D528FBEF0F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0613" y="5149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96" name="Oval 697">
              <a:extLst>
                <a:ext uri="{FF2B5EF4-FFF2-40B4-BE49-F238E27FC236}">
                  <a16:creationId xmlns:a16="http://schemas.microsoft.com/office/drawing/2014/main" id="{A02F6829-C257-4217-6E2D-848C748CA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6650" y="5183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97" name="Oval 698">
              <a:extLst>
                <a:ext uri="{FF2B5EF4-FFF2-40B4-BE49-F238E27FC236}">
                  <a16:creationId xmlns:a16="http://schemas.microsoft.com/office/drawing/2014/main" id="{6245ADBD-214A-9A5D-01C9-BF981A61A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2688" y="5189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98" name="Oval 699">
              <a:extLst>
                <a:ext uri="{FF2B5EF4-FFF2-40B4-BE49-F238E27FC236}">
                  <a16:creationId xmlns:a16="http://schemas.microsoft.com/office/drawing/2014/main" id="{8B081027-1E7B-DA8E-1666-C44C09241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7138" y="5216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99" name="Oval 700">
              <a:extLst>
                <a:ext uri="{FF2B5EF4-FFF2-40B4-BE49-F238E27FC236}">
                  <a16:creationId xmlns:a16="http://schemas.microsoft.com/office/drawing/2014/main" id="{21DA496A-B80F-784F-D00C-64E75B2B4A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0000" y="5294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00" name="Oval 701">
              <a:extLst>
                <a:ext uri="{FF2B5EF4-FFF2-40B4-BE49-F238E27FC236}">
                  <a16:creationId xmlns:a16="http://schemas.microsoft.com/office/drawing/2014/main" id="{39E4FCF7-ADAE-0429-F89A-DAE82E5440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5950" y="4264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01" name="Oval 702">
              <a:extLst>
                <a:ext uri="{FF2B5EF4-FFF2-40B4-BE49-F238E27FC236}">
                  <a16:creationId xmlns:a16="http://schemas.microsoft.com/office/drawing/2014/main" id="{849A0A6F-B3D7-7ED6-5DD4-B23B285B1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3888" y="4308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02" name="Oval 703">
              <a:extLst>
                <a:ext uri="{FF2B5EF4-FFF2-40B4-BE49-F238E27FC236}">
                  <a16:creationId xmlns:a16="http://schemas.microsoft.com/office/drawing/2014/main" id="{8558230C-7E23-FFD4-66AE-1AFD91B53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7700" y="4435476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03" name="Oval 704">
              <a:extLst>
                <a:ext uri="{FF2B5EF4-FFF2-40B4-BE49-F238E27FC236}">
                  <a16:creationId xmlns:a16="http://schemas.microsoft.com/office/drawing/2014/main" id="{914BD343-031F-51FD-57B3-5D63908C47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2625" y="4478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04" name="Oval 705">
              <a:extLst>
                <a:ext uri="{FF2B5EF4-FFF2-40B4-BE49-F238E27FC236}">
                  <a16:creationId xmlns:a16="http://schemas.microsoft.com/office/drawing/2014/main" id="{D7DC6EDF-7660-EFAA-5566-410FC206A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7075" y="4616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05" name="Oval 706">
              <a:extLst>
                <a:ext uri="{FF2B5EF4-FFF2-40B4-BE49-F238E27FC236}">
                  <a16:creationId xmlns:a16="http://schemas.microsoft.com/office/drawing/2014/main" id="{ACD8653A-F8ED-3A97-DE8F-41160D08E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7875" y="4754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06" name="Oval 707">
              <a:extLst>
                <a:ext uri="{FF2B5EF4-FFF2-40B4-BE49-F238E27FC236}">
                  <a16:creationId xmlns:a16="http://schemas.microsoft.com/office/drawing/2014/main" id="{9C438C25-202A-5237-A875-58CBDCF36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51850" y="48641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07" name="Oval 708">
              <a:extLst>
                <a:ext uri="{FF2B5EF4-FFF2-40B4-BE49-F238E27FC236}">
                  <a16:creationId xmlns:a16="http://schemas.microsoft.com/office/drawing/2014/main" id="{74F42C69-34E3-8A6D-020B-AA9C44268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9000" y="4876801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08" name="Oval 709">
              <a:extLst>
                <a:ext uri="{FF2B5EF4-FFF2-40B4-BE49-F238E27FC236}">
                  <a16:creationId xmlns:a16="http://schemas.microsoft.com/office/drawing/2014/main" id="{BF0C8782-9DC7-D6E4-A7EA-38C882EB1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4563" y="5011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09" name="Oval 710">
              <a:extLst>
                <a:ext uri="{FF2B5EF4-FFF2-40B4-BE49-F238E27FC236}">
                  <a16:creationId xmlns:a16="http://schemas.microsoft.com/office/drawing/2014/main" id="{22D2C371-E62C-6B8C-7E37-1273783FCD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8538" y="5019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10" name="Oval 711">
              <a:extLst>
                <a:ext uri="{FF2B5EF4-FFF2-40B4-BE49-F238E27FC236}">
                  <a16:creationId xmlns:a16="http://schemas.microsoft.com/office/drawing/2014/main" id="{D34EB5EE-1D5D-D0FC-4E4C-14A698D55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2513" y="51022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11" name="Oval 712">
              <a:extLst>
                <a:ext uri="{FF2B5EF4-FFF2-40B4-BE49-F238E27FC236}">
                  <a16:creationId xmlns:a16="http://schemas.microsoft.com/office/drawing/2014/main" id="{4698D84A-75BB-6C21-52ED-D247C9D874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3313" y="5105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12" name="Oval 713">
              <a:extLst>
                <a:ext uri="{FF2B5EF4-FFF2-40B4-BE49-F238E27FC236}">
                  <a16:creationId xmlns:a16="http://schemas.microsoft.com/office/drawing/2014/main" id="{9F595AA3-6648-F51C-099C-913AC89634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4113" y="51260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13" name="Oval 714">
              <a:extLst>
                <a:ext uri="{FF2B5EF4-FFF2-40B4-BE49-F238E27FC236}">
                  <a16:creationId xmlns:a16="http://schemas.microsoft.com/office/drawing/2014/main" id="{022E2AFE-7AE3-D3ED-30FD-821B77C395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1738" y="5202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14" name="Oval 715">
              <a:extLst>
                <a:ext uri="{FF2B5EF4-FFF2-40B4-BE49-F238E27FC236}">
                  <a16:creationId xmlns:a16="http://schemas.microsoft.com/office/drawing/2014/main" id="{ECAD6FAE-34D9-F356-A375-77B6A8278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7775" y="5276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15" name="Oval 716">
              <a:extLst>
                <a:ext uri="{FF2B5EF4-FFF2-40B4-BE49-F238E27FC236}">
                  <a16:creationId xmlns:a16="http://schemas.microsoft.com/office/drawing/2014/main" id="{AA00C935-EDA4-CBAE-7EB7-F870EB0EED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15300" y="4152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16" name="Oval 717">
              <a:extLst>
                <a:ext uri="{FF2B5EF4-FFF2-40B4-BE49-F238E27FC236}">
                  <a16:creationId xmlns:a16="http://schemas.microsoft.com/office/drawing/2014/main" id="{D057C6E5-F1BC-31F8-4219-1A4C3F444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6413" y="4173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17" name="Oval 718">
              <a:extLst>
                <a:ext uri="{FF2B5EF4-FFF2-40B4-BE49-F238E27FC236}">
                  <a16:creationId xmlns:a16="http://schemas.microsoft.com/office/drawing/2014/main" id="{2CC22659-414B-827F-FFCC-03BF402DE3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6575" y="4265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18" name="Oval 719">
              <a:extLst>
                <a:ext uri="{FF2B5EF4-FFF2-40B4-BE49-F238E27FC236}">
                  <a16:creationId xmlns:a16="http://schemas.microsoft.com/office/drawing/2014/main" id="{EC996D51-1DD2-9A0D-F55D-9E3C3DCEA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2613" y="4406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19" name="Oval 720">
              <a:extLst>
                <a:ext uri="{FF2B5EF4-FFF2-40B4-BE49-F238E27FC236}">
                  <a16:creationId xmlns:a16="http://schemas.microsoft.com/office/drawing/2014/main" id="{1F74D2E7-D9B1-1C3B-BFF7-267E94815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59763" y="4646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20" name="Oval 721">
              <a:extLst>
                <a:ext uri="{FF2B5EF4-FFF2-40B4-BE49-F238E27FC236}">
                  <a16:creationId xmlns:a16="http://schemas.microsoft.com/office/drawing/2014/main" id="{B8CCA966-A302-4EA5-7633-4565C7FBD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1675" y="4768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21" name="Oval 722">
              <a:extLst>
                <a:ext uri="{FF2B5EF4-FFF2-40B4-BE49-F238E27FC236}">
                  <a16:creationId xmlns:a16="http://schemas.microsoft.com/office/drawing/2014/main" id="{B99539F6-384C-E6D6-CE8B-6BB02F658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6763" y="484505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22" name="Oval 723">
              <a:extLst>
                <a:ext uri="{FF2B5EF4-FFF2-40B4-BE49-F238E27FC236}">
                  <a16:creationId xmlns:a16="http://schemas.microsoft.com/office/drawing/2014/main" id="{1F56C9BE-7907-0E62-A42F-76CD82C31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51850" y="4894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23" name="Oval 724">
              <a:extLst>
                <a:ext uri="{FF2B5EF4-FFF2-40B4-BE49-F238E27FC236}">
                  <a16:creationId xmlns:a16="http://schemas.microsoft.com/office/drawing/2014/main" id="{B778BE13-9A87-592D-06F8-436F52938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5350" y="49752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24" name="Oval 725">
              <a:extLst>
                <a:ext uri="{FF2B5EF4-FFF2-40B4-BE49-F238E27FC236}">
                  <a16:creationId xmlns:a16="http://schemas.microsoft.com/office/drawing/2014/main" id="{B434B4F3-F629-C63D-CB5D-64E7C0AD9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7263" y="5068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25" name="Oval 726">
              <a:extLst>
                <a:ext uri="{FF2B5EF4-FFF2-40B4-BE49-F238E27FC236}">
                  <a16:creationId xmlns:a16="http://schemas.microsoft.com/office/drawing/2014/main" id="{0294EB4F-148D-40C8-4995-C4B5A58A13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6000" y="51181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26" name="Oval 727">
              <a:extLst>
                <a:ext uri="{FF2B5EF4-FFF2-40B4-BE49-F238E27FC236}">
                  <a16:creationId xmlns:a16="http://schemas.microsoft.com/office/drawing/2014/main" id="{1B0DF226-003A-BA71-A222-55B52A445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3150" y="51069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27" name="Oval 728">
              <a:extLst>
                <a:ext uri="{FF2B5EF4-FFF2-40B4-BE49-F238E27FC236}">
                  <a16:creationId xmlns:a16="http://schemas.microsoft.com/office/drawing/2014/main" id="{0A4DAFEB-16F8-3AEB-2B43-19ED9CA75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7125" y="5145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28" name="Oval 729">
              <a:extLst>
                <a:ext uri="{FF2B5EF4-FFF2-40B4-BE49-F238E27FC236}">
                  <a16:creationId xmlns:a16="http://schemas.microsoft.com/office/drawing/2014/main" id="{B76F2801-457A-A9D1-806B-1AF740323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7925" y="5218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29" name="Oval 730">
              <a:extLst>
                <a:ext uri="{FF2B5EF4-FFF2-40B4-BE49-F238E27FC236}">
                  <a16:creationId xmlns:a16="http://schemas.microsoft.com/office/drawing/2014/main" id="{5CA651D9-A4EE-FD6B-6F98-DD9C54A85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5550" y="5259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30" name="Oval 731">
              <a:extLst>
                <a:ext uri="{FF2B5EF4-FFF2-40B4-BE49-F238E27FC236}">
                  <a16:creationId xmlns:a16="http://schemas.microsoft.com/office/drawing/2014/main" id="{0F5E4738-3312-0C4F-3089-7CB45102E7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1588" y="5280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31" name="Oval 732">
              <a:extLst>
                <a:ext uri="{FF2B5EF4-FFF2-40B4-BE49-F238E27FC236}">
                  <a16:creationId xmlns:a16="http://schemas.microsoft.com/office/drawing/2014/main" id="{0A0CDA6B-AFE4-D1ED-E3B1-F545EF151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6038" y="5240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32" name="Oval 733">
              <a:extLst>
                <a:ext uri="{FF2B5EF4-FFF2-40B4-BE49-F238E27FC236}">
                  <a16:creationId xmlns:a16="http://schemas.microsoft.com/office/drawing/2014/main" id="{4F2CBF56-EB72-ABE1-8510-4BAD8CBF8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313" y="5302251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33" name="Oval 734">
              <a:extLst>
                <a:ext uri="{FF2B5EF4-FFF2-40B4-BE49-F238E27FC236}">
                  <a16:creationId xmlns:a16="http://schemas.microsoft.com/office/drawing/2014/main" id="{CFBA2253-33EC-8AD7-15CE-24B84441A5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8588" y="53006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34" name="Oval 735">
              <a:extLst>
                <a:ext uri="{FF2B5EF4-FFF2-40B4-BE49-F238E27FC236}">
                  <a16:creationId xmlns:a16="http://schemas.microsoft.com/office/drawing/2014/main" id="{E6F981CF-F560-E893-CF8F-B287BBDDC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2425" y="4087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35" name="Oval 736">
              <a:extLst>
                <a:ext uri="{FF2B5EF4-FFF2-40B4-BE49-F238E27FC236}">
                  <a16:creationId xmlns:a16="http://schemas.microsoft.com/office/drawing/2014/main" id="{B1A93945-72FC-24CF-19D6-F33357124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8300" y="4081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36" name="Oval 737">
              <a:extLst>
                <a:ext uri="{FF2B5EF4-FFF2-40B4-BE49-F238E27FC236}">
                  <a16:creationId xmlns:a16="http://schemas.microsoft.com/office/drawing/2014/main" id="{EB55B948-729D-145D-853C-1B939B847A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1163" y="41624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37" name="Oval 738">
              <a:extLst>
                <a:ext uri="{FF2B5EF4-FFF2-40B4-BE49-F238E27FC236}">
                  <a16:creationId xmlns:a16="http://schemas.microsoft.com/office/drawing/2014/main" id="{F0CAC94F-E6FF-A43E-41BE-A87D9190BC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3075" y="43402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38" name="Oval 739">
              <a:extLst>
                <a:ext uri="{FF2B5EF4-FFF2-40B4-BE49-F238E27FC236}">
                  <a16:creationId xmlns:a16="http://schemas.microsoft.com/office/drawing/2014/main" id="{80B2CDF2-0067-F7CC-09EC-CD0E7A431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6100" y="4530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39" name="Oval 740">
              <a:extLst>
                <a:ext uri="{FF2B5EF4-FFF2-40B4-BE49-F238E27FC236}">
                  <a16:creationId xmlns:a16="http://schemas.microsoft.com/office/drawing/2014/main" id="{CC6E7391-941F-128A-3220-E7FC34A82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3888" y="4684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0" name="Oval 741">
              <a:extLst>
                <a:ext uri="{FF2B5EF4-FFF2-40B4-BE49-F238E27FC236}">
                  <a16:creationId xmlns:a16="http://schemas.microsoft.com/office/drawing/2014/main" id="{12EDDFB5-311A-2FD9-4B33-25214836BB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1675" y="4814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1" name="Oval 742">
              <a:extLst>
                <a:ext uri="{FF2B5EF4-FFF2-40B4-BE49-F238E27FC236}">
                  <a16:creationId xmlns:a16="http://schemas.microsoft.com/office/drawing/2014/main" id="{FC45405C-5F05-D77A-7A78-FE8EC8B43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7875" y="4843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2" name="Oval 743">
              <a:extLst>
                <a:ext uri="{FF2B5EF4-FFF2-40B4-BE49-F238E27FC236}">
                  <a16:creationId xmlns:a16="http://schemas.microsoft.com/office/drawing/2014/main" id="{620F6046-92DE-B6B9-6077-22D463364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70900" y="4843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3" name="Oval 744">
              <a:extLst>
                <a:ext uri="{FF2B5EF4-FFF2-40B4-BE49-F238E27FC236}">
                  <a16:creationId xmlns:a16="http://schemas.microsoft.com/office/drawing/2014/main" id="{88E4627C-BA75-80F8-2F64-5F0939920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9163" y="4964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4" name="Oval 745">
              <a:extLst>
                <a:ext uri="{FF2B5EF4-FFF2-40B4-BE49-F238E27FC236}">
                  <a16:creationId xmlns:a16="http://schemas.microsoft.com/office/drawing/2014/main" id="{4C600C5E-829F-3C9A-A7F1-BC6998782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4250" y="5049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5" name="Oval 746">
              <a:extLst>
                <a:ext uri="{FF2B5EF4-FFF2-40B4-BE49-F238E27FC236}">
                  <a16:creationId xmlns:a16="http://schemas.microsoft.com/office/drawing/2014/main" id="{DF1382F9-44EB-5EA5-4C1E-438514A7A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4575" y="5035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6" name="Oval 747">
              <a:extLst>
                <a:ext uri="{FF2B5EF4-FFF2-40B4-BE49-F238E27FC236}">
                  <a16:creationId xmlns:a16="http://schemas.microsoft.com/office/drawing/2014/main" id="{47C918DC-CD69-6DA2-DC69-6786D632E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1725" y="5083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7" name="Oval 748">
              <a:extLst>
                <a:ext uri="{FF2B5EF4-FFF2-40B4-BE49-F238E27FC236}">
                  <a16:creationId xmlns:a16="http://schemas.microsoft.com/office/drawing/2014/main" id="{A67F8E8D-5C81-C7D5-4581-149A10CA5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5700" y="5165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8" name="Oval 749">
              <a:extLst>
                <a:ext uri="{FF2B5EF4-FFF2-40B4-BE49-F238E27FC236}">
                  <a16:creationId xmlns:a16="http://schemas.microsoft.com/office/drawing/2014/main" id="{789FD5B0-EDF1-A3B4-97BE-302E711BE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6500" y="5165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9" name="Oval 750">
              <a:extLst>
                <a:ext uri="{FF2B5EF4-FFF2-40B4-BE49-F238E27FC236}">
                  <a16:creationId xmlns:a16="http://schemas.microsoft.com/office/drawing/2014/main" id="{DFF71CF1-F44F-DD5C-5A21-3C439FB12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5713" y="52292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0" name="Oval 751">
              <a:extLst>
                <a:ext uri="{FF2B5EF4-FFF2-40B4-BE49-F238E27FC236}">
                  <a16:creationId xmlns:a16="http://schemas.microsoft.com/office/drawing/2014/main" id="{6981D50E-FEA2-3E5A-81FD-00653E6B09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1750" y="522128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1" name="Oval 752">
              <a:extLst>
                <a:ext uri="{FF2B5EF4-FFF2-40B4-BE49-F238E27FC236}">
                  <a16:creationId xmlns:a16="http://schemas.microsoft.com/office/drawing/2014/main" id="{FB5B807D-DBCF-AE7E-AB0B-432087C66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4613" y="5254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2" name="Oval 753">
              <a:extLst>
                <a:ext uri="{FF2B5EF4-FFF2-40B4-BE49-F238E27FC236}">
                  <a16:creationId xmlns:a16="http://schemas.microsoft.com/office/drawing/2014/main" id="{3B6DBF50-6EAE-AC29-4402-23A7DC99A6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5888" y="5272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3" name="Oval 754">
              <a:extLst>
                <a:ext uri="{FF2B5EF4-FFF2-40B4-BE49-F238E27FC236}">
                  <a16:creationId xmlns:a16="http://schemas.microsoft.com/office/drawing/2014/main" id="{FF8B98B0-9FA1-18D8-5925-3E7294A23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7800" y="39227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4" name="Oval 755">
              <a:extLst>
                <a:ext uri="{FF2B5EF4-FFF2-40B4-BE49-F238E27FC236}">
                  <a16:creationId xmlns:a16="http://schemas.microsoft.com/office/drawing/2014/main" id="{E90F8D3C-F437-2DA2-9EE2-093DB8D23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1613" y="3900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5" name="Oval 756">
              <a:extLst>
                <a:ext uri="{FF2B5EF4-FFF2-40B4-BE49-F238E27FC236}">
                  <a16:creationId xmlns:a16="http://schemas.microsoft.com/office/drawing/2014/main" id="{8A76CB9C-93D1-25C1-49F4-0D13D190B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5113" y="4081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6" name="Oval 757">
              <a:extLst>
                <a:ext uri="{FF2B5EF4-FFF2-40B4-BE49-F238E27FC236}">
                  <a16:creationId xmlns:a16="http://schemas.microsoft.com/office/drawing/2014/main" id="{844A87B2-3518-5198-F902-8D18C942A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2425" y="4305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7" name="Oval 758">
              <a:extLst>
                <a:ext uri="{FF2B5EF4-FFF2-40B4-BE49-F238E27FC236}">
                  <a16:creationId xmlns:a16="http://schemas.microsoft.com/office/drawing/2014/main" id="{A04A8A34-62F0-DEF6-86DD-E7AE849385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9263" y="4473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8" name="Oval 759">
              <a:extLst>
                <a:ext uri="{FF2B5EF4-FFF2-40B4-BE49-F238E27FC236}">
                  <a16:creationId xmlns:a16="http://schemas.microsoft.com/office/drawing/2014/main" id="{F61CCD4B-D869-3FBD-9C9A-4CDC94C65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6100" y="4643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9" name="Oval 760">
              <a:extLst>
                <a:ext uri="{FF2B5EF4-FFF2-40B4-BE49-F238E27FC236}">
                  <a16:creationId xmlns:a16="http://schemas.microsoft.com/office/drawing/2014/main" id="{91898C13-CFA5-595D-FF44-17C60F225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59763" y="4719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0" name="Oval 761">
              <a:extLst>
                <a:ext uri="{FF2B5EF4-FFF2-40B4-BE49-F238E27FC236}">
                  <a16:creationId xmlns:a16="http://schemas.microsoft.com/office/drawing/2014/main" id="{DB4BC6EF-49C6-1189-94B1-FBE4A7DAC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7075" y="4783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1" name="Oval 762">
              <a:extLst>
                <a:ext uri="{FF2B5EF4-FFF2-40B4-BE49-F238E27FC236}">
                  <a16:creationId xmlns:a16="http://schemas.microsoft.com/office/drawing/2014/main" id="{102BCBDD-935B-6922-4532-B094F5F64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8038" y="4786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2" name="Oval 763">
              <a:extLst>
                <a:ext uri="{FF2B5EF4-FFF2-40B4-BE49-F238E27FC236}">
                  <a16:creationId xmlns:a16="http://schemas.microsoft.com/office/drawing/2014/main" id="{F03106C6-44C4-53DA-52C5-DE732250B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4238" y="4856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3" name="Oval 764">
              <a:extLst>
                <a:ext uri="{FF2B5EF4-FFF2-40B4-BE49-F238E27FC236}">
                  <a16:creationId xmlns:a16="http://schemas.microsoft.com/office/drawing/2014/main" id="{40150B39-8FBB-359B-763F-668AC54E8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4088" y="4948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4" name="Oval 765">
              <a:extLst>
                <a:ext uri="{FF2B5EF4-FFF2-40B4-BE49-F238E27FC236}">
                  <a16:creationId xmlns:a16="http://schemas.microsoft.com/office/drawing/2014/main" id="{AA3C7057-6659-1760-B5AA-1E094BBD5D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9175" y="4981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5" name="Oval 766">
              <a:extLst>
                <a:ext uri="{FF2B5EF4-FFF2-40B4-BE49-F238E27FC236}">
                  <a16:creationId xmlns:a16="http://schemas.microsoft.com/office/drawing/2014/main" id="{C9C6EB89-DC00-2361-4A06-2174ED2EBC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1088" y="5029201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6" name="Oval 767">
              <a:extLst>
                <a:ext uri="{FF2B5EF4-FFF2-40B4-BE49-F238E27FC236}">
                  <a16:creationId xmlns:a16="http://schemas.microsoft.com/office/drawing/2014/main" id="{E60CE988-2D6F-2F66-8582-A26F1951A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6650" y="50927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7" name="Oval 768">
              <a:extLst>
                <a:ext uri="{FF2B5EF4-FFF2-40B4-BE49-F238E27FC236}">
                  <a16:creationId xmlns:a16="http://schemas.microsoft.com/office/drawing/2014/main" id="{3F5910EA-2121-59CD-7BB8-5CD7FF740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0625" y="5119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8" name="Oval 769">
              <a:extLst>
                <a:ext uri="{FF2B5EF4-FFF2-40B4-BE49-F238E27FC236}">
                  <a16:creationId xmlns:a16="http://schemas.microsoft.com/office/drawing/2014/main" id="{021E9A08-2BD4-DF7D-3BB8-83B93755B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1425" y="5191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9" name="Oval 770">
              <a:extLst>
                <a:ext uri="{FF2B5EF4-FFF2-40B4-BE49-F238E27FC236}">
                  <a16:creationId xmlns:a16="http://schemas.microsoft.com/office/drawing/2014/main" id="{52F5928C-F1E2-71D0-F580-44F709DDE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9050" y="5227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70" name="Oval 771">
              <a:extLst>
                <a:ext uri="{FF2B5EF4-FFF2-40B4-BE49-F238E27FC236}">
                  <a16:creationId xmlns:a16="http://schemas.microsoft.com/office/drawing/2014/main" id="{F8F93FB9-7C14-9604-FF10-4BA367B13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3500" y="5246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71" name="Oval 772">
              <a:extLst>
                <a:ext uri="{FF2B5EF4-FFF2-40B4-BE49-F238E27FC236}">
                  <a16:creationId xmlns:a16="http://schemas.microsoft.com/office/drawing/2014/main" id="{23D8588C-3DF5-8C00-EB42-273B06AA3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363" y="5313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72" name="Oval 773">
              <a:extLst>
                <a:ext uri="{FF2B5EF4-FFF2-40B4-BE49-F238E27FC236}">
                  <a16:creationId xmlns:a16="http://schemas.microsoft.com/office/drawing/2014/main" id="{29ECEA18-CA30-669C-4D7C-44CF00E69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2375" y="36845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73" name="Oval 774">
              <a:extLst>
                <a:ext uri="{FF2B5EF4-FFF2-40B4-BE49-F238E27FC236}">
                  <a16:creationId xmlns:a16="http://schemas.microsoft.com/office/drawing/2014/main" id="{F5C89FC0-09F0-4ED3-F893-D4DC83DB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3650" y="3717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74" name="Oval 775">
              <a:extLst>
                <a:ext uri="{FF2B5EF4-FFF2-40B4-BE49-F238E27FC236}">
                  <a16:creationId xmlns:a16="http://schemas.microsoft.com/office/drawing/2014/main" id="{BC163441-A0E7-D04A-A57C-B138C3717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6838" y="3990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75" name="Oval 776">
              <a:extLst>
                <a:ext uri="{FF2B5EF4-FFF2-40B4-BE49-F238E27FC236}">
                  <a16:creationId xmlns:a16="http://schemas.microsoft.com/office/drawing/2014/main" id="{295817C5-6F2A-5399-129E-361B961481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3838" y="4246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76" name="Oval 777">
              <a:extLst>
                <a:ext uri="{FF2B5EF4-FFF2-40B4-BE49-F238E27FC236}">
                  <a16:creationId xmlns:a16="http://schemas.microsoft.com/office/drawing/2014/main" id="{A9FC7E0B-26D5-B259-2887-66EE6F7F8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2425" y="4448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77" name="Oval 778">
              <a:extLst>
                <a:ext uri="{FF2B5EF4-FFF2-40B4-BE49-F238E27FC236}">
                  <a16:creationId xmlns:a16="http://schemas.microsoft.com/office/drawing/2014/main" id="{6E68F10E-26EB-7110-574D-EEC8E56B6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3075" y="4618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78" name="Oval 779">
              <a:extLst>
                <a:ext uri="{FF2B5EF4-FFF2-40B4-BE49-F238E27FC236}">
                  <a16:creationId xmlns:a16="http://schemas.microsoft.com/office/drawing/2014/main" id="{2F7647E3-8C4C-827A-905A-BE3174B1C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2613" y="4719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79" name="Oval 780">
              <a:extLst>
                <a:ext uri="{FF2B5EF4-FFF2-40B4-BE49-F238E27FC236}">
                  <a16:creationId xmlns:a16="http://schemas.microsoft.com/office/drawing/2014/main" id="{C012BBFB-8DE7-7746-B7ED-5B2F1166A1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2625" y="4792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80" name="Oval 781">
              <a:extLst>
                <a:ext uri="{FF2B5EF4-FFF2-40B4-BE49-F238E27FC236}">
                  <a16:creationId xmlns:a16="http://schemas.microsoft.com/office/drawing/2014/main" id="{D954DC86-2863-C5A0-64D2-A9002BBF5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3113" y="48974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81" name="Oval 782">
              <a:extLst>
                <a:ext uri="{FF2B5EF4-FFF2-40B4-BE49-F238E27FC236}">
                  <a16:creationId xmlns:a16="http://schemas.microsoft.com/office/drawing/2014/main" id="{F760D9E9-1894-57CA-04E2-C66072C38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75663" y="4945063"/>
              <a:ext cx="11112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82" name="Oval 783">
              <a:extLst>
                <a:ext uri="{FF2B5EF4-FFF2-40B4-BE49-F238E27FC236}">
                  <a16:creationId xmlns:a16="http://schemas.microsoft.com/office/drawing/2014/main" id="{0F0337F1-92F4-916F-AC79-2A6D629B59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0275" y="5014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83" name="Oval 784">
              <a:extLst>
                <a:ext uri="{FF2B5EF4-FFF2-40B4-BE49-F238E27FC236}">
                  <a16:creationId xmlns:a16="http://schemas.microsoft.com/office/drawing/2014/main" id="{8635EEB5-B7BB-6A94-512B-551C141B3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8538" y="5072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84" name="Oval 785">
              <a:extLst>
                <a:ext uri="{FF2B5EF4-FFF2-40B4-BE49-F238E27FC236}">
                  <a16:creationId xmlns:a16="http://schemas.microsoft.com/office/drawing/2014/main" id="{DC486113-691B-9810-C82B-AA7D09628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2038" y="5146676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85" name="Oval 786">
              <a:extLst>
                <a:ext uri="{FF2B5EF4-FFF2-40B4-BE49-F238E27FC236}">
                  <a16:creationId xmlns:a16="http://schemas.microsoft.com/office/drawing/2014/main" id="{9BB493B3-150A-CA4D-1478-C12D6714E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2363" y="5154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86" name="Oval 787">
              <a:extLst>
                <a:ext uri="{FF2B5EF4-FFF2-40B4-BE49-F238E27FC236}">
                  <a16:creationId xmlns:a16="http://schemas.microsoft.com/office/drawing/2014/main" id="{BC08CA50-F8BE-9B5B-3694-F89CAEAFD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7925" y="5194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87" name="Oval 788">
              <a:extLst>
                <a:ext uri="{FF2B5EF4-FFF2-40B4-BE49-F238E27FC236}">
                  <a16:creationId xmlns:a16="http://schemas.microsoft.com/office/drawing/2014/main" id="{994CF783-8D5F-6C9F-4070-681F3395F7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8725" y="5203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88" name="Oval 789">
              <a:extLst>
                <a:ext uri="{FF2B5EF4-FFF2-40B4-BE49-F238E27FC236}">
                  <a16:creationId xmlns:a16="http://schemas.microsoft.com/office/drawing/2014/main" id="{6C78CF4D-9661-1AEA-744E-F0938C582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7938" y="525145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89" name="Oval 790">
              <a:extLst>
                <a:ext uri="{FF2B5EF4-FFF2-40B4-BE49-F238E27FC236}">
                  <a16:creationId xmlns:a16="http://schemas.microsoft.com/office/drawing/2014/main" id="{054B4F61-01A0-3ED9-DFFE-C3C9F4CB8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3975" y="5295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90" name="Oval 791">
              <a:extLst>
                <a:ext uri="{FF2B5EF4-FFF2-40B4-BE49-F238E27FC236}">
                  <a16:creationId xmlns:a16="http://schemas.microsoft.com/office/drawing/2014/main" id="{74C3CD64-B3C3-EF15-1580-68605F3B15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4875" y="335915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91" name="Oval 792">
              <a:extLst>
                <a:ext uri="{FF2B5EF4-FFF2-40B4-BE49-F238E27FC236}">
                  <a16:creationId xmlns:a16="http://schemas.microsoft.com/office/drawing/2014/main" id="{3713C897-1503-B485-64EE-1F52A6475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2188" y="3532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92" name="Oval 793">
              <a:extLst>
                <a:ext uri="{FF2B5EF4-FFF2-40B4-BE49-F238E27FC236}">
                  <a16:creationId xmlns:a16="http://schemas.microsoft.com/office/drawing/2014/main" id="{024E24AB-BD06-7CFC-B102-C015CF7498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6338" y="389255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93" name="Oval 794">
              <a:extLst>
                <a:ext uri="{FF2B5EF4-FFF2-40B4-BE49-F238E27FC236}">
                  <a16:creationId xmlns:a16="http://schemas.microsoft.com/office/drawing/2014/main" id="{1FECBD74-10B6-54DE-0884-965C79802A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6838" y="4143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94" name="Oval 795">
              <a:extLst>
                <a:ext uri="{FF2B5EF4-FFF2-40B4-BE49-F238E27FC236}">
                  <a16:creationId xmlns:a16="http://schemas.microsoft.com/office/drawing/2014/main" id="{75DCDCFC-DE73-62D0-B616-62DC3D415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5113" y="43561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95" name="Oval 796">
              <a:extLst>
                <a:ext uri="{FF2B5EF4-FFF2-40B4-BE49-F238E27FC236}">
                  <a16:creationId xmlns:a16="http://schemas.microsoft.com/office/drawing/2014/main" id="{EED3953B-912E-EDBE-312F-EF6B8A63E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1163" y="4503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96" name="Oval 797">
              <a:extLst>
                <a:ext uri="{FF2B5EF4-FFF2-40B4-BE49-F238E27FC236}">
                  <a16:creationId xmlns:a16="http://schemas.microsoft.com/office/drawing/2014/main" id="{531F82C3-396D-50DB-C5AD-BFC7CA2FA7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6575" y="4576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97" name="Oval 798">
              <a:extLst>
                <a:ext uri="{FF2B5EF4-FFF2-40B4-BE49-F238E27FC236}">
                  <a16:creationId xmlns:a16="http://schemas.microsoft.com/office/drawing/2014/main" id="{4536243A-1100-4BA7-489B-87710CE35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7700" y="4694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98" name="Oval 799">
              <a:extLst>
                <a:ext uri="{FF2B5EF4-FFF2-40B4-BE49-F238E27FC236}">
                  <a16:creationId xmlns:a16="http://schemas.microsoft.com/office/drawing/2014/main" id="{F0974366-00E1-084C-D969-F0B44773F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4538" y="4784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99" name="Oval 800">
              <a:extLst>
                <a:ext uri="{FF2B5EF4-FFF2-40B4-BE49-F238E27FC236}">
                  <a16:creationId xmlns:a16="http://schemas.microsoft.com/office/drawing/2014/main" id="{298AC786-C5D0-40D8-B0ED-20D8A7E56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51850" y="4892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00" name="Oval 801">
              <a:extLst>
                <a:ext uri="{FF2B5EF4-FFF2-40B4-BE49-F238E27FC236}">
                  <a16:creationId xmlns:a16="http://schemas.microsoft.com/office/drawing/2014/main" id="{7B44F44F-22F4-0ECC-C774-928ACB33E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1225" y="4992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01" name="Oval 802">
              <a:extLst>
                <a:ext uri="{FF2B5EF4-FFF2-40B4-BE49-F238E27FC236}">
                  <a16:creationId xmlns:a16="http://schemas.microsoft.com/office/drawing/2014/main" id="{3E269210-D288-EB30-335C-D63154CBC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4250" y="5057776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02" name="Oval 803">
              <a:extLst>
                <a:ext uri="{FF2B5EF4-FFF2-40B4-BE49-F238E27FC236}">
                  <a16:creationId xmlns:a16="http://schemas.microsoft.com/office/drawing/2014/main" id="{7BF7460E-D3BA-A1DA-B70B-9EA3658D61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9338" y="5030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03" name="Oval 804">
              <a:extLst>
                <a:ext uri="{FF2B5EF4-FFF2-40B4-BE49-F238E27FC236}">
                  <a16:creationId xmlns:a16="http://schemas.microsoft.com/office/drawing/2014/main" id="{253A0C92-ABEA-AC0D-9F3A-1F32C9545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1250" y="5049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04" name="Oval 805">
              <a:extLst>
                <a:ext uri="{FF2B5EF4-FFF2-40B4-BE49-F238E27FC236}">
                  <a16:creationId xmlns:a16="http://schemas.microsoft.com/office/drawing/2014/main" id="{CD14ABB6-2E77-530A-78B3-32A2C16A1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8400" y="5157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05" name="Oval 806">
              <a:extLst>
                <a:ext uri="{FF2B5EF4-FFF2-40B4-BE49-F238E27FC236}">
                  <a16:creationId xmlns:a16="http://schemas.microsoft.com/office/drawing/2014/main" id="{A7996B8A-054A-3CF8-6FE2-85A2BFE7A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0788" y="514826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06" name="Oval 807">
              <a:extLst>
                <a:ext uri="{FF2B5EF4-FFF2-40B4-BE49-F238E27FC236}">
                  <a16:creationId xmlns:a16="http://schemas.microsoft.com/office/drawing/2014/main" id="{98678750-1BF3-0ECF-2AB4-8F2790B10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0000" y="5221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07" name="Oval 808">
              <a:extLst>
                <a:ext uri="{FF2B5EF4-FFF2-40B4-BE49-F238E27FC236}">
                  <a16:creationId xmlns:a16="http://schemas.microsoft.com/office/drawing/2014/main" id="{941D8707-9FD0-4074-1905-B47D2777E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7625" y="5268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08" name="Oval 809">
              <a:extLst>
                <a:ext uri="{FF2B5EF4-FFF2-40B4-BE49-F238E27FC236}">
                  <a16:creationId xmlns:a16="http://schemas.microsoft.com/office/drawing/2014/main" id="{413B495B-0035-2E2D-DA63-646052EE3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2075" y="53054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09" name="Oval 810">
              <a:extLst>
                <a:ext uri="{FF2B5EF4-FFF2-40B4-BE49-F238E27FC236}">
                  <a16:creationId xmlns:a16="http://schemas.microsoft.com/office/drawing/2014/main" id="{86B56D34-CED2-C19D-B97D-C86A59C42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3350" y="5303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10" name="Oval 811">
              <a:extLst>
                <a:ext uri="{FF2B5EF4-FFF2-40B4-BE49-F238E27FC236}">
                  <a16:creationId xmlns:a16="http://schemas.microsoft.com/office/drawing/2014/main" id="{659119BC-78A9-5565-A569-3F7B9DE35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0363" y="3024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11" name="Oval 812">
              <a:extLst>
                <a:ext uri="{FF2B5EF4-FFF2-40B4-BE49-F238E27FC236}">
                  <a16:creationId xmlns:a16="http://schemas.microsoft.com/office/drawing/2014/main" id="{DA34ECC3-2AE5-0126-5B61-7A9237DB8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3413" y="32115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12" name="Oval 813">
              <a:extLst>
                <a:ext uri="{FF2B5EF4-FFF2-40B4-BE49-F238E27FC236}">
                  <a16:creationId xmlns:a16="http://schemas.microsoft.com/office/drawing/2014/main" id="{51CC80A0-D023-90F1-E35D-3314F859F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2188" y="37322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13" name="Oval 814">
              <a:extLst>
                <a:ext uri="{FF2B5EF4-FFF2-40B4-BE49-F238E27FC236}">
                  <a16:creationId xmlns:a16="http://schemas.microsoft.com/office/drawing/2014/main" id="{D9F690C1-BBDD-20A1-53B3-75F080FA7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3650" y="40290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14" name="Oval 815">
              <a:extLst>
                <a:ext uri="{FF2B5EF4-FFF2-40B4-BE49-F238E27FC236}">
                  <a16:creationId xmlns:a16="http://schemas.microsoft.com/office/drawing/2014/main" id="{6078FC67-FDD4-0CF8-069E-03BF4B8CC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1613" y="42037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15" name="Oval 816">
              <a:extLst>
                <a:ext uri="{FF2B5EF4-FFF2-40B4-BE49-F238E27FC236}">
                  <a16:creationId xmlns:a16="http://schemas.microsoft.com/office/drawing/2014/main" id="{5B83864A-9098-318C-852F-EC8233BA03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8300" y="4348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16" name="Oval 817">
              <a:extLst>
                <a:ext uri="{FF2B5EF4-FFF2-40B4-BE49-F238E27FC236}">
                  <a16:creationId xmlns:a16="http://schemas.microsoft.com/office/drawing/2014/main" id="{3E7F600F-96BA-A9FE-7D23-4CEE70E05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6413" y="44577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17" name="Oval 818">
              <a:extLst>
                <a:ext uri="{FF2B5EF4-FFF2-40B4-BE49-F238E27FC236}">
                  <a16:creationId xmlns:a16="http://schemas.microsoft.com/office/drawing/2014/main" id="{667E1845-4C47-D7C6-F704-0DDAB7024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3888" y="4573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18" name="Oval 819">
              <a:extLst>
                <a:ext uri="{FF2B5EF4-FFF2-40B4-BE49-F238E27FC236}">
                  <a16:creationId xmlns:a16="http://schemas.microsoft.com/office/drawing/2014/main" id="{FC4C3755-3397-F028-4FB5-BE987F881C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7075" y="4667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19" name="Oval 820">
              <a:extLst>
                <a:ext uri="{FF2B5EF4-FFF2-40B4-BE49-F238E27FC236}">
                  <a16:creationId xmlns:a16="http://schemas.microsoft.com/office/drawing/2014/main" id="{2D9D488A-A4E8-ACA6-0A45-C6ED3D392B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7563" y="477043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20" name="Oval 821">
              <a:extLst>
                <a:ext uri="{FF2B5EF4-FFF2-40B4-BE49-F238E27FC236}">
                  <a16:creationId xmlns:a16="http://schemas.microsoft.com/office/drawing/2014/main" id="{D3FBC41A-CBAB-4513-38EA-E3250409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0113" y="4813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21" name="Oval 822">
              <a:extLst>
                <a:ext uri="{FF2B5EF4-FFF2-40B4-BE49-F238E27FC236}">
                  <a16:creationId xmlns:a16="http://schemas.microsoft.com/office/drawing/2014/main" id="{0C674A9F-8808-7963-9415-F59AD93C97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4725" y="4910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22" name="Oval 823">
              <a:extLst>
                <a:ext uri="{FF2B5EF4-FFF2-40B4-BE49-F238E27FC236}">
                  <a16:creationId xmlns:a16="http://schemas.microsoft.com/office/drawing/2014/main" id="{52EEE0CB-E99B-15A9-AB89-7360D1527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1400" y="4919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23" name="Oval 824">
              <a:extLst>
                <a:ext uri="{FF2B5EF4-FFF2-40B4-BE49-F238E27FC236}">
                  <a16:creationId xmlns:a16="http://schemas.microsoft.com/office/drawing/2014/main" id="{79CD52C4-BFD4-5598-728C-02C6EA9FDB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3313" y="4999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24" name="Oval 825">
              <a:extLst>
                <a:ext uri="{FF2B5EF4-FFF2-40B4-BE49-F238E27FC236}">
                  <a16:creationId xmlns:a16="http://schemas.microsoft.com/office/drawing/2014/main" id="{F4BFA952-7EAF-67A6-01F4-BF03785B5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2050" y="504190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25" name="Oval 826">
              <a:extLst>
                <a:ext uri="{FF2B5EF4-FFF2-40B4-BE49-F238E27FC236}">
                  <a16:creationId xmlns:a16="http://schemas.microsoft.com/office/drawing/2014/main" id="{FF9F669D-49AC-3D77-CF29-28152A795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025" y="5113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26" name="Oval 827">
              <a:extLst>
                <a:ext uri="{FF2B5EF4-FFF2-40B4-BE49-F238E27FC236}">
                  <a16:creationId xmlns:a16="http://schemas.microsoft.com/office/drawing/2014/main" id="{9C2A7DDD-566D-F4E1-9ED6-D787512A3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5238" y="517683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27" name="Oval 828">
              <a:extLst>
                <a:ext uri="{FF2B5EF4-FFF2-40B4-BE49-F238E27FC236}">
                  <a16:creationId xmlns:a16="http://schemas.microsoft.com/office/drawing/2014/main" id="{15DE3DD8-6744-0484-5463-48914F01D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863" y="5254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28" name="Oval 829">
              <a:extLst>
                <a:ext uri="{FF2B5EF4-FFF2-40B4-BE49-F238E27FC236}">
                  <a16:creationId xmlns:a16="http://schemas.microsoft.com/office/drawing/2014/main" id="{0E724895-4E29-5176-5178-4AF7A61B2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313" y="5280026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29" name="Oval 830">
              <a:extLst>
                <a:ext uri="{FF2B5EF4-FFF2-40B4-BE49-F238E27FC236}">
                  <a16:creationId xmlns:a16="http://schemas.microsoft.com/office/drawing/2014/main" id="{058176B9-9CA2-B7CB-C8B1-3EE67289D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0175" y="5314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30" name="Line 831">
              <a:extLst>
                <a:ext uri="{FF2B5EF4-FFF2-40B4-BE49-F238E27FC236}">
                  <a16:creationId xmlns:a16="http://schemas.microsoft.com/office/drawing/2014/main" id="{AF868E1B-55C5-0BC6-AF83-B4F8201E2B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008313"/>
              <a:ext cx="2306637" cy="2320925"/>
            </a:xfrm>
            <a:prstGeom prst="line">
              <a:avLst/>
            </a:prstGeom>
            <a:noFill/>
            <a:ln w="3175" cap="flat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31" name="Freeform 832">
              <a:extLst>
                <a:ext uri="{FF2B5EF4-FFF2-40B4-BE49-F238E27FC236}">
                  <a16:creationId xmlns:a16="http://schemas.microsoft.com/office/drawing/2014/main" id="{431BDEB1-014A-583E-973D-C922E93D95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69125" y="3009901"/>
              <a:ext cx="41275" cy="41275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32" name="Freeform 833">
              <a:extLst>
                <a:ext uri="{FF2B5EF4-FFF2-40B4-BE49-F238E27FC236}">
                  <a16:creationId xmlns:a16="http://schemas.microsoft.com/office/drawing/2014/main" id="{90FC6CC3-A29C-E718-D5DB-92EEB83D5C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12050" y="3517901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33" name="Freeform 834">
              <a:extLst>
                <a:ext uri="{FF2B5EF4-FFF2-40B4-BE49-F238E27FC236}">
                  <a16:creationId xmlns:a16="http://schemas.microsoft.com/office/drawing/2014/main" id="{9D5C6A11-FC1F-3FF9-4B2E-0043A82E61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29550" y="3976688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34" name="Freeform 835">
              <a:extLst>
                <a:ext uri="{FF2B5EF4-FFF2-40B4-BE49-F238E27FC236}">
                  <a16:creationId xmlns:a16="http://schemas.microsoft.com/office/drawing/2014/main" id="{ED550949-11E8-E67C-262E-7FDDAB7957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54975" y="4291013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2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2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35" name="Freeform 836">
              <a:extLst>
                <a:ext uri="{FF2B5EF4-FFF2-40B4-BE49-F238E27FC236}">
                  <a16:creationId xmlns:a16="http://schemas.microsoft.com/office/drawing/2014/main" id="{6758A82C-C9FD-33B7-0163-620E908E13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29600" y="4516438"/>
              <a:ext cx="41275" cy="41275"/>
            </a:xfrm>
            <a:custGeom>
              <a:avLst/>
              <a:gdLst>
                <a:gd name="T0" fmla="*/ 70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70 w 139"/>
                <a:gd name="T7" fmla="*/ 128 h 138"/>
                <a:gd name="T8" fmla="*/ 11 w 139"/>
                <a:gd name="T9" fmla="*/ 69 h 138"/>
                <a:gd name="T10" fmla="*/ 70 w 139"/>
                <a:gd name="T11" fmla="*/ 10 h 138"/>
                <a:gd name="T12" fmla="*/ 70 w 139"/>
                <a:gd name="T13" fmla="*/ 0 h 138"/>
                <a:gd name="T14" fmla="*/ 0 w 139"/>
                <a:gd name="T15" fmla="*/ 69 h 138"/>
                <a:gd name="T16" fmla="*/ 70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70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70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2" y="128"/>
                    <a:pt x="70" y="128"/>
                  </a:cubicBezTo>
                  <a:cubicBezTo>
                    <a:pt x="37" y="128"/>
                    <a:pt x="11" y="101"/>
                    <a:pt x="11" y="69"/>
                  </a:cubicBezTo>
                  <a:cubicBezTo>
                    <a:pt x="11" y="37"/>
                    <a:pt x="37" y="10"/>
                    <a:pt x="70" y="10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70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36" name="Freeform 837">
              <a:extLst>
                <a:ext uri="{FF2B5EF4-FFF2-40B4-BE49-F238E27FC236}">
                  <a16:creationId xmlns:a16="http://schemas.microsoft.com/office/drawing/2014/main" id="{FAED175E-8862-AEE4-20D1-798F5517F9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72475" y="4754563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37" name="Freeform 838">
              <a:extLst>
                <a:ext uri="{FF2B5EF4-FFF2-40B4-BE49-F238E27FC236}">
                  <a16:creationId xmlns:a16="http://schemas.microsoft.com/office/drawing/2014/main" id="{48D86F3B-F48D-14F7-6E99-7D9B04498C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94713" y="4849813"/>
              <a:ext cx="39687" cy="41275"/>
            </a:xfrm>
            <a:custGeom>
              <a:avLst/>
              <a:gdLst>
                <a:gd name="T0" fmla="*/ 69 w 138"/>
                <a:gd name="T1" fmla="*/ 10 h 138"/>
                <a:gd name="T2" fmla="*/ 128 w 138"/>
                <a:gd name="T3" fmla="*/ 69 h 138"/>
                <a:gd name="T4" fmla="*/ 128 w 138"/>
                <a:gd name="T5" fmla="*/ 69 h 138"/>
                <a:gd name="T6" fmla="*/ 69 w 138"/>
                <a:gd name="T7" fmla="*/ 128 h 138"/>
                <a:gd name="T8" fmla="*/ 10 w 138"/>
                <a:gd name="T9" fmla="*/ 69 h 138"/>
                <a:gd name="T10" fmla="*/ 69 w 138"/>
                <a:gd name="T11" fmla="*/ 10 h 138"/>
                <a:gd name="T12" fmla="*/ 69 w 138"/>
                <a:gd name="T13" fmla="*/ 0 h 138"/>
                <a:gd name="T14" fmla="*/ 0 w 138"/>
                <a:gd name="T15" fmla="*/ 69 h 138"/>
                <a:gd name="T16" fmla="*/ 69 w 138"/>
                <a:gd name="T17" fmla="*/ 138 h 138"/>
                <a:gd name="T18" fmla="*/ 138 w 138"/>
                <a:gd name="T19" fmla="*/ 69 h 138"/>
                <a:gd name="T20" fmla="*/ 138 w 138"/>
                <a:gd name="T21" fmla="*/ 69 h 138"/>
                <a:gd name="T22" fmla="*/ 69 w 138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8">
                  <a:moveTo>
                    <a:pt x="69" y="10"/>
                  </a:moveTo>
                  <a:cubicBezTo>
                    <a:pt x="101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1" y="128"/>
                    <a:pt x="69" y="128"/>
                  </a:cubicBezTo>
                  <a:cubicBezTo>
                    <a:pt x="37" y="128"/>
                    <a:pt x="10" y="101"/>
                    <a:pt x="10" y="69"/>
                  </a:cubicBezTo>
                  <a:cubicBezTo>
                    <a:pt x="10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7" y="138"/>
                    <a:pt x="138" y="107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38" name="Freeform 839">
              <a:extLst>
                <a:ext uri="{FF2B5EF4-FFF2-40B4-BE49-F238E27FC236}">
                  <a16:creationId xmlns:a16="http://schemas.microsoft.com/office/drawing/2014/main" id="{07DE955B-DCE4-A070-1292-B509A0BA0A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97900" y="4987926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39" name="Freeform 840">
              <a:extLst>
                <a:ext uri="{FF2B5EF4-FFF2-40B4-BE49-F238E27FC236}">
                  <a16:creationId xmlns:a16="http://schemas.microsoft.com/office/drawing/2014/main" id="{2322D82B-3F94-C3F8-17D6-53A0714B84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91563" y="5127626"/>
              <a:ext cx="41275" cy="41275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2" y="128"/>
                    <a:pt x="69" y="128"/>
                  </a:cubicBezTo>
                  <a:cubicBezTo>
                    <a:pt x="37" y="128"/>
                    <a:pt x="11" y="101"/>
                    <a:pt x="11" y="69"/>
                  </a:cubicBezTo>
                  <a:cubicBezTo>
                    <a:pt x="11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40" name="Freeform 841">
              <a:extLst>
                <a:ext uri="{FF2B5EF4-FFF2-40B4-BE49-F238E27FC236}">
                  <a16:creationId xmlns:a16="http://schemas.microsoft.com/office/drawing/2014/main" id="{3247B3CB-9B13-C800-678C-26D862D212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74113" y="5106988"/>
              <a:ext cx="41275" cy="41275"/>
            </a:xfrm>
            <a:custGeom>
              <a:avLst/>
              <a:gdLst>
                <a:gd name="T0" fmla="*/ 70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70 w 139"/>
                <a:gd name="T7" fmla="*/ 128 h 139"/>
                <a:gd name="T8" fmla="*/ 11 w 139"/>
                <a:gd name="T9" fmla="*/ 69 h 139"/>
                <a:gd name="T10" fmla="*/ 70 w 139"/>
                <a:gd name="T11" fmla="*/ 11 h 139"/>
                <a:gd name="T12" fmla="*/ 70 w 139"/>
                <a:gd name="T13" fmla="*/ 0 h 139"/>
                <a:gd name="T14" fmla="*/ 0 w 139"/>
                <a:gd name="T15" fmla="*/ 69 h 139"/>
                <a:gd name="T16" fmla="*/ 70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70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70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70" y="11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70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41" name="Freeform 842">
              <a:extLst>
                <a:ext uri="{FF2B5EF4-FFF2-40B4-BE49-F238E27FC236}">
                  <a16:creationId xmlns:a16="http://schemas.microsoft.com/office/drawing/2014/main" id="{8AB466C6-B710-4BA6-652B-913EAF3BC8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48725" y="5237163"/>
              <a:ext cx="41275" cy="41275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2" y="128"/>
                    <a:pt x="69" y="128"/>
                  </a:cubicBezTo>
                  <a:cubicBezTo>
                    <a:pt x="37" y="128"/>
                    <a:pt x="11" y="101"/>
                    <a:pt x="11" y="69"/>
                  </a:cubicBezTo>
                  <a:cubicBezTo>
                    <a:pt x="11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42" name="Line 843">
              <a:extLst>
                <a:ext uri="{FF2B5EF4-FFF2-40B4-BE49-F238E27FC236}">
                  <a16:creationId xmlns:a16="http://schemas.microsoft.com/office/drawing/2014/main" id="{0BDEF388-8375-E1CF-7FA9-516CBAC19A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760663"/>
              <a:ext cx="2255837" cy="2568575"/>
            </a:xfrm>
            <a:prstGeom prst="line">
              <a:avLst/>
            </a:prstGeom>
            <a:noFill/>
            <a:ln w="3175" cap="flat">
              <a:solidFill>
                <a:srgbClr val="0059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43" name="Freeform 844">
              <a:extLst>
                <a:ext uri="{FF2B5EF4-FFF2-40B4-BE49-F238E27FC236}">
                  <a16:creationId xmlns:a16="http://schemas.microsoft.com/office/drawing/2014/main" id="{A966F170-D2FF-DB06-FB78-6C8C8BD833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75475" y="3211513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44" name="Freeform 845">
              <a:extLst>
                <a:ext uri="{FF2B5EF4-FFF2-40B4-BE49-F238E27FC236}">
                  <a16:creationId xmlns:a16="http://schemas.microsoft.com/office/drawing/2014/main" id="{E5E20592-423F-636E-12A9-90E5D3207D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18400" y="3854451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45" name="Freeform 846">
              <a:extLst>
                <a:ext uri="{FF2B5EF4-FFF2-40B4-BE49-F238E27FC236}">
                  <a16:creationId xmlns:a16="http://schemas.microsoft.com/office/drawing/2014/main" id="{398ECE4D-4EBD-4825-E542-82A9A9D60B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37488" y="4170363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46" name="Freeform 847">
              <a:extLst>
                <a:ext uri="{FF2B5EF4-FFF2-40B4-BE49-F238E27FC236}">
                  <a16:creationId xmlns:a16="http://schemas.microsoft.com/office/drawing/2014/main" id="{78A43C81-F5FE-F902-58C1-E047B080AC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62913" y="4405313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47" name="Freeform 848">
              <a:extLst>
                <a:ext uri="{FF2B5EF4-FFF2-40B4-BE49-F238E27FC236}">
                  <a16:creationId xmlns:a16="http://schemas.microsoft.com/office/drawing/2014/main" id="{EF382122-45E8-58A2-2FCB-76DAF6240C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37538" y="4638676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48" name="Freeform 849">
              <a:extLst>
                <a:ext uri="{FF2B5EF4-FFF2-40B4-BE49-F238E27FC236}">
                  <a16:creationId xmlns:a16="http://schemas.microsoft.com/office/drawing/2014/main" id="{F5447545-701A-2C61-FD5D-82EF51E937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80413" y="4779963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49" name="Freeform 850">
              <a:extLst>
                <a:ext uri="{FF2B5EF4-FFF2-40B4-BE49-F238E27FC236}">
                  <a16:creationId xmlns:a16="http://schemas.microsoft.com/office/drawing/2014/main" id="{8A6DEA3F-9056-0FB5-D253-C3CC1B9242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01063" y="4868863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0" name="Freeform 851">
              <a:extLst>
                <a:ext uri="{FF2B5EF4-FFF2-40B4-BE49-F238E27FC236}">
                  <a16:creationId xmlns:a16="http://schemas.microsoft.com/office/drawing/2014/main" id="{7EE36CE4-98BC-E31E-991E-AE44DAF588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05838" y="4933951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1" name="Freeform 852">
              <a:extLst>
                <a:ext uri="{FF2B5EF4-FFF2-40B4-BE49-F238E27FC236}">
                  <a16:creationId xmlns:a16="http://schemas.microsoft.com/office/drawing/2014/main" id="{6995922A-6C50-8FF2-6FD4-6365865671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97913" y="5064126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2" name="Freeform 853">
              <a:extLst>
                <a:ext uri="{FF2B5EF4-FFF2-40B4-BE49-F238E27FC236}">
                  <a16:creationId xmlns:a16="http://schemas.microsoft.com/office/drawing/2014/main" id="{E8B37438-FC9D-1826-C829-1605BBAA100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80463" y="5170488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3" name="Freeform 854">
              <a:extLst>
                <a:ext uri="{FF2B5EF4-FFF2-40B4-BE49-F238E27FC236}">
                  <a16:creationId xmlns:a16="http://schemas.microsoft.com/office/drawing/2014/main" id="{234F4A1D-C9E3-7EEA-9441-F352A18AC9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55075" y="5302251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4" name="Freeform 855">
              <a:extLst>
                <a:ext uri="{FF2B5EF4-FFF2-40B4-BE49-F238E27FC236}">
                  <a16:creationId xmlns:a16="http://schemas.microsoft.com/office/drawing/2014/main" id="{ABA14FD1-14C6-A5FD-84EE-FE6DDCDA72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23338" y="5256213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5" name="Line 856">
              <a:extLst>
                <a:ext uri="{FF2B5EF4-FFF2-40B4-BE49-F238E27FC236}">
                  <a16:creationId xmlns:a16="http://schemas.microsoft.com/office/drawing/2014/main" id="{03EFA745-2F33-0A2E-D21E-762A019972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025776"/>
              <a:ext cx="2227262" cy="2303463"/>
            </a:xfrm>
            <a:prstGeom prst="line">
              <a:avLst/>
            </a:prstGeom>
            <a:noFill/>
            <a:ln w="3175" cap="flat">
              <a:solidFill>
                <a:srgbClr val="59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6" name="Oval 857">
              <a:extLst>
                <a:ext uri="{FF2B5EF4-FFF2-40B4-BE49-F238E27FC236}">
                  <a16:creationId xmlns:a16="http://schemas.microsoft.com/office/drawing/2014/main" id="{7762F0A7-5DEE-571B-BEAE-1354D1926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0363" y="3165476"/>
              <a:ext cx="12700" cy="14288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7" name="Oval 858">
              <a:extLst>
                <a:ext uri="{FF2B5EF4-FFF2-40B4-BE49-F238E27FC236}">
                  <a16:creationId xmlns:a16="http://schemas.microsoft.com/office/drawing/2014/main" id="{AACAD57D-117E-8531-26AB-B6AB220E0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4875" y="3575051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8" name="Oval 859">
              <a:extLst>
                <a:ext uri="{FF2B5EF4-FFF2-40B4-BE49-F238E27FC236}">
                  <a16:creationId xmlns:a16="http://schemas.microsoft.com/office/drawing/2014/main" id="{3424C2EB-A42F-ABF1-0C45-0C727B047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2375" y="392588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9" name="Oval 860">
              <a:extLst>
                <a:ext uri="{FF2B5EF4-FFF2-40B4-BE49-F238E27FC236}">
                  <a16:creationId xmlns:a16="http://schemas.microsoft.com/office/drawing/2014/main" id="{4BB66E9E-0493-374B-60BD-63B325469C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7800" y="4092576"/>
              <a:ext cx="12700" cy="11113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0" name="Oval 861">
              <a:extLst>
                <a:ext uri="{FF2B5EF4-FFF2-40B4-BE49-F238E27FC236}">
                  <a16:creationId xmlns:a16="http://schemas.microsoft.com/office/drawing/2014/main" id="{75822882-E46B-7674-4187-9DFE61773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2425" y="4321176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1" name="Oval 862">
              <a:extLst>
                <a:ext uri="{FF2B5EF4-FFF2-40B4-BE49-F238E27FC236}">
                  <a16:creationId xmlns:a16="http://schemas.microsoft.com/office/drawing/2014/main" id="{B0D48390-233A-BC41-0868-56D0DE44D8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15300" y="4470401"/>
              <a:ext cx="12700" cy="11113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2" name="Oval 863">
              <a:extLst>
                <a:ext uri="{FF2B5EF4-FFF2-40B4-BE49-F238E27FC236}">
                  <a16:creationId xmlns:a16="http://schemas.microsoft.com/office/drawing/2014/main" id="{E7A42E07-CE35-01EF-C9D9-F43B0B201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5950" y="460533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3" name="Oval 864">
              <a:extLst>
                <a:ext uri="{FF2B5EF4-FFF2-40B4-BE49-F238E27FC236}">
                  <a16:creationId xmlns:a16="http://schemas.microsoft.com/office/drawing/2014/main" id="{D3B784EB-7C1F-4718-A072-61AD62EC5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0725" y="4699001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4" name="Oval 865">
              <a:extLst>
                <a:ext uri="{FF2B5EF4-FFF2-40B4-BE49-F238E27FC236}">
                  <a16:creationId xmlns:a16="http://schemas.microsoft.com/office/drawing/2014/main" id="{9A8DF4FC-4393-BE45-291A-9E745D712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2800" y="4741863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5" name="Oval 866">
              <a:extLst>
                <a:ext uri="{FF2B5EF4-FFF2-40B4-BE49-F238E27FC236}">
                  <a16:creationId xmlns:a16="http://schemas.microsoft.com/office/drawing/2014/main" id="{BBC6AB94-4140-5C75-9411-A26CB3ABD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5350" y="4803776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6" name="Oval 867">
              <a:extLst>
                <a:ext uri="{FF2B5EF4-FFF2-40B4-BE49-F238E27FC236}">
                  <a16:creationId xmlns:a16="http://schemas.microsoft.com/office/drawing/2014/main" id="{CAFEBAA0-F128-BA9C-CB92-569EF8442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1550" y="4900613"/>
              <a:ext cx="12700" cy="11113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7" name="Oval 868">
              <a:extLst>
                <a:ext uri="{FF2B5EF4-FFF2-40B4-BE49-F238E27FC236}">
                  <a16:creationId xmlns:a16="http://schemas.microsoft.com/office/drawing/2014/main" id="{323B0448-CAEC-20F6-F6D1-90C21742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58225" y="4964113"/>
              <a:ext cx="14287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8" name="Oval 869">
              <a:extLst>
                <a:ext uri="{FF2B5EF4-FFF2-40B4-BE49-F238E27FC236}">
                  <a16:creationId xmlns:a16="http://schemas.microsoft.com/office/drawing/2014/main" id="{4FE63DD4-4634-C487-8810-4881553B06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1725" y="5035551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9" name="Oval 870">
              <a:extLst>
                <a:ext uri="{FF2B5EF4-FFF2-40B4-BE49-F238E27FC236}">
                  <a16:creationId xmlns:a16="http://schemas.microsoft.com/office/drawing/2014/main" id="{102B1A33-E80D-8A8D-4049-4B3E59E8A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0463" y="505618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0" name="Oval 871">
              <a:extLst>
                <a:ext uri="{FF2B5EF4-FFF2-40B4-BE49-F238E27FC236}">
                  <a16:creationId xmlns:a16="http://schemas.microsoft.com/office/drawing/2014/main" id="{49463F28-C9D1-869A-305C-10133A101F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4438" y="511968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1" name="Oval 872">
              <a:extLst>
                <a:ext uri="{FF2B5EF4-FFF2-40B4-BE49-F238E27FC236}">
                  <a16:creationId xmlns:a16="http://schemas.microsoft.com/office/drawing/2014/main" id="{1DAE8CE2-14BB-EB9A-701A-A2106F0E7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5238" y="5135563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2" name="Oval 873">
              <a:extLst>
                <a:ext uri="{FF2B5EF4-FFF2-40B4-BE49-F238E27FC236}">
                  <a16:creationId xmlns:a16="http://schemas.microsoft.com/office/drawing/2014/main" id="{CEE2CAC4-7145-5169-CA24-4271C16DBE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863" y="5237163"/>
              <a:ext cx="11112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3" name="Line 874">
              <a:extLst>
                <a:ext uri="{FF2B5EF4-FFF2-40B4-BE49-F238E27FC236}">
                  <a16:creationId xmlns:a16="http://schemas.microsoft.com/office/drawing/2014/main" id="{01B52573-DBA0-DFFB-06A3-CF2F297720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046413"/>
              <a:ext cx="2286000" cy="2282825"/>
            </a:xfrm>
            <a:prstGeom prst="line">
              <a:avLst/>
            </a:prstGeom>
            <a:noFill/>
            <a:ln w="3175" cap="flat">
              <a:solidFill>
                <a:srgbClr val="00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4" name="Oval 875">
              <a:extLst>
                <a:ext uri="{FF2B5EF4-FFF2-40B4-BE49-F238E27FC236}">
                  <a16:creationId xmlns:a16="http://schemas.microsoft.com/office/drawing/2014/main" id="{A6E35549-1293-7083-6757-6BBF84A606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0363" y="302418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5" name="Oval 876">
              <a:extLst>
                <a:ext uri="{FF2B5EF4-FFF2-40B4-BE49-F238E27FC236}">
                  <a16:creationId xmlns:a16="http://schemas.microsoft.com/office/drawing/2014/main" id="{138861D7-B16C-5F62-2251-499EBF0CB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4875" y="3359151"/>
              <a:ext cx="12700" cy="14288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6" name="Oval 877">
              <a:extLst>
                <a:ext uri="{FF2B5EF4-FFF2-40B4-BE49-F238E27FC236}">
                  <a16:creationId xmlns:a16="http://schemas.microsoft.com/office/drawing/2014/main" id="{5C74B41F-952C-E258-8A5C-B75F76B73B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2375" y="3684588"/>
              <a:ext cx="12700" cy="14288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7" name="Oval 878">
              <a:extLst>
                <a:ext uri="{FF2B5EF4-FFF2-40B4-BE49-F238E27FC236}">
                  <a16:creationId xmlns:a16="http://schemas.microsoft.com/office/drawing/2014/main" id="{A35E66F0-B657-8E9E-2447-58F9B841C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7800" y="3922713"/>
              <a:ext cx="12700" cy="11113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8" name="Oval 879">
              <a:extLst>
                <a:ext uri="{FF2B5EF4-FFF2-40B4-BE49-F238E27FC236}">
                  <a16:creationId xmlns:a16="http://schemas.microsoft.com/office/drawing/2014/main" id="{44D67FB3-0935-A0EF-1BE5-75F0EB0E49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2425" y="408781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9" name="Oval 880">
              <a:extLst>
                <a:ext uri="{FF2B5EF4-FFF2-40B4-BE49-F238E27FC236}">
                  <a16:creationId xmlns:a16="http://schemas.microsoft.com/office/drawing/2014/main" id="{74564DD4-D4BC-B603-83F4-C807D09B6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15300" y="4152901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0" name="Oval 881">
              <a:extLst>
                <a:ext uri="{FF2B5EF4-FFF2-40B4-BE49-F238E27FC236}">
                  <a16:creationId xmlns:a16="http://schemas.microsoft.com/office/drawing/2014/main" id="{090D4E2B-0A39-E579-650D-85118027C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5950" y="4264026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1" name="Oval 882">
              <a:extLst>
                <a:ext uri="{FF2B5EF4-FFF2-40B4-BE49-F238E27FC236}">
                  <a16:creationId xmlns:a16="http://schemas.microsoft.com/office/drawing/2014/main" id="{9A81586C-96FE-BCD3-FDC8-6E73C744E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0725" y="451008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2" name="Oval 883">
              <a:extLst>
                <a:ext uri="{FF2B5EF4-FFF2-40B4-BE49-F238E27FC236}">
                  <a16:creationId xmlns:a16="http://schemas.microsoft.com/office/drawing/2014/main" id="{91CE3476-0220-CBB9-8EE2-964A08311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2800" y="451643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3" name="Oval 884">
              <a:extLst>
                <a:ext uri="{FF2B5EF4-FFF2-40B4-BE49-F238E27FC236}">
                  <a16:creationId xmlns:a16="http://schemas.microsoft.com/office/drawing/2014/main" id="{CF6F45F5-83E3-A31D-D135-92ECDDA54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5350" y="4594226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4" name="Oval 885">
              <a:extLst>
                <a:ext uri="{FF2B5EF4-FFF2-40B4-BE49-F238E27FC236}">
                  <a16:creationId xmlns:a16="http://schemas.microsoft.com/office/drawing/2014/main" id="{22962EC7-A931-27D2-8B03-28EB596393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1550" y="4708526"/>
              <a:ext cx="12700" cy="14288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5" name="Oval 886">
              <a:extLst>
                <a:ext uri="{FF2B5EF4-FFF2-40B4-BE49-F238E27FC236}">
                  <a16:creationId xmlns:a16="http://schemas.microsoft.com/office/drawing/2014/main" id="{61180FE1-067F-9D10-508B-D234561752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58225" y="4765676"/>
              <a:ext cx="14287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6" name="Oval 887">
              <a:extLst>
                <a:ext uri="{FF2B5EF4-FFF2-40B4-BE49-F238E27FC236}">
                  <a16:creationId xmlns:a16="http://schemas.microsoft.com/office/drawing/2014/main" id="{6041767F-46EB-1D80-21AC-530DD6C3FF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1725" y="48688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7" name="Oval 888">
              <a:extLst>
                <a:ext uri="{FF2B5EF4-FFF2-40B4-BE49-F238E27FC236}">
                  <a16:creationId xmlns:a16="http://schemas.microsoft.com/office/drawing/2014/main" id="{E4066444-F955-61EB-D5C4-9BF798F06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0463" y="484663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8" name="Oval 889">
              <a:extLst>
                <a:ext uri="{FF2B5EF4-FFF2-40B4-BE49-F238E27FC236}">
                  <a16:creationId xmlns:a16="http://schemas.microsoft.com/office/drawing/2014/main" id="{325A9D3E-F0AC-483D-139D-580F8293A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4438" y="50212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9" name="Oval 890">
              <a:extLst>
                <a:ext uri="{FF2B5EF4-FFF2-40B4-BE49-F238E27FC236}">
                  <a16:creationId xmlns:a16="http://schemas.microsoft.com/office/drawing/2014/main" id="{53ADC362-5291-D2DA-BC1D-33E7E796C9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5238" y="4930776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0" name="Oval 892">
              <a:extLst>
                <a:ext uri="{FF2B5EF4-FFF2-40B4-BE49-F238E27FC236}">
                  <a16:creationId xmlns:a16="http://schemas.microsoft.com/office/drawing/2014/main" id="{51E23543-C7B2-7AB6-65B6-BC64153E7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863" y="4949825"/>
              <a:ext cx="11112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1" name="Oval 893">
              <a:extLst>
                <a:ext uri="{FF2B5EF4-FFF2-40B4-BE49-F238E27FC236}">
                  <a16:creationId xmlns:a16="http://schemas.microsoft.com/office/drawing/2014/main" id="{740DEE46-8873-2CB1-03D3-D18800C53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313" y="514191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2" name="Oval 894">
              <a:extLst>
                <a:ext uri="{FF2B5EF4-FFF2-40B4-BE49-F238E27FC236}">
                  <a16:creationId xmlns:a16="http://schemas.microsoft.com/office/drawing/2014/main" id="{74387F4F-2C2F-DFA6-3582-4C88667F9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8588" y="506412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3" name="Oval 895">
              <a:extLst>
                <a:ext uri="{FF2B5EF4-FFF2-40B4-BE49-F238E27FC236}">
                  <a16:creationId xmlns:a16="http://schemas.microsoft.com/office/drawing/2014/main" id="{8CF6FF39-C8BC-55DD-D338-1AA0E044E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9863" y="516890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4" name="Oval 896">
              <a:extLst>
                <a:ext uri="{FF2B5EF4-FFF2-40B4-BE49-F238E27FC236}">
                  <a16:creationId xmlns:a16="http://schemas.microsoft.com/office/drawing/2014/main" id="{1244B33B-3C9F-E04D-B710-4F4C05279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7963" y="525303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5" name="Oval 897">
              <a:extLst>
                <a:ext uri="{FF2B5EF4-FFF2-40B4-BE49-F238E27FC236}">
                  <a16:creationId xmlns:a16="http://schemas.microsoft.com/office/drawing/2014/main" id="{609CDE15-411C-2845-50ED-230E35F78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4475" y="525780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6" name="Line 898">
              <a:extLst>
                <a:ext uri="{FF2B5EF4-FFF2-40B4-BE49-F238E27FC236}">
                  <a16:creationId xmlns:a16="http://schemas.microsoft.com/office/drawing/2014/main" id="{7FF12B4B-DCC0-9EAB-7F37-67BDD25E64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754313"/>
              <a:ext cx="2466975" cy="2574925"/>
            </a:xfrm>
            <a:prstGeom prst="line">
              <a:avLst/>
            </a:prstGeom>
            <a:noFill/>
            <a:ln w="3175" cap="flat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7" name="Rectangle 899">
              <a:extLst>
                <a:ext uri="{FF2B5EF4-FFF2-40B4-BE49-F238E27FC236}">
                  <a16:creationId xmlns:a16="http://schemas.microsoft.com/office/drawing/2014/main" id="{396F813E-AD5B-90B4-032A-3600887C9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0688" y="1933575"/>
              <a:ext cx="614362" cy="4111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8" name="Rectangle 900">
              <a:extLst>
                <a:ext uri="{FF2B5EF4-FFF2-40B4-BE49-F238E27FC236}">
                  <a16:creationId xmlns:a16="http://schemas.microsoft.com/office/drawing/2014/main" id="{B6FE2203-C728-55A8-9404-3195B5383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525" y="1952625"/>
              <a:ext cx="90487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all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99" name="Oval 901">
              <a:extLst>
                <a:ext uri="{FF2B5EF4-FFF2-40B4-BE49-F238E27FC236}">
                  <a16:creationId xmlns:a16="http://schemas.microsoft.com/office/drawing/2014/main" id="{0D918274-5C56-0C9E-D02A-383AE2AF2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8638" y="19748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00" name="Rectangle 902">
              <a:extLst>
                <a:ext uri="{FF2B5EF4-FFF2-40B4-BE49-F238E27FC236}">
                  <a16:creationId xmlns:a16="http://schemas.microsoft.com/office/drawing/2014/main" id="{08B8E4B4-1F41-3FF7-4440-AE76E77FB2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525" y="2033588"/>
              <a:ext cx="38576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diag oppsign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01" name="Freeform 903">
              <a:extLst>
                <a:ext uri="{FF2B5EF4-FFF2-40B4-BE49-F238E27FC236}">
                  <a16:creationId xmlns:a16="http://schemas.microsoft.com/office/drawing/2014/main" id="{6A87538B-F958-4226-E864-520B7C0BFE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04350" y="2039938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02" name="Rectangle 904">
              <a:extLst>
                <a:ext uri="{FF2B5EF4-FFF2-40B4-BE49-F238E27FC236}">
                  <a16:creationId xmlns:a16="http://schemas.microsoft.com/office/drawing/2014/main" id="{D07FEE6E-C5E5-C2DA-A4A5-5D5798C72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525" y="2109788"/>
              <a:ext cx="433387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diag samesign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03" name="Freeform 905">
              <a:extLst>
                <a:ext uri="{FF2B5EF4-FFF2-40B4-BE49-F238E27FC236}">
                  <a16:creationId xmlns:a16="http://schemas.microsoft.com/office/drawing/2014/main" id="{EA4BA6EA-2B46-225C-DFEF-14DE7BD456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10700" y="2125663"/>
              <a:ext cx="26987" cy="26987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04" name="Rectangle 906">
              <a:extLst>
                <a:ext uri="{FF2B5EF4-FFF2-40B4-BE49-F238E27FC236}">
                  <a16:creationId xmlns:a16="http://schemas.microsoft.com/office/drawing/2014/main" id="{03557269-6B5E-AFEF-C7AF-93EBCD02D3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525" y="2190750"/>
              <a:ext cx="133350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vert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05" name="Oval 907">
              <a:extLst>
                <a:ext uri="{FF2B5EF4-FFF2-40B4-BE49-F238E27FC236}">
                  <a16:creationId xmlns:a16="http://schemas.microsoft.com/office/drawing/2014/main" id="{ED9D52E9-CBD1-1CA6-1BBD-C031FCC6A9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8638" y="221138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06" name="Rectangle 908">
              <a:extLst>
                <a:ext uri="{FF2B5EF4-FFF2-40B4-BE49-F238E27FC236}">
                  <a16:creationId xmlns:a16="http://schemas.microsoft.com/office/drawing/2014/main" id="{47E80B4E-2FAB-A144-BBCE-47BAD5DFE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525" y="2268538"/>
              <a:ext cx="1619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horiz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07" name="Oval 909">
              <a:extLst>
                <a:ext uri="{FF2B5EF4-FFF2-40B4-BE49-F238E27FC236}">
                  <a16:creationId xmlns:a16="http://schemas.microsoft.com/office/drawing/2014/main" id="{CCD80222-E034-5BE1-1568-DD2A08174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8638" y="22907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08" name="Rectangle 910">
              <a:extLst>
                <a:ext uri="{FF2B5EF4-FFF2-40B4-BE49-F238E27FC236}">
                  <a16:creationId xmlns:a16="http://schemas.microsoft.com/office/drawing/2014/main" id="{6DC54AAE-F98B-AC1D-8EA6-3715641C33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0688" y="1933575"/>
              <a:ext cx="614362" cy="411162"/>
            </a:xfrm>
            <a:prstGeom prst="rect">
              <a:avLst/>
            </a:prstGeom>
            <a:noFill/>
            <a:ln w="3175" cap="flat">
              <a:solidFill>
                <a:srgbClr val="26262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09" name="Rectangle 911">
              <a:extLst>
                <a:ext uri="{FF2B5EF4-FFF2-40B4-BE49-F238E27FC236}">
                  <a16:creationId xmlns:a16="http://schemas.microsoft.com/office/drawing/2014/main" id="{A90FFB66-46DA-1E02-CC7D-FC362D97E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9513" y="5657850"/>
              <a:ext cx="2768600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bonedatabasesubroi pad=1 whiten=per view (subj wtd) marg=1 pxlmean 0 roimean 1 cosbell 1 gen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10" name="Rectangle 912">
              <a:extLst>
                <a:ext uri="{FF2B5EF4-FFF2-40B4-BE49-F238E27FC236}">
                  <a16:creationId xmlns:a16="http://schemas.microsoft.com/office/drawing/2014/main" id="{003F77B3-2371-CCCC-5D2A-9E5D19956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9513" y="5495925"/>
              <a:ext cx="452437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std (N=2 R=64)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5311" name="Group 5310">
            <a:extLst>
              <a:ext uri="{FF2B5EF4-FFF2-40B4-BE49-F238E27FC236}">
                <a16:creationId xmlns:a16="http://schemas.microsoft.com/office/drawing/2014/main" id="{CE0CF18F-3E35-20FC-2510-997E03B79543}"/>
              </a:ext>
            </a:extLst>
          </p:cNvPr>
          <p:cNvGrpSpPr>
            <a:grpSpLocks noChangeAspect="1"/>
          </p:cNvGrpSpPr>
          <p:nvPr/>
        </p:nvGrpSpPr>
        <p:grpSpPr>
          <a:xfrm>
            <a:off x="5897562" y="3741738"/>
            <a:ext cx="1861311" cy="1933633"/>
            <a:chOff x="7037388" y="2390775"/>
            <a:chExt cx="3717925" cy="3862388"/>
          </a:xfrm>
        </p:grpSpPr>
        <p:sp>
          <p:nvSpPr>
            <p:cNvPr id="5312" name="Line 1092">
              <a:extLst>
                <a:ext uri="{FF2B5EF4-FFF2-40B4-BE49-F238E27FC236}">
                  <a16:creationId xmlns:a16="http://schemas.microsoft.com/office/drawing/2014/main" id="{085AD8BC-980D-C989-85DC-B46F6FA3C8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5838825"/>
              <a:ext cx="32607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13" name="Line 1093">
              <a:extLst>
                <a:ext uri="{FF2B5EF4-FFF2-40B4-BE49-F238E27FC236}">
                  <a16:creationId xmlns:a16="http://schemas.microsoft.com/office/drawing/2014/main" id="{16ED5482-C09B-E535-AE66-19BB00B173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390775"/>
              <a:ext cx="32607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14" name="Line 1094">
              <a:extLst>
                <a:ext uri="{FF2B5EF4-FFF2-40B4-BE49-F238E27FC236}">
                  <a16:creationId xmlns:a16="http://schemas.microsoft.com/office/drawing/2014/main" id="{107013EB-1CEE-97FA-DB63-E5FCC8C3EA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88263" y="5803900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15" name="Line 1095">
              <a:extLst>
                <a:ext uri="{FF2B5EF4-FFF2-40B4-BE49-F238E27FC236}">
                  <a16:creationId xmlns:a16="http://schemas.microsoft.com/office/drawing/2014/main" id="{8147C056-C324-0B41-A690-D68CAFB5AE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93250" y="5803900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16" name="Line 1096">
              <a:extLst>
                <a:ext uri="{FF2B5EF4-FFF2-40B4-BE49-F238E27FC236}">
                  <a16:creationId xmlns:a16="http://schemas.microsoft.com/office/drawing/2014/main" id="{596F36FC-CB4C-81E8-6BA0-967FAC5FB6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8263" y="2390775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17" name="Line 1097">
              <a:extLst>
                <a:ext uri="{FF2B5EF4-FFF2-40B4-BE49-F238E27FC236}">
                  <a16:creationId xmlns:a16="http://schemas.microsoft.com/office/drawing/2014/main" id="{9ECC896D-1295-3D3E-2C5E-91FC935600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93250" y="2390775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18" name="Line 1098">
              <a:extLst>
                <a:ext uri="{FF2B5EF4-FFF2-40B4-BE49-F238E27FC236}">
                  <a16:creationId xmlns:a16="http://schemas.microsoft.com/office/drawing/2014/main" id="{4463D370-F0D1-A311-25F0-38B4CBA2B2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13638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19" name="Line 1099">
              <a:extLst>
                <a:ext uri="{FF2B5EF4-FFF2-40B4-BE49-F238E27FC236}">
                  <a16:creationId xmlns:a16="http://schemas.microsoft.com/office/drawing/2014/main" id="{DE8F7FE2-8978-3CD9-6358-63903F6A6D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05713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20" name="Line 1100">
              <a:extLst>
                <a:ext uri="{FF2B5EF4-FFF2-40B4-BE49-F238E27FC236}">
                  <a16:creationId xmlns:a16="http://schemas.microsoft.com/office/drawing/2014/main" id="{3E3CB93E-0250-8219-18B9-ED332FD2E7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88263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21" name="Line 1101">
              <a:extLst>
                <a:ext uri="{FF2B5EF4-FFF2-40B4-BE49-F238E27FC236}">
                  <a16:creationId xmlns:a16="http://schemas.microsoft.com/office/drawing/2014/main" id="{4306D076-FC77-4B65-9090-D915917A3B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32775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22" name="Line 1102">
              <a:extLst>
                <a:ext uri="{FF2B5EF4-FFF2-40B4-BE49-F238E27FC236}">
                  <a16:creationId xmlns:a16="http://schemas.microsoft.com/office/drawing/2014/main" id="{FB3BEA0F-EFE4-301B-BC29-6FFFBC0176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50275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23" name="Line 1103">
              <a:extLst>
                <a:ext uri="{FF2B5EF4-FFF2-40B4-BE49-F238E27FC236}">
                  <a16:creationId xmlns:a16="http://schemas.microsoft.com/office/drawing/2014/main" id="{9065CFA8-494A-C0A7-694A-C6F32DF32F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75700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24" name="Line 1104">
              <a:extLst>
                <a:ext uri="{FF2B5EF4-FFF2-40B4-BE49-F238E27FC236}">
                  <a16:creationId xmlns:a16="http://schemas.microsoft.com/office/drawing/2014/main" id="{CB36DE66-7DF7-774A-62AA-D6BCE02FF6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50325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25" name="Line 1105">
              <a:extLst>
                <a:ext uri="{FF2B5EF4-FFF2-40B4-BE49-F238E27FC236}">
                  <a16:creationId xmlns:a16="http://schemas.microsoft.com/office/drawing/2014/main" id="{36B2E71E-7FF7-0AD8-7A05-90E7DC42A9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093200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26" name="Line 1106">
              <a:extLst>
                <a:ext uri="{FF2B5EF4-FFF2-40B4-BE49-F238E27FC236}">
                  <a16:creationId xmlns:a16="http://schemas.microsoft.com/office/drawing/2014/main" id="{10CCEE39-952D-C314-E5B6-D79B5BB55C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13850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27" name="Line 1107">
              <a:extLst>
                <a:ext uri="{FF2B5EF4-FFF2-40B4-BE49-F238E27FC236}">
                  <a16:creationId xmlns:a16="http://schemas.microsoft.com/office/drawing/2014/main" id="{D589073A-F4F7-7B8C-92E9-CC68462122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18625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28" name="Line 1108">
              <a:extLst>
                <a:ext uri="{FF2B5EF4-FFF2-40B4-BE49-F238E27FC236}">
                  <a16:creationId xmlns:a16="http://schemas.microsoft.com/office/drawing/2014/main" id="{ADCDAC32-50A5-9A58-9669-5FEEB3FBCA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10700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29" name="Line 1109">
              <a:extLst>
                <a:ext uri="{FF2B5EF4-FFF2-40B4-BE49-F238E27FC236}">
                  <a16:creationId xmlns:a16="http://schemas.microsoft.com/office/drawing/2014/main" id="{1B580F47-BD84-40BE-FEA5-73DC50F928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93250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30" name="Line 1110">
              <a:extLst>
                <a:ext uri="{FF2B5EF4-FFF2-40B4-BE49-F238E27FC236}">
                  <a16:creationId xmlns:a16="http://schemas.microsoft.com/office/drawing/2014/main" id="{AA501103-F392-5219-C51B-9D22A388B3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37763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31" name="Line 1111">
              <a:extLst>
                <a:ext uri="{FF2B5EF4-FFF2-40B4-BE49-F238E27FC236}">
                  <a16:creationId xmlns:a16="http://schemas.microsoft.com/office/drawing/2014/main" id="{273C8E9A-6F55-2E56-9874-94889F48B8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355263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32" name="Line 1112">
              <a:extLst>
                <a:ext uri="{FF2B5EF4-FFF2-40B4-BE49-F238E27FC236}">
                  <a16:creationId xmlns:a16="http://schemas.microsoft.com/office/drawing/2014/main" id="{9910B8EA-5DB9-3E79-8A07-BC4D1D63A5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80688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33" name="Line 1113">
              <a:extLst>
                <a:ext uri="{FF2B5EF4-FFF2-40B4-BE49-F238E27FC236}">
                  <a16:creationId xmlns:a16="http://schemas.microsoft.com/office/drawing/2014/main" id="{64C7D880-759A-48EA-6A2F-FE49E9EF41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755313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34" name="Line 1114">
              <a:extLst>
                <a:ext uri="{FF2B5EF4-FFF2-40B4-BE49-F238E27FC236}">
                  <a16:creationId xmlns:a16="http://schemas.microsoft.com/office/drawing/2014/main" id="{0011D5EA-FCDE-AD62-BFE3-72E053DF3B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3638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35" name="Line 1115">
              <a:extLst>
                <a:ext uri="{FF2B5EF4-FFF2-40B4-BE49-F238E27FC236}">
                  <a16:creationId xmlns:a16="http://schemas.microsoft.com/office/drawing/2014/main" id="{E2D68C53-AB64-9F2A-4C04-82DE581A03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05713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36" name="Line 1116">
              <a:extLst>
                <a:ext uri="{FF2B5EF4-FFF2-40B4-BE49-F238E27FC236}">
                  <a16:creationId xmlns:a16="http://schemas.microsoft.com/office/drawing/2014/main" id="{4F1947EC-3702-938E-D903-58AB4B77CD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8263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37" name="Line 1117">
              <a:extLst>
                <a:ext uri="{FF2B5EF4-FFF2-40B4-BE49-F238E27FC236}">
                  <a16:creationId xmlns:a16="http://schemas.microsoft.com/office/drawing/2014/main" id="{0538630F-C065-53DD-2C5C-D1DD492C09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32775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38" name="Line 1118">
              <a:extLst>
                <a:ext uri="{FF2B5EF4-FFF2-40B4-BE49-F238E27FC236}">
                  <a16:creationId xmlns:a16="http://schemas.microsoft.com/office/drawing/2014/main" id="{EE7EDC23-B3FF-DE4A-B66A-1302D01665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50275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39" name="Line 1119">
              <a:extLst>
                <a:ext uri="{FF2B5EF4-FFF2-40B4-BE49-F238E27FC236}">
                  <a16:creationId xmlns:a16="http://schemas.microsoft.com/office/drawing/2014/main" id="{2C5D50B7-1CC5-3DF4-D125-0254802FB5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75700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40" name="Line 1120">
              <a:extLst>
                <a:ext uri="{FF2B5EF4-FFF2-40B4-BE49-F238E27FC236}">
                  <a16:creationId xmlns:a16="http://schemas.microsoft.com/office/drawing/2014/main" id="{2EDC6EB1-4655-6CD5-B4DB-95D586EFA7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50325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41" name="Line 1121">
              <a:extLst>
                <a:ext uri="{FF2B5EF4-FFF2-40B4-BE49-F238E27FC236}">
                  <a16:creationId xmlns:a16="http://schemas.microsoft.com/office/drawing/2014/main" id="{CED83673-E380-A8CC-8F98-47FAEC799E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93200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42" name="Line 1122">
              <a:extLst>
                <a:ext uri="{FF2B5EF4-FFF2-40B4-BE49-F238E27FC236}">
                  <a16:creationId xmlns:a16="http://schemas.microsoft.com/office/drawing/2014/main" id="{CDB41A83-7DB7-B7E9-5340-79B68CA3F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13850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43" name="Line 1123">
              <a:extLst>
                <a:ext uri="{FF2B5EF4-FFF2-40B4-BE49-F238E27FC236}">
                  <a16:creationId xmlns:a16="http://schemas.microsoft.com/office/drawing/2014/main" id="{5E7B90BA-A811-2DCE-3FF0-037D439D8E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18625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44" name="Line 1124">
              <a:extLst>
                <a:ext uri="{FF2B5EF4-FFF2-40B4-BE49-F238E27FC236}">
                  <a16:creationId xmlns:a16="http://schemas.microsoft.com/office/drawing/2014/main" id="{2907DD69-4913-3F12-9C96-01B3B856AD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10700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45" name="Line 1125">
              <a:extLst>
                <a:ext uri="{FF2B5EF4-FFF2-40B4-BE49-F238E27FC236}">
                  <a16:creationId xmlns:a16="http://schemas.microsoft.com/office/drawing/2014/main" id="{AB3040EF-0993-9440-FEF8-FECD4BECC1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93250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46" name="Line 1126">
              <a:extLst>
                <a:ext uri="{FF2B5EF4-FFF2-40B4-BE49-F238E27FC236}">
                  <a16:creationId xmlns:a16="http://schemas.microsoft.com/office/drawing/2014/main" id="{5029996D-90D8-FDAB-9C97-FE547BFD91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37763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47" name="Line 1127">
              <a:extLst>
                <a:ext uri="{FF2B5EF4-FFF2-40B4-BE49-F238E27FC236}">
                  <a16:creationId xmlns:a16="http://schemas.microsoft.com/office/drawing/2014/main" id="{7C2F219A-752D-4F7E-4B70-0362FCBE60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55263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48" name="Line 1128">
              <a:extLst>
                <a:ext uri="{FF2B5EF4-FFF2-40B4-BE49-F238E27FC236}">
                  <a16:creationId xmlns:a16="http://schemas.microsoft.com/office/drawing/2014/main" id="{B7401267-CCC5-9DB2-CD0F-16DD526C71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80688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49" name="Line 1129">
              <a:extLst>
                <a:ext uri="{FF2B5EF4-FFF2-40B4-BE49-F238E27FC236}">
                  <a16:creationId xmlns:a16="http://schemas.microsoft.com/office/drawing/2014/main" id="{05B12F0D-0D7E-232B-D257-9F288F732E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55313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50" name="Rectangle 1130">
              <a:extLst>
                <a:ext uri="{FF2B5EF4-FFF2-40B4-BE49-F238E27FC236}">
                  <a16:creationId xmlns:a16="http://schemas.microsoft.com/office/drawing/2014/main" id="{88CBB17C-A9F0-CEE0-8D41-D857ED9E97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7938" y="5886450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51" name="Rectangle 1131">
              <a:extLst>
                <a:ext uri="{FF2B5EF4-FFF2-40B4-BE49-F238E27FC236}">
                  <a16:creationId xmlns:a16="http://schemas.microsoft.com/office/drawing/2014/main" id="{B6CA9923-5209-B29E-A329-0322D4A83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9375" y="5867400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52" name="Rectangle 1132">
              <a:extLst>
                <a:ext uri="{FF2B5EF4-FFF2-40B4-BE49-F238E27FC236}">
                  <a16:creationId xmlns:a16="http://schemas.microsoft.com/office/drawing/2014/main" id="{F89253BC-2EC6-047B-E50E-E996498401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9750" y="5886450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53" name="Rectangle 1133">
              <a:extLst>
                <a:ext uri="{FF2B5EF4-FFF2-40B4-BE49-F238E27FC236}">
                  <a16:creationId xmlns:a16="http://schemas.microsoft.com/office/drawing/2014/main" id="{C2056628-7ACF-0E5C-A2D4-21D0157A3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1188" y="5867400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54" name="Rectangle 1134">
              <a:extLst>
                <a:ext uri="{FF2B5EF4-FFF2-40B4-BE49-F238E27FC236}">
                  <a16:creationId xmlns:a16="http://schemas.microsoft.com/office/drawing/2014/main" id="{E2224BB1-FF33-C03D-4E12-F62C75042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0150" y="5976938"/>
              <a:ext cx="728662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cycles per pixel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55" name="Line 1135">
              <a:extLst>
                <a:ext uri="{FF2B5EF4-FFF2-40B4-BE49-F238E27FC236}">
                  <a16:creationId xmlns:a16="http://schemas.microsoft.com/office/drawing/2014/main" id="{1692502A-A338-79FB-50CD-D1CB551AC1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94588" y="2390775"/>
              <a:ext cx="0" cy="34480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56" name="Line 1136">
              <a:extLst>
                <a:ext uri="{FF2B5EF4-FFF2-40B4-BE49-F238E27FC236}">
                  <a16:creationId xmlns:a16="http://schemas.microsoft.com/office/drawing/2014/main" id="{8242E092-947A-A9B0-D7E9-29CAF2CBB8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755313" y="2390775"/>
              <a:ext cx="0" cy="34480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57" name="Line 1137">
              <a:extLst>
                <a:ext uri="{FF2B5EF4-FFF2-40B4-BE49-F238E27FC236}">
                  <a16:creationId xmlns:a16="http://schemas.microsoft.com/office/drawing/2014/main" id="{F583C1E9-4941-9196-6CC6-63BC65A96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5838825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58" name="Line 1138">
              <a:extLst>
                <a:ext uri="{FF2B5EF4-FFF2-40B4-BE49-F238E27FC236}">
                  <a16:creationId xmlns:a16="http://schemas.microsoft.com/office/drawing/2014/main" id="{25536D62-5DA7-3E08-204D-74B3B70F48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5211763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59" name="Line 1139">
              <a:extLst>
                <a:ext uri="{FF2B5EF4-FFF2-40B4-BE49-F238E27FC236}">
                  <a16:creationId xmlns:a16="http://schemas.microsoft.com/office/drawing/2014/main" id="{0CCC3CDE-0CB3-F191-C993-0D4B4DEC50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584700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60" name="Line 1140">
              <a:extLst>
                <a:ext uri="{FF2B5EF4-FFF2-40B4-BE49-F238E27FC236}">
                  <a16:creationId xmlns:a16="http://schemas.microsoft.com/office/drawing/2014/main" id="{2A9A7AC1-E1CC-9BEA-1E5D-5055B60465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957638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61" name="Line 1141">
              <a:extLst>
                <a:ext uri="{FF2B5EF4-FFF2-40B4-BE49-F238E27FC236}">
                  <a16:creationId xmlns:a16="http://schemas.microsoft.com/office/drawing/2014/main" id="{53670C67-7234-A414-DEC0-D7DC0ADEB8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330575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62" name="Line 1142">
              <a:extLst>
                <a:ext uri="{FF2B5EF4-FFF2-40B4-BE49-F238E27FC236}">
                  <a16:creationId xmlns:a16="http://schemas.microsoft.com/office/drawing/2014/main" id="{BF44E51A-A8BA-2B52-DA60-6D92195AD2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705100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63" name="Line 1143">
              <a:extLst>
                <a:ext uri="{FF2B5EF4-FFF2-40B4-BE49-F238E27FC236}">
                  <a16:creationId xmlns:a16="http://schemas.microsoft.com/office/drawing/2014/main" id="{FD55AEA7-8B84-E123-7634-47F8E5C599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20388" y="5838825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64" name="Line 1144">
              <a:extLst>
                <a:ext uri="{FF2B5EF4-FFF2-40B4-BE49-F238E27FC236}">
                  <a16:creationId xmlns:a16="http://schemas.microsoft.com/office/drawing/2014/main" id="{62262DE6-1971-4A6B-9032-0C56B6EE18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20388" y="5211763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65" name="Line 1145">
              <a:extLst>
                <a:ext uri="{FF2B5EF4-FFF2-40B4-BE49-F238E27FC236}">
                  <a16:creationId xmlns:a16="http://schemas.microsoft.com/office/drawing/2014/main" id="{C813FF11-3395-1DDB-E3CA-F616EAFE9D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20388" y="4584700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66" name="Line 1146">
              <a:extLst>
                <a:ext uri="{FF2B5EF4-FFF2-40B4-BE49-F238E27FC236}">
                  <a16:creationId xmlns:a16="http://schemas.microsoft.com/office/drawing/2014/main" id="{D969255D-C338-F253-D776-A807E50D06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20388" y="3957638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67" name="Line 1147">
              <a:extLst>
                <a:ext uri="{FF2B5EF4-FFF2-40B4-BE49-F238E27FC236}">
                  <a16:creationId xmlns:a16="http://schemas.microsoft.com/office/drawing/2014/main" id="{B6F5B05D-9740-499C-A9B8-C0920FED2D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20388" y="3330575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68" name="Line 1148">
              <a:extLst>
                <a:ext uri="{FF2B5EF4-FFF2-40B4-BE49-F238E27FC236}">
                  <a16:creationId xmlns:a16="http://schemas.microsoft.com/office/drawing/2014/main" id="{D6F9E603-4954-50EB-302C-5EA5C6270F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20388" y="2705100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69" name="Line 1149">
              <a:extLst>
                <a:ext uri="{FF2B5EF4-FFF2-40B4-BE49-F238E27FC236}">
                  <a16:creationId xmlns:a16="http://schemas.microsoft.com/office/drawing/2014/main" id="{5AE4DCBA-C842-38D7-4F3B-D3AF0DD61B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58388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70" name="Line 1150">
              <a:extLst>
                <a:ext uri="{FF2B5EF4-FFF2-40B4-BE49-F238E27FC236}">
                  <a16:creationId xmlns:a16="http://schemas.microsoft.com/office/drawing/2014/main" id="{D9D87C26-207A-65BC-F1FD-FF8449E782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56499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71" name="Line 1151">
              <a:extLst>
                <a:ext uri="{FF2B5EF4-FFF2-40B4-BE49-F238E27FC236}">
                  <a16:creationId xmlns:a16="http://schemas.microsoft.com/office/drawing/2014/main" id="{56AD29F0-40A2-C511-567F-C9F5F66B2D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55387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72" name="Line 1152">
              <a:extLst>
                <a:ext uri="{FF2B5EF4-FFF2-40B4-BE49-F238E27FC236}">
                  <a16:creationId xmlns:a16="http://schemas.microsoft.com/office/drawing/2014/main" id="{104E1860-2FB0-DA42-E50A-AF689E3351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54610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73" name="Line 1153">
              <a:extLst>
                <a:ext uri="{FF2B5EF4-FFF2-40B4-BE49-F238E27FC236}">
                  <a16:creationId xmlns:a16="http://schemas.microsoft.com/office/drawing/2014/main" id="{ED98B9F6-3DF1-F7BC-4BFA-F0B49B90C7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54006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74" name="Line 1154">
              <a:extLst>
                <a:ext uri="{FF2B5EF4-FFF2-40B4-BE49-F238E27FC236}">
                  <a16:creationId xmlns:a16="http://schemas.microsoft.com/office/drawing/2014/main" id="{FCDA125F-2008-8C89-5B8C-950C9DB624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53514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75" name="Line 1155">
              <a:extLst>
                <a:ext uri="{FF2B5EF4-FFF2-40B4-BE49-F238E27FC236}">
                  <a16:creationId xmlns:a16="http://schemas.microsoft.com/office/drawing/2014/main" id="{EC9D056F-0963-C457-2104-110054D654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53086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76" name="Line 1156">
              <a:extLst>
                <a:ext uri="{FF2B5EF4-FFF2-40B4-BE49-F238E27FC236}">
                  <a16:creationId xmlns:a16="http://schemas.microsoft.com/office/drawing/2014/main" id="{F7468A36-CADF-5C1E-3BCF-A1449C1C41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52720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77" name="Line 1157">
              <a:extLst>
                <a:ext uri="{FF2B5EF4-FFF2-40B4-BE49-F238E27FC236}">
                  <a16:creationId xmlns:a16="http://schemas.microsoft.com/office/drawing/2014/main" id="{39248A39-3B3F-279E-D766-3FB48024E4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52403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78" name="Line 1158">
              <a:extLst>
                <a:ext uri="{FF2B5EF4-FFF2-40B4-BE49-F238E27FC236}">
                  <a16:creationId xmlns:a16="http://schemas.microsoft.com/office/drawing/2014/main" id="{2F6D161D-C9A5-A1AE-6FCC-E3BB81D63D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52117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79" name="Line 1159">
              <a:extLst>
                <a:ext uri="{FF2B5EF4-FFF2-40B4-BE49-F238E27FC236}">
                  <a16:creationId xmlns:a16="http://schemas.microsoft.com/office/drawing/2014/main" id="{F96357AA-8862-931A-E897-D68CDA6357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50228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80" name="Line 1160">
              <a:extLst>
                <a:ext uri="{FF2B5EF4-FFF2-40B4-BE49-F238E27FC236}">
                  <a16:creationId xmlns:a16="http://schemas.microsoft.com/office/drawing/2014/main" id="{428C61AA-255C-B2D8-8B22-1109D50CF6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9133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81" name="Line 1161">
              <a:extLst>
                <a:ext uri="{FF2B5EF4-FFF2-40B4-BE49-F238E27FC236}">
                  <a16:creationId xmlns:a16="http://schemas.microsoft.com/office/drawing/2014/main" id="{5855C435-7763-052B-4D3B-902E8A8EFC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8339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82" name="Line 1162">
              <a:extLst>
                <a:ext uri="{FF2B5EF4-FFF2-40B4-BE49-F238E27FC236}">
                  <a16:creationId xmlns:a16="http://schemas.microsoft.com/office/drawing/2014/main" id="{CDC1145D-B0F6-813C-836D-42DF740888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7736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83" name="Line 1163">
              <a:extLst>
                <a:ext uri="{FF2B5EF4-FFF2-40B4-BE49-F238E27FC236}">
                  <a16:creationId xmlns:a16="http://schemas.microsoft.com/office/drawing/2014/main" id="{338B248F-F00A-5F82-9959-F6CE24A4B8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7244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84" name="Line 1164">
              <a:extLst>
                <a:ext uri="{FF2B5EF4-FFF2-40B4-BE49-F238E27FC236}">
                  <a16:creationId xmlns:a16="http://schemas.microsoft.com/office/drawing/2014/main" id="{E1B444D9-682A-8A73-820E-7BE8EB48AF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6815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85" name="Line 1165">
              <a:extLst>
                <a:ext uri="{FF2B5EF4-FFF2-40B4-BE49-F238E27FC236}">
                  <a16:creationId xmlns:a16="http://schemas.microsoft.com/office/drawing/2014/main" id="{208BDFCE-7837-B752-659E-1E9CD22C45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6450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86" name="Line 1166">
              <a:extLst>
                <a:ext uri="{FF2B5EF4-FFF2-40B4-BE49-F238E27FC236}">
                  <a16:creationId xmlns:a16="http://schemas.microsoft.com/office/drawing/2014/main" id="{ECC038DA-7487-BD05-BB54-3A706A6BB3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6132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87" name="Line 1167">
              <a:extLst>
                <a:ext uri="{FF2B5EF4-FFF2-40B4-BE49-F238E27FC236}">
                  <a16:creationId xmlns:a16="http://schemas.microsoft.com/office/drawing/2014/main" id="{5B90D0E4-A665-877D-B9B0-5B7BB3AD0B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5847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88" name="Line 1168">
              <a:extLst>
                <a:ext uri="{FF2B5EF4-FFF2-40B4-BE49-F238E27FC236}">
                  <a16:creationId xmlns:a16="http://schemas.microsoft.com/office/drawing/2014/main" id="{FAB91C07-4999-D6DF-2E1A-B34B370ECF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3957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89" name="Line 1169">
              <a:extLst>
                <a:ext uri="{FF2B5EF4-FFF2-40B4-BE49-F238E27FC236}">
                  <a16:creationId xmlns:a16="http://schemas.microsoft.com/office/drawing/2014/main" id="{5EFBAF89-CC07-B9E3-81AF-22F7BD7651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2862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90" name="Line 1170">
              <a:extLst>
                <a:ext uri="{FF2B5EF4-FFF2-40B4-BE49-F238E27FC236}">
                  <a16:creationId xmlns:a16="http://schemas.microsoft.com/office/drawing/2014/main" id="{6D0F4FEF-D50D-8B6B-158C-05BD8B95B4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2084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91" name="Line 1171">
              <a:extLst>
                <a:ext uri="{FF2B5EF4-FFF2-40B4-BE49-F238E27FC236}">
                  <a16:creationId xmlns:a16="http://schemas.microsoft.com/office/drawing/2014/main" id="{BB69AC1A-806C-CA9C-5845-0DA6923146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1465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92" name="Line 1172">
              <a:extLst>
                <a:ext uri="{FF2B5EF4-FFF2-40B4-BE49-F238E27FC236}">
                  <a16:creationId xmlns:a16="http://schemas.microsoft.com/office/drawing/2014/main" id="{86A19B2C-FC00-1514-39D8-B1FA4D300C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0973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93" name="Line 1173">
              <a:extLst>
                <a:ext uri="{FF2B5EF4-FFF2-40B4-BE49-F238E27FC236}">
                  <a16:creationId xmlns:a16="http://schemas.microsoft.com/office/drawing/2014/main" id="{66BD6D9B-D9E5-73A9-5F00-C9329720DF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0544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94" name="Line 1174">
              <a:extLst>
                <a:ext uri="{FF2B5EF4-FFF2-40B4-BE49-F238E27FC236}">
                  <a16:creationId xmlns:a16="http://schemas.microsoft.com/office/drawing/2014/main" id="{E83F1FEE-8896-23C3-B80F-B306C40A94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0195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95" name="Line 1175">
              <a:extLst>
                <a:ext uri="{FF2B5EF4-FFF2-40B4-BE49-F238E27FC236}">
                  <a16:creationId xmlns:a16="http://schemas.microsoft.com/office/drawing/2014/main" id="{052C5543-5C2A-0452-3387-DC78446456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9862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96" name="Line 1176">
              <a:extLst>
                <a:ext uri="{FF2B5EF4-FFF2-40B4-BE49-F238E27FC236}">
                  <a16:creationId xmlns:a16="http://schemas.microsoft.com/office/drawing/2014/main" id="{64009993-C4C5-8DD2-B3C2-1CD0DBA5AA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9576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97" name="Line 1177">
              <a:extLst>
                <a:ext uri="{FF2B5EF4-FFF2-40B4-BE49-F238E27FC236}">
                  <a16:creationId xmlns:a16="http://schemas.microsoft.com/office/drawing/2014/main" id="{5C5B4189-4446-FE93-C548-5C42DF9848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7703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98" name="Line 1178">
              <a:extLst>
                <a:ext uri="{FF2B5EF4-FFF2-40B4-BE49-F238E27FC236}">
                  <a16:creationId xmlns:a16="http://schemas.microsoft.com/office/drawing/2014/main" id="{CFAF2A9E-4337-2181-2C44-0C59E0194F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6591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99" name="Line 1179">
              <a:extLst>
                <a:ext uri="{FF2B5EF4-FFF2-40B4-BE49-F238E27FC236}">
                  <a16:creationId xmlns:a16="http://schemas.microsoft.com/office/drawing/2014/main" id="{FEE660DB-63A8-23D1-B6EE-11D851AE5B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5814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00" name="Line 1180">
              <a:extLst>
                <a:ext uri="{FF2B5EF4-FFF2-40B4-BE49-F238E27FC236}">
                  <a16:creationId xmlns:a16="http://schemas.microsoft.com/office/drawing/2014/main" id="{DDFBA402-7719-18F4-A203-CDB059CB84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5194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01" name="Line 1181">
              <a:extLst>
                <a:ext uri="{FF2B5EF4-FFF2-40B4-BE49-F238E27FC236}">
                  <a16:creationId xmlns:a16="http://schemas.microsoft.com/office/drawing/2014/main" id="{2024963D-5706-AC51-357A-9139C8E774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4702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02" name="Line 1182">
              <a:extLst>
                <a:ext uri="{FF2B5EF4-FFF2-40B4-BE49-F238E27FC236}">
                  <a16:creationId xmlns:a16="http://schemas.microsoft.com/office/drawing/2014/main" id="{E07CF71C-DE65-5018-BB3F-5A6A8C888A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4290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03" name="Line 1183">
              <a:extLst>
                <a:ext uri="{FF2B5EF4-FFF2-40B4-BE49-F238E27FC236}">
                  <a16:creationId xmlns:a16="http://schemas.microsoft.com/office/drawing/2014/main" id="{A9C2DBA4-8F98-8950-0701-257A5983EA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3924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04" name="Line 1184">
              <a:extLst>
                <a:ext uri="{FF2B5EF4-FFF2-40B4-BE49-F238E27FC236}">
                  <a16:creationId xmlns:a16="http://schemas.microsoft.com/office/drawing/2014/main" id="{EE04AA97-BC62-7574-8581-A053AE33BF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3607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05" name="Line 1185">
              <a:extLst>
                <a:ext uri="{FF2B5EF4-FFF2-40B4-BE49-F238E27FC236}">
                  <a16:creationId xmlns:a16="http://schemas.microsoft.com/office/drawing/2014/main" id="{9B60E166-EFB6-08C0-9DD3-4C7896775C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3305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06" name="Line 1186">
              <a:extLst>
                <a:ext uri="{FF2B5EF4-FFF2-40B4-BE49-F238E27FC236}">
                  <a16:creationId xmlns:a16="http://schemas.microsoft.com/office/drawing/2014/main" id="{861DCD5F-FEF6-E374-ED78-51F7F9FE38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1432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07" name="Line 1187">
              <a:extLst>
                <a:ext uri="{FF2B5EF4-FFF2-40B4-BE49-F238E27FC236}">
                  <a16:creationId xmlns:a16="http://schemas.microsoft.com/office/drawing/2014/main" id="{CE2BCFEC-91C0-C26C-E2B0-769F6ECDC8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0321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08" name="Line 1188">
              <a:extLst>
                <a:ext uri="{FF2B5EF4-FFF2-40B4-BE49-F238E27FC236}">
                  <a16:creationId xmlns:a16="http://schemas.microsoft.com/office/drawing/2014/main" id="{DA7B6824-87CC-F217-B3E4-3E523ECF9D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9543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09" name="Line 1189">
              <a:extLst>
                <a:ext uri="{FF2B5EF4-FFF2-40B4-BE49-F238E27FC236}">
                  <a16:creationId xmlns:a16="http://schemas.microsoft.com/office/drawing/2014/main" id="{F43BEC0D-4261-881F-5F8E-BF0D660C1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8924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10" name="Line 1190">
              <a:extLst>
                <a:ext uri="{FF2B5EF4-FFF2-40B4-BE49-F238E27FC236}">
                  <a16:creationId xmlns:a16="http://schemas.microsoft.com/office/drawing/2014/main" id="{2BD34C76-BCB1-940D-862B-B1646FDD2E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8432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11" name="Line 1191">
              <a:extLst>
                <a:ext uri="{FF2B5EF4-FFF2-40B4-BE49-F238E27FC236}">
                  <a16:creationId xmlns:a16="http://schemas.microsoft.com/office/drawing/2014/main" id="{6278E7E5-4276-0C0B-3A91-A15CCA83B2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8019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12" name="Line 1192">
              <a:extLst>
                <a:ext uri="{FF2B5EF4-FFF2-40B4-BE49-F238E27FC236}">
                  <a16:creationId xmlns:a16="http://schemas.microsoft.com/office/drawing/2014/main" id="{933CCE96-D8E2-A85A-AD7D-53EC940062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7654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13" name="Line 1193">
              <a:extLst>
                <a:ext uri="{FF2B5EF4-FFF2-40B4-BE49-F238E27FC236}">
                  <a16:creationId xmlns:a16="http://schemas.microsoft.com/office/drawing/2014/main" id="{0C3EE022-4647-D1DB-8A1A-43A80CC89E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7336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14" name="Line 1194">
              <a:extLst>
                <a:ext uri="{FF2B5EF4-FFF2-40B4-BE49-F238E27FC236}">
                  <a16:creationId xmlns:a16="http://schemas.microsoft.com/office/drawing/2014/main" id="{0F1E9F4B-A07A-F6FC-E4EC-D9FB8711AD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7051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15" name="Line 1195">
              <a:extLst>
                <a:ext uri="{FF2B5EF4-FFF2-40B4-BE49-F238E27FC236}">
                  <a16:creationId xmlns:a16="http://schemas.microsoft.com/office/drawing/2014/main" id="{DA8F4104-8D06-4A9A-48DE-083B9B1CAB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5161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16" name="Line 1196">
              <a:extLst>
                <a:ext uri="{FF2B5EF4-FFF2-40B4-BE49-F238E27FC236}">
                  <a16:creationId xmlns:a16="http://schemas.microsoft.com/office/drawing/2014/main" id="{51EE13AC-6D36-6A07-B781-EDCF88CD3B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4050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17" name="Line 1197">
              <a:extLst>
                <a:ext uri="{FF2B5EF4-FFF2-40B4-BE49-F238E27FC236}">
                  <a16:creationId xmlns:a16="http://schemas.microsoft.com/office/drawing/2014/main" id="{32200E0B-7E41-6947-FE2C-84434FE08A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58388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18" name="Line 1198">
              <a:extLst>
                <a:ext uri="{FF2B5EF4-FFF2-40B4-BE49-F238E27FC236}">
                  <a16:creationId xmlns:a16="http://schemas.microsoft.com/office/drawing/2014/main" id="{4E904733-086A-4B4D-BC68-F269BC1938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56499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19" name="Line 1199">
              <a:extLst>
                <a:ext uri="{FF2B5EF4-FFF2-40B4-BE49-F238E27FC236}">
                  <a16:creationId xmlns:a16="http://schemas.microsoft.com/office/drawing/2014/main" id="{7DD7F325-B541-8D03-BBE3-7E5D906E14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55387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20" name="Line 1200">
              <a:extLst>
                <a:ext uri="{FF2B5EF4-FFF2-40B4-BE49-F238E27FC236}">
                  <a16:creationId xmlns:a16="http://schemas.microsoft.com/office/drawing/2014/main" id="{92C0A639-FD97-2D14-947C-5D1EABFE68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54610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21" name="Line 1201">
              <a:extLst>
                <a:ext uri="{FF2B5EF4-FFF2-40B4-BE49-F238E27FC236}">
                  <a16:creationId xmlns:a16="http://schemas.microsoft.com/office/drawing/2014/main" id="{D566A8B7-A22F-A5AA-FF4E-9AC6713C92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54006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22" name="Line 1202">
              <a:extLst>
                <a:ext uri="{FF2B5EF4-FFF2-40B4-BE49-F238E27FC236}">
                  <a16:creationId xmlns:a16="http://schemas.microsoft.com/office/drawing/2014/main" id="{CA669546-580F-A52F-206B-F5D306B3E6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53514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23" name="Line 1203">
              <a:extLst>
                <a:ext uri="{FF2B5EF4-FFF2-40B4-BE49-F238E27FC236}">
                  <a16:creationId xmlns:a16="http://schemas.microsoft.com/office/drawing/2014/main" id="{555C244D-AC52-2FEF-3DE3-F2B72C8A03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53086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24" name="Line 1204">
              <a:extLst>
                <a:ext uri="{FF2B5EF4-FFF2-40B4-BE49-F238E27FC236}">
                  <a16:creationId xmlns:a16="http://schemas.microsoft.com/office/drawing/2014/main" id="{CD9999D6-8712-07E9-9533-1257D2B300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52720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25" name="Line 1205">
              <a:extLst>
                <a:ext uri="{FF2B5EF4-FFF2-40B4-BE49-F238E27FC236}">
                  <a16:creationId xmlns:a16="http://schemas.microsoft.com/office/drawing/2014/main" id="{E5E4B8F9-9601-A46C-AF03-059E67E7C7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52403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26" name="Line 1206">
              <a:extLst>
                <a:ext uri="{FF2B5EF4-FFF2-40B4-BE49-F238E27FC236}">
                  <a16:creationId xmlns:a16="http://schemas.microsoft.com/office/drawing/2014/main" id="{B6A32A89-B9AA-BAA2-FF7B-756CA63B43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52117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27" name="Line 1207">
              <a:extLst>
                <a:ext uri="{FF2B5EF4-FFF2-40B4-BE49-F238E27FC236}">
                  <a16:creationId xmlns:a16="http://schemas.microsoft.com/office/drawing/2014/main" id="{7B1D01DA-2B75-129D-A100-0EE4182281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50228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28" name="Line 1208">
              <a:extLst>
                <a:ext uri="{FF2B5EF4-FFF2-40B4-BE49-F238E27FC236}">
                  <a16:creationId xmlns:a16="http://schemas.microsoft.com/office/drawing/2014/main" id="{822118FC-156F-3489-BAE2-94B7BED8A8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9133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29" name="Line 1209">
              <a:extLst>
                <a:ext uri="{FF2B5EF4-FFF2-40B4-BE49-F238E27FC236}">
                  <a16:creationId xmlns:a16="http://schemas.microsoft.com/office/drawing/2014/main" id="{C9CAACD7-7DDF-07AC-E585-E20DEB11E5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8339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30" name="Line 1210">
              <a:extLst>
                <a:ext uri="{FF2B5EF4-FFF2-40B4-BE49-F238E27FC236}">
                  <a16:creationId xmlns:a16="http://schemas.microsoft.com/office/drawing/2014/main" id="{DA3F665A-F257-1A95-2BF8-B7E20CCBD7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7736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31" name="Line 1211">
              <a:extLst>
                <a:ext uri="{FF2B5EF4-FFF2-40B4-BE49-F238E27FC236}">
                  <a16:creationId xmlns:a16="http://schemas.microsoft.com/office/drawing/2014/main" id="{5A2A8B14-6635-CAB8-22A6-35EEE970DC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7244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32" name="Line 1212">
              <a:extLst>
                <a:ext uri="{FF2B5EF4-FFF2-40B4-BE49-F238E27FC236}">
                  <a16:creationId xmlns:a16="http://schemas.microsoft.com/office/drawing/2014/main" id="{40319B39-ACC9-E0B0-D2C2-2F069ED9A5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6815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33" name="Line 1213">
              <a:extLst>
                <a:ext uri="{FF2B5EF4-FFF2-40B4-BE49-F238E27FC236}">
                  <a16:creationId xmlns:a16="http://schemas.microsoft.com/office/drawing/2014/main" id="{EE288FD0-F592-747E-917D-0057AD4BC0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6450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34" name="Line 1214">
              <a:extLst>
                <a:ext uri="{FF2B5EF4-FFF2-40B4-BE49-F238E27FC236}">
                  <a16:creationId xmlns:a16="http://schemas.microsoft.com/office/drawing/2014/main" id="{CE3922F3-AF6B-9173-C063-212690D61D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6132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35" name="Line 1215">
              <a:extLst>
                <a:ext uri="{FF2B5EF4-FFF2-40B4-BE49-F238E27FC236}">
                  <a16:creationId xmlns:a16="http://schemas.microsoft.com/office/drawing/2014/main" id="{F31A6D54-DB57-DC72-5848-253A803B7A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5847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36" name="Line 1216">
              <a:extLst>
                <a:ext uri="{FF2B5EF4-FFF2-40B4-BE49-F238E27FC236}">
                  <a16:creationId xmlns:a16="http://schemas.microsoft.com/office/drawing/2014/main" id="{A73AA054-048C-C462-4B4B-858A2DA287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3957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37" name="Line 1217">
              <a:extLst>
                <a:ext uri="{FF2B5EF4-FFF2-40B4-BE49-F238E27FC236}">
                  <a16:creationId xmlns:a16="http://schemas.microsoft.com/office/drawing/2014/main" id="{CBCF66CC-69C2-D5A0-2F04-CB44EC53D4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2862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38" name="Line 1218">
              <a:extLst>
                <a:ext uri="{FF2B5EF4-FFF2-40B4-BE49-F238E27FC236}">
                  <a16:creationId xmlns:a16="http://schemas.microsoft.com/office/drawing/2014/main" id="{C9B63646-A04A-FCA7-40F5-0B72E43DA2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2084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39" name="Line 1219">
              <a:extLst>
                <a:ext uri="{FF2B5EF4-FFF2-40B4-BE49-F238E27FC236}">
                  <a16:creationId xmlns:a16="http://schemas.microsoft.com/office/drawing/2014/main" id="{4BA35DAB-48E6-2273-7173-74C2ED64DF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1465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40" name="Line 1220">
              <a:extLst>
                <a:ext uri="{FF2B5EF4-FFF2-40B4-BE49-F238E27FC236}">
                  <a16:creationId xmlns:a16="http://schemas.microsoft.com/office/drawing/2014/main" id="{0FD277E3-892A-B567-44F6-CAB6DD07B8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0973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41" name="Line 1221">
              <a:extLst>
                <a:ext uri="{FF2B5EF4-FFF2-40B4-BE49-F238E27FC236}">
                  <a16:creationId xmlns:a16="http://schemas.microsoft.com/office/drawing/2014/main" id="{4D219ADA-4286-170E-D3CF-40C55293D8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0544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42" name="Line 1222">
              <a:extLst>
                <a:ext uri="{FF2B5EF4-FFF2-40B4-BE49-F238E27FC236}">
                  <a16:creationId xmlns:a16="http://schemas.microsoft.com/office/drawing/2014/main" id="{0E01841A-6F1B-C805-A3AD-3EE093D4C9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0195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43" name="Line 1223">
              <a:extLst>
                <a:ext uri="{FF2B5EF4-FFF2-40B4-BE49-F238E27FC236}">
                  <a16:creationId xmlns:a16="http://schemas.microsoft.com/office/drawing/2014/main" id="{22F24988-4C1B-D27B-A5C7-70D5DD160B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39862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44" name="Line 1224">
              <a:extLst>
                <a:ext uri="{FF2B5EF4-FFF2-40B4-BE49-F238E27FC236}">
                  <a16:creationId xmlns:a16="http://schemas.microsoft.com/office/drawing/2014/main" id="{C0C08D5C-DF60-4371-A84F-6541C717FB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39576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45" name="Line 1225">
              <a:extLst>
                <a:ext uri="{FF2B5EF4-FFF2-40B4-BE49-F238E27FC236}">
                  <a16:creationId xmlns:a16="http://schemas.microsoft.com/office/drawing/2014/main" id="{C9571CEE-D8D0-8558-91A3-17667503CC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37703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46" name="Line 1226">
              <a:extLst>
                <a:ext uri="{FF2B5EF4-FFF2-40B4-BE49-F238E27FC236}">
                  <a16:creationId xmlns:a16="http://schemas.microsoft.com/office/drawing/2014/main" id="{637809A2-F17A-5FE3-44B5-F35F2E84F1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36591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47" name="Line 1227">
              <a:extLst>
                <a:ext uri="{FF2B5EF4-FFF2-40B4-BE49-F238E27FC236}">
                  <a16:creationId xmlns:a16="http://schemas.microsoft.com/office/drawing/2014/main" id="{E7645388-9AC4-CBC6-A742-7605114169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35814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48" name="Line 1228">
              <a:extLst>
                <a:ext uri="{FF2B5EF4-FFF2-40B4-BE49-F238E27FC236}">
                  <a16:creationId xmlns:a16="http://schemas.microsoft.com/office/drawing/2014/main" id="{748126C6-0000-5A5B-FB46-103691E817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35194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49" name="Line 1229">
              <a:extLst>
                <a:ext uri="{FF2B5EF4-FFF2-40B4-BE49-F238E27FC236}">
                  <a16:creationId xmlns:a16="http://schemas.microsoft.com/office/drawing/2014/main" id="{7F953AF5-8A51-A4A8-D0AE-3026D3D901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34702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50" name="Line 1230">
              <a:extLst>
                <a:ext uri="{FF2B5EF4-FFF2-40B4-BE49-F238E27FC236}">
                  <a16:creationId xmlns:a16="http://schemas.microsoft.com/office/drawing/2014/main" id="{A13DE11B-8597-9FD1-242D-0C04735AC6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34290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51" name="Line 1231">
              <a:extLst>
                <a:ext uri="{FF2B5EF4-FFF2-40B4-BE49-F238E27FC236}">
                  <a16:creationId xmlns:a16="http://schemas.microsoft.com/office/drawing/2014/main" id="{EF5A7C41-4DAE-5BFD-7DDE-457D072F82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33924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52" name="Line 1232">
              <a:extLst>
                <a:ext uri="{FF2B5EF4-FFF2-40B4-BE49-F238E27FC236}">
                  <a16:creationId xmlns:a16="http://schemas.microsoft.com/office/drawing/2014/main" id="{8E02467B-6A57-9CAB-C2B2-6C796F7C24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33607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53" name="Line 1233">
              <a:extLst>
                <a:ext uri="{FF2B5EF4-FFF2-40B4-BE49-F238E27FC236}">
                  <a16:creationId xmlns:a16="http://schemas.microsoft.com/office/drawing/2014/main" id="{9E5A769A-AA19-05B7-9D94-9D877A8078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33305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54" name="Line 1234">
              <a:extLst>
                <a:ext uri="{FF2B5EF4-FFF2-40B4-BE49-F238E27FC236}">
                  <a16:creationId xmlns:a16="http://schemas.microsoft.com/office/drawing/2014/main" id="{D7D62A33-E8B1-FE86-9F3B-17E33BF40E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31432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55" name="Line 1235">
              <a:extLst>
                <a:ext uri="{FF2B5EF4-FFF2-40B4-BE49-F238E27FC236}">
                  <a16:creationId xmlns:a16="http://schemas.microsoft.com/office/drawing/2014/main" id="{20D2F0EE-E40C-19E6-ABAA-55C7C0DFBA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30321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56" name="Line 1236">
              <a:extLst>
                <a:ext uri="{FF2B5EF4-FFF2-40B4-BE49-F238E27FC236}">
                  <a16:creationId xmlns:a16="http://schemas.microsoft.com/office/drawing/2014/main" id="{D51DFDEB-0034-E5F0-277E-0336775B0E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29543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57" name="Line 1237">
              <a:extLst>
                <a:ext uri="{FF2B5EF4-FFF2-40B4-BE49-F238E27FC236}">
                  <a16:creationId xmlns:a16="http://schemas.microsoft.com/office/drawing/2014/main" id="{63C53BC9-B7FD-D8F8-E9D3-353172F1DD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28924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58" name="Line 1238">
              <a:extLst>
                <a:ext uri="{FF2B5EF4-FFF2-40B4-BE49-F238E27FC236}">
                  <a16:creationId xmlns:a16="http://schemas.microsoft.com/office/drawing/2014/main" id="{F4365E52-BD06-89C5-3E79-220DEF10BC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28432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59" name="Line 1239">
              <a:extLst>
                <a:ext uri="{FF2B5EF4-FFF2-40B4-BE49-F238E27FC236}">
                  <a16:creationId xmlns:a16="http://schemas.microsoft.com/office/drawing/2014/main" id="{7D505801-E8C2-16EA-68B7-5BD94DCD8E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28019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60" name="Line 1240">
              <a:extLst>
                <a:ext uri="{FF2B5EF4-FFF2-40B4-BE49-F238E27FC236}">
                  <a16:creationId xmlns:a16="http://schemas.microsoft.com/office/drawing/2014/main" id="{7AFF4D07-941D-255D-28D8-9C1979E9A9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27654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61" name="Line 1241">
              <a:extLst>
                <a:ext uri="{FF2B5EF4-FFF2-40B4-BE49-F238E27FC236}">
                  <a16:creationId xmlns:a16="http://schemas.microsoft.com/office/drawing/2014/main" id="{A047E8A2-1C24-91D7-F05D-57D70C22C7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27336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62" name="Line 1242">
              <a:extLst>
                <a:ext uri="{FF2B5EF4-FFF2-40B4-BE49-F238E27FC236}">
                  <a16:creationId xmlns:a16="http://schemas.microsoft.com/office/drawing/2014/main" id="{8717EEAD-7258-9F4C-45EE-6E65203FD3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27051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63" name="Line 1243">
              <a:extLst>
                <a:ext uri="{FF2B5EF4-FFF2-40B4-BE49-F238E27FC236}">
                  <a16:creationId xmlns:a16="http://schemas.microsoft.com/office/drawing/2014/main" id="{7E064DC8-1593-FDFE-4DC6-E53B4D01CC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25161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64" name="Line 1244">
              <a:extLst>
                <a:ext uri="{FF2B5EF4-FFF2-40B4-BE49-F238E27FC236}">
                  <a16:creationId xmlns:a16="http://schemas.microsoft.com/office/drawing/2014/main" id="{8A2BE5EB-A8F5-DAFC-86BE-E1D5E2E0B8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24050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65" name="Rectangle 1245">
              <a:extLst>
                <a:ext uri="{FF2B5EF4-FFF2-40B4-BE49-F238E27FC236}">
                  <a16:creationId xmlns:a16="http://schemas.microsoft.com/office/drawing/2014/main" id="{A43F247F-F004-5231-3744-3E16CD3DA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1713" y="5815013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66" name="Rectangle 1246">
              <a:extLst>
                <a:ext uri="{FF2B5EF4-FFF2-40B4-BE49-F238E27FC236}">
                  <a16:creationId xmlns:a16="http://schemas.microsoft.com/office/drawing/2014/main" id="{D59C2DD8-4DA7-0E99-4D80-F61BDC54A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3150" y="5795963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67" name="Rectangle 1247">
              <a:extLst>
                <a:ext uri="{FF2B5EF4-FFF2-40B4-BE49-F238E27FC236}">
                  <a16:creationId xmlns:a16="http://schemas.microsoft.com/office/drawing/2014/main" id="{DA7BC1E5-5E2A-073E-C517-4AAAD7868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1713" y="5189538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68" name="Rectangle 1248">
              <a:extLst>
                <a:ext uri="{FF2B5EF4-FFF2-40B4-BE49-F238E27FC236}">
                  <a16:creationId xmlns:a16="http://schemas.microsoft.com/office/drawing/2014/main" id="{23E68D88-65BC-E925-9F8E-9EDEE1A92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3150" y="5170488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69" name="Rectangle 1249">
              <a:extLst>
                <a:ext uri="{FF2B5EF4-FFF2-40B4-BE49-F238E27FC236}">
                  <a16:creationId xmlns:a16="http://schemas.microsoft.com/office/drawing/2014/main" id="{C58E4A3E-B361-4A16-7176-CD362A9914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1713" y="4560888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70" name="Rectangle 1250">
              <a:extLst>
                <a:ext uri="{FF2B5EF4-FFF2-40B4-BE49-F238E27FC236}">
                  <a16:creationId xmlns:a16="http://schemas.microsoft.com/office/drawing/2014/main" id="{69DBC0A9-5459-E7DD-CE77-C78EB910EA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3150" y="4541838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71" name="Rectangle 1251">
              <a:extLst>
                <a:ext uri="{FF2B5EF4-FFF2-40B4-BE49-F238E27FC236}">
                  <a16:creationId xmlns:a16="http://schemas.microsoft.com/office/drawing/2014/main" id="{DFACFDA7-2CB8-E313-1E0B-D9020F1119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0763" y="3935413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72" name="Rectangle 1252">
              <a:extLst>
                <a:ext uri="{FF2B5EF4-FFF2-40B4-BE49-F238E27FC236}">
                  <a16:creationId xmlns:a16="http://schemas.microsoft.com/office/drawing/2014/main" id="{F2C5FD52-378B-1FE5-C7D6-F69754DA1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2200" y="3916363"/>
              <a:ext cx="619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73" name="Rectangle 1253">
              <a:extLst>
                <a:ext uri="{FF2B5EF4-FFF2-40B4-BE49-F238E27FC236}">
                  <a16:creationId xmlns:a16="http://schemas.microsoft.com/office/drawing/2014/main" id="{58704B54-E7ED-4C0D-49C2-BC3B9102F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0763" y="3306763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74" name="Rectangle 1254">
              <a:extLst>
                <a:ext uri="{FF2B5EF4-FFF2-40B4-BE49-F238E27FC236}">
                  <a16:creationId xmlns:a16="http://schemas.microsoft.com/office/drawing/2014/main" id="{4232D5BD-0805-D188-D614-8F6C5425E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2200" y="3287713"/>
              <a:ext cx="619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75" name="Rectangle 1255">
              <a:extLst>
                <a:ext uri="{FF2B5EF4-FFF2-40B4-BE49-F238E27FC236}">
                  <a16:creationId xmlns:a16="http://schemas.microsoft.com/office/drawing/2014/main" id="{70C671B8-BA23-5346-70B8-251EBE06B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0763" y="2681288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76" name="Rectangle 1256">
              <a:extLst>
                <a:ext uri="{FF2B5EF4-FFF2-40B4-BE49-F238E27FC236}">
                  <a16:creationId xmlns:a16="http://schemas.microsoft.com/office/drawing/2014/main" id="{810B3F6F-4FD7-2749-D2E5-F128E5D29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2200" y="2662238"/>
              <a:ext cx="619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77" name="Rectangle 1257">
              <a:extLst>
                <a:ext uri="{FF2B5EF4-FFF2-40B4-BE49-F238E27FC236}">
                  <a16:creationId xmlns:a16="http://schemas.microsoft.com/office/drawing/2014/main" id="{28369457-6180-A701-B2D7-A3991319898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242175" y="4116388"/>
              <a:ext cx="100013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78" name="Rectangle 1258">
              <a:extLst>
                <a:ext uri="{FF2B5EF4-FFF2-40B4-BE49-F238E27FC236}">
                  <a16:creationId xmlns:a16="http://schemas.microsoft.com/office/drawing/2014/main" id="{8EB59D07-316D-6C80-B7BD-28DFEFCE88F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242175" y="4064000"/>
              <a:ext cx="100013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o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79" name="Rectangle 1259">
              <a:extLst>
                <a:ext uri="{FF2B5EF4-FFF2-40B4-BE49-F238E27FC236}">
                  <a16:creationId xmlns:a16="http://schemas.microsoft.com/office/drawing/2014/main" id="{9E6DCF97-2DFD-4458-4A5D-243EF496799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237413" y="4005263"/>
              <a:ext cx="109538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w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80" name="Rectangle 1260">
              <a:extLst>
                <a:ext uri="{FF2B5EF4-FFF2-40B4-BE49-F238E27FC236}">
                  <a16:creationId xmlns:a16="http://schemas.microsoft.com/office/drawing/2014/main" id="{6617DE09-0EC5-4824-61D7-23999D5779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242175" y="3948113"/>
              <a:ext cx="100013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81" name="Rectangle 1261">
              <a:extLst>
                <a:ext uri="{FF2B5EF4-FFF2-40B4-BE49-F238E27FC236}">
                  <a16:creationId xmlns:a16="http://schemas.microsoft.com/office/drawing/2014/main" id="{A1328AA4-9C0F-7382-D469-5F4D8EE38D7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254875" y="3913188"/>
              <a:ext cx="76200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82" name="Oval 1262">
              <a:extLst>
                <a:ext uri="{FF2B5EF4-FFF2-40B4-BE49-F238E27FC236}">
                  <a16:creationId xmlns:a16="http://schemas.microsoft.com/office/drawing/2014/main" id="{B6068426-1C24-36F9-8925-0A10065DA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8238" y="3368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83" name="Oval 1263">
              <a:extLst>
                <a:ext uri="{FF2B5EF4-FFF2-40B4-BE49-F238E27FC236}">
                  <a16:creationId xmlns:a16="http://schemas.microsoft.com/office/drawing/2014/main" id="{EAD51D8D-11DC-B6F1-1076-08CEF9F26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2750" y="368776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84" name="Oval 1264">
              <a:extLst>
                <a:ext uri="{FF2B5EF4-FFF2-40B4-BE49-F238E27FC236}">
                  <a16:creationId xmlns:a16="http://schemas.microsoft.com/office/drawing/2014/main" id="{2DF446E8-50CD-E7C1-D04C-8040C33EE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250" y="3943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85" name="Oval 1265">
              <a:extLst>
                <a:ext uri="{FF2B5EF4-FFF2-40B4-BE49-F238E27FC236}">
                  <a16:creationId xmlns:a16="http://schemas.microsoft.com/office/drawing/2014/main" id="{09400F68-DF96-0948-C69A-2D214DF1D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5675" y="41783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86" name="Oval 1266">
              <a:extLst>
                <a:ext uri="{FF2B5EF4-FFF2-40B4-BE49-F238E27FC236}">
                  <a16:creationId xmlns:a16="http://schemas.microsoft.com/office/drawing/2014/main" id="{7FB185A1-72D1-FB0C-B884-BA9EB8636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300" y="4457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87" name="Oval 1267">
              <a:extLst>
                <a:ext uri="{FF2B5EF4-FFF2-40B4-BE49-F238E27FC236}">
                  <a16:creationId xmlns:a16="http://schemas.microsoft.com/office/drawing/2014/main" id="{543866A8-3AC5-3B83-A07C-9839B085E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3175" y="47561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88" name="Oval 1268">
              <a:extLst>
                <a:ext uri="{FF2B5EF4-FFF2-40B4-BE49-F238E27FC236}">
                  <a16:creationId xmlns:a16="http://schemas.microsoft.com/office/drawing/2014/main" id="{F3C79FBD-CF23-3EAD-25F6-CF72B55CF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3825" y="4873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89" name="Oval 1269">
              <a:extLst>
                <a:ext uri="{FF2B5EF4-FFF2-40B4-BE49-F238E27FC236}">
                  <a16:creationId xmlns:a16="http://schemas.microsoft.com/office/drawing/2014/main" id="{41258B6D-6C7D-BEFC-F1A3-6F72EAC2B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8600" y="4910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90" name="Oval 1270">
              <a:extLst>
                <a:ext uri="{FF2B5EF4-FFF2-40B4-BE49-F238E27FC236}">
                  <a16:creationId xmlns:a16="http://schemas.microsoft.com/office/drawing/2014/main" id="{53B145AE-8114-6F31-1B32-0A9A36FEB9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0675" y="4976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91" name="Oval 1271">
              <a:extLst>
                <a:ext uri="{FF2B5EF4-FFF2-40B4-BE49-F238E27FC236}">
                  <a16:creationId xmlns:a16="http://schemas.microsoft.com/office/drawing/2014/main" id="{A372C031-0102-E50B-632C-FA49800BE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3225" y="5029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92" name="Oval 1272">
              <a:extLst>
                <a:ext uri="{FF2B5EF4-FFF2-40B4-BE49-F238E27FC236}">
                  <a16:creationId xmlns:a16="http://schemas.microsoft.com/office/drawing/2014/main" id="{C14B1650-FB05-8220-3A47-54CC4891E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9425" y="5140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93" name="Oval 1273">
              <a:extLst>
                <a:ext uri="{FF2B5EF4-FFF2-40B4-BE49-F238E27FC236}">
                  <a16:creationId xmlns:a16="http://schemas.microsoft.com/office/drawing/2014/main" id="{5C24BEB4-E11A-F27F-665D-2B687F775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532288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94" name="Oval 1274">
              <a:extLst>
                <a:ext uri="{FF2B5EF4-FFF2-40B4-BE49-F238E27FC236}">
                  <a16:creationId xmlns:a16="http://schemas.microsoft.com/office/drawing/2014/main" id="{062A8A08-F8CD-0E5D-370C-B2311D83C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9600" y="5375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95" name="Oval 1275">
              <a:extLst>
                <a:ext uri="{FF2B5EF4-FFF2-40B4-BE49-F238E27FC236}">
                  <a16:creationId xmlns:a16="http://schemas.microsoft.com/office/drawing/2014/main" id="{957D7527-CB59-DD67-9208-6F07A238D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8338" y="5370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96" name="Oval 1276">
              <a:extLst>
                <a:ext uri="{FF2B5EF4-FFF2-40B4-BE49-F238E27FC236}">
                  <a16:creationId xmlns:a16="http://schemas.microsoft.com/office/drawing/2014/main" id="{3B3B9F2F-BE71-2AA2-2199-469454572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2313" y="5424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97" name="Oval 1277">
              <a:extLst>
                <a:ext uri="{FF2B5EF4-FFF2-40B4-BE49-F238E27FC236}">
                  <a16:creationId xmlns:a16="http://schemas.microsoft.com/office/drawing/2014/main" id="{73355B1D-1B71-7377-8596-DE15124CA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3113" y="5545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98" name="Oval 1278">
              <a:extLst>
                <a:ext uri="{FF2B5EF4-FFF2-40B4-BE49-F238E27FC236}">
                  <a16:creationId xmlns:a16="http://schemas.microsoft.com/office/drawing/2014/main" id="{F2FACA2C-1007-513A-CBBC-D51EEAD8C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8" y="564991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99" name="Oval 1279">
              <a:extLst>
                <a:ext uri="{FF2B5EF4-FFF2-40B4-BE49-F238E27FC236}">
                  <a16:creationId xmlns:a16="http://schemas.microsoft.com/office/drawing/2014/main" id="{78F33631-A442-673D-E902-87445A399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8" y="5659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0" name="Oval 1280">
              <a:extLst>
                <a:ext uri="{FF2B5EF4-FFF2-40B4-BE49-F238E27FC236}">
                  <a16:creationId xmlns:a16="http://schemas.microsoft.com/office/drawing/2014/main" id="{900BBDE6-5439-AB27-8813-2F0935D32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6463" y="55975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1" name="Oval 1281">
              <a:extLst>
                <a:ext uri="{FF2B5EF4-FFF2-40B4-BE49-F238E27FC236}">
                  <a16:creationId xmlns:a16="http://schemas.microsoft.com/office/drawing/2014/main" id="{07E961C6-3923-4DC3-2252-22E039BA9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7738" y="5622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2" name="Oval 1282">
              <a:extLst>
                <a:ext uri="{FF2B5EF4-FFF2-40B4-BE49-F238E27FC236}">
                  <a16:creationId xmlns:a16="http://schemas.microsoft.com/office/drawing/2014/main" id="{937339E2-1293-F9E7-B22B-BDA20E8B4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5838" y="5762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3" name="Oval 1283">
              <a:extLst>
                <a:ext uri="{FF2B5EF4-FFF2-40B4-BE49-F238E27FC236}">
                  <a16:creationId xmlns:a16="http://schemas.microsoft.com/office/drawing/2014/main" id="{C6E88E70-104A-1000-C5D5-4A7BEFFE0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2350" y="5822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4" name="Oval 1284">
              <a:extLst>
                <a:ext uri="{FF2B5EF4-FFF2-40B4-BE49-F238E27FC236}">
                  <a16:creationId xmlns:a16="http://schemas.microsoft.com/office/drawing/2014/main" id="{2BC45FC9-218A-6474-8AEC-11A5D6C66A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8238" y="3165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5" name="Oval 1285">
              <a:extLst>
                <a:ext uri="{FF2B5EF4-FFF2-40B4-BE49-F238E27FC236}">
                  <a16:creationId xmlns:a16="http://schemas.microsoft.com/office/drawing/2014/main" id="{E9DECCB9-F57C-C525-DAC8-B06F6C180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1288" y="3370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6" name="Oval 1286">
              <a:extLst>
                <a:ext uri="{FF2B5EF4-FFF2-40B4-BE49-F238E27FC236}">
                  <a16:creationId xmlns:a16="http://schemas.microsoft.com/office/drawing/2014/main" id="{CB23B610-B5B4-3034-C3B0-AFEEEDAE3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0063" y="38036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7" name="Oval 1287">
              <a:extLst>
                <a:ext uri="{FF2B5EF4-FFF2-40B4-BE49-F238E27FC236}">
                  <a16:creationId xmlns:a16="http://schemas.microsoft.com/office/drawing/2014/main" id="{E0901B9E-7DA6-01B8-0FBA-B8C519958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1525" y="4098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8" name="Oval 1288">
              <a:extLst>
                <a:ext uri="{FF2B5EF4-FFF2-40B4-BE49-F238E27FC236}">
                  <a16:creationId xmlns:a16="http://schemas.microsoft.com/office/drawing/2014/main" id="{5E6CF608-A9DF-8E2B-9DE5-F45E71DEC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9488" y="4281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9" name="Oval 1290">
              <a:extLst>
                <a:ext uri="{FF2B5EF4-FFF2-40B4-BE49-F238E27FC236}">
                  <a16:creationId xmlns:a16="http://schemas.microsoft.com/office/drawing/2014/main" id="{03916B86-C41E-8935-F57D-450ADD471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6175" y="4497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0" name="Oval 1291">
              <a:extLst>
                <a:ext uri="{FF2B5EF4-FFF2-40B4-BE49-F238E27FC236}">
                  <a16:creationId xmlns:a16="http://schemas.microsoft.com/office/drawing/2014/main" id="{90EBF33B-6D2B-A0FC-88F2-23B1D561F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4287" y="4754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1" name="Oval 1292">
              <a:extLst>
                <a:ext uri="{FF2B5EF4-FFF2-40B4-BE49-F238E27FC236}">
                  <a16:creationId xmlns:a16="http://schemas.microsoft.com/office/drawing/2014/main" id="{31B4BA80-C7AC-AFFF-9C50-94F7DB828D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1762" y="4873626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2" name="Oval 1293">
              <a:extLst>
                <a:ext uri="{FF2B5EF4-FFF2-40B4-BE49-F238E27FC236}">
                  <a16:creationId xmlns:a16="http://schemas.microsoft.com/office/drawing/2014/main" id="{88EB4808-21D5-2622-6414-42EF07F8E2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4950" y="4929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3" name="Oval 1294">
              <a:extLst>
                <a:ext uri="{FF2B5EF4-FFF2-40B4-BE49-F238E27FC236}">
                  <a16:creationId xmlns:a16="http://schemas.microsoft.com/office/drawing/2014/main" id="{3B2F93B1-1865-8DDB-BCFC-101B5DC74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5437" y="4981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4" name="Oval 1295">
              <a:extLst>
                <a:ext uri="{FF2B5EF4-FFF2-40B4-BE49-F238E27FC236}">
                  <a16:creationId xmlns:a16="http://schemas.microsoft.com/office/drawing/2014/main" id="{14A72F3E-DB7B-4B20-8C06-316019339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7987" y="50577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5" name="Oval 1296">
              <a:extLst>
                <a:ext uri="{FF2B5EF4-FFF2-40B4-BE49-F238E27FC236}">
                  <a16:creationId xmlns:a16="http://schemas.microsoft.com/office/drawing/2014/main" id="{6D20D8BB-1844-DC91-A335-E6FF83D52F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2600" y="5168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6" name="Oval 1297">
              <a:extLst>
                <a:ext uri="{FF2B5EF4-FFF2-40B4-BE49-F238E27FC236}">
                  <a16:creationId xmlns:a16="http://schemas.microsoft.com/office/drawing/2014/main" id="{CE9942C2-DB19-1815-DDB9-84EBDCB08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9275" y="53467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7" name="Oval 1298">
              <a:extLst>
                <a:ext uri="{FF2B5EF4-FFF2-40B4-BE49-F238E27FC236}">
                  <a16:creationId xmlns:a16="http://schemas.microsoft.com/office/drawing/2014/main" id="{797ED0A7-5E05-B48D-C3F4-CF43A6B4CF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1187" y="5349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8" name="Oval 1299">
              <a:extLst>
                <a:ext uri="{FF2B5EF4-FFF2-40B4-BE49-F238E27FC236}">
                  <a16:creationId xmlns:a16="http://schemas.microsoft.com/office/drawing/2014/main" id="{0C042114-6BC1-F07C-E45D-B0BDE02A1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9925" y="5383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9" name="Oval 1300">
              <a:extLst>
                <a:ext uri="{FF2B5EF4-FFF2-40B4-BE49-F238E27FC236}">
                  <a16:creationId xmlns:a16="http://schemas.microsoft.com/office/drawing/2014/main" id="{AEE28D9A-CDDF-A394-FE94-7A147F503C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3900" y="5446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0" name="Oval 1301">
              <a:extLst>
                <a:ext uri="{FF2B5EF4-FFF2-40B4-BE49-F238E27FC236}">
                  <a16:creationId xmlns:a16="http://schemas.microsoft.com/office/drawing/2014/main" id="{EA294542-BB87-3414-DD61-819609BFE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3112" y="556418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1" name="Oval 1302">
              <a:extLst>
                <a:ext uri="{FF2B5EF4-FFF2-40B4-BE49-F238E27FC236}">
                  <a16:creationId xmlns:a16="http://schemas.microsoft.com/office/drawing/2014/main" id="{587F30A9-F159-9311-F83D-8F491FB3D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7" y="5688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2" name="Oval 1303">
              <a:extLst>
                <a:ext uri="{FF2B5EF4-FFF2-40B4-BE49-F238E27FC236}">
                  <a16:creationId xmlns:a16="http://schemas.microsoft.com/office/drawing/2014/main" id="{AFA60BCD-AB60-CFA6-F8E5-5542C8319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7" y="569753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3" name="Oval 1304">
              <a:extLst>
                <a:ext uri="{FF2B5EF4-FFF2-40B4-BE49-F238E27FC236}">
                  <a16:creationId xmlns:a16="http://schemas.microsoft.com/office/drawing/2014/main" id="{F0241680-692C-8333-ACE0-A2E2CE85B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8050" y="5637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4" name="Oval 1305">
              <a:extLst>
                <a:ext uri="{FF2B5EF4-FFF2-40B4-BE49-F238E27FC236}">
                  <a16:creationId xmlns:a16="http://schemas.microsoft.com/office/drawing/2014/main" id="{42DEF02E-78AF-902A-A8E8-F0AD57099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7737" y="5637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5" name="Oval 1306">
              <a:extLst>
                <a:ext uri="{FF2B5EF4-FFF2-40B4-BE49-F238E27FC236}">
                  <a16:creationId xmlns:a16="http://schemas.microsoft.com/office/drawing/2014/main" id="{DE509C8C-7EC1-0074-B850-A8C6097344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5837" y="5778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6" name="Oval 1307">
              <a:extLst>
                <a:ext uri="{FF2B5EF4-FFF2-40B4-BE49-F238E27FC236}">
                  <a16:creationId xmlns:a16="http://schemas.microsoft.com/office/drawing/2014/main" id="{2F21FAC5-3733-EEC9-4490-013B2A2F9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2750" y="3392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7" name="Oval 1308">
              <a:extLst>
                <a:ext uri="{FF2B5EF4-FFF2-40B4-BE49-F238E27FC236}">
                  <a16:creationId xmlns:a16="http://schemas.microsoft.com/office/drawing/2014/main" id="{B1AE4980-CE7A-0029-2BF9-813A871E6E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0062" y="3570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8" name="Oval 1309">
              <a:extLst>
                <a:ext uri="{FF2B5EF4-FFF2-40B4-BE49-F238E27FC236}">
                  <a16:creationId xmlns:a16="http://schemas.microsoft.com/office/drawing/2014/main" id="{DA973F4C-6C58-365C-CFFB-A691C2D1A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4212" y="3948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9" name="Oval 1310">
              <a:extLst>
                <a:ext uri="{FF2B5EF4-FFF2-40B4-BE49-F238E27FC236}">
                  <a16:creationId xmlns:a16="http://schemas.microsoft.com/office/drawing/2014/main" id="{6C177598-258E-CE0B-CFD7-ACA2DE0AB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4712" y="4248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0" name="Oval 1311">
              <a:extLst>
                <a:ext uri="{FF2B5EF4-FFF2-40B4-BE49-F238E27FC236}">
                  <a16:creationId xmlns:a16="http://schemas.microsoft.com/office/drawing/2014/main" id="{AA1ECBAC-1CFD-9A84-B82C-A4968510B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2987" y="4446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1" name="Oval 1312">
              <a:extLst>
                <a:ext uri="{FF2B5EF4-FFF2-40B4-BE49-F238E27FC236}">
                  <a16:creationId xmlns:a16="http://schemas.microsoft.com/office/drawing/2014/main" id="{EFA3EECB-67D1-5505-E8CE-A837EB1E14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037" y="4565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2" name="Oval 1313">
              <a:extLst>
                <a:ext uri="{FF2B5EF4-FFF2-40B4-BE49-F238E27FC236}">
                  <a16:creationId xmlns:a16="http://schemas.microsoft.com/office/drawing/2014/main" id="{89B438F0-39A1-F038-6606-0DB2DB73C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4450" y="4765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3" name="Oval 1314">
              <a:extLst>
                <a:ext uri="{FF2B5EF4-FFF2-40B4-BE49-F238E27FC236}">
                  <a16:creationId xmlns:a16="http://schemas.microsoft.com/office/drawing/2014/main" id="{4AA144A6-9653-1DE6-FCE1-D70C4AEF6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5575" y="4868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4" name="Oval 1315">
              <a:extLst>
                <a:ext uri="{FF2B5EF4-FFF2-40B4-BE49-F238E27FC236}">
                  <a16:creationId xmlns:a16="http://schemas.microsoft.com/office/drawing/2014/main" id="{A3168884-F2B0-1699-9458-A9709DF8D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2412" y="4903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5" name="Oval 1316">
              <a:extLst>
                <a:ext uri="{FF2B5EF4-FFF2-40B4-BE49-F238E27FC236}">
                  <a16:creationId xmlns:a16="http://schemas.microsoft.com/office/drawing/2014/main" id="{790DC66C-3A72-4E28-6E04-29E8C14A2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9725" y="50038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6" name="Oval 1317">
              <a:extLst>
                <a:ext uri="{FF2B5EF4-FFF2-40B4-BE49-F238E27FC236}">
                  <a16:creationId xmlns:a16="http://schemas.microsoft.com/office/drawing/2014/main" id="{D007A03D-058E-2284-E2C9-6BC60634A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9100" y="5126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7" name="Oval 1318">
              <a:extLst>
                <a:ext uri="{FF2B5EF4-FFF2-40B4-BE49-F238E27FC236}">
                  <a16:creationId xmlns:a16="http://schemas.microsoft.com/office/drawing/2014/main" id="{F37E8AFE-6F42-B5F7-3C4C-4255597C4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2125" y="5222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8" name="Oval 1319">
              <a:extLst>
                <a:ext uri="{FF2B5EF4-FFF2-40B4-BE49-F238E27FC236}">
                  <a16:creationId xmlns:a16="http://schemas.microsoft.com/office/drawing/2014/main" id="{73362C2E-94EF-12B3-CBA8-7DCEED5980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7212" y="5362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9" name="Oval 1320">
              <a:extLst>
                <a:ext uri="{FF2B5EF4-FFF2-40B4-BE49-F238E27FC236}">
                  <a16:creationId xmlns:a16="http://schemas.microsoft.com/office/drawing/2014/main" id="{C43730B3-A40B-0D1E-90D2-46EABB174B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9125" y="5367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0" name="Oval 1321">
              <a:extLst>
                <a:ext uri="{FF2B5EF4-FFF2-40B4-BE49-F238E27FC236}">
                  <a16:creationId xmlns:a16="http://schemas.microsoft.com/office/drawing/2014/main" id="{A51A5D84-F41D-79F5-45A6-58047704C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6275" y="5465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1" name="Oval 1322">
              <a:extLst>
                <a:ext uri="{FF2B5EF4-FFF2-40B4-BE49-F238E27FC236}">
                  <a16:creationId xmlns:a16="http://schemas.microsoft.com/office/drawing/2014/main" id="{1A616DE3-870E-6280-C0AE-35BE8107A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662" y="5549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2" name="Oval 1323">
              <a:extLst>
                <a:ext uri="{FF2B5EF4-FFF2-40B4-BE49-F238E27FC236}">
                  <a16:creationId xmlns:a16="http://schemas.microsoft.com/office/drawing/2014/main" id="{AAA06B5F-0552-ECA7-BD88-75234C5CA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7875" y="5602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3" name="Oval 1324">
              <a:extLst>
                <a:ext uri="{FF2B5EF4-FFF2-40B4-BE49-F238E27FC236}">
                  <a16:creationId xmlns:a16="http://schemas.microsoft.com/office/drawing/2014/main" id="{D16960A3-6E09-50B9-CFF9-1444242FB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5500" y="5691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4" name="Oval 1325">
              <a:extLst>
                <a:ext uri="{FF2B5EF4-FFF2-40B4-BE49-F238E27FC236}">
                  <a16:creationId xmlns:a16="http://schemas.microsoft.com/office/drawing/2014/main" id="{1949089F-DA63-6D1B-AACC-12FDC3CCD1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9950" y="57213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5" name="Oval 1326">
              <a:extLst>
                <a:ext uri="{FF2B5EF4-FFF2-40B4-BE49-F238E27FC236}">
                  <a16:creationId xmlns:a16="http://schemas.microsoft.com/office/drawing/2014/main" id="{490A11A1-B1C9-2E3C-C89E-F979FFCD7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1225" y="5715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6" name="Oval 1327">
              <a:extLst>
                <a:ext uri="{FF2B5EF4-FFF2-40B4-BE49-F238E27FC236}">
                  <a16:creationId xmlns:a16="http://schemas.microsoft.com/office/drawing/2014/main" id="{91EEB21D-A833-CCDD-AA51-EFA2A7D6A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40912" y="5691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7" name="Oval 1328">
              <a:extLst>
                <a:ext uri="{FF2B5EF4-FFF2-40B4-BE49-F238E27FC236}">
                  <a16:creationId xmlns:a16="http://schemas.microsoft.com/office/drawing/2014/main" id="{E9D8F571-E278-6AAD-8962-33F2E161A9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9012" y="5792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8" name="Oval 1329">
              <a:extLst>
                <a:ext uri="{FF2B5EF4-FFF2-40B4-BE49-F238E27FC236}">
                  <a16:creationId xmlns:a16="http://schemas.microsoft.com/office/drawing/2014/main" id="{318D42E9-D57E-7058-BBFD-BBAE7E5ED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250" y="3743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9" name="Oval 1330">
              <a:extLst>
                <a:ext uri="{FF2B5EF4-FFF2-40B4-BE49-F238E27FC236}">
                  <a16:creationId xmlns:a16="http://schemas.microsoft.com/office/drawing/2014/main" id="{14CDB04B-096B-AAF0-8717-87AE4EC979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1525" y="38338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0" name="Oval 1331">
              <a:extLst>
                <a:ext uri="{FF2B5EF4-FFF2-40B4-BE49-F238E27FC236}">
                  <a16:creationId xmlns:a16="http://schemas.microsoft.com/office/drawing/2014/main" id="{173A05A9-4002-A771-14F1-EAF0CB86BA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4712" y="4014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1" name="Oval 1332">
              <a:extLst>
                <a:ext uri="{FF2B5EF4-FFF2-40B4-BE49-F238E27FC236}">
                  <a16:creationId xmlns:a16="http://schemas.microsoft.com/office/drawing/2014/main" id="{67862080-5C92-B338-2523-6BDF46ECB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21712" y="4284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2" name="Oval 1333">
              <a:extLst>
                <a:ext uri="{FF2B5EF4-FFF2-40B4-BE49-F238E27FC236}">
                  <a16:creationId xmlns:a16="http://schemas.microsoft.com/office/drawing/2014/main" id="{598C6ECA-38E8-7122-1362-2F6167EC8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300" y="4535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3" name="Oval 1334">
              <a:extLst>
                <a:ext uri="{FF2B5EF4-FFF2-40B4-BE49-F238E27FC236}">
                  <a16:creationId xmlns:a16="http://schemas.microsoft.com/office/drawing/2014/main" id="{871EAF0D-5712-6C35-6CAA-25B542A3E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0950" y="4654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4" name="Oval 1335">
              <a:extLst>
                <a:ext uri="{FF2B5EF4-FFF2-40B4-BE49-F238E27FC236}">
                  <a16:creationId xmlns:a16="http://schemas.microsoft.com/office/drawing/2014/main" id="{935AA72F-5817-BA16-DD15-0EDC5D496E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0487" y="4829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5" name="Oval 1336">
              <a:extLst>
                <a:ext uri="{FF2B5EF4-FFF2-40B4-BE49-F238E27FC236}">
                  <a16:creationId xmlns:a16="http://schemas.microsoft.com/office/drawing/2014/main" id="{A1E855AE-FFE6-8205-ADCA-089C7B955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80500" y="4887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6" name="Oval 1337">
              <a:extLst>
                <a:ext uri="{FF2B5EF4-FFF2-40B4-BE49-F238E27FC236}">
                  <a16:creationId xmlns:a16="http://schemas.microsoft.com/office/drawing/2014/main" id="{59F6B309-6F1A-B3CD-AB12-FF51AF99C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0987" y="49307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7" name="Oval 1338">
              <a:extLst>
                <a:ext uri="{FF2B5EF4-FFF2-40B4-BE49-F238E27FC236}">
                  <a16:creationId xmlns:a16="http://schemas.microsoft.com/office/drawing/2014/main" id="{30F6ED9C-8202-05D0-7D6B-8056FE3F4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3537" y="5072063"/>
              <a:ext cx="11112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8" name="Oval 1339">
              <a:extLst>
                <a:ext uri="{FF2B5EF4-FFF2-40B4-BE49-F238E27FC236}">
                  <a16:creationId xmlns:a16="http://schemas.microsoft.com/office/drawing/2014/main" id="{359A5E98-2A14-2370-40FC-2C4359216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8150" y="5202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9" name="Oval 1340">
              <a:extLst>
                <a:ext uri="{FF2B5EF4-FFF2-40B4-BE49-F238E27FC236}">
                  <a16:creationId xmlns:a16="http://schemas.microsoft.com/office/drawing/2014/main" id="{1C242A19-E171-97A3-BE8E-18372745A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6412" y="53086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0" name="Oval 1341">
              <a:extLst>
                <a:ext uri="{FF2B5EF4-FFF2-40B4-BE49-F238E27FC236}">
                  <a16:creationId xmlns:a16="http://schemas.microsoft.com/office/drawing/2014/main" id="{84F4D900-639A-2AD5-E704-9EEC16174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9912" y="5438776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1" name="Oval 1342">
              <a:extLst>
                <a:ext uri="{FF2B5EF4-FFF2-40B4-BE49-F238E27FC236}">
                  <a16:creationId xmlns:a16="http://schemas.microsoft.com/office/drawing/2014/main" id="{159BA768-1D72-0512-15D1-A069D2F01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0237" y="5419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2" name="Oval 1343">
              <a:extLst>
                <a:ext uri="{FF2B5EF4-FFF2-40B4-BE49-F238E27FC236}">
                  <a16:creationId xmlns:a16="http://schemas.microsoft.com/office/drawing/2014/main" id="{951A1AC7-A399-0906-864D-0BD300F015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5800" y="5540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3" name="Oval 1344">
              <a:extLst>
                <a:ext uri="{FF2B5EF4-FFF2-40B4-BE49-F238E27FC236}">
                  <a16:creationId xmlns:a16="http://schemas.microsoft.com/office/drawing/2014/main" id="{0B3DDC25-8E29-0BE4-964B-8EAC6C039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6600" y="5613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4" name="Oval 1345">
              <a:extLst>
                <a:ext uri="{FF2B5EF4-FFF2-40B4-BE49-F238E27FC236}">
                  <a16:creationId xmlns:a16="http://schemas.microsoft.com/office/drawing/2014/main" id="{BB178D29-3996-A22E-F10B-0AF747CCB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5812" y="5656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5" name="Oval 1346">
              <a:extLst>
                <a:ext uri="{FF2B5EF4-FFF2-40B4-BE49-F238E27FC236}">
                  <a16:creationId xmlns:a16="http://schemas.microsoft.com/office/drawing/2014/main" id="{7923691D-D35B-ABF5-9668-AAB69C9A1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1850" y="5719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6" name="Oval 1347">
              <a:extLst>
                <a:ext uri="{FF2B5EF4-FFF2-40B4-BE49-F238E27FC236}">
                  <a16:creationId xmlns:a16="http://schemas.microsoft.com/office/drawing/2014/main" id="{BA1916FC-F279-1F95-27E7-49D38AA2E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4712" y="574198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7" name="Oval 1348">
              <a:extLst>
                <a:ext uri="{FF2B5EF4-FFF2-40B4-BE49-F238E27FC236}">
                  <a16:creationId xmlns:a16="http://schemas.microsoft.com/office/drawing/2014/main" id="{A9639C15-91CB-59BE-2282-C518079E5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7575" y="574516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8" name="Oval 1349">
              <a:extLst>
                <a:ext uri="{FF2B5EF4-FFF2-40B4-BE49-F238E27FC236}">
                  <a16:creationId xmlns:a16="http://schemas.microsoft.com/office/drawing/2014/main" id="{0F9B7E8C-E850-D22D-888E-554D02339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45675" y="5768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9" name="Oval 1350">
              <a:extLst>
                <a:ext uri="{FF2B5EF4-FFF2-40B4-BE49-F238E27FC236}">
                  <a16:creationId xmlns:a16="http://schemas.microsoft.com/office/drawing/2014/main" id="{998E91DF-7E37-7CCD-0B79-0CF135993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5675" y="39084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0" name="Oval 1351">
              <a:extLst>
                <a:ext uri="{FF2B5EF4-FFF2-40B4-BE49-F238E27FC236}">
                  <a16:creationId xmlns:a16="http://schemas.microsoft.com/office/drawing/2014/main" id="{1D2564B7-19F0-5E81-CB55-03C7C83847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9487" y="400050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1" name="Oval 1352">
              <a:extLst>
                <a:ext uri="{FF2B5EF4-FFF2-40B4-BE49-F238E27FC236}">
                  <a16:creationId xmlns:a16="http://schemas.microsoft.com/office/drawing/2014/main" id="{C8F01A27-BFD9-F632-7C80-79CF2BB416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2987" y="4130676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2" name="Oval 1353">
              <a:extLst>
                <a:ext uri="{FF2B5EF4-FFF2-40B4-BE49-F238E27FC236}">
                  <a16:creationId xmlns:a16="http://schemas.microsoft.com/office/drawing/2014/main" id="{7D5486CB-2049-BA8B-109E-34ADF36453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300" y="4346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3" name="Oval 1354">
              <a:extLst>
                <a:ext uri="{FF2B5EF4-FFF2-40B4-BE49-F238E27FC236}">
                  <a16:creationId xmlns:a16="http://schemas.microsoft.com/office/drawing/2014/main" id="{83CEDACB-56A2-741B-86D1-4DCD6DA9F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7137" y="46037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4" name="Oval 1355">
              <a:extLst>
                <a:ext uri="{FF2B5EF4-FFF2-40B4-BE49-F238E27FC236}">
                  <a16:creationId xmlns:a16="http://schemas.microsoft.com/office/drawing/2014/main" id="{7210B97D-A5ED-79C8-8753-644E67F04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3975" y="4752976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5" name="Oval 1356">
              <a:extLst>
                <a:ext uri="{FF2B5EF4-FFF2-40B4-BE49-F238E27FC236}">
                  <a16:creationId xmlns:a16="http://schemas.microsoft.com/office/drawing/2014/main" id="{19D942C3-F93B-C33E-A88A-A8EBA1876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7637" y="4851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6" name="Oval 1357">
              <a:extLst>
                <a:ext uri="{FF2B5EF4-FFF2-40B4-BE49-F238E27FC236}">
                  <a16:creationId xmlns:a16="http://schemas.microsoft.com/office/drawing/2014/main" id="{A9A1FF18-2AA0-31B9-CA1C-39C08AFDC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4950" y="4889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7" name="Oval 1358">
              <a:extLst>
                <a:ext uri="{FF2B5EF4-FFF2-40B4-BE49-F238E27FC236}">
                  <a16:creationId xmlns:a16="http://schemas.microsoft.com/office/drawing/2014/main" id="{CA4E4CEB-3900-0DF2-5582-100344F3ED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5912" y="4987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8" name="Oval 1359">
              <a:extLst>
                <a:ext uri="{FF2B5EF4-FFF2-40B4-BE49-F238E27FC236}">
                  <a16:creationId xmlns:a16="http://schemas.microsoft.com/office/drawing/2014/main" id="{39E8454F-8228-3260-1EB6-42CF793CA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2112" y="5133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9" name="Oval 1360">
              <a:extLst>
                <a:ext uri="{FF2B5EF4-FFF2-40B4-BE49-F238E27FC236}">
                  <a16:creationId xmlns:a16="http://schemas.microsoft.com/office/drawing/2014/main" id="{D7B9FAC5-21D3-674C-E49A-8D9AFB6AB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1962" y="5248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0" name="Oval 1361">
              <a:extLst>
                <a:ext uri="{FF2B5EF4-FFF2-40B4-BE49-F238E27FC236}">
                  <a16:creationId xmlns:a16="http://schemas.microsoft.com/office/drawing/2014/main" id="{B777ABC6-F55A-C038-A6E0-96FD6CE53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7050" y="5326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1" name="Oval 1362">
              <a:extLst>
                <a:ext uri="{FF2B5EF4-FFF2-40B4-BE49-F238E27FC236}">
                  <a16:creationId xmlns:a16="http://schemas.microsoft.com/office/drawing/2014/main" id="{DB5CF7E6-6C6C-2B03-052E-94F1475E7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8962" y="5426076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2" name="Oval 1363">
              <a:extLst>
                <a:ext uri="{FF2B5EF4-FFF2-40B4-BE49-F238E27FC236}">
                  <a16:creationId xmlns:a16="http://schemas.microsoft.com/office/drawing/2014/main" id="{5E5BF54D-F840-EF3B-D948-B43933EE9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525" y="5465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3" name="Oval 1364">
              <a:extLst>
                <a:ext uri="{FF2B5EF4-FFF2-40B4-BE49-F238E27FC236}">
                  <a16:creationId xmlns:a16="http://schemas.microsoft.com/office/drawing/2014/main" id="{35A0475D-8F07-4F34-4768-2A539D43D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8500" y="5575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4" name="Oval 1365">
              <a:extLst>
                <a:ext uri="{FF2B5EF4-FFF2-40B4-BE49-F238E27FC236}">
                  <a16:creationId xmlns:a16="http://schemas.microsoft.com/office/drawing/2014/main" id="{F7DC646E-F776-82A6-6214-286A83BE8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9300" y="5673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5" name="Oval 1366">
              <a:extLst>
                <a:ext uri="{FF2B5EF4-FFF2-40B4-BE49-F238E27FC236}">
                  <a16:creationId xmlns:a16="http://schemas.microsoft.com/office/drawing/2014/main" id="{249F1FA1-0AE8-63F5-9F5B-D0B49C000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6925" y="5700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6" name="Oval 1367">
              <a:extLst>
                <a:ext uri="{FF2B5EF4-FFF2-40B4-BE49-F238E27FC236}">
                  <a16:creationId xmlns:a16="http://schemas.microsoft.com/office/drawing/2014/main" id="{E86BF547-3952-C180-8742-423FD9103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1375" y="5754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7" name="Oval 1368">
              <a:extLst>
                <a:ext uri="{FF2B5EF4-FFF2-40B4-BE49-F238E27FC236}">
                  <a16:creationId xmlns:a16="http://schemas.microsoft.com/office/drawing/2014/main" id="{4D51FF72-E06B-2ACE-7846-A33C357E1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4237" y="5776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8" name="Oval 1369">
              <a:extLst>
                <a:ext uri="{FF2B5EF4-FFF2-40B4-BE49-F238E27FC236}">
                  <a16:creationId xmlns:a16="http://schemas.microsoft.com/office/drawing/2014/main" id="{7A76D07A-F0FB-FD51-7601-436C2794B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13925" y="5781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9" name="Oval 1370">
              <a:extLst>
                <a:ext uri="{FF2B5EF4-FFF2-40B4-BE49-F238E27FC236}">
                  <a16:creationId xmlns:a16="http://schemas.microsoft.com/office/drawing/2014/main" id="{E416F706-5B5E-CED7-7F3B-3745B28916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52025" y="579278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0" name="Oval 1371">
              <a:extLst>
                <a:ext uri="{FF2B5EF4-FFF2-40B4-BE49-F238E27FC236}">
                  <a16:creationId xmlns:a16="http://schemas.microsoft.com/office/drawing/2014/main" id="{BAE6E17F-938F-6152-790E-5B69B6FA0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300" y="40878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1" name="Oval 1372">
              <a:extLst>
                <a:ext uri="{FF2B5EF4-FFF2-40B4-BE49-F238E27FC236}">
                  <a16:creationId xmlns:a16="http://schemas.microsoft.com/office/drawing/2014/main" id="{FA7E1172-BAE1-2393-CA88-4C2331760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6175" y="4243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2" name="Oval 1373">
              <a:extLst>
                <a:ext uri="{FF2B5EF4-FFF2-40B4-BE49-F238E27FC236}">
                  <a16:creationId xmlns:a16="http://schemas.microsoft.com/office/drawing/2014/main" id="{2B05D0DF-7C12-A1B1-4D4B-82D59C396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037" y="4360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3" name="Oval 1374">
              <a:extLst>
                <a:ext uri="{FF2B5EF4-FFF2-40B4-BE49-F238E27FC236}">
                  <a16:creationId xmlns:a16="http://schemas.microsoft.com/office/drawing/2014/main" id="{051BCB01-5969-AFB9-DB30-9FE88D836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0950" y="44767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4" name="Oval 1375">
              <a:extLst>
                <a:ext uri="{FF2B5EF4-FFF2-40B4-BE49-F238E27FC236}">
                  <a16:creationId xmlns:a16="http://schemas.microsoft.com/office/drawing/2014/main" id="{38087F16-0A55-9C5B-C1FE-6E8D4D10D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3975" y="4681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5" name="Oval 1376">
              <a:extLst>
                <a:ext uri="{FF2B5EF4-FFF2-40B4-BE49-F238E27FC236}">
                  <a16:creationId xmlns:a16="http://schemas.microsoft.com/office/drawing/2014/main" id="{3056255E-F474-5E59-C73D-585399D38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1762" y="4818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6" name="Oval 1377">
              <a:extLst>
                <a:ext uri="{FF2B5EF4-FFF2-40B4-BE49-F238E27FC236}">
                  <a16:creationId xmlns:a16="http://schemas.microsoft.com/office/drawing/2014/main" id="{C01A1DA1-A22D-A091-ED8B-A075D6EF2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9550" y="4875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7" name="Oval 1378">
              <a:extLst>
                <a:ext uri="{FF2B5EF4-FFF2-40B4-BE49-F238E27FC236}">
                  <a16:creationId xmlns:a16="http://schemas.microsoft.com/office/drawing/2014/main" id="{8A6108C8-A484-1C83-9661-27579A789C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5750" y="4932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8" name="Oval 1379">
              <a:extLst>
                <a:ext uri="{FF2B5EF4-FFF2-40B4-BE49-F238E27FC236}">
                  <a16:creationId xmlns:a16="http://schemas.microsoft.com/office/drawing/2014/main" id="{9DDC91A0-0EEE-AA33-6E9B-3C10DD0A8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8775" y="5067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9" name="Oval 1380">
              <a:extLst>
                <a:ext uri="{FF2B5EF4-FFF2-40B4-BE49-F238E27FC236}">
                  <a16:creationId xmlns:a16="http://schemas.microsoft.com/office/drawing/2014/main" id="{3B48F25E-9194-3C58-989D-146032625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7037" y="5216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0" name="Oval 1381">
              <a:extLst>
                <a:ext uri="{FF2B5EF4-FFF2-40B4-BE49-F238E27FC236}">
                  <a16:creationId xmlns:a16="http://schemas.microsoft.com/office/drawing/2014/main" id="{BADC36DB-FA1B-71C1-CF18-B78C2F0F5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2125" y="5286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1" name="Oval 1382">
              <a:extLst>
                <a:ext uri="{FF2B5EF4-FFF2-40B4-BE49-F238E27FC236}">
                  <a16:creationId xmlns:a16="http://schemas.microsoft.com/office/drawing/2014/main" id="{54F152CC-80F6-DA42-4AAC-31690AD7F6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2450" y="5310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2" name="Oval 1383">
              <a:extLst>
                <a:ext uri="{FF2B5EF4-FFF2-40B4-BE49-F238E27FC236}">
                  <a16:creationId xmlns:a16="http://schemas.microsoft.com/office/drawing/2014/main" id="{5A8CACB7-565C-4D7E-7C62-1B9C433C5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9600" y="5424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3" name="Oval 1384">
              <a:extLst>
                <a:ext uri="{FF2B5EF4-FFF2-40B4-BE49-F238E27FC236}">
                  <a16:creationId xmlns:a16="http://schemas.microsoft.com/office/drawing/2014/main" id="{DA6FB963-2CDD-8784-77B8-47FF928C5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3575" y="5502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4" name="Oval 1385">
              <a:extLst>
                <a:ext uri="{FF2B5EF4-FFF2-40B4-BE49-F238E27FC236}">
                  <a16:creationId xmlns:a16="http://schemas.microsoft.com/office/drawing/2014/main" id="{3BE2A062-64EB-223F-DC45-CE5AA8D13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4375" y="5602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5" name="Oval 1386">
              <a:extLst>
                <a:ext uri="{FF2B5EF4-FFF2-40B4-BE49-F238E27FC236}">
                  <a16:creationId xmlns:a16="http://schemas.microsoft.com/office/drawing/2014/main" id="{1A48B71E-74A4-CBBC-2C80-6390E30B3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53587" y="5722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6" name="Oval 1387">
              <a:extLst>
                <a:ext uri="{FF2B5EF4-FFF2-40B4-BE49-F238E27FC236}">
                  <a16:creationId xmlns:a16="http://schemas.microsoft.com/office/drawing/2014/main" id="{45975803-C412-7361-0043-EEBFE0A2F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9625" y="569436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7" name="Oval 1388">
              <a:extLst>
                <a:ext uri="{FF2B5EF4-FFF2-40B4-BE49-F238E27FC236}">
                  <a16:creationId xmlns:a16="http://schemas.microsoft.com/office/drawing/2014/main" id="{A1EDB6E3-CE0F-4C3E-1E22-43192408CA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2487" y="5711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8" name="Oval 1389">
              <a:extLst>
                <a:ext uri="{FF2B5EF4-FFF2-40B4-BE49-F238E27FC236}">
                  <a16:creationId xmlns:a16="http://schemas.microsoft.com/office/drawing/2014/main" id="{DBAC469B-1B9E-A07F-1012-86445DB0E0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3762" y="5751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9" name="Oval 1390">
              <a:extLst>
                <a:ext uri="{FF2B5EF4-FFF2-40B4-BE49-F238E27FC236}">
                  <a16:creationId xmlns:a16="http://schemas.microsoft.com/office/drawing/2014/main" id="{E99EC921-F378-4AEF-5FAE-897F7559F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3450" y="5826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0" name="Oval 1391">
              <a:extLst>
                <a:ext uri="{FF2B5EF4-FFF2-40B4-BE49-F238E27FC236}">
                  <a16:creationId xmlns:a16="http://schemas.microsoft.com/office/drawing/2014/main" id="{E005D11C-6CD8-19C1-F31C-C83A1963A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1550" y="5808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1" name="Oval 1392">
              <a:extLst>
                <a:ext uri="{FF2B5EF4-FFF2-40B4-BE49-F238E27FC236}">
                  <a16:creationId xmlns:a16="http://schemas.microsoft.com/office/drawing/2014/main" id="{B5FB3D8F-5E9E-CB02-510C-B73C652B10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3175" y="4294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2" name="Oval 1393">
              <a:extLst>
                <a:ext uri="{FF2B5EF4-FFF2-40B4-BE49-F238E27FC236}">
                  <a16:creationId xmlns:a16="http://schemas.microsoft.com/office/drawing/2014/main" id="{AECFD952-A4D4-493E-D6C4-438213A306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4287" y="4452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3" name="Oval 1394">
              <a:extLst>
                <a:ext uri="{FF2B5EF4-FFF2-40B4-BE49-F238E27FC236}">
                  <a16:creationId xmlns:a16="http://schemas.microsoft.com/office/drawing/2014/main" id="{16FEDDFA-30B3-9427-58FA-2A6A37CC6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4450" y="4589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4" name="Oval 1395">
              <a:extLst>
                <a:ext uri="{FF2B5EF4-FFF2-40B4-BE49-F238E27FC236}">
                  <a16:creationId xmlns:a16="http://schemas.microsoft.com/office/drawing/2014/main" id="{8892AB96-B35E-5AB5-9E15-8CF7A13CF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0487" y="46656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5" name="Oval 1396">
              <a:extLst>
                <a:ext uri="{FF2B5EF4-FFF2-40B4-BE49-F238E27FC236}">
                  <a16:creationId xmlns:a16="http://schemas.microsoft.com/office/drawing/2014/main" id="{67FC0EBB-3831-E77C-C771-90FD5FD29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7637" y="4778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6" name="Oval 1397">
              <a:extLst>
                <a:ext uri="{FF2B5EF4-FFF2-40B4-BE49-F238E27FC236}">
                  <a16:creationId xmlns:a16="http://schemas.microsoft.com/office/drawing/2014/main" id="{3FFF9DB7-C1F0-F75F-0B7B-054CD2486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9550" y="4899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7" name="Oval 1398">
              <a:extLst>
                <a:ext uri="{FF2B5EF4-FFF2-40B4-BE49-F238E27FC236}">
                  <a16:creationId xmlns:a16="http://schemas.microsoft.com/office/drawing/2014/main" id="{89133ACC-9357-D29E-A0E2-686E006B3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4637" y="4968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8" name="Oval 1399">
              <a:extLst>
                <a:ext uri="{FF2B5EF4-FFF2-40B4-BE49-F238E27FC236}">
                  <a16:creationId xmlns:a16="http://schemas.microsoft.com/office/drawing/2014/main" id="{5D91F58D-56F2-97D8-5D74-9675BE8F24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9725" y="5048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9" name="Oval 1400">
              <a:extLst>
                <a:ext uri="{FF2B5EF4-FFF2-40B4-BE49-F238E27FC236}">
                  <a16:creationId xmlns:a16="http://schemas.microsoft.com/office/drawing/2014/main" id="{1F71B5F1-A94B-0A95-BE3E-A4B781FF6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3225" y="5141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0" name="Oval 1401">
              <a:extLst>
                <a:ext uri="{FF2B5EF4-FFF2-40B4-BE49-F238E27FC236}">
                  <a16:creationId xmlns:a16="http://schemas.microsoft.com/office/drawing/2014/main" id="{9DE9EE2D-902F-61EC-79B8-4698413F5E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5137" y="5276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1" name="Oval 1402">
              <a:extLst>
                <a:ext uri="{FF2B5EF4-FFF2-40B4-BE49-F238E27FC236}">
                  <a16:creationId xmlns:a16="http://schemas.microsoft.com/office/drawing/2014/main" id="{D89B1CD6-305A-2E95-DACF-A84944505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3875" y="5354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2" name="Oval 1403">
              <a:extLst>
                <a:ext uri="{FF2B5EF4-FFF2-40B4-BE49-F238E27FC236}">
                  <a16:creationId xmlns:a16="http://schemas.microsoft.com/office/drawing/2014/main" id="{ED9DC569-D324-386E-AA9C-998CE10A9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1025" y="5360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3" name="Oval 1404">
              <a:extLst>
                <a:ext uri="{FF2B5EF4-FFF2-40B4-BE49-F238E27FC236}">
                  <a16:creationId xmlns:a16="http://schemas.microsoft.com/office/drawing/2014/main" id="{428E6CB6-A1BA-D059-AB52-4FFB3DD15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5000" y="5472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4" name="Oval 1405">
              <a:extLst>
                <a:ext uri="{FF2B5EF4-FFF2-40B4-BE49-F238E27FC236}">
                  <a16:creationId xmlns:a16="http://schemas.microsoft.com/office/drawing/2014/main" id="{D3451B9F-C6FD-313C-61BB-D0F604133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5800" y="5546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5" name="Oval 1406">
              <a:extLst>
                <a:ext uri="{FF2B5EF4-FFF2-40B4-BE49-F238E27FC236}">
                  <a16:creationId xmlns:a16="http://schemas.microsoft.com/office/drawing/2014/main" id="{81496083-2A57-59DE-2ED7-4CE406D51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3425" y="5607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6" name="Oval 1407">
              <a:extLst>
                <a:ext uri="{FF2B5EF4-FFF2-40B4-BE49-F238E27FC236}">
                  <a16:creationId xmlns:a16="http://schemas.microsoft.com/office/drawing/2014/main" id="{0CB81E75-EFE3-B555-CE75-B10CF26D6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9462" y="56927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7" name="Oval 1408">
              <a:extLst>
                <a:ext uri="{FF2B5EF4-FFF2-40B4-BE49-F238E27FC236}">
                  <a16:creationId xmlns:a16="http://schemas.microsoft.com/office/drawing/2014/main" id="{C9923D95-4C3F-B363-6975-9E132EF4C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3912" y="57213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8" name="Oval 1409">
              <a:extLst>
                <a:ext uri="{FF2B5EF4-FFF2-40B4-BE49-F238E27FC236}">
                  <a16:creationId xmlns:a16="http://schemas.microsoft.com/office/drawing/2014/main" id="{65AE44FB-4C92-8272-EABE-E695DF3439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7" y="5781676"/>
              <a:ext cx="14287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9" name="Oval 1410">
              <a:extLst>
                <a:ext uri="{FF2B5EF4-FFF2-40B4-BE49-F238E27FC236}">
                  <a16:creationId xmlns:a16="http://schemas.microsoft.com/office/drawing/2014/main" id="{1D9A7BF6-210E-6954-6E5E-09AF39064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6462" y="58070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0" name="Oval 1411">
              <a:extLst>
                <a:ext uri="{FF2B5EF4-FFF2-40B4-BE49-F238E27FC236}">
                  <a16:creationId xmlns:a16="http://schemas.microsoft.com/office/drawing/2014/main" id="{287BDDA8-9B6E-E8ED-26C3-E613893E7B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1075" y="5821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1" name="Oval 1412">
              <a:extLst>
                <a:ext uri="{FF2B5EF4-FFF2-40B4-BE49-F238E27FC236}">
                  <a16:creationId xmlns:a16="http://schemas.microsoft.com/office/drawing/2014/main" id="{4F8D0167-D970-C626-028A-B1BA0614D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3825" y="4494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2" name="Oval 1413">
              <a:extLst>
                <a:ext uri="{FF2B5EF4-FFF2-40B4-BE49-F238E27FC236}">
                  <a16:creationId xmlns:a16="http://schemas.microsoft.com/office/drawing/2014/main" id="{4A3231DA-B81B-2BB5-9573-310A6320C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1762" y="4575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3" name="Oval 1414">
              <a:extLst>
                <a:ext uri="{FF2B5EF4-FFF2-40B4-BE49-F238E27FC236}">
                  <a16:creationId xmlns:a16="http://schemas.microsoft.com/office/drawing/2014/main" id="{65E83F43-766D-3921-17B8-D82F68C55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5575" y="4713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4" name="Oval 1415">
              <a:extLst>
                <a:ext uri="{FF2B5EF4-FFF2-40B4-BE49-F238E27FC236}">
                  <a16:creationId xmlns:a16="http://schemas.microsoft.com/office/drawing/2014/main" id="{0D0459C0-5BD9-4341-E64B-1E02D8046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80500" y="4854576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5" name="Oval 1416">
              <a:extLst>
                <a:ext uri="{FF2B5EF4-FFF2-40B4-BE49-F238E27FC236}">
                  <a16:creationId xmlns:a16="http://schemas.microsoft.com/office/drawing/2014/main" id="{4D25EBCD-0A03-A969-C8F7-A38962429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4950" y="4929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6" name="Oval 1417">
              <a:extLst>
                <a:ext uri="{FF2B5EF4-FFF2-40B4-BE49-F238E27FC236}">
                  <a16:creationId xmlns:a16="http://schemas.microsoft.com/office/drawing/2014/main" id="{21B77709-DD11-450C-5C8C-6860C7A5E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5750" y="5011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7" name="Oval 1418">
              <a:extLst>
                <a:ext uri="{FF2B5EF4-FFF2-40B4-BE49-F238E27FC236}">
                  <a16:creationId xmlns:a16="http://schemas.microsoft.com/office/drawing/2014/main" id="{EE94C5FA-5709-6468-380B-009622214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9725" y="5094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8" name="Oval 1419">
              <a:extLst>
                <a:ext uri="{FF2B5EF4-FFF2-40B4-BE49-F238E27FC236}">
                  <a16:creationId xmlns:a16="http://schemas.microsoft.com/office/drawing/2014/main" id="{0D21AA75-EF3F-1DBA-991A-225153005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6875" y="5200651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9" name="Oval 1420">
              <a:extLst>
                <a:ext uri="{FF2B5EF4-FFF2-40B4-BE49-F238E27FC236}">
                  <a16:creationId xmlns:a16="http://schemas.microsoft.com/office/drawing/2014/main" id="{2B4631C0-0D96-F60D-60E9-7CF901026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2437" y="5259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0" name="Oval 1421">
              <a:extLst>
                <a:ext uri="{FF2B5EF4-FFF2-40B4-BE49-F238E27FC236}">
                  <a16:creationId xmlns:a16="http://schemas.microsoft.com/office/drawing/2014/main" id="{626E9622-49EA-8049-0E3A-6C57B332C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6412" y="5341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1" name="Oval 1422">
              <a:extLst>
                <a:ext uri="{FF2B5EF4-FFF2-40B4-BE49-F238E27FC236}">
                  <a16:creationId xmlns:a16="http://schemas.microsoft.com/office/drawing/2014/main" id="{A1ACAE0F-AFA8-C1A5-149B-53D60C8A9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0387" y="5413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2" name="Oval 1423">
              <a:extLst>
                <a:ext uri="{FF2B5EF4-FFF2-40B4-BE49-F238E27FC236}">
                  <a16:creationId xmlns:a16="http://schemas.microsoft.com/office/drawing/2014/main" id="{253A0D29-2963-0D70-196B-1ABD586265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1187" y="5422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3" name="Oval 1424">
              <a:extLst>
                <a:ext uri="{FF2B5EF4-FFF2-40B4-BE49-F238E27FC236}">
                  <a16:creationId xmlns:a16="http://schemas.microsoft.com/office/drawing/2014/main" id="{4BE19F3F-4DCC-972D-B4FC-488164121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987" y="5521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4" name="Oval 1425">
              <a:extLst>
                <a:ext uri="{FF2B5EF4-FFF2-40B4-BE49-F238E27FC236}">
                  <a16:creationId xmlns:a16="http://schemas.microsoft.com/office/drawing/2014/main" id="{2DDB77DF-7B46-D7B5-3968-C2FB2B3B2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612" y="5591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5" name="Oval 1426">
              <a:extLst>
                <a:ext uri="{FF2B5EF4-FFF2-40B4-BE49-F238E27FC236}">
                  <a16:creationId xmlns:a16="http://schemas.microsoft.com/office/drawing/2014/main" id="{BB063ECA-F4BB-9C56-BADF-D37C067929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5650" y="5616576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6" name="Oval 1427">
              <a:extLst>
                <a:ext uri="{FF2B5EF4-FFF2-40B4-BE49-F238E27FC236}">
                  <a16:creationId xmlns:a16="http://schemas.microsoft.com/office/drawing/2014/main" id="{856CCA04-F251-10BE-1560-D33BA27947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8512" y="5683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7" name="Oval 1428">
              <a:extLst>
                <a:ext uri="{FF2B5EF4-FFF2-40B4-BE49-F238E27FC236}">
                  <a16:creationId xmlns:a16="http://schemas.microsoft.com/office/drawing/2014/main" id="{E8E833EA-8DFE-48B1-B4D2-F74B9A8E78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1375" y="58134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8" name="Oval 1429">
              <a:extLst>
                <a:ext uri="{FF2B5EF4-FFF2-40B4-BE49-F238E27FC236}">
                  <a16:creationId xmlns:a16="http://schemas.microsoft.com/office/drawing/2014/main" id="{779CAC30-2A55-B0E7-87D8-3C1740CF3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1062" y="5826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9" name="Oval 1430">
              <a:extLst>
                <a:ext uri="{FF2B5EF4-FFF2-40B4-BE49-F238E27FC236}">
                  <a16:creationId xmlns:a16="http://schemas.microsoft.com/office/drawing/2014/main" id="{F37B6862-B82C-B586-099F-61AFFBC923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9162" y="5810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0" name="Oval 1431">
              <a:extLst>
                <a:ext uri="{FF2B5EF4-FFF2-40B4-BE49-F238E27FC236}">
                  <a16:creationId xmlns:a16="http://schemas.microsoft.com/office/drawing/2014/main" id="{78420C57-DBE1-2350-A726-EA8822B35D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47262" y="578485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1" name="Oval 1432">
              <a:extLst>
                <a:ext uri="{FF2B5EF4-FFF2-40B4-BE49-F238E27FC236}">
                  <a16:creationId xmlns:a16="http://schemas.microsoft.com/office/drawing/2014/main" id="{24F9B0C5-792A-9EFA-3015-804C3D192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82187" y="5792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2" name="Oval 1433">
              <a:extLst>
                <a:ext uri="{FF2B5EF4-FFF2-40B4-BE49-F238E27FC236}">
                  <a16:creationId xmlns:a16="http://schemas.microsoft.com/office/drawing/2014/main" id="{85200837-553E-EE92-4D2C-03FF8CEFD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8600" y="4694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3" name="Oval 1434">
              <a:extLst>
                <a:ext uri="{FF2B5EF4-FFF2-40B4-BE49-F238E27FC236}">
                  <a16:creationId xmlns:a16="http://schemas.microsoft.com/office/drawing/2014/main" id="{AF8AECE6-B10C-07E0-4803-FCBED7901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4950" y="47498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4" name="Oval 1435">
              <a:extLst>
                <a:ext uri="{FF2B5EF4-FFF2-40B4-BE49-F238E27FC236}">
                  <a16:creationId xmlns:a16="http://schemas.microsoft.com/office/drawing/2014/main" id="{D410BD59-E4B5-673A-6B42-0AC4E57B9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2412" y="48006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5" name="Oval 1436">
              <a:extLst>
                <a:ext uri="{FF2B5EF4-FFF2-40B4-BE49-F238E27FC236}">
                  <a16:creationId xmlns:a16="http://schemas.microsoft.com/office/drawing/2014/main" id="{1941809F-9773-6B37-9B13-D1779A9F3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0987" y="4949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6" name="Oval 1437">
              <a:extLst>
                <a:ext uri="{FF2B5EF4-FFF2-40B4-BE49-F238E27FC236}">
                  <a16:creationId xmlns:a16="http://schemas.microsoft.com/office/drawing/2014/main" id="{FE694696-CB37-B091-1898-1296E0DCA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5912" y="5073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7" name="Oval 1438">
              <a:extLst>
                <a:ext uri="{FF2B5EF4-FFF2-40B4-BE49-F238E27FC236}">
                  <a16:creationId xmlns:a16="http://schemas.microsoft.com/office/drawing/2014/main" id="{4E0A9A08-E06B-4DE8-5DB1-4EF3B48E67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8775" y="5153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8" name="Oval 1439">
              <a:extLst>
                <a:ext uri="{FF2B5EF4-FFF2-40B4-BE49-F238E27FC236}">
                  <a16:creationId xmlns:a16="http://schemas.microsoft.com/office/drawing/2014/main" id="{A4D63A0B-BF42-4CCB-8F54-8E450D983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3225" y="5235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9" name="Oval 1440">
              <a:extLst>
                <a:ext uri="{FF2B5EF4-FFF2-40B4-BE49-F238E27FC236}">
                  <a16:creationId xmlns:a16="http://schemas.microsoft.com/office/drawing/2014/main" id="{AFD67D81-E081-2F62-8A5B-228F50C0D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2437" y="5359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0" name="Oval 1441">
              <a:extLst>
                <a:ext uri="{FF2B5EF4-FFF2-40B4-BE49-F238E27FC236}">
                  <a16:creationId xmlns:a16="http://schemas.microsoft.com/office/drawing/2014/main" id="{C5A1C21D-FEB5-2D5B-BD00-DF1420152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0062" y="5383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1" name="Oval 1442">
              <a:extLst>
                <a:ext uri="{FF2B5EF4-FFF2-40B4-BE49-F238E27FC236}">
                  <a16:creationId xmlns:a16="http://schemas.microsoft.com/office/drawing/2014/main" id="{5B248009-E0C6-A9D1-93A2-25B36EE11C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9275" y="54308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2" name="Oval 1443">
              <a:extLst>
                <a:ext uri="{FF2B5EF4-FFF2-40B4-BE49-F238E27FC236}">
                  <a16:creationId xmlns:a16="http://schemas.microsoft.com/office/drawing/2014/main" id="{3152AFEC-CAA2-1029-5116-79AD4BFC4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8487" y="5475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3" name="Oval 1444">
              <a:extLst>
                <a:ext uri="{FF2B5EF4-FFF2-40B4-BE49-F238E27FC236}">
                  <a16:creationId xmlns:a16="http://schemas.microsoft.com/office/drawing/2014/main" id="{61159F50-EC9D-1222-4137-7DBEED265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525" y="5478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4" name="Oval 1445">
              <a:extLst>
                <a:ext uri="{FF2B5EF4-FFF2-40B4-BE49-F238E27FC236}">
                  <a16:creationId xmlns:a16="http://schemas.microsoft.com/office/drawing/2014/main" id="{A22FE079-57A5-DEAD-F010-475DD18ED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0562" y="5573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5" name="Oval 1446">
              <a:extLst>
                <a:ext uri="{FF2B5EF4-FFF2-40B4-BE49-F238E27FC236}">
                  <a16:creationId xmlns:a16="http://schemas.microsoft.com/office/drawing/2014/main" id="{96AC701C-147A-8843-0E4D-1E76D3383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5012" y="5664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6" name="Oval 1447">
              <a:extLst>
                <a:ext uri="{FF2B5EF4-FFF2-40B4-BE49-F238E27FC236}">
                  <a16:creationId xmlns:a16="http://schemas.microsoft.com/office/drawing/2014/main" id="{9D76786B-B7E5-AA67-06CF-8573C26B3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7875" y="5659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7" name="Oval 1448">
              <a:extLst>
                <a:ext uri="{FF2B5EF4-FFF2-40B4-BE49-F238E27FC236}">
                  <a16:creationId xmlns:a16="http://schemas.microsoft.com/office/drawing/2014/main" id="{30572F01-E64B-A114-4A3D-5E9929398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7" y="573563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8" name="Oval 1449">
              <a:extLst>
                <a:ext uri="{FF2B5EF4-FFF2-40B4-BE49-F238E27FC236}">
                  <a16:creationId xmlns:a16="http://schemas.microsoft.com/office/drawing/2014/main" id="{7481C617-6063-B2E6-0C5B-7AE60BC93F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0425" y="58197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9" name="Oval 1450">
              <a:extLst>
                <a:ext uri="{FF2B5EF4-FFF2-40B4-BE49-F238E27FC236}">
                  <a16:creationId xmlns:a16="http://schemas.microsoft.com/office/drawing/2014/main" id="{010999B2-57C5-5587-88AF-511DE609B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1550" y="5830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0" name="Oval 1451">
              <a:extLst>
                <a:ext uri="{FF2B5EF4-FFF2-40B4-BE49-F238E27FC236}">
                  <a16:creationId xmlns:a16="http://schemas.microsoft.com/office/drawing/2014/main" id="{F9B1C869-D1BA-90D5-66BC-98B2E7B448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0675" y="48641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1" name="Oval 1452">
              <a:extLst>
                <a:ext uri="{FF2B5EF4-FFF2-40B4-BE49-F238E27FC236}">
                  <a16:creationId xmlns:a16="http://schemas.microsoft.com/office/drawing/2014/main" id="{59174A5C-093B-E576-75FC-8AD96C5D77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5437" y="4935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2" name="Oval 1453">
              <a:extLst>
                <a:ext uri="{FF2B5EF4-FFF2-40B4-BE49-F238E27FC236}">
                  <a16:creationId xmlns:a16="http://schemas.microsoft.com/office/drawing/2014/main" id="{B415DDF1-233B-8097-3BE0-FC22D639E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9725" y="4946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3" name="Oval 1454">
              <a:extLst>
                <a:ext uri="{FF2B5EF4-FFF2-40B4-BE49-F238E27FC236}">
                  <a16:creationId xmlns:a16="http://schemas.microsoft.com/office/drawing/2014/main" id="{E2321535-FE46-6260-47A7-43FF6461B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3537" y="5038726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4" name="Oval 1455">
              <a:extLst>
                <a:ext uri="{FF2B5EF4-FFF2-40B4-BE49-F238E27FC236}">
                  <a16:creationId xmlns:a16="http://schemas.microsoft.com/office/drawing/2014/main" id="{28D8D3C1-A4FC-40DC-2F21-0495F606B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2112" y="51181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5" name="Oval 1456">
              <a:extLst>
                <a:ext uri="{FF2B5EF4-FFF2-40B4-BE49-F238E27FC236}">
                  <a16:creationId xmlns:a16="http://schemas.microsoft.com/office/drawing/2014/main" id="{1F6D56E1-5D89-4E76-F756-CBF4BF3FD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7037" y="5187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6" name="Oval 1457">
              <a:extLst>
                <a:ext uri="{FF2B5EF4-FFF2-40B4-BE49-F238E27FC236}">
                  <a16:creationId xmlns:a16="http://schemas.microsoft.com/office/drawing/2014/main" id="{434AB865-2C24-A775-9220-EB35635A9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5137" y="5226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7" name="Oval 1458">
              <a:extLst>
                <a:ext uri="{FF2B5EF4-FFF2-40B4-BE49-F238E27FC236}">
                  <a16:creationId xmlns:a16="http://schemas.microsoft.com/office/drawing/2014/main" id="{D0C5A33E-3460-6727-A86F-89F8C4706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6412" y="5381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8" name="Oval 1459">
              <a:extLst>
                <a:ext uri="{FF2B5EF4-FFF2-40B4-BE49-F238E27FC236}">
                  <a16:creationId xmlns:a16="http://schemas.microsoft.com/office/drawing/2014/main" id="{E7BBCF8B-ADA6-B75E-DA4F-6FDA66835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9275" y="5449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9" name="Oval 1460">
              <a:extLst>
                <a:ext uri="{FF2B5EF4-FFF2-40B4-BE49-F238E27FC236}">
                  <a16:creationId xmlns:a16="http://schemas.microsoft.com/office/drawing/2014/main" id="{55535908-F94E-D836-EDCD-CB01109FA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3725" y="5489576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0" name="Oval 1461">
              <a:extLst>
                <a:ext uri="{FF2B5EF4-FFF2-40B4-BE49-F238E27FC236}">
                  <a16:creationId xmlns:a16="http://schemas.microsoft.com/office/drawing/2014/main" id="{E1331C1A-BA0D-EBB6-26EC-ABB2A1C222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6587" y="5502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1" name="Oval 1462">
              <a:extLst>
                <a:ext uri="{FF2B5EF4-FFF2-40B4-BE49-F238E27FC236}">
                  <a16:creationId xmlns:a16="http://schemas.microsoft.com/office/drawing/2014/main" id="{DF654D49-549C-99AB-A1AF-273917A44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9450" y="5507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2" name="Oval 1463">
              <a:extLst>
                <a:ext uri="{FF2B5EF4-FFF2-40B4-BE49-F238E27FC236}">
                  <a16:creationId xmlns:a16="http://schemas.microsoft.com/office/drawing/2014/main" id="{026BAF8E-32F5-7637-F42B-A69FD3BBF4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2312" y="5599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3" name="Oval 1464">
              <a:extLst>
                <a:ext uri="{FF2B5EF4-FFF2-40B4-BE49-F238E27FC236}">
                  <a16:creationId xmlns:a16="http://schemas.microsoft.com/office/drawing/2014/main" id="{6B047141-5675-F3F8-CF20-B1AC818B4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53587" y="568325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4" name="Oval 1465">
              <a:extLst>
                <a:ext uri="{FF2B5EF4-FFF2-40B4-BE49-F238E27FC236}">
                  <a16:creationId xmlns:a16="http://schemas.microsoft.com/office/drawing/2014/main" id="{926D847F-81F8-5378-C233-4985DE7EB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3275" y="5678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5" name="Oval 1466">
              <a:extLst>
                <a:ext uri="{FF2B5EF4-FFF2-40B4-BE49-F238E27FC236}">
                  <a16:creationId xmlns:a16="http://schemas.microsoft.com/office/drawing/2014/main" id="{1B30DD98-C5A1-7DD0-ACF1-4209D5525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2962" y="5808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6" name="Oval 1467">
              <a:extLst>
                <a:ext uri="{FF2B5EF4-FFF2-40B4-BE49-F238E27FC236}">
                  <a16:creationId xmlns:a16="http://schemas.microsoft.com/office/drawing/2014/main" id="{3009633A-A6AA-88F3-BCD8-F1D138422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3225" y="4935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7" name="Oval 1468">
              <a:extLst>
                <a:ext uri="{FF2B5EF4-FFF2-40B4-BE49-F238E27FC236}">
                  <a16:creationId xmlns:a16="http://schemas.microsoft.com/office/drawing/2014/main" id="{B42AF0D3-C99F-9544-481C-CDA7CB7E8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7987" y="5011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8" name="Oval 1469">
              <a:extLst>
                <a:ext uri="{FF2B5EF4-FFF2-40B4-BE49-F238E27FC236}">
                  <a16:creationId xmlns:a16="http://schemas.microsoft.com/office/drawing/2014/main" id="{543E8E98-0F28-1FC2-FC4C-51BE84CF6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9100" y="5078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9" name="Oval 1470">
              <a:extLst>
                <a:ext uri="{FF2B5EF4-FFF2-40B4-BE49-F238E27FC236}">
                  <a16:creationId xmlns:a16="http://schemas.microsoft.com/office/drawing/2014/main" id="{8A4A2779-7E86-7C53-25BD-14F04430C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8150" y="5103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0" name="Oval 1471">
              <a:extLst>
                <a:ext uri="{FF2B5EF4-FFF2-40B4-BE49-F238E27FC236}">
                  <a16:creationId xmlns:a16="http://schemas.microsoft.com/office/drawing/2014/main" id="{844F2E5E-9A6A-0AEC-63EE-EB4385371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1962" y="5135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1" name="Oval 1472">
              <a:extLst>
                <a:ext uri="{FF2B5EF4-FFF2-40B4-BE49-F238E27FC236}">
                  <a16:creationId xmlns:a16="http://schemas.microsoft.com/office/drawing/2014/main" id="{1D719B26-1DE5-DA27-783B-701A8066BD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2125" y="5227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2" name="Oval 1473">
              <a:extLst>
                <a:ext uri="{FF2B5EF4-FFF2-40B4-BE49-F238E27FC236}">
                  <a16:creationId xmlns:a16="http://schemas.microsoft.com/office/drawing/2014/main" id="{BF0C58C8-75DD-71E4-42AD-42D257E139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3875" y="5283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3" name="Oval 1474">
              <a:extLst>
                <a:ext uri="{FF2B5EF4-FFF2-40B4-BE49-F238E27FC236}">
                  <a16:creationId xmlns:a16="http://schemas.microsoft.com/office/drawing/2014/main" id="{D75E1B16-5A71-28BC-8B3F-2FB8F55C3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0387" y="5360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4" name="Oval 1475">
              <a:extLst>
                <a:ext uri="{FF2B5EF4-FFF2-40B4-BE49-F238E27FC236}">
                  <a16:creationId xmlns:a16="http://schemas.microsoft.com/office/drawing/2014/main" id="{C6C193FA-9182-9CAF-B995-C160C6B63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8487" y="5475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5" name="Oval 1476">
              <a:extLst>
                <a:ext uri="{FF2B5EF4-FFF2-40B4-BE49-F238E27FC236}">
                  <a16:creationId xmlns:a16="http://schemas.microsoft.com/office/drawing/2014/main" id="{E9F583C7-1102-50C2-11D9-D4322EEEF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6587" y="5519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6" name="Oval 1477">
              <a:extLst>
                <a:ext uri="{FF2B5EF4-FFF2-40B4-BE49-F238E27FC236}">
                  <a16:creationId xmlns:a16="http://schemas.microsoft.com/office/drawing/2014/main" id="{7DAB2C70-667D-BF97-014B-595276602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6275" y="5588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7" name="Oval 1478">
              <a:extLst>
                <a:ext uri="{FF2B5EF4-FFF2-40B4-BE49-F238E27FC236}">
                  <a16:creationId xmlns:a16="http://schemas.microsoft.com/office/drawing/2014/main" id="{156518BA-1D04-3205-6A4A-A656253FC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4375" y="5592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8" name="Oval 1479">
              <a:extLst>
                <a:ext uri="{FF2B5EF4-FFF2-40B4-BE49-F238E27FC236}">
                  <a16:creationId xmlns:a16="http://schemas.microsoft.com/office/drawing/2014/main" id="{663C29A7-F17B-940B-91FB-3A3A80EE5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4062" y="5675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9" name="Oval 1480">
              <a:extLst>
                <a:ext uri="{FF2B5EF4-FFF2-40B4-BE49-F238E27FC236}">
                  <a16:creationId xmlns:a16="http://schemas.microsoft.com/office/drawing/2014/main" id="{3A479450-7FD8-96F5-5026-0B9A4765E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2162" y="5699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0" name="Oval 1481">
              <a:extLst>
                <a:ext uri="{FF2B5EF4-FFF2-40B4-BE49-F238E27FC236}">
                  <a16:creationId xmlns:a16="http://schemas.microsoft.com/office/drawing/2014/main" id="{E0F1274D-C58C-F53B-AF02-301842C204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8675" y="5715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1" name="Oval 1482">
              <a:extLst>
                <a:ext uri="{FF2B5EF4-FFF2-40B4-BE49-F238E27FC236}">
                  <a16:creationId xmlns:a16="http://schemas.microsoft.com/office/drawing/2014/main" id="{A2FF99D5-E40F-8C12-5BAC-9AF73FBA0C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7" y="580548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2" name="Oval 1483">
              <a:extLst>
                <a:ext uri="{FF2B5EF4-FFF2-40B4-BE49-F238E27FC236}">
                  <a16:creationId xmlns:a16="http://schemas.microsoft.com/office/drawing/2014/main" id="{9C8CEA21-59FF-7C55-4816-8A1890BC3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9425" y="5033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3" name="Oval 1484">
              <a:extLst>
                <a:ext uri="{FF2B5EF4-FFF2-40B4-BE49-F238E27FC236}">
                  <a16:creationId xmlns:a16="http://schemas.microsoft.com/office/drawing/2014/main" id="{1D17EF85-0E56-1585-3CCE-1335964A0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2600" y="5029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4" name="Oval 1485">
              <a:extLst>
                <a:ext uri="{FF2B5EF4-FFF2-40B4-BE49-F238E27FC236}">
                  <a16:creationId xmlns:a16="http://schemas.microsoft.com/office/drawing/2014/main" id="{D4DFE478-9AAF-3949-43C2-8654AE558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2125" y="5135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5" name="Oval 1486">
              <a:extLst>
                <a:ext uri="{FF2B5EF4-FFF2-40B4-BE49-F238E27FC236}">
                  <a16:creationId xmlns:a16="http://schemas.microsoft.com/office/drawing/2014/main" id="{9A44F4E1-6A39-0693-3DB2-1CF6E6CB6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6412" y="5210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6" name="Oval 1487">
              <a:extLst>
                <a:ext uri="{FF2B5EF4-FFF2-40B4-BE49-F238E27FC236}">
                  <a16:creationId xmlns:a16="http://schemas.microsoft.com/office/drawing/2014/main" id="{F456BD76-BAD3-A1C9-63DE-F2169711A1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7050" y="5222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7" name="Oval 1488">
              <a:extLst>
                <a:ext uri="{FF2B5EF4-FFF2-40B4-BE49-F238E27FC236}">
                  <a16:creationId xmlns:a16="http://schemas.microsoft.com/office/drawing/2014/main" id="{75915913-8569-C8E4-9DBA-60D5CB118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2450" y="5248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8" name="Oval 1489">
              <a:extLst>
                <a:ext uri="{FF2B5EF4-FFF2-40B4-BE49-F238E27FC236}">
                  <a16:creationId xmlns:a16="http://schemas.microsoft.com/office/drawing/2014/main" id="{C2019AD2-706D-2AEF-7C5A-915D16177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1025" y="53848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9" name="Oval 1491">
              <a:extLst>
                <a:ext uri="{FF2B5EF4-FFF2-40B4-BE49-F238E27FC236}">
                  <a16:creationId xmlns:a16="http://schemas.microsoft.com/office/drawing/2014/main" id="{BBB7AFAC-5C2B-82AD-2FB4-B2F398E33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1187" y="5487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0" name="Oval 1492">
              <a:extLst>
                <a:ext uri="{FF2B5EF4-FFF2-40B4-BE49-F238E27FC236}">
                  <a16:creationId xmlns:a16="http://schemas.microsoft.com/office/drawing/2014/main" id="{96F2D7AA-E509-1D0A-A5AF-190857DF7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525" y="5529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1" name="Oval 1493">
              <a:extLst>
                <a:ext uri="{FF2B5EF4-FFF2-40B4-BE49-F238E27FC236}">
                  <a16:creationId xmlns:a16="http://schemas.microsoft.com/office/drawing/2014/main" id="{A0942CA7-B646-20D9-70DB-2CA8672A9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9450" y="55927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2" name="Oval 1494">
              <a:extLst>
                <a:ext uri="{FF2B5EF4-FFF2-40B4-BE49-F238E27FC236}">
                  <a16:creationId xmlns:a16="http://schemas.microsoft.com/office/drawing/2014/main" id="{7D89CA53-0CDC-9110-E870-68DC870571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4375" y="5719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3" name="Oval 1495">
              <a:extLst>
                <a:ext uri="{FF2B5EF4-FFF2-40B4-BE49-F238E27FC236}">
                  <a16:creationId xmlns:a16="http://schemas.microsoft.com/office/drawing/2014/main" id="{309746D3-9FDB-E1C6-8DA8-50900B1C1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0887" y="5695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4" name="Oval 1496">
              <a:extLst>
                <a:ext uri="{FF2B5EF4-FFF2-40B4-BE49-F238E27FC236}">
                  <a16:creationId xmlns:a16="http://schemas.microsoft.com/office/drawing/2014/main" id="{8F4D0633-E9D0-4F16-2ACF-4BE2069CDF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5812" y="5735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5" name="Oval 1497">
              <a:extLst>
                <a:ext uri="{FF2B5EF4-FFF2-40B4-BE49-F238E27FC236}">
                  <a16:creationId xmlns:a16="http://schemas.microsoft.com/office/drawing/2014/main" id="{6AD8105A-4650-F84D-2EB9-E45586BF8C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7" y="5773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6" name="Oval 1498">
              <a:extLst>
                <a:ext uri="{FF2B5EF4-FFF2-40B4-BE49-F238E27FC236}">
                  <a16:creationId xmlns:a16="http://schemas.microsoft.com/office/drawing/2014/main" id="{AE2EB70B-E81F-41C9-9826-543D1DA925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5662" y="5819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7" name="Oval 1499">
              <a:extLst>
                <a:ext uri="{FF2B5EF4-FFF2-40B4-BE49-F238E27FC236}">
                  <a16:creationId xmlns:a16="http://schemas.microsoft.com/office/drawing/2014/main" id="{7A3EC971-DF4F-8DC0-F6A8-EABBE25992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51927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8" name="Oval 1500">
              <a:extLst>
                <a:ext uri="{FF2B5EF4-FFF2-40B4-BE49-F238E27FC236}">
                  <a16:creationId xmlns:a16="http://schemas.microsoft.com/office/drawing/2014/main" id="{DD34FE3A-B58C-853C-E153-303771021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9275" y="5195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9" name="Oval 1501">
              <a:extLst>
                <a:ext uri="{FF2B5EF4-FFF2-40B4-BE49-F238E27FC236}">
                  <a16:creationId xmlns:a16="http://schemas.microsoft.com/office/drawing/2014/main" id="{AC8CB8AD-413B-2FDE-4163-729F55A60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7212" y="5216525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0" name="Oval 1502">
              <a:extLst>
                <a:ext uri="{FF2B5EF4-FFF2-40B4-BE49-F238E27FC236}">
                  <a16:creationId xmlns:a16="http://schemas.microsoft.com/office/drawing/2014/main" id="{9154165F-8D0B-CCF5-3AD5-769F6D6B8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9912" y="5308600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1" name="Oval 1503">
              <a:extLst>
                <a:ext uri="{FF2B5EF4-FFF2-40B4-BE49-F238E27FC236}">
                  <a16:creationId xmlns:a16="http://schemas.microsoft.com/office/drawing/2014/main" id="{B858E3B4-F8D2-4147-1CAF-769DE467D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8962" y="539273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2" name="Oval 1504">
              <a:extLst>
                <a:ext uri="{FF2B5EF4-FFF2-40B4-BE49-F238E27FC236}">
                  <a16:creationId xmlns:a16="http://schemas.microsoft.com/office/drawing/2014/main" id="{C59C76C2-93CD-0099-BDEA-D6CD1879BA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9600" y="5402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3" name="Oval 1505">
              <a:extLst>
                <a:ext uri="{FF2B5EF4-FFF2-40B4-BE49-F238E27FC236}">
                  <a16:creationId xmlns:a16="http://schemas.microsoft.com/office/drawing/2014/main" id="{A1938F63-B9A3-51BF-51F3-397F7EC6CF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5000" y="5445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4" name="Oval 1506">
              <a:extLst>
                <a:ext uri="{FF2B5EF4-FFF2-40B4-BE49-F238E27FC236}">
                  <a16:creationId xmlns:a16="http://schemas.microsoft.com/office/drawing/2014/main" id="{2D6110F8-BA29-FAA4-D441-E9486D553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987" y="5532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5" name="Oval 1507">
              <a:extLst>
                <a:ext uri="{FF2B5EF4-FFF2-40B4-BE49-F238E27FC236}">
                  <a16:creationId xmlns:a16="http://schemas.microsoft.com/office/drawing/2014/main" id="{D13FC0E6-5926-0A10-F038-B4FF7D2A8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0562" y="5626100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6" name="Oval 1508">
              <a:extLst>
                <a:ext uri="{FF2B5EF4-FFF2-40B4-BE49-F238E27FC236}">
                  <a16:creationId xmlns:a16="http://schemas.microsoft.com/office/drawing/2014/main" id="{281D2B04-95B8-F8F6-39E7-D0F9BDC981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2312" y="56324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7" name="Oval 1509">
              <a:extLst>
                <a:ext uri="{FF2B5EF4-FFF2-40B4-BE49-F238E27FC236}">
                  <a16:creationId xmlns:a16="http://schemas.microsoft.com/office/drawing/2014/main" id="{5B5CDBDD-48BB-44F5-1A81-4C8614CE5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4062" y="5695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8" name="Oval 1510">
              <a:extLst>
                <a:ext uri="{FF2B5EF4-FFF2-40B4-BE49-F238E27FC236}">
                  <a16:creationId xmlns:a16="http://schemas.microsoft.com/office/drawing/2014/main" id="{E30A5F69-DACD-B5EB-440A-7D9A8D77DE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5812" y="5738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9" name="Oval 1511">
              <a:extLst>
                <a:ext uri="{FF2B5EF4-FFF2-40B4-BE49-F238E27FC236}">
                  <a16:creationId xmlns:a16="http://schemas.microsoft.com/office/drawing/2014/main" id="{70CC6C83-83A6-172F-CAC4-569B46C0A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9150" y="5767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0" name="Oval 1512">
              <a:extLst>
                <a:ext uri="{FF2B5EF4-FFF2-40B4-BE49-F238E27FC236}">
                  <a16:creationId xmlns:a16="http://schemas.microsoft.com/office/drawing/2014/main" id="{D44AEAAD-C9B8-3D4A-E302-5A7C6DFBC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0900" y="5808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1" name="Oval 1513">
              <a:extLst>
                <a:ext uri="{FF2B5EF4-FFF2-40B4-BE49-F238E27FC236}">
                  <a16:creationId xmlns:a16="http://schemas.microsoft.com/office/drawing/2014/main" id="{AAB49B26-3F44-0E10-5D17-84A8B16E7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9600" y="5205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2" name="Oval 1514">
              <a:extLst>
                <a:ext uri="{FF2B5EF4-FFF2-40B4-BE49-F238E27FC236}">
                  <a16:creationId xmlns:a16="http://schemas.microsoft.com/office/drawing/2014/main" id="{F978A55C-A52A-06FE-AB33-F8410E266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1187" y="5249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3" name="Oval 1515">
              <a:extLst>
                <a:ext uri="{FF2B5EF4-FFF2-40B4-BE49-F238E27FC236}">
                  <a16:creationId xmlns:a16="http://schemas.microsoft.com/office/drawing/2014/main" id="{E737EDA4-36BA-D37D-AC8F-34F4C25B0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9125" y="5348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4" name="Oval 1516">
              <a:extLst>
                <a:ext uri="{FF2B5EF4-FFF2-40B4-BE49-F238E27FC236}">
                  <a16:creationId xmlns:a16="http://schemas.microsoft.com/office/drawing/2014/main" id="{D4BF2563-F5EB-B4C4-7A14-159B8E527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0237" y="53832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5" name="Oval 1517">
              <a:extLst>
                <a:ext uri="{FF2B5EF4-FFF2-40B4-BE49-F238E27FC236}">
                  <a16:creationId xmlns:a16="http://schemas.microsoft.com/office/drawing/2014/main" id="{6B1C699E-4F59-C285-32D3-F6103809E8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525" y="54165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6" name="Oval 1518">
              <a:extLst>
                <a:ext uri="{FF2B5EF4-FFF2-40B4-BE49-F238E27FC236}">
                  <a16:creationId xmlns:a16="http://schemas.microsoft.com/office/drawing/2014/main" id="{EE445E27-4E4D-26C8-34E8-6FDACD252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3575" y="5508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7" name="Oval 1519">
              <a:extLst>
                <a:ext uri="{FF2B5EF4-FFF2-40B4-BE49-F238E27FC236}">
                  <a16:creationId xmlns:a16="http://schemas.microsoft.com/office/drawing/2014/main" id="{DBB973B6-9B5B-99A2-C392-6C20BCDF6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5800" y="55435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8" name="Oval 1520">
              <a:extLst>
                <a:ext uri="{FF2B5EF4-FFF2-40B4-BE49-F238E27FC236}">
                  <a16:creationId xmlns:a16="http://schemas.microsoft.com/office/drawing/2014/main" id="{B3A0BA7D-D96C-4F91-D372-1A250B5B1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612" y="5588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9" name="Oval 1521">
              <a:extLst>
                <a:ext uri="{FF2B5EF4-FFF2-40B4-BE49-F238E27FC236}">
                  <a16:creationId xmlns:a16="http://schemas.microsoft.com/office/drawing/2014/main" id="{233055E6-61DE-5455-F3CE-4646C013B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5012" y="5629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0" name="Oval 1522">
              <a:extLst>
                <a:ext uri="{FF2B5EF4-FFF2-40B4-BE49-F238E27FC236}">
                  <a16:creationId xmlns:a16="http://schemas.microsoft.com/office/drawing/2014/main" id="{8BB2FA32-3BAE-5779-9396-22BCDB0C9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53587" y="5675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1" name="Oval 1523">
              <a:extLst>
                <a:ext uri="{FF2B5EF4-FFF2-40B4-BE49-F238E27FC236}">
                  <a16:creationId xmlns:a16="http://schemas.microsoft.com/office/drawing/2014/main" id="{D7CB8673-6D4E-BC8E-262F-711F0FA82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2162" y="5749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2" name="Oval 1524">
              <a:extLst>
                <a:ext uri="{FF2B5EF4-FFF2-40B4-BE49-F238E27FC236}">
                  <a16:creationId xmlns:a16="http://schemas.microsoft.com/office/drawing/2014/main" id="{252BFCA5-E58B-2F4D-1C85-9F4A54F887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7" y="5803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3" name="Oval 1525">
              <a:extLst>
                <a:ext uri="{FF2B5EF4-FFF2-40B4-BE49-F238E27FC236}">
                  <a16:creationId xmlns:a16="http://schemas.microsoft.com/office/drawing/2014/main" id="{2AC947E5-F72D-D2BA-1518-603D58AF5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0900" y="5816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4" name="Oval 1526">
              <a:extLst>
                <a:ext uri="{FF2B5EF4-FFF2-40B4-BE49-F238E27FC236}">
                  <a16:creationId xmlns:a16="http://schemas.microsoft.com/office/drawing/2014/main" id="{5D5A2633-018D-DC61-D002-96132AE1B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1387" y="5821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5" name="Oval 1527">
              <a:extLst>
                <a:ext uri="{FF2B5EF4-FFF2-40B4-BE49-F238E27FC236}">
                  <a16:creationId xmlns:a16="http://schemas.microsoft.com/office/drawing/2014/main" id="{7052A2F5-5435-6C71-9428-043430FE9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8337" y="5280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6" name="Oval 1528">
              <a:extLst>
                <a:ext uri="{FF2B5EF4-FFF2-40B4-BE49-F238E27FC236}">
                  <a16:creationId xmlns:a16="http://schemas.microsoft.com/office/drawing/2014/main" id="{03261585-72AF-0811-D85A-D7CB1C655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9925" y="5280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7" name="Oval 1529">
              <a:extLst>
                <a:ext uri="{FF2B5EF4-FFF2-40B4-BE49-F238E27FC236}">
                  <a16:creationId xmlns:a16="http://schemas.microsoft.com/office/drawing/2014/main" id="{DA76B061-C4F1-3DCF-C514-0588C7D49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6275" y="5407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8" name="Oval 1530">
              <a:extLst>
                <a:ext uri="{FF2B5EF4-FFF2-40B4-BE49-F238E27FC236}">
                  <a16:creationId xmlns:a16="http://schemas.microsoft.com/office/drawing/2014/main" id="{2B841204-FC19-22FA-AB60-49AC17ED8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5800" y="5480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9" name="Oval 1531">
              <a:extLst>
                <a:ext uri="{FF2B5EF4-FFF2-40B4-BE49-F238E27FC236}">
                  <a16:creationId xmlns:a16="http://schemas.microsoft.com/office/drawing/2014/main" id="{78D0E81A-3E42-D47C-0EBD-56B218D314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8500" y="54895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0" name="Oval 1532">
              <a:extLst>
                <a:ext uri="{FF2B5EF4-FFF2-40B4-BE49-F238E27FC236}">
                  <a16:creationId xmlns:a16="http://schemas.microsoft.com/office/drawing/2014/main" id="{6E1814A3-3E5B-BDB7-62AF-58CD9C857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4375" y="5562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1" name="Oval 1533">
              <a:extLst>
                <a:ext uri="{FF2B5EF4-FFF2-40B4-BE49-F238E27FC236}">
                  <a16:creationId xmlns:a16="http://schemas.microsoft.com/office/drawing/2014/main" id="{69EDDD03-9C29-DC30-0AAA-7D35ACA24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3425" y="5634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2" name="Oval 1534">
              <a:extLst>
                <a:ext uri="{FF2B5EF4-FFF2-40B4-BE49-F238E27FC236}">
                  <a16:creationId xmlns:a16="http://schemas.microsoft.com/office/drawing/2014/main" id="{EA8BE6E6-BD37-A7BA-BD22-501A11917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5650" y="5662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3" name="Oval 1535">
              <a:extLst>
                <a:ext uri="{FF2B5EF4-FFF2-40B4-BE49-F238E27FC236}">
                  <a16:creationId xmlns:a16="http://schemas.microsoft.com/office/drawing/2014/main" id="{6469F6D1-C18A-E0F8-2F63-7EAD5F2DF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7875" y="5699125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4" name="Oval 1536">
              <a:extLst>
                <a:ext uri="{FF2B5EF4-FFF2-40B4-BE49-F238E27FC236}">
                  <a16:creationId xmlns:a16="http://schemas.microsoft.com/office/drawing/2014/main" id="{4CE609D3-9596-B3A4-5914-B17A39CB39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3275" y="57515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5" name="Oval 1537">
              <a:extLst>
                <a:ext uri="{FF2B5EF4-FFF2-40B4-BE49-F238E27FC236}">
                  <a16:creationId xmlns:a16="http://schemas.microsoft.com/office/drawing/2014/main" id="{1D7D6BC6-ADE5-8A79-ECA2-90453B6CDB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8675" y="5803900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6" name="Oval 1538">
              <a:extLst>
                <a:ext uri="{FF2B5EF4-FFF2-40B4-BE49-F238E27FC236}">
                  <a16:creationId xmlns:a16="http://schemas.microsoft.com/office/drawing/2014/main" id="{8704293B-8ED4-19AD-624E-2F1A16AF8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2312" y="5376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7" name="Oval 1539">
              <a:extLst>
                <a:ext uri="{FF2B5EF4-FFF2-40B4-BE49-F238E27FC236}">
                  <a16:creationId xmlns:a16="http://schemas.microsoft.com/office/drawing/2014/main" id="{D8D0B045-88E7-6134-FB0C-F8D5176F2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3900" y="54038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8" name="Oval 1540">
              <a:extLst>
                <a:ext uri="{FF2B5EF4-FFF2-40B4-BE49-F238E27FC236}">
                  <a16:creationId xmlns:a16="http://schemas.microsoft.com/office/drawing/2014/main" id="{96926C29-1415-39AD-1614-D4F5D9145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662" y="5499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9" name="Oval 1541">
              <a:extLst>
                <a:ext uri="{FF2B5EF4-FFF2-40B4-BE49-F238E27FC236}">
                  <a16:creationId xmlns:a16="http://schemas.microsoft.com/office/drawing/2014/main" id="{2034457B-19DA-A98D-FF13-B0717E5342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6600" y="5546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0" name="Oval 1542">
              <a:extLst>
                <a:ext uri="{FF2B5EF4-FFF2-40B4-BE49-F238E27FC236}">
                  <a16:creationId xmlns:a16="http://schemas.microsoft.com/office/drawing/2014/main" id="{223712ED-9F6E-A4C1-8213-3525E67CE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9300" y="5607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1" name="Oval 1543">
              <a:extLst>
                <a:ext uri="{FF2B5EF4-FFF2-40B4-BE49-F238E27FC236}">
                  <a16:creationId xmlns:a16="http://schemas.microsoft.com/office/drawing/2014/main" id="{ED225E39-5FEF-7178-DA2B-4B52729D3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53587" y="5649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2" name="Oval 1544">
              <a:extLst>
                <a:ext uri="{FF2B5EF4-FFF2-40B4-BE49-F238E27FC236}">
                  <a16:creationId xmlns:a16="http://schemas.microsoft.com/office/drawing/2014/main" id="{95C50CF7-C24B-0B93-EC55-A57BA2893B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9462" y="5678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3" name="Oval 1545">
              <a:extLst>
                <a:ext uri="{FF2B5EF4-FFF2-40B4-BE49-F238E27FC236}">
                  <a16:creationId xmlns:a16="http://schemas.microsoft.com/office/drawing/2014/main" id="{8BFDE747-248C-3B70-1B82-4B1B6CB6B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8512" y="57086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4" name="Oval 1546">
              <a:extLst>
                <a:ext uri="{FF2B5EF4-FFF2-40B4-BE49-F238E27FC236}">
                  <a16:creationId xmlns:a16="http://schemas.microsoft.com/office/drawing/2014/main" id="{DB6D4FC4-0288-79AF-6AE5-018F288B7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7" y="577215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5" name="Oval 1547">
              <a:extLst>
                <a:ext uri="{FF2B5EF4-FFF2-40B4-BE49-F238E27FC236}">
                  <a16:creationId xmlns:a16="http://schemas.microsoft.com/office/drawing/2014/main" id="{916D5084-2D8F-CF0B-7015-BB0106C4B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2962" y="5748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6" name="Oval 1548">
              <a:extLst>
                <a:ext uri="{FF2B5EF4-FFF2-40B4-BE49-F238E27FC236}">
                  <a16:creationId xmlns:a16="http://schemas.microsoft.com/office/drawing/2014/main" id="{76B853C2-8101-C0A3-6C91-B9E0AF185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7" y="575627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7" name="Oval 1549">
              <a:extLst>
                <a:ext uri="{FF2B5EF4-FFF2-40B4-BE49-F238E27FC236}">
                  <a16:creationId xmlns:a16="http://schemas.microsoft.com/office/drawing/2014/main" id="{2A85F96C-F646-D778-DFE6-98AADBD25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0587" y="5819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8" name="Oval 1550">
              <a:extLst>
                <a:ext uri="{FF2B5EF4-FFF2-40B4-BE49-F238E27FC236}">
                  <a16:creationId xmlns:a16="http://schemas.microsoft.com/office/drawing/2014/main" id="{26CFD28A-AF5C-0679-575B-7B309ADA9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3112" y="5467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9" name="Oval 1551">
              <a:extLst>
                <a:ext uri="{FF2B5EF4-FFF2-40B4-BE49-F238E27FC236}">
                  <a16:creationId xmlns:a16="http://schemas.microsoft.com/office/drawing/2014/main" id="{021BEC83-7B41-5EE8-FA94-34BBCC97A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3112" y="546576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0" name="Oval 1552">
              <a:extLst>
                <a:ext uri="{FF2B5EF4-FFF2-40B4-BE49-F238E27FC236}">
                  <a16:creationId xmlns:a16="http://schemas.microsoft.com/office/drawing/2014/main" id="{59FE215E-9741-0D55-74A1-6A8D8F796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7875" y="5564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1" name="Oval 1553">
              <a:extLst>
                <a:ext uri="{FF2B5EF4-FFF2-40B4-BE49-F238E27FC236}">
                  <a16:creationId xmlns:a16="http://schemas.microsoft.com/office/drawing/2014/main" id="{872A0BB7-C9AF-C661-153F-0AE6875BD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5812" y="5589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2" name="Oval 1554">
              <a:extLst>
                <a:ext uri="{FF2B5EF4-FFF2-40B4-BE49-F238E27FC236}">
                  <a16:creationId xmlns:a16="http://schemas.microsoft.com/office/drawing/2014/main" id="{FFB79F71-E2CE-E431-3998-2E584D17B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6925" y="5684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3" name="Oval 1555">
              <a:extLst>
                <a:ext uri="{FF2B5EF4-FFF2-40B4-BE49-F238E27FC236}">
                  <a16:creationId xmlns:a16="http://schemas.microsoft.com/office/drawing/2014/main" id="{E50490CF-94E1-C2F8-908B-F02AA1977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9625" y="567848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4" name="Oval 1556">
              <a:extLst>
                <a:ext uri="{FF2B5EF4-FFF2-40B4-BE49-F238E27FC236}">
                  <a16:creationId xmlns:a16="http://schemas.microsoft.com/office/drawing/2014/main" id="{10E921F8-9A7A-AB7F-D15D-C531B32FE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3912" y="5757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5" name="Oval 1557">
              <a:extLst>
                <a:ext uri="{FF2B5EF4-FFF2-40B4-BE49-F238E27FC236}">
                  <a16:creationId xmlns:a16="http://schemas.microsoft.com/office/drawing/2014/main" id="{20829ADB-ACA1-0A88-5542-705D7A491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1375" y="5770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6" name="Oval 1558">
              <a:extLst>
                <a:ext uri="{FF2B5EF4-FFF2-40B4-BE49-F238E27FC236}">
                  <a16:creationId xmlns:a16="http://schemas.microsoft.com/office/drawing/2014/main" id="{06D92164-8AFC-AC74-5A6A-ACA059B204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1700" y="5832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7" name="Oval 1559">
              <a:extLst>
                <a:ext uri="{FF2B5EF4-FFF2-40B4-BE49-F238E27FC236}">
                  <a16:creationId xmlns:a16="http://schemas.microsoft.com/office/drawing/2014/main" id="{1364F6AF-0871-EF29-319A-9AAF5006C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7" y="550545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8" name="Oval 1560">
              <a:extLst>
                <a:ext uri="{FF2B5EF4-FFF2-40B4-BE49-F238E27FC236}">
                  <a16:creationId xmlns:a16="http://schemas.microsoft.com/office/drawing/2014/main" id="{919DA67B-0BB6-6BF4-2268-D0EBBF62C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7" y="5461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9" name="Oval 1561">
              <a:extLst>
                <a:ext uri="{FF2B5EF4-FFF2-40B4-BE49-F238E27FC236}">
                  <a16:creationId xmlns:a16="http://schemas.microsoft.com/office/drawing/2014/main" id="{E2739F67-F92D-17ED-1B06-E5AD188A27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5500" y="5589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0" name="Oval 1562">
              <a:extLst>
                <a:ext uri="{FF2B5EF4-FFF2-40B4-BE49-F238E27FC236}">
                  <a16:creationId xmlns:a16="http://schemas.microsoft.com/office/drawing/2014/main" id="{620E966A-4D13-A644-0750-BA0FFC82B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1850" y="5675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1" name="Oval 1563">
              <a:extLst>
                <a:ext uri="{FF2B5EF4-FFF2-40B4-BE49-F238E27FC236}">
                  <a16:creationId xmlns:a16="http://schemas.microsoft.com/office/drawing/2014/main" id="{8723FEED-373B-40A2-5AD9-EE16BA560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1375" y="5732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2" name="Oval 1564">
              <a:extLst>
                <a:ext uri="{FF2B5EF4-FFF2-40B4-BE49-F238E27FC236}">
                  <a16:creationId xmlns:a16="http://schemas.microsoft.com/office/drawing/2014/main" id="{A42A80BD-3785-1454-E670-CA0F2E3397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2487" y="5718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3" name="Oval 1565">
              <a:extLst>
                <a:ext uri="{FF2B5EF4-FFF2-40B4-BE49-F238E27FC236}">
                  <a16:creationId xmlns:a16="http://schemas.microsoft.com/office/drawing/2014/main" id="{535AB21F-193B-4DD3-A9BF-E676AB8CA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7" y="5797550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4" name="Oval 1566">
              <a:extLst>
                <a:ext uri="{FF2B5EF4-FFF2-40B4-BE49-F238E27FC236}">
                  <a16:creationId xmlns:a16="http://schemas.microsoft.com/office/drawing/2014/main" id="{45BAFFCA-BA57-3644-8F03-0453735DF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1062" y="5827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5" name="Oval 1567">
              <a:extLst>
                <a:ext uri="{FF2B5EF4-FFF2-40B4-BE49-F238E27FC236}">
                  <a16:creationId xmlns:a16="http://schemas.microsoft.com/office/drawing/2014/main" id="{027396BA-3C69-4737-F641-6E26B3AF6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7" y="5514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6" name="Oval 1568">
              <a:extLst>
                <a:ext uri="{FF2B5EF4-FFF2-40B4-BE49-F238E27FC236}">
                  <a16:creationId xmlns:a16="http://schemas.microsoft.com/office/drawing/2014/main" id="{2E3AFC3A-BB7D-9E71-04BC-978427770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7" y="546576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7" name="Oval 1569">
              <a:extLst>
                <a:ext uri="{FF2B5EF4-FFF2-40B4-BE49-F238E27FC236}">
                  <a16:creationId xmlns:a16="http://schemas.microsoft.com/office/drawing/2014/main" id="{E5A6016A-1A06-9B04-BB4A-7370B081D8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9950" y="5626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8" name="Oval 1570">
              <a:extLst>
                <a:ext uri="{FF2B5EF4-FFF2-40B4-BE49-F238E27FC236}">
                  <a16:creationId xmlns:a16="http://schemas.microsoft.com/office/drawing/2014/main" id="{769ED7A0-CDE7-7779-58F9-915F2A430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4712" y="572293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9" name="Oval 1571">
              <a:extLst>
                <a:ext uri="{FF2B5EF4-FFF2-40B4-BE49-F238E27FC236}">
                  <a16:creationId xmlns:a16="http://schemas.microsoft.com/office/drawing/2014/main" id="{2B5303BD-4E0F-AFB5-A15D-B2CC8D9E7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4237" y="5764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0" name="Oval 1572">
              <a:extLst>
                <a:ext uri="{FF2B5EF4-FFF2-40B4-BE49-F238E27FC236}">
                  <a16:creationId xmlns:a16="http://schemas.microsoft.com/office/drawing/2014/main" id="{FBDEEF96-E306-4F92-94E0-12C5F2080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3762" y="5803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1" name="Oval 1573">
              <a:extLst>
                <a:ext uri="{FF2B5EF4-FFF2-40B4-BE49-F238E27FC236}">
                  <a16:creationId xmlns:a16="http://schemas.microsoft.com/office/drawing/2014/main" id="{18176EBF-C0F6-1471-AA51-9C6AA0BA1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6462" y="5573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2" name="Oval 1574">
              <a:extLst>
                <a:ext uri="{FF2B5EF4-FFF2-40B4-BE49-F238E27FC236}">
                  <a16:creationId xmlns:a16="http://schemas.microsoft.com/office/drawing/2014/main" id="{171F5FAC-641E-8B04-7B14-C4B8AFA5D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8050" y="5529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3" name="Oval 1575">
              <a:extLst>
                <a:ext uri="{FF2B5EF4-FFF2-40B4-BE49-F238E27FC236}">
                  <a16:creationId xmlns:a16="http://schemas.microsoft.com/office/drawing/2014/main" id="{59C335A6-5A38-58D6-64CE-C50FB0B93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1225" y="5692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4" name="Oval 1576">
              <a:extLst>
                <a:ext uri="{FF2B5EF4-FFF2-40B4-BE49-F238E27FC236}">
                  <a16:creationId xmlns:a16="http://schemas.microsoft.com/office/drawing/2014/main" id="{3ABDDF35-3380-DA2E-3970-86084B3501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7575" y="574357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5" name="Oval 1577">
              <a:extLst>
                <a:ext uri="{FF2B5EF4-FFF2-40B4-BE49-F238E27FC236}">
                  <a16:creationId xmlns:a16="http://schemas.microsoft.com/office/drawing/2014/main" id="{94E3F76E-FDBC-DC71-9963-55326AA3E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13925" y="5780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6" name="Oval 1578">
              <a:extLst>
                <a:ext uri="{FF2B5EF4-FFF2-40B4-BE49-F238E27FC236}">
                  <a16:creationId xmlns:a16="http://schemas.microsoft.com/office/drawing/2014/main" id="{D9295D59-FAA2-8DA7-849D-29AFCB0C7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7737" y="5634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7" name="Oval 1579">
              <a:extLst>
                <a:ext uri="{FF2B5EF4-FFF2-40B4-BE49-F238E27FC236}">
                  <a16:creationId xmlns:a16="http://schemas.microsoft.com/office/drawing/2014/main" id="{1F483126-1947-CD95-C58B-A927A2EEF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7737" y="5607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8" name="Oval 1580">
              <a:extLst>
                <a:ext uri="{FF2B5EF4-FFF2-40B4-BE49-F238E27FC236}">
                  <a16:creationId xmlns:a16="http://schemas.microsoft.com/office/drawing/2014/main" id="{9DF54184-5D9E-7F85-26AA-227D39E70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40912" y="5799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9" name="Oval 1581">
              <a:extLst>
                <a:ext uri="{FF2B5EF4-FFF2-40B4-BE49-F238E27FC236}">
                  <a16:creationId xmlns:a16="http://schemas.microsoft.com/office/drawing/2014/main" id="{88260C99-F8E4-94C6-FE72-56B9BF9FB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5837" y="5680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0" name="Oval 1582">
              <a:extLst>
                <a:ext uri="{FF2B5EF4-FFF2-40B4-BE49-F238E27FC236}">
                  <a16:creationId xmlns:a16="http://schemas.microsoft.com/office/drawing/2014/main" id="{71DEB404-4D10-680E-036C-037280A95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5837" y="5700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1" name="Oval 1583">
              <a:extLst>
                <a:ext uri="{FF2B5EF4-FFF2-40B4-BE49-F238E27FC236}">
                  <a16:creationId xmlns:a16="http://schemas.microsoft.com/office/drawing/2014/main" id="{BD31D209-89C9-B1EB-1E12-1A2D04A16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9012" y="57896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2" name="Oval 1584">
              <a:extLst>
                <a:ext uri="{FF2B5EF4-FFF2-40B4-BE49-F238E27FC236}">
                  <a16:creationId xmlns:a16="http://schemas.microsoft.com/office/drawing/2014/main" id="{76CC3652-49FD-DD36-8E57-0A4AA6BEA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2350" y="5740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3" name="Oval 1585">
              <a:extLst>
                <a:ext uri="{FF2B5EF4-FFF2-40B4-BE49-F238E27FC236}">
                  <a16:creationId xmlns:a16="http://schemas.microsoft.com/office/drawing/2014/main" id="{78D60E0D-B555-3CA0-DC38-532615A18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2350" y="5773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4" name="Oval 1586">
              <a:extLst>
                <a:ext uri="{FF2B5EF4-FFF2-40B4-BE49-F238E27FC236}">
                  <a16:creationId xmlns:a16="http://schemas.microsoft.com/office/drawing/2014/main" id="{AB6F17DC-A7DC-5DCD-1509-C4807D990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5525" y="57721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5" name="Oval 1587">
              <a:extLst>
                <a:ext uri="{FF2B5EF4-FFF2-40B4-BE49-F238E27FC236}">
                  <a16:creationId xmlns:a16="http://schemas.microsoft.com/office/drawing/2014/main" id="{565C5BDD-9094-B76D-2FAE-D567AAE9D1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7275" y="5819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6" name="Oval 1588">
              <a:extLst>
                <a:ext uri="{FF2B5EF4-FFF2-40B4-BE49-F238E27FC236}">
                  <a16:creationId xmlns:a16="http://schemas.microsoft.com/office/drawing/2014/main" id="{917770B3-4D4C-7E26-274C-9216905B0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7275" y="5783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7" name="Oval 1589">
              <a:extLst>
                <a:ext uri="{FF2B5EF4-FFF2-40B4-BE49-F238E27FC236}">
                  <a16:creationId xmlns:a16="http://schemas.microsoft.com/office/drawing/2014/main" id="{D12661F2-4604-2E02-14B2-CB0A4F4901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0450" y="5819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8" name="Oval 1590">
              <a:extLst>
                <a:ext uri="{FF2B5EF4-FFF2-40B4-BE49-F238E27FC236}">
                  <a16:creationId xmlns:a16="http://schemas.microsoft.com/office/drawing/2014/main" id="{2E8A863D-1094-2770-AECA-BF37C894E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0612" y="58293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9" name="Oval 1591">
              <a:extLst>
                <a:ext uri="{FF2B5EF4-FFF2-40B4-BE49-F238E27FC236}">
                  <a16:creationId xmlns:a16="http://schemas.microsoft.com/office/drawing/2014/main" id="{1AAA37B7-B414-3706-4E45-7B1CCA6BB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7275" y="5819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0" name="Oval 1592">
              <a:extLst>
                <a:ext uri="{FF2B5EF4-FFF2-40B4-BE49-F238E27FC236}">
                  <a16:creationId xmlns:a16="http://schemas.microsoft.com/office/drawing/2014/main" id="{13812810-4EF8-ACF8-D975-E41A51C41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2350" y="5740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1" name="Oval 1593">
              <a:extLst>
                <a:ext uri="{FF2B5EF4-FFF2-40B4-BE49-F238E27FC236}">
                  <a16:creationId xmlns:a16="http://schemas.microsoft.com/office/drawing/2014/main" id="{49BA6C3F-07B6-4C4C-FF03-7FFCF584C5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2350" y="5795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2" name="Oval 1594">
              <a:extLst>
                <a:ext uri="{FF2B5EF4-FFF2-40B4-BE49-F238E27FC236}">
                  <a16:creationId xmlns:a16="http://schemas.microsoft.com/office/drawing/2014/main" id="{139A4C9B-1B3E-84CA-35D9-FFD677B8C7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5837" y="5680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3" name="Oval 1595">
              <a:extLst>
                <a:ext uri="{FF2B5EF4-FFF2-40B4-BE49-F238E27FC236}">
                  <a16:creationId xmlns:a16="http://schemas.microsoft.com/office/drawing/2014/main" id="{D1D589D1-000E-375E-7455-66D93B164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5837" y="5751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4" name="Oval 1596">
              <a:extLst>
                <a:ext uri="{FF2B5EF4-FFF2-40B4-BE49-F238E27FC236}">
                  <a16:creationId xmlns:a16="http://schemas.microsoft.com/office/drawing/2014/main" id="{54614872-E020-6315-5A13-006975113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7737" y="5634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5" name="Oval 1597">
              <a:extLst>
                <a:ext uri="{FF2B5EF4-FFF2-40B4-BE49-F238E27FC236}">
                  <a16:creationId xmlns:a16="http://schemas.microsoft.com/office/drawing/2014/main" id="{4E446A73-4D9D-E422-5C46-6957052BC5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7737" y="5781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6" name="Oval 1598">
              <a:extLst>
                <a:ext uri="{FF2B5EF4-FFF2-40B4-BE49-F238E27FC236}">
                  <a16:creationId xmlns:a16="http://schemas.microsoft.com/office/drawing/2014/main" id="{96E995A5-3002-D25F-9D47-8640858D4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52025" y="5829300"/>
              <a:ext cx="14287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7" name="Oval 1599">
              <a:extLst>
                <a:ext uri="{FF2B5EF4-FFF2-40B4-BE49-F238E27FC236}">
                  <a16:creationId xmlns:a16="http://schemas.microsoft.com/office/drawing/2014/main" id="{1AE5FBCC-814D-59E1-4A42-CDF36BD1A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1550" y="5783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8" name="Oval 1600">
              <a:extLst>
                <a:ext uri="{FF2B5EF4-FFF2-40B4-BE49-F238E27FC236}">
                  <a16:creationId xmlns:a16="http://schemas.microsoft.com/office/drawing/2014/main" id="{2F6CB7DE-7CE0-E433-CAA6-2DC83EBE3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6462" y="5573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9" name="Oval 1601">
              <a:extLst>
                <a:ext uri="{FF2B5EF4-FFF2-40B4-BE49-F238E27FC236}">
                  <a16:creationId xmlns:a16="http://schemas.microsoft.com/office/drawing/2014/main" id="{1A23EA13-C2BF-B1B2-3E0B-9B97C46F3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8050" y="5748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0" name="Oval 1602">
              <a:extLst>
                <a:ext uri="{FF2B5EF4-FFF2-40B4-BE49-F238E27FC236}">
                  <a16:creationId xmlns:a16="http://schemas.microsoft.com/office/drawing/2014/main" id="{42FF1B2F-93BE-3B36-2B4C-8ED8DCA5F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1225" y="5764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1" name="Oval 1603">
              <a:extLst>
                <a:ext uri="{FF2B5EF4-FFF2-40B4-BE49-F238E27FC236}">
                  <a16:creationId xmlns:a16="http://schemas.microsoft.com/office/drawing/2014/main" id="{48280531-393E-3E18-1C97-03F6D69E2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7575" y="577373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2" name="Oval 1604">
              <a:extLst>
                <a:ext uri="{FF2B5EF4-FFF2-40B4-BE49-F238E27FC236}">
                  <a16:creationId xmlns:a16="http://schemas.microsoft.com/office/drawing/2014/main" id="{04DA3A9D-F090-AE92-F63B-ED0DB22C5E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13925" y="5786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3" name="Oval 1605">
              <a:extLst>
                <a:ext uri="{FF2B5EF4-FFF2-40B4-BE49-F238E27FC236}">
                  <a16:creationId xmlns:a16="http://schemas.microsoft.com/office/drawing/2014/main" id="{EF9C4B78-5663-8F3A-764E-050DC6C04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3450" y="57705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4" name="Oval 1606">
              <a:extLst>
                <a:ext uri="{FF2B5EF4-FFF2-40B4-BE49-F238E27FC236}">
                  <a16:creationId xmlns:a16="http://schemas.microsoft.com/office/drawing/2014/main" id="{39B94C22-3B0D-7525-C69E-1CA47B689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4562" y="5815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5" name="Oval 1607">
              <a:extLst>
                <a:ext uri="{FF2B5EF4-FFF2-40B4-BE49-F238E27FC236}">
                  <a16:creationId xmlns:a16="http://schemas.microsoft.com/office/drawing/2014/main" id="{8A92A744-10F8-BD66-71EE-9416009236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7" y="5514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6" name="Oval 1608">
              <a:extLst>
                <a:ext uri="{FF2B5EF4-FFF2-40B4-BE49-F238E27FC236}">
                  <a16:creationId xmlns:a16="http://schemas.microsoft.com/office/drawing/2014/main" id="{216D4B05-85B9-7D85-9EEB-786EC260D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7" y="5664200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7" name="Oval 1609">
              <a:extLst>
                <a:ext uri="{FF2B5EF4-FFF2-40B4-BE49-F238E27FC236}">
                  <a16:creationId xmlns:a16="http://schemas.microsoft.com/office/drawing/2014/main" id="{FA6CA1C2-E7AA-5389-7C39-95C21C3BD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9950" y="5737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8" name="Oval 1610">
              <a:extLst>
                <a:ext uri="{FF2B5EF4-FFF2-40B4-BE49-F238E27FC236}">
                  <a16:creationId xmlns:a16="http://schemas.microsoft.com/office/drawing/2014/main" id="{6590E1C5-D84D-A692-1CDF-47C2C765A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4712" y="572928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9" name="Oval 1611">
              <a:extLst>
                <a:ext uri="{FF2B5EF4-FFF2-40B4-BE49-F238E27FC236}">
                  <a16:creationId xmlns:a16="http://schemas.microsoft.com/office/drawing/2014/main" id="{F48835FA-A9B5-8CED-1FEB-EF4FAE79B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4237" y="5672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0" name="Oval 1612">
              <a:extLst>
                <a:ext uri="{FF2B5EF4-FFF2-40B4-BE49-F238E27FC236}">
                  <a16:creationId xmlns:a16="http://schemas.microsoft.com/office/drawing/2014/main" id="{1F304D0D-EA3D-3ACB-E874-FC4656631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3762" y="5683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1" name="Oval 1613">
              <a:extLst>
                <a:ext uri="{FF2B5EF4-FFF2-40B4-BE49-F238E27FC236}">
                  <a16:creationId xmlns:a16="http://schemas.microsoft.com/office/drawing/2014/main" id="{165B48CA-490C-3FA0-AD09-1806F8D00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6462" y="5749925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2" name="Oval 1614">
              <a:extLst>
                <a:ext uri="{FF2B5EF4-FFF2-40B4-BE49-F238E27FC236}">
                  <a16:creationId xmlns:a16="http://schemas.microsoft.com/office/drawing/2014/main" id="{8F4A6FC7-E79F-BB93-98F9-7427F48286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9162" y="5819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3" name="Oval 1615">
              <a:extLst>
                <a:ext uri="{FF2B5EF4-FFF2-40B4-BE49-F238E27FC236}">
                  <a16:creationId xmlns:a16="http://schemas.microsoft.com/office/drawing/2014/main" id="{EBAF2F58-C881-9A9C-48FE-1902F82640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7" y="550545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4" name="Oval 1616">
              <a:extLst>
                <a:ext uri="{FF2B5EF4-FFF2-40B4-BE49-F238E27FC236}">
                  <a16:creationId xmlns:a16="http://schemas.microsoft.com/office/drawing/2014/main" id="{7D607F30-7055-076A-DA91-0306081F3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7" y="5653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5" name="Oval 1617">
              <a:extLst>
                <a:ext uri="{FF2B5EF4-FFF2-40B4-BE49-F238E27FC236}">
                  <a16:creationId xmlns:a16="http://schemas.microsoft.com/office/drawing/2014/main" id="{CBFF415C-3DA5-8608-E0DD-60B6463984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5500" y="5703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6" name="Oval 1618">
              <a:extLst>
                <a:ext uri="{FF2B5EF4-FFF2-40B4-BE49-F238E27FC236}">
                  <a16:creationId xmlns:a16="http://schemas.microsoft.com/office/drawing/2014/main" id="{D775458F-365E-656A-9D83-A49F8ED03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1850" y="5707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7" name="Oval 1619">
              <a:extLst>
                <a:ext uri="{FF2B5EF4-FFF2-40B4-BE49-F238E27FC236}">
                  <a16:creationId xmlns:a16="http://schemas.microsoft.com/office/drawing/2014/main" id="{3455B014-F262-C3E4-1659-87872F415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1375" y="56864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8" name="Oval 1620">
              <a:extLst>
                <a:ext uri="{FF2B5EF4-FFF2-40B4-BE49-F238E27FC236}">
                  <a16:creationId xmlns:a16="http://schemas.microsoft.com/office/drawing/2014/main" id="{D773C7A1-7018-EA47-4F05-790E94FC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2487" y="5689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9" name="Oval 1621">
              <a:extLst>
                <a:ext uri="{FF2B5EF4-FFF2-40B4-BE49-F238E27FC236}">
                  <a16:creationId xmlns:a16="http://schemas.microsoft.com/office/drawing/2014/main" id="{B97157BF-4DEA-56C8-5363-A72D157D49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7" y="57261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0" name="Oval 1622">
              <a:extLst>
                <a:ext uri="{FF2B5EF4-FFF2-40B4-BE49-F238E27FC236}">
                  <a16:creationId xmlns:a16="http://schemas.microsoft.com/office/drawing/2014/main" id="{F7FDCB2D-F282-B7EF-8AE3-D593954B18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1062" y="5741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1" name="Oval 1623">
              <a:extLst>
                <a:ext uri="{FF2B5EF4-FFF2-40B4-BE49-F238E27FC236}">
                  <a16:creationId xmlns:a16="http://schemas.microsoft.com/office/drawing/2014/main" id="{21B33560-442D-FF04-2870-E2995FC31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8525" y="5718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2" name="Oval 1624">
              <a:extLst>
                <a:ext uri="{FF2B5EF4-FFF2-40B4-BE49-F238E27FC236}">
                  <a16:creationId xmlns:a16="http://schemas.microsoft.com/office/drawing/2014/main" id="{FCFB936C-FB47-0DE4-5905-3061448091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7575" y="578167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3" name="Oval 1625">
              <a:extLst>
                <a:ext uri="{FF2B5EF4-FFF2-40B4-BE49-F238E27FC236}">
                  <a16:creationId xmlns:a16="http://schemas.microsoft.com/office/drawing/2014/main" id="{FE4679C2-26DC-F858-50F6-C1135635E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3112" y="5467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4" name="Oval 1626">
              <a:extLst>
                <a:ext uri="{FF2B5EF4-FFF2-40B4-BE49-F238E27FC236}">
                  <a16:creationId xmlns:a16="http://schemas.microsoft.com/office/drawing/2014/main" id="{251218EA-CA04-C2FD-621D-DD09DEE7C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3112" y="555148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5" name="Oval 1627">
              <a:extLst>
                <a:ext uri="{FF2B5EF4-FFF2-40B4-BE49-F238E27FC236}">
                  <a16:creationId xmlns:a16="http://schemas.microsoft.com/office/drawing/2014/main" id="{9EB5EECB-FACF-2869-9278-8A31689FB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7875" y="5595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6" name="Oval 1628">
              <a:extLst>
                <a:ext uri="{FF2B5EF4-FFF2-40B4-BE49-F238E27FC236}">
                  <a16:creationId xmlns:a16="http://schemas.microsoft.com/office/drawing/2014/main" id="{428F9EE0-2054-2E40-25A2-1756970DF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5812" y="5588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7" name="Oval 1629">
              <a:extLst>
                <a:ext uri="{FF2B5EF4-FFF2-40B4-BE49-F238E27FC236}">
                  <a16:creationId xmlns:a16="http://schemas.microsoft.com/office/drawing/2014/main" id="{1EA3ADF8-A1B8-022C-9143-1C5E26857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6925" y="5600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8" name="Oval 1630">
              <a:extLst>
                <a:ext uri="{FF2B5EF4-FFF2-40B4-BE49-F238E27FC236}">
                  <a16:creationId xmlns:a16="http://schemas.microsoft.com/office/drawing/2014/main" id="{0D3F6E96-E96B-CD2C-CDDE-83AB1EA3B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9625" y="564515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9" name="Oval 1631">
              <a:extLst>
                <a:ext uri="{FF2B5EF4-FFF2-40B4-BE49-F238E27FC236}">
                  <a16:creationId xmlns:a16="http://schemas.microsoft.com/office/drawing/2014/main" id="{E4A43C7B-5AE1-BE91-5843-49DC08B19C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3912" y="56864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0" name="Oval 1632">
              <a:extLst>
                <a:ext uri="{FF2B5EF4-FFF2-40B4-BE49-F238E27FC236}">
                  <a16:creationId xmlns:a16="http://schemas.microsoft.com/office/drawing/2014/main" id="{0A7FED03-1351-AFBC-2923-C4C46F2F3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1375" y="5676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1" name="Oval 1633">
              <a:extLst>
                <a:ext uri="{FF2B5EF4-FFF2-40B4-BE49-F238E27FC236}">
                  <a16:creationId xmlns:a16="http://schemas.microsoft.com/office/drawing/2014/main" id="{56355A26-FC70-39F3-55E7-9676AABD8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0425" y="5626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2" name="Oval 1634">
              <a:extLst>
                <a:ext uri="{FF2B5EF4-FFF2-40B4-BE49-F238E27FC236}">
                  <a16:creationId xmlns:a16="http://schemas.microsoft.com/office/drawing/2014/main" id="{17C84D02-EC03-0B33-E162-30F5FF185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9475" y="568007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3" name="Oval 1635">
              <a:extLst>
                <a:ext uri="{FF2B5EF4-FFF2-40B4-BE49-F238E27FC236}">
                  <a16:creationId xmlns:a16="http://schemas.microsoft.com/office/drawing/2014/main" id="{B32C8AD0-A615-0DE1-2BF8-5DBB45A53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1700" y="5821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4" name="Oval 1636">
              <a:extLst>
                <a:ext uri="{FF2B5EF4-FFF2-40B4-BE49-F238E27FC236}">
                  <a16:creationId xmlns:a16="http://schemas.microsoft.com/office/drawing/2014/main" id="{FA43A3AF-4DA0-76B4-685B-75D4506DB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2312" y="5376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5" name="Oval 1637">
              <a:extLst>
                <a:ext uri="{FF2B5EF4-FFF2-40B4-BE49-F238E27FC236}">
                  <a16:creationId xmlns:a16="http://schemas.microsoft.com/office/drawing/2014/main" id="{F82C4B33-12EA-2ECE-C69F-95FF5BEFF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3900" y="5402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6" name="Oval 1638">
              <a:extLst>
                <a:ext uri="{FF2B5EF4-FFF2-40B4-BE49-F238E27FC236}">
                  <a16:creationId xmlns:a16="http://schemas.microsoft.com/office/drawing/2014/main" id="{D3326B47-F869-2F17-EEA8-10F5B2C28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662" y="55181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7" name="Oval 1639">
              <a:extLst>
                <a:ext uri="{FF2B5EF4-FFF2-40B4-BE49-F238E27FC236}">
                  <a16:creationId xmlns:a16="http://schemas.microsoft.com/office/drawing/2014/main" id="{F88D6BF6-5F3E-64D3-72FC-6198C3547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6600" y="5556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8" name="Oval 1640">
              <a:extLst>
                <a:ext uri="{FF2B5EF4-FFF2-40B4-BE49-F238E27FC236}">
                  <a16:creationId xmlns:a16="http://schemas.microsoft.com/office/drawing/2014/main" id="{A83E1EBA-7F5F-8C7C-BC19-A71DCE6B5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9300" y="5510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9" name="Oval 1641">
              <a:extLst>
                <a:ext uri="{FF2B5EF4-FFF2-40B4-BE49-F238E27FC236}">
                  <a16:creationId xmlns:a16="http://schemas.microsoft.com/office/drawing/2014/main" id="{EB330034-4ABF-DC69-E5BB-5AAFF712A8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53587" y="5535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0" name="Oval 1642">
              <a:extLst>
                <a:ext uri="{FF2B5EF4-FFF2-40B4-BE49-F238E27FC236}">
                  <a16:creationId xmlns:a16="http://schemas.microsoft.com/office/drawing/2014/main" id="{993B405D-C1BE-83B8-276E-518802377B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9462" y="5573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1" name="Oval 1643">
              <a:extLst>
                <a:ext uri="{FF2B5EF4-FFF2-40B4-BE49-F238E27FC236}">
                  <a16:creationId xmlns:a16="http://schemas.microsoft.com/office/drawing/2014/main" id="{F5D3A230-D977-7642-A66D-BF3D27C79F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8512" y="5602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2" name="Oval 1644">
              <a:extLst>
                <a:ext uri="{FF2B5EF4-FFF2-40B4-BE49-F238E27FC236}">
                  <a16:creationId xmlns:a16="http://schemas.microsoft.com/office/drawing/2014/main" id="{97E5985C-7651-961C-B183-00EF47A95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7" y="562133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3" name="Oval 1645">
              <a:extLst>
                <a:ext uri="{FF2B5EF4-FFF2-40B4-BE49-F238E27FC236}">
                  <a16:creationId xmlns:a16="http://schemas.microsoft.com/office/drawing/2014/main" id="{93E74938-8DF4-B64D-713C-55CBE97D73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2962" y="5662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4" name="Oval 1646">
              <a:extLst>
                <a:ext uri="{FF2B5EF4-FFF2-40B4-BE49-F238E27FC236}">
                  <a16:creationId xmlns:a16="http://schemas.microsoft.com/office/drawing/2014/main" id="{13AD35F3-DB9F-0EF1-0F39-1C7060CE1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7" y="571182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5" name="Oval 1647">
              <a:extLst>
                <a:ext uri="{FF2B5EF4-FFF2-40B4-BE49-F238E27FC236}">
                  <a16:creationId xmlns:a16="http://schemas.microsoft.com/office/drawing/2014/main" id="{3AFF9E17-E6D7-C5BA-DDDE-2CF81B28A9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0587" y="5800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6" name="Oval 1648">
              <a:extLst>
                <a:ext uri="{FF2B5EF4-FFF2-40B4-BE49-F238E27FC236}">
                  <a16:creationId xmlns:a16="http://schemas.microsoft.com/office/drawing/2014/main" id="{825E3E9B-E0B9-0218-CB34-A6D2910F4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8337" y="5280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7" name="Oval 1649">
              <a:extLst>
                <a:ext uri="{FF2B5EF4-FFF2-40B4-BE49-F238E27FC236}">
                  <a16:creationId xmlns:a16="http://schemas.microsoft.com/office/drawing/2014/main" id="{2EA7A169-2909-8B3D-6DF2-58B4C6131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9925" y="53498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8" name="Oval 1650">
              <a:extLst>
                <a:ext uri="{FF2B5EF4-FFF2-40B4-BE49-F238E27FC236}">
                  <a16:creationId xmlns:a16="http://schemas.microsoft.com/office/drawing/2014/main" id="{E1D7D847-C1D7-9DA7-24CF-64E64BA72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6275" y="5407025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9" name="Oval 1651">
              <a:extLst>
                <a:ext uri="{FF2B5EF4-FFF2-40B4-BE49-F238E27FC236}">
                  <a16:creationId xmlns:a16="http://schemas.microsoft.com/office/drawing/2014/main" id="{1FE75EF1-92C1-FA9D-C13C-67B0050EF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5800" y="5464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0" name="Oval 1652">
              <a:extLst>
                <a:ext uri="{FF2B5EF4-FFF2-40B4-BE49-F238E27FC236}">
                  <a16:creationId xmlns:a16="http://schemas.microsoft.com/office/drawing/2014/main" id="{C1F298D6-903D-BDED-E27D-30674BA09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8500" y="548798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1" name="Oval 1653">
              <a:extLst>
                <a:ext uri="{FF2B5EF4-FFF2-40B4-BE49-F238E27FC236}">
                  <a16:creationId xmlns:a16="http://schemas.microsoft.com/office/drawing/2014/main" id="{050BA382-8CF5-8E51-3C4D-02221E331C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4375" y="5514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2" name="Oval 1654">
              <a:extLst>
                <a:ext uri="{FF2B5EF4-FFF2-40B4-BE49-F238E27FC236}">
                  <a16:creationId xmlns:a16="http://schemas.microsoft.com/office/drawing/2014/main" id="{3FFFE353-A92B-8D6A-A35C-5EE4D51FC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3425" y="5554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3" name="Oval 1655">
              <a:extLst>
                <a:ext uri="{FF2B5EF4-FFF2-40B4-BE49-F238E27FC236}">
                  <a16:creationId xmlns:a16="http://schemas.microsoft.com/office/drawing/2014/main" id="{DB2F77BD-8AFD-4F23-F181-B8F2E667E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5650" y="5586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4" name="Oval 1656">
              <a:extLst>
                <a:ext uri="{FF2B5EF4-FFF2-40B4-BE49-F238E27FC236}">
                  <a16:creationId xmlns:a16="http://schemas.microsoft.com/office/drawing/2014/main" id="{0FF41882-0846-79E0-74FC-C51CF9205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7875" y="5607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5" name="Oval 1657">
              <a:extLst>
                <a:ext uri="{FF2B5EF4-FFF2-40B4-BE49-F238E27FC236}">
                  <a16:creationId xmlns:a16="http://schemas.microsoft.com/office/drawing/2014/main" id="{67AE065C-8CB5-EABF-9E85-963597895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3275" y="5657850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6" name="Oval 1658">
              <a:extLst>
                <a:ext uri="{FF2B5EF4-FFF2-40B4-BE49-F238E27FC236}">
                  <a16:creationId xmlns:a16="http://schemas.microsoft.com/office/drawing/2014/main" id="{7F7AA100-56BE-381F-91FA-B414418CB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8675" y="57245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7" name="Oval 1659">
              <a:extLst>
                <a:ext uri="{FF2B5EF4-FFF2-40B4-BE49-F238E27FC236}">
                  <a16:creationId xmlns:a16="http://schemas.microsoft.com/office/drawing/2014/main" id="{CE56EC51-8891-4BB5-9D84-D912CC430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5662" y="5781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8" name="Oval 1660">
              <a:extLst>
                <a:ext uri="{FF2B5EF4-FFF2-40B4-BE49-F238E27FC236}">
                  <a16:creationId xmlns:a16="http://schemas.microsoft.com/office/drawing/2014/main" id="{A9E38D6F-C124-F172-4EA8-F7602E9506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4237" y="58054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9" name="Oval 1661">
              <a:extLst>
                <a:ext uri="{FF2B5EF4-FFF2-40B4-BE49-F238E27FC236}">
                  <a16:creationId xmlns:a16="http://schemas.microsoft.com/office/drawing/2014/main" id="{E8E14AE2-1585-2096-51A9-E8A3E8FC7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9800" y="5799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0" name="Oval 1662">
              <a:extLst>
                <a:ext uri="{FF2B5EF4-FFF2-40B4-BE49-F238E27FC236}">
                  <a16:creationId xmlns:a16="http://schemas.microsoft.com/office/drawing/2014/main" id="{77C3BF03-1203-C2F5-9163-A639A4F4C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9600" y="5205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1" name="Oval 1663">
              <a:extLst>
                <a:ext uri="{FF2B5EF4-FFF2-40B4-BE49-F238E27FC236}">
                  <a16:creationId xmlns:a16="http://schemas.microsoft.com/office/drawing/2014/main" id="{51DFACA5-1F88-9BFE-DB90-B64C412D1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1187" y="5218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2" name="Oval 1664">
              <a:extLst>
                <a:ext uri="{FF2B5EF4-FFF2-40B4-BE49-F238E27FC236}">
                  <a16:creationId xmlns:a16="http://schemas.microsoft.com/office/drawing/2014/main" id="{E8C4FC11-79C9-F2CE-378C-EB00C40D3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9125" y="5303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3" name="Oval 1665">
              <a:extLst>
                <a:ext uri="{FF2B5EF4-FFF2-40B4-BE49-F238E27FC236}">
                  <a16:creationId xmlns:a16="http://schemas.microsoft.com/office/drawing/2014/main" id="{3D37D484-4556-AF42-36A2-9171AED08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0237" y="5300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4" name="Oval 1666">
              <a:extLst>
                <a:ext uri="{FF2B5EF4-FFF2-40B4-BE49-F238E27FC236}">
                  <a16:creationId xmlns:a16="http://schemas.microsoft.com/office/drawing/2014/main" id="{2E8AB8A4-71CF-783B-0587-8E2045064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525" y="53403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5" name="Oval 1667">
              <a:extLst>
                <a:ext uri="{FF2B5EF4-FFF2-40B4-BE49-F238E27FC236}">
                  <a16:creationId xmlns:a16="http://schemas.microsoft.com/office/drawing/2014/main" id="{F3DD87D4-77AF-EAF3-2201-03CFC4833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3575" y="5445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6" name="Oval 1668">
              <a:extLst>
                <a:ext uri="{FF2B5EF4-FFF2-40B4-BE49-F238E27FC236}">
                  <a16:creationId xmlns:a16="http://schemas.microsoft.com/office/drawing/2014/main" id="{569179DC-E2FD-3F0C-8F63-2C0AD0AE0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5800" y="5511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7" name="Oval 1669">
              <a:extLst>
                <a:ext uri="{FF2B5EF4-FFF2-40B4-BE49-F238E27FC236}">
                  <a16:creationId xmlns:a16="http://schemas.microsoft.com/office/drawing/2014/main" id="{F1438903-6CD3-A2E1-8E45-146146C09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612" y="5567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8" name="Oval 1670">
              <a:extLst>
                <a:ext uri="{FF2B5EF4-FFF2-40B4-BE49-F238E27FC236}">
                  <a16:creationId xmlns:a16="http://schemas.microsoft.com/office/drawing/2014/main" id="{6AA85B79-F2EA-A3A2-16C7-62A1E2C00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5012" y="5610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9" name="Oval 1671">
              <a:extLst>
                <a:ext uri="{FF2B5EF4-FFF2-40B4-BE49-F238E27FC236}">
                  <a16:creationId xmlns:a16="http://schemas.microsoft.com/office/drawing/2014/main" id="{03976F28-BF00-72F5-0566-63E2197EF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53587" y="5672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0" name="Oval 1672">
              <a:extLst>
                <a:ext uri="{FF2B5EF4-FFF2-40B4-BE49-F238E27FC236}">
                  <a16:creationId xmlns:a16="http://schemas.microsoft.com/office/drawing/2014/main" id="{F607348E-BCF3-9231-A657-570EF2F53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2162" y="5689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1" name="Oval 1673">
              <a:extLst>
                <a:ext uri="{FF2B5EF4-FFF2-40B4-BE49-F238E27FC236}">
                  <a16:creationId xmlns:a16="http://schemas.microsoft.com/office/drawing/2014/main" id="{4D27A5C0-C5A4-E4ED-A9E1-EDE89BBC5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7" y="5697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2" name="Oval 1674">
              <a:extLst>
                <a:ext uri="{FF2B5EF4-FFF2-40B4-BE49-F238E27FC236}">
                  <a16:creationId xmlns:a16="http://schemas.microsoft.com/office/drawing/2014/main" id="{F515064E-CF33-7A07-7CA4-C5760D6EE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0900" y="57467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3" name="Oval 1675">
              <a:extLst>
                <a:ext uri="{FF2B5EF4-FFF2-40B4-BE49-F238E27FC236}">
                  <a16:creationId xmlns:a16="http://schemas.microsoft.com/office/drawing/2014/main" id="{E408714B-0146-CBE0-C290-B4330837C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1062" y="5818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4" name="Oval 1676">
              <a:extLst>
                <a:ext uri="{FF2B5EF4-FFF2-40B4-BE49-F238E27FC236}">
                  <a16:creationId xmlns:a16="http://schemas.microsoft.com/office/drawing/2014/main" id="{49A10D64-4655-9031-DB32-97182E653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1225" y="5756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5" name="Oval 1677">
              <a:extLst>
                <a:ext uri="{FF2B5EF4-FFF2-40B4-BE49-F238E27FC236}">
                  <a16:creationId xmlns:a16="http://schemas.microsoft.com/office/drawing/2014/main" id="{7B4E668B-9A69-FFBE-C7AF-FF71A545F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1387" y="5786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6" name="Oval 1678">
              <a:extLst>
                <a:ext uri="{FF2B5EF4-FFF2-40B4-BE49-F238E27FC236}">
                  <a16:creationId xmlns:a16="http://schemas.microsoft.com/office/drawing/2014/main" id="{C3967F59-9230-7D76-1711-67E113551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51927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7" name="Oval 1679">
              <a:extLst>
                <a:ext uri="{FF2B5EF4-FFF2-40B4-BE49-F238E27FC236}">
                  <a16:creationId xmlns:a16="http://schemas.microsoft.com/office/drawing/2014/main" id="{E0B0762A-10C9-CE8B-B71D-BFB573F5E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9275" y="5140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8" name="Oval 1680">
              <a:extLst>
                <a:ext uri="{FF2B5EF4-FFF2-40B4-BE49-F238E27FC236}">
                  <a16:creationId xmlns:a16="http://schemas.microsoft.com/office/drawing/2014/main" id="{C808A9B1-DF23-009E-FDFD-C00F9FC19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7212" y="5227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9" name="Oval 1681">
              <a:extLst>
                <a:ext uri="{FF2B5EF4-FFF2-40B4-BE49-F238E27FC236}">
                  <a16:creationId xmlns:a16="http://schemas.microsoft.com/office/drawing/2014/main" id="{1DA5642F-AA66-0CBA-2A66-D72276EBB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9912" y="529907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0" name="Oval 1682">
              <a:extLst>
                <a:ext uri="{FF2B5EF4-FFF2-40B4-BE49-F238E27FC236}">
                  <a16:creationId xmlns:a16="http://schemas.microsoft.com/office/drawing/2014/main" id="{0EE62589-B21B-D0C5-49CD-01C20D64BD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8962" y="529590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1" name="Oval 1683">
              <a:extLst>
                <a:ext uri="{FF2B5EF4-FFF2-40B4-BE49-F238E27FC236}">
                  <a16:creationId xmlns:a16="http://schemas.microsoft.com/office/drawing/2014/main" id="{5AF3D249-FD7D-B3C3-D09F-8C7956D07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9600" y="5324475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2" name="Oval 1684">
              <a:extLst>
                <a:ext uri="{FF2B5EF4-FFF2-40B4-BE49-F238E27FC236}">
                  <a16:creationId xmlns:a16="http://schemas.microsoft.com/office/drawing/2014/main" id="{AE55C38E-24FA-59F9-8E77-17AC188075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5000" y="53975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3" name="Oval 1685">
              <a:extLst>
                <a:ext uri="{FF2B5EF4-FFF2-40B4-BE49-F238E27FC236}">
                  <a16:creationId xmlns:a16="http://schemas.microsoft.com/office/drawing/2014/main" id="{C006CFA2-D413-09A7-FC34-6B83F7D8F9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987" y="5451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4" name="Oval 1686">
              <a:extLst>
                <a:ext uri="{FF2B5EF4-FFF2-40B4-BE49-F238E27FC236}">
                  <a16:creationId xmlns:a16="http://schemas.microsoft.com/office/drawing/2014/main" id="{A710B80C-F0BC-0887-42BC-BB0F62819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0562" y="5513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5" name="Oval 1687">
              <a:extLst>
                <a:ext uri="{FF2B5EF4-FFF2-40B4-BE49-F238E27FC236}">
                  <a16:creationId xmlns:a16="http://schemas.microsoft.com/office/drawing/2014/main" id="{2FF3573D-3B57-1329-ECBF-A16A4D84F3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2312" y="5607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6" name="Oval 1688">
              <a:extLst>
                <a:ext uri="{FF2B5EF4-FFF2-40B4-BE49-F238E27FC236}">
                  <a16:creationId xmlns:a16="http://schemas.microsoft.com/office/drawing/2014/main" id="{08303639-0C93-2FE0-3219-5446AC8DF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4062" y="5608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7" name="Oval 1689">
              <a:extLst>
                <a:ext uri="{FF2B5EF4-FFF2-40B4-BE49-F238E27FC236}">
                  <a16:creationId xmlns:a16="http://schemas.microsoft.com/office/drawing/2014/main" id="{CC0A3EAD-9A0F-7B43-C292-8F68F2979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5812" y="5584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8" name="Oval 1690">
              <a:extLst>
                <a:ext uri="{FF2B5EF4-FFF2-40B4-BE49-F238E27FC236}">
                  <a16:creationId xmlns:a16="http://schemas.microsoft.com/office/drawing/2014/main" id="{FCA90C90-3496-8767-0FA2-CBE80CA02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9150" y="5675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9" name="Oval 1692">
              <a:extLst>
                <a:ext uri="{FF2B5EF4-FFF2-40B4-BE49-F238E27FC236}">
                  <a16:creationId xmlns:a16="http://schemas.microsoft.com/office/drawing/2014/main" id="{429FC750-81F8-C87C-7892-B005D5AC5D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0900" y="58070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0" name="Oval 1693">
              <a:extLst>
                <a:ext uri="{FF2B5EF4-FFF2-40B4-BE49-F238E27FC236}">
                  <a16:creationId xmlns:a16="http://schemas.microsoft.com/office/drawing/2014/main" id="{7E392B28-2F5E-387C-6EAB-25C004585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4238" y="5773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1" name="Oval 1694">
              <a:extLst>
                <a:ext uri="{FF2B5EF4-FFF2-40B4-BE49-F238E27FC236}">
                  <a16:creationId xmlns:a16="http://schemas.microsoft.com/office/drawing/2014/main" id="{F1AE89DF-DA6B-1E9E-1A29-981F06F09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5988" y="5745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2" name="Oval 1695">
              <a:extLst>
                <a:ext uri="{FF2B5EF4-FFF2-40B4-BE49-F238E27FC236}">
                  <a16:creationId xmlns:a16="http://schemas.microsoft.com/office/drawing/2014/main" id="{C2D082FC-B696-4ED4-20AE-CAA46E981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7738" y="5830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3" name="Oval 1696">
              <a:extLst>
                <a:ext uri="{FF2B5EF4-FFF2-40B4-BE49-F238E27FC236}">
                  <a16:creationId xmlns:a16="http://schemas.microsoft.com/office/drawing/2014/main" id="{630AC808-5A51-3D61-D09D-B2F98AC70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9425" y="5033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4" name="Oval 1697">
              <a:extLst>
                <a:ext uri="{FF2B5EF4-FFF2-40B4-BE49-F238E27FC236}">
                  <a16:creationId xmlns:a16="http://schemas.microsoft.com/office/drawing/2014/main" id="{73F2F06A-51B7-4B0D-3707-59138750B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2600" y="5072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5" name="Oval 1698">
              <a:extLst>
                <a:ext uri="{FF2B5EF4-FFF2-40B4-BE49-F238E27FC236}">
                  <a16:creationId xmlns:a16="http://schemas.microsoft.com/office/drawing/2014/main" id="{D667B8F0-63F2-BC64-68E7-46855C6DE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2125" y="5103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6" name="Oval 1699">
              <a:extLst>
                <a:ext uri="{FF2B5EF4-FFF2-40B4-BE49-F238E27FC236}">
                  <a16:creationId xmlns:a16="http://schemas.microsoft.com/office/drawing/2014/main" id="{42FD60C3-5774-0BA9-BCF3-672637B547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6413" y="5208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7" name="Oval 1700">
              <a:extLst>
                <a:ext uri="{FF2B5EF4-FFF2-40B4-BE49-F238E27FC236}">
                  <a16:creationId xmlns:a16="http://schemas.microsoft.com/office/drawing/2014/main" id="{993D75C9-214A-91FE-11A6-8D54043E5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7050" y="5287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8" name="Oval 1701">
              <a:extLst>
                <a:ext uri="{FF2B5EF4-FFF2-40B4-BE49-F238E27FC236}">
                  <a16:creationId xmlns:a16="http://schemas.microsoft.com/office/drawing/2014/main" id="{F057D4BE-02CA-9742-4E6F-03991ED96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2450" y="5334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9" name="Oval 1702">
              <a:extLst>
                <a:ext uri="{FF2B5EF4-FFF2-40B4-BE49-F238E27FC236}">
                  <a16:creationId xmlns:a16="http://schemas.microsoft.com/office/drawing/2014/main" id="{EF9D7142-3D85-C8FC-7D68-6A2152F5F8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1025" y="5419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0" name="Oval 1703">
              <a:extLst>
                <a:ext uri="{FF2B5EF4-FFF2-40B4-BE49-F238E27FC236}">
                  <a16:creationId xmlns:a16="http://schemas.microsoft.com/office/drawing/2014/main" id="{1560B643-AA6E-D006-1E8B-A561CB4C4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1188" y="5500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1" name="Oval 1704">
              <a:extLst>
                <a:ext uri="{FF2B5EF4-FFF2-40B4-BE49-F238E27FC236}">
                  <a16:creationId xmlns:a16="http://schemas.microsoft.com/office/drawing/2014/main" id="{41F3526E-49F7-27B4-207E-CFA5ED0C6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525" y="5478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2" name="Oval 1705">
              <a:extLst>
                <a:ext uri="{FF2B5EF4-FFF2-40B4-BE49-F238E27FC236}">
                  <a16:creationId xmlns:a16="http://schemas.microsoft.com/office/drawing/2014/main" id="{84B73364-5FB7-4335-B147-7AE346079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9450" y="5510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3" name="Oval 1706">
              <a:extLst>
                <a:ext uri="{FF2B5EF4-FFF2-40B4-BE49-F238E27FC236}">
                  <a16:creationId xmlns:a16="http://schemas.microsoft.com/office/drawing/2014/main" id="{D96DECE0-ABCC-FEAC-256C-B0806287F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4375" y="5561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4" name="Oval 1707">
              <a:extLst>
                <a:ext uri="{FF2B5EF4-FFF2-40B4-BE49-F238E27FC236}">
                  <a16:creationId xmlns:a16="http://schemas.microsoft.com/office/drawing/2014/main" id="{2CED92DF-57D9-6CE2-50F8-845E37766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0888" y="5580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5" name="Oval 1708">
              <a:extLst>
                <a:ext uri="{FF2B5EF4-FFF2-40B4-BE49-F238E27FC236}">
                  <a16:creationId xmlns:a16="http://schemas.microsoft.com/office/drawing/2014/main" id="{59E97648-4C51-083D-F9B0-20937CC76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5813" y="5694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6" name="Oval 1709">
              <a:extLst>
                <a:ext uri="{FF2B5EF4-FFF2-40B4-BE49-F238E27FC236}">
                  <a16:creationId xmlns:a16="http://schemas.microsoft.com/office/drawing/2014/main" id="{99D6A8CA-EB64-6567-15A4-2CB7D41006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8" y="5730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7" name="Oval 1710">
              <a:extLst>
                <a:ext uri="{FF2B5EF4-FFF2-40B4-BE49-F238E27FC236}">
                  <a16:creationId xmlns:a16="http://schemas.microsoft.com/office/drawing/2014/main" id="{7BEFE733-DD58-E2E0-87A4-A064A74C3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5663" y="5762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8" name="Oval 1711">
              <a:extLst>
                <a:ext uri="{FF2B5EF4-FFF2-40B4-BE49-F238E27FC236}">
                  <a16:creationId xmlns:a16="http://schemas.microsoft.com/office/drawing/2014/main" id="{18F582A2-DB19-78C1-B9D3-9A4374B13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0588" y="5767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9" name="Oval 1712">
              <a:extLst>
                <a:ext uri="{FF2B5EF4-FFF2-40B4-BE49-F238E27FC236}">
                  <a16:creationId xmlns:a16="http://schemas.microsoft.com/office/drawing/2014/main" id="{78851EBE-6DDF-EDEE-8932-F61722064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13925" y="5789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0" name="Oval 1713">
              <a:extLst>
                <a:ext uri="{FF2B5EF4-FFF2-40B4-BE49-F238E27FC236}">
                  <a16:creationId xmlns:a16="http://schemas.microsoft.com/office/drawing/2014/main" id="{28B04E39-CFF1-F5C2-04B0-E44283E6E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3225" y="4935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1" name="Oval 1714">
              <a:extLst>
                <a:ext uri="{FF2B5EF4-FFF2-40B4-BE49-F238E27FC236}">
                  <a16:creationId xmlns:a16="http://schemas.microsoft.com/office/drawing/2014/main" id="{A584FCE8-CA06-129D-2071-1ABEDFB9D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7988" y="4995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2" name="Oval 1715">
              <a:extLst>
                <a:ext uri="{FF2B5EF4-FFF2-40B4-BE49-F238E27FC236}">
                  <a16:creationId xmlns:a16="http://schemas.microsoft.com/office/drawing/2014/main" id="{C625357C-3A4A-B68E-8385-E6736991D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9100" y="5016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3" name="Oval 1716">
              <a:extLst>
                <a:ext uri="{FF2B5EF4-FFF2-40B4-BE49-F238E27FC236}">
                  <a16:creationId xmlns:a16="http://schemas.microsoft.com/office/drawing/2014/main" id="{F5DB48D5-FFE4-907D-07CC-C91F67D9A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8150" y="5070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4" name="Oval 1717">
              <a:extLst>
                <a:ext uri="{FF2B5EF4-FFF2-40B4-BE49-F238E27FC236}">
                  <a16:creationId xmlns:a16="http://schemas.microsoft.com/office/drawing/2014/main" id="{D1A68DBC-A1AE-5FA7-159A-5945D77DA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1963" y="51181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5" name="Oval 1718">
              <a:extLst>
                <a:ext uri="{FF2B5EF4-FFF2-40B4-BE49-F238E27FC236}">
                  <a16:creationId xmlns:a16="http://schemas.microsoft.com/office/drawing/2014/main" id="{191CA4C8-46E0-4549-55EE-E8A10C51C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2125" y="5268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6" name="Oval 1719">
              <a:extLst>
                <a:ext uri="{FF2B5EF4-FFF2-40B4-BE49-F238E27FC236}">
                  <a16:creationId xmlns:a16="http://schemas.microsoft.com/office/drawing/2014/main" id="{8F754148-0E29-BAEC-65AB-B469A7DFB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3875" y="5378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7" name="Oval 1720">
              <a:extLst>
                <a:ext uri="{FF2B5EF4-FFF2-40B4-BE49-F238E27FC236}">
                  <a16:creationId xmlns:a16="http://schemas.microsoft.com/office/drawing/2014/main" id="{02E97186-F5DA-C3A6-B1CC-AAF45FE3F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0388" y="5405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8" name="Oval 1721">
              <a:extLst>
                <a:ext uri="{FF2B5EF4-FFF2-40B4-BE49-F238E27FC236}">
                  <a16:creationId xmlns:a16="http://schemas.microsoft.com/office/drawing/2014/main" id="{7CDF546E-2DBB-8BEF-5E73-9420D6F2E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8488" y="5468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9" name="Oval 1722">
              <a:extLst>
                <a:ext uri="{FF2B5EF4-FFF2-40B4-BE49-F238E27FC236}">
                  <a16:creationId xmlns:a16="http://schemas.microsoft.com/office/drawing/2014/main" id="{EF4B2BD9-1E6A-3AAF-7870-547985A82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6588" y="5526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0" name="Oval 1723">
              <a:extLst>
                <a:ext uri="{FF2B5EF4-FFF2-40B4-BE49-F238E27FC236}">
                  <a16:creationId xmlns:a16="http://schemas.microsoft.com/office/drawing/2014/main" id="{9CA95709-D93E-3D37-2DEC-BCF78CCD34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6275" y="5586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1" name="Oval 1724">
              <a:extLst>
                <a:ext uri="{FF2B5EF4-FFF2-40B4-BE49-F238E27FC236}">
                  <a16:creationId xmlns:a16="http://schemas.microsoft.com/office/drawing/2014/main" id="{B2DD15AF-2525-58A9-9091-36887CE1A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4375" y="5567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2" name="Oval 1725">
              <a:extLst>
                <a:ext uri="{FF2B5EF4-FFF2-40B4-BE49-F238E27FC236}">
                  <a16:creationId xmlns:a16="http://schemas.microsoft.com/office/drawing/2014/main" id="{0F98C378-001B-9C04-EBD1-86627A7F7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4063" y="5726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3" name="Oval 1726">
              <a:extLst>
                <a:ext uri="{FF2B5EF4-FFF2-40B4-BE49-F238E27FC236}">
                  <a16:creationId xmlns:a16="http://schemas.microsoft.com/office/drawing/2014/main" id="{313F2721-D9AF-0497-C49D-2ED3CCE86A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2163" y="5707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4" name="Oval 1727">
              <a:extLst>
                <a:ext uri="{FF2B5EF4-FFF2-40B4-BE49-F238E27FC236}">
                  <a16:creationId xmlns:a16="http://schemas.microsoft.com/office/drawing/2014/main" id="{A90B360A-0256-8795-CF7A-6DF679B0F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8675" y="5703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5" name="Oval 1728">
              <a:extLst>
                <a:ext uri="{FF2B5EF4-FFF2-40B4-BE49-F238E27FC236}">
                  <a16:creationId xmlns:a16="http://schemas.microsoft.com/office/drawing/2014/main" id="{AA2F0447-EFAF-E1FB-0EDC-4C841B73F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8" y="5737226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6" name="Oval 1729">
              <a:extLst>
                <a:ext uri="{FF2B5EF4-FFF2-40B4-BE49-F238E27FC236}">
                  <a16:creationId xmlns:a16="http://schemas.microsoft.com/office/drawing/2014/main" id="{AAA45881-2CE7-E6CF-86EE-4D7CECF9E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1700" y="5768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7" name="Oval 1730">
              <a:extLst>
                <a:ext uri="{FF2B5EF4-FFF2-40B4-BE49-F238E27FC236}">
                  <a16:creationId xmlns:a16="http://schemas.microsoft.com/office/drawing/2014/main" id="{55220CD7-C7C3-0D32-864F-02ABF765D2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6625" y="5830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8" name="Oval 1731">
              <a:extLst>
                <a:ext uri="{FF2B5EF4-FFF2-40B4-BE49-F238E27FC236}">
                  <a16:creationId xmlns:a16="http://schemas.microsoft.com/office/drawing/2014/main" id="{6DDAFBBE-1449-50C6-0D49-83A1C19DE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0675" y="48641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9" name="Oval 1732">
              <a:extLst>
                <a:ext uri="{FF2B5EF4-FFF2-40B4-BE49-F238E27FC236}">
                  <a16:creationId xmlns:a16="http://schemas.microsoft.com/office/drawing/2014/main" id="{92B2FBF1-FDA5-913B-0D8A-E5B128DA0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5438" y="4883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0" name="Oval 1733">
              <a:extLst>
                <a:ext uri="{FF2B5EF4-FFF2-40B4-BE49-F238E27FC236}">
                  <a16:creationId xmlns:a16="http://schemas.microsoft.com/office/drawing/2014/main" id="{080D5F7E-0D7F-30C1-FA97-3EE063C1C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9725" y="49514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1" name="Oval 1734">
              <a:extLst>
                <a:ext uri="{FF2B5EF4-FFF2-40B4-BE49-F238E27FC236}">
                  <a16:creationId xmlns:a16="http://schemas.microsoft.com/office/drawing/2014/main" id="{253B0E79-2718-42D4-CEFA-F7D9CD1BE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3538" y="5024438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2" name="Oval 1735">
              <a:extLst>
                <a:ext uri="{FF2B5EF4-FFF2-40B4-BE49-F238E27FC236}">
                  <a16:creationId xmlns:a16="http://schemas.microsoft.com/office/drawing/2014/main" id="{72B06949-98E5-0CBD-C98C-29D5F0108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2113" y="5059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3" name="Oval 1736">
              <a:extLst>
                <a:ext uri="{FF2B5EF4-FFF2-40B4-BE49-F238E27FC236}">
                  <a16:creationId xmlns:a16="http://schemas.microsoft.com/office/drawing/2014/main" id="{FF02ED10-B6A8-73FB-25BF-BD76EDF68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7038" y="5183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4" name="Oval 1737">
              <a:extLst>
                <a:ext uri="{FF2B5EF4-FFF2-40B4-BE49-F238E27FC236}">
                  <a16:creationId xmlns:a16="http://schemas.microsoft.com/office/drawing/2014/main" id="{2FD50004-F040-E9B8-64E9-581BAB168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5138" y="5254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5" name="Oval 1738">
              <a:extLst>
                <a:ext uri="{FF2B5EF4-FFF2-40B4-BE49-F238E27FC236}">
                  <a16:creationId xmlns:a16="http://schemas.microsoft.com/office/drawing/2014/main" id="{14755F01-3247-CB41-8D29-7209F633C5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6413" y="5302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6" name="Oval 1739">
              <a:extLst>
                <a:ext uri="{FF2B5EF4-FFF2-40B4-BE49-F238E27FC236}">
                  <a16:creationId xmlns:a16="http://schemas.microsoft.com/office/drawing/2014/main" id="{4E37B58B-C638-D9C8-249F-A2595AB4A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9275" y="5353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7" name="Oval 1740">
              <a:extLst>
                <a:ext uri="{FF2B5EF4-FFF2-40B4-BE49-F238E27FC236}">
                  <a16:creationId xmlns:a16="http://schemas.microsoft.com/office/drawing/2014/main" id="{26B4D078-5982-415E-DE9D-B7FFD5B81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3725" y="5414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8" name="Oval 1741">
              <a:extLst>
                <a:ext uri="{FF2B5EF4-FFF2-40B4-BE49-F238E27FC236}">
                  <a16:creationId xmlns:a16="http://schemas.microsoft.com/office/drawing/2014/main" id="{3D6CD3E5-A3F4-E997-FF43-4964ED41B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6588" y="5481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9" name="Oval 1742">
              <a:extLst>
                <a:ext uri="{FF2B5EF4-FFF2-40B4-BE49-F238E27FC236}">
                  <a16:creationId xmlns:a16="http://schemas.microsoft.com/office/drawing/2014/main" id="{15AE2D87-D8BF-4757-74D5-51282061E5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9450" y="5534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0" name="Oval 1743">
              <a:extLst>
                <a:ext uri="{FF2B5EF4-FFF2-40B4-BE49-F238E27FC236}">
                  <a16:creationId xmlns:a16="http://schemas.microsoft.com/office/drawing/2014/main" id="{B5001380-2670-FF30-F0AB-D34AA50FD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2313" y="5700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1" name="Oval 1744">
              <a:extLst>
                <a:ext uri="{FF2B5EF4-FFF2-40B4-BE49-F238E27FC236}">
                  <a16:creationId xmlns:a16="http://schemas.microsoft.com/office/drawing/2014/main" id="{ED5DEE31-8336-C7CC-08A2-2B2427CB0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53588" y="5659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2" name="Oval 1745">
              <a:extLst>
                <a:ext uri="{FF2B5EF4-FFF2-40B4-BE49-F238E27FC236}">
                  <a16:creationId xmlns:a16="http://schemas.microsoft.com/office/drawing/2014/main" id="{2DD6EFAA-6371-5BCF-20A7-543060E80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3275" y="5662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3" name="Oval 1746">
              <a:extLst>
                <a:ext uri="{FF2B5EF4-FFF2-40B4-BE49-F238E27FC236}">
                  <a16:creationId xmlns:a16="http://schemas.microsoft.com/office/drawing/2014/main" id="{BEB750FC-A87C-0D2B-167E-ED44B4EAD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2963" y="5743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4" name="Oval 1747">
              <a:extLst>
                <a:ext uri="{FF2B5EF4-FFF2-40B4-BE49-F238E27FC236}">
                  <a16:creationId xmlns:a16="http://schemas.microsoft.com/office/drawing/2014/main" id="{92E3D85E-A510-46C9-E351-AF444D000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9475" y="5815013"/>
              <a:ext cx="14288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5" name="Oval 1748">
              <a:extLst>
                <a:ext uri="{FF2B5EF4-FFF2-40B4-BE49-F238E27FC236}">
                  <a16:creationId xmlns:a16="http://schemas.microsoft.com/office/drawing/2014/main" id="{5CBA22EB-530A-4CC7-B846-C98AD974C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8600" y="4694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6" name="Oval 1749">
              <a:extLst>
                <a:ext uri="{FF2B5EF4-FFF2-40B4-BE49-F238E27FC236}">
                  <a16:creationId xmlns:a16="http://schemas.microsoft.com/office/drawing/2014/main" id="{7A31090B-3374-0105-7C53-137BF9CA10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4950" y="4718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7" name="Oval 1750">
              <a:extLst>
                <a:ext uri="{FF2B5EF4-FFF2-40B4-BE49-F238E27FC236}">
                  <a16:creationId xmlns:a16="http://schemas.microsoft.com/office/drawing/2014/main" id="{FB488C27-7477-3DEE-05E3-1B1379915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2413" y="4802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8" name="Oval 1751">
              <a:extLst>
                <a:ext uri="{FF2B5EF4-FFF2-40B4-BE49-F238E27FC236}">
                  <a16:creationId xmlns:a16="http://schemas.microsoft.com/office/drawing/2014/main" id="{3FF343ED-7864-75FB-5C37-53CE18693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0988" y="4879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9" name="Oval 1752">
              <a:extLst>
                <a:ext uri="{FF2B5EF4-FFF2-40B4-BE49-F238E27FC236}">
                  <a16:creationId xmlns:a16="http://schemas.microsoft.com/office/drawing/2014/main" id="{33942F89-8967-FC40-59B3-D624AF199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5913" y="5027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0" name="Oval 1753">
              <a:extLst>
                <a:ext uri="{FF2B5EF4-FFF2-40B4-BE49-F238E27FC236}">
                  <a16:creationId xmlns:a16="http://schemas.microsoft.com/office/drawing/2014/main" id="{368274E5-C289-DB93-ABBD-B61358F99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8775" y="5186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1" name="Oval 1754">
              <a:extLst>
                <a:ext uri="{FF2B5EF4-FFF2-40B4-BE49-F238E27FC236}">
                  <a16:creationId xmlns:a16="http://schemas.microsoft.com/office/drawing/2014/main" id="{F22A70A6-F3EA-CBE0-8F4D-4DD3B4F25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3225" y="5175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2" name="Oval 1755">
              <a:extLst>
                <a:ext uri="{FF2B5EF4-FFF2-40B4-BE49-F238E27FC236}">
                  <a16:creationId xmlns:a16="http://schemas.microsoft.com/office/drawing/2014/main" id="{96C8A552-496E-2DCB-918C-4EE070E2D6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2438" y="5248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3" name="Oval 1756">
              <a:extLst>
                <a:ext uri="{FF2B5EF4-FFF2-40B4-BE49-F238E27FC236}">
                  <a16:creationId xmlns:a16="http://schemas.microsoft.com/office/drawing/2014/main" id="{A7CA9D89-F7A6-5224-0178-F444B4A75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0063" y="5337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4" name="Oval 1757">
              <a:extLst>
                <a:ext uri="{FF2B5EF4-FFF2-40B4-BE49-F238E27FC236}">
                  <a16:creationId xmlns:a16="http://schemas.microsoft.com/office/drawing/2014/main" id="{08E2E9C7-A1FE-E3B7-9F23-62976BDDF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9275" y="5373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5" name="Oval 1758">
              <a:extLst>
                <a:ext uri="{FF2B5EF4-FFF2-40B4-BE49-F238E27FC236}">
                  <a16:creationId xmlns:a16="http://schemas.microsoft.com/office/drawing/2014/main" id="{5D287478-402B-96EC-7929-8620E5ED12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8488" y="5445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6" name="Oval 1759">
              <a:extLst>
                <a:ext uri="{FF2B5EF4-FFF2-40B4-BE49-F238E27FC236}">
                  <a16:creationId xmlns:a16="http://schemas.microsoft.com/office/drawing/2014/main" id="{1E19BD03-0221-66D8-61E3-F29A8C14C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525" y="5510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7" name="Oval 1760">
              <a:extLst>
                <a:ext uri="{FF2B5EF4-FFF2-40B4-BE49-F238E27FC236}">
                  <a16:creationId xmlns:a16="http://schemas.microsoft.com/office/drawing/2014/main" id="{B4CF7CB5-F64E-5F2D-356E-06DBAE53A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0563" y="5691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8" name="Oval 1761">
              <a:extLst>
                <a:ext uri="{FF2B5EF4-FFF2-40B4-BE49-F238E27FC236}">
                  <a16:creationId xmlns:a16="http://schemas.microsoft.com/office/drawing/2014/main" id="{3B7939DC-0738-9FB9-5F59-26334FA44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5013" y="5661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9" name="Oval 1762">
              <a:extLst>
                <a:ext uri="{FF2B5EF4-FFF2-40B4-BE49-F238E27FC236}">
                  <a16:creationId xmlns:a16="http://schemas.microsoft.com/office/drawing/2014/main" id="{BAF89C83-A048-222B-3FFC-8ABEFFF76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7875" y="5637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0" name="Oval 1763">
              <a:extLst>
                <a:ext uri="{FF2B5EF4-FFF2-40B4-BE49-F238E27FC236}">
                  <a16:creationId xmlns:a16="http://schemas.microsoft.com/office/drawing/2014/main" id="{6D786EDD-23C5-9961-AB16-BCBF58F1F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8" y="5678488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1" name="Oval 1764">
              <a:extLst>
                <a:ext uri="{FF2B5EF4-FFF2-40B4-BE49-F238E27FC236}">
                  <a16:creationId xmlns:a16="http://schemas.microsoft.com/office/drawing/2014/main" id="{5680F1C7-E451-E469-704E-2C17AA45B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0425" y="57673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2" name="Oval 1765">
              <a:extLst>
                <a:ext uri="{FF2B5EF4-FFF2-40B4-BE49-F238E27FC236}">
                  <a16:creationId xmlns:a16="http://schemas.microsoft.com/office/drawing/2014/main" id="{407E1FAA-434F-704E-C16A-09A5784757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8525" y="5822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3" name="Oval 1766">
              <a:extLst>
                <a:ext uri="{FF2B5EF4-FFF2-40B4-BE49-F238E27FC236}">
                  <a16:creationId xmlns:a16="http://schemas.microsoft.com/office/drawing/2014/main" id="{7916C23D-3959-5ACE-86F9-E80D2E9BF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3825" y="4494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4" name="Oval 1767">
              <a:extLst>
                <a:ext uri="{FF2B5EF4-FFF2-40B4-BE49-F238E27FC236}">
                  <a16:creationId xmlns:a16="http://schemas.microsoft.com/office/drawing/2014/main" id="{2E2D0C63-3530-6028-8ACE-7366C6B3F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1763" y="4541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5" name="Oval 1768">
              <a:extLst>
                <a:ext uri="{FF2B5EF4-FFF2-40B4-BE49-F238E27FC236}">
                  <a16:creationId xmlns:a16="http://schemas.microsoft.com/office/drawing/2014/main" id="{34B770B6-7BA2-1FF5-89AC-AF2A6D4E9A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5575" y="46704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6" name="Oval 1769">
              <a:extLst>
                <a:ext uri="{FF2B5EF4-FFF2-40B4-BE49-F238E27FC236}">
                  <a16:creationId xmlns:a16="http://schemas.microsoft.com/office/drawing/2014/main" id="{ECA43085-DE60-7FA3-2FBE-3D333D00E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80500" y="4773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7" name="Oval 1770">
              <a:extLst>
                <a:ext uri="{FF2B5EF4-FFF2-40B4-BE49-F238E27FC236}">
                  <a16:creationId xmlns:a16="http://schemas.microsoft.com/office/drawing/2014/main" id="{3013352E-74B8-7915-9B51-30566271D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4950" y="4845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8" name="Oval 1771">
              <a:extLst>
                <a:ext uri="{FF2B5EF4-FFF2-40B4-BE49-F238E27FC236}">
                  <a16:creationId xmlns:a16="http://schemas.microsoft.com/office/drawing/2014/main" id="{732D321C-7DCC-AE6B-2ADE-190A32436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5750" y="4962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9" name="Oval 1772">
              <a:extLst>
                <a:ext uri="{FF2B5EF4-FFF2-40B4-BE49-F238E27FC236}">
                  <a16:creationId xmlns:a16="http://schemas.microsoft.com/office/drawing/2014/main" id="{2B80A3F9-D880-393C-25DD-BBEE14E2D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9725" y="5038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0" name="Oval 1773">
              <a:extLst>
                <a:ext uri="{FF2B5EF4-FFF2-40B4-BE49-F238E27FC236}">
                  <a16:creationId xmlns:a16="http://schemas.microsoft.com/office/drawing/2014/main" id="{734B19AF-C2EA-9A8C-4970-2B5DEC0BB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6875" y="5178426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1" name="Oval 1774">
              <a:extLst>
                <a:ext uri="{FF2B5EF4-FFF2-40B4-BE49-F238E27FC236}">
                  <a16:creationId xmlns:a16="http://schemas.microsoft.com/office/drawing/2014/main" id="{7C4F360C-74C0-FFD4-6DDE-7359FDDD1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2438" y="53006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2" name="Oval 1775">
              <a:extLst>
                <a:ext uri="{FF2B5EF4-FFF2-40B4-BE49-F238E27FC236}">
                  <a16:creationId xmlns:a16="http://schemas.microsoft.com/office/drawing/2014/main" id="{FB7BA31A-AC80-FC68-FE61-C0084E2C9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6413" y="5353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3" name="Oval 1776">
              <a:extLst>
                <a:ext uri="{FF2B5EF4-FFF2-40B4-BE49-F238E27FC236}">
                  <a16:creationId xmlns:a16="http://schemas.microsoft.com/office/drawing/2014/main" id="{06A45896-29B2-9BBB-54A2-28740E662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0388" y="5413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4" name="Oval 1777">
              <a:extLst>
                <a:ext uri="{FF2B5EF4-FFF2-40B4-BE49-F238E27FC236}">
                  <a16:creationId xmlns:a16="http://schemas.microsoft.com/office/drawing/2014/main" id="{6026DD1C-2CAF-F263-EEEE-8B9CF4210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1188" y="5487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5" name="Oval 1778">
              <a:extLst>
                <a:ext uri="{FF2B5EF4-FFF2-40B4-BE49-F238E27FC236}">
                  <a16:creationId xmlns:a16="http://schemas.microsoft.com/office/drawing/2014/main" id="{CBFE0D89-8281-8BAE-A1E7-F60F9673F1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988" y="5635626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6" name="Oval 1779">
              <a:extLst>
                <a:ext uri="{FF2B5EF4-FFF2-40B4-BE49-F238E27FC236}">
                  <a16:creationId xmlns:a16="http://schemas.microsoft.com/office/drawing/2014/main" id="{74525802-9E21-4097-3FB2-53CC5DE9E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613" y="5661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7" name="Oval 1780">
              <a:extLst>
                <a:ext uri="{FF2B5EF4-FFF2-40B4-BE49-F238E27FC236}">
                  <a16:creationId xmlns:a16="http://schemas.microsoft.com/office/drawing/2014/main" id="{1ED6AEEA-FF36-5A20-9849-0DC104530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5650" y="5668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8" name="Oval 1781">
              <a:extLst>
                <a:ext uri="{FF2B5EF4-FFF2-40B4-BE49-F238E27FC236}">
                  <a16:creationId xmlns:a16="http://schemas.microsoft.com/office/drawing/2014/main" id="{8C71C6C8-D705-1B7E-47F1-7BEB884B2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8513" y="565785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9" name="Oval 1782">
              <a:extLst>
                <a:ext uri="{FF2B5EF4-FFF2-40B4-BE49-F238E27FC236}">
                  <a16:creationId xmlns:a16="http://schemas.microsoft.com/office/drawing/2014/main" id="{0B1011AA-8F3E-71B3-FF89-5DFE01E16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1375" y="5661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0" name="Oval 1783">
              <a:extLst>
                <a:ext uri="{FF2B5EF4-FFF2-40B4-BE49-F238E27FC236}">
                  <a16:creationId xmlns:a16="http://schemas.microsoft.com/office/drawing/2014/main" id="{14E222F2-1D53-A7E9-41F8-2AE22DA3B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1063" y="5759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1" name="Oval 1784">
              <a:extLst>
                <a:ext uri="{FF2B5EF4-FFF2-40B4-BE49-F238E27FC236}">
                  <a16:creationId xmlns:a16="http://schemas.microsoft.com/office/drawing/2014/main" id="{FE980280-0AEC-4B2B-BF4C-B2CA66264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82188" y="5824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2" name="Oval 1785">
              <a:extLst>
                <a:ext uri="{FF2B5EF4-FFF2-40B4-BE49-F238E27FC236}">
                  <a16:creationId xmlns:a16="http://schemas.microsoft.com/office/drawing/2014/main" id="{E613B02A-011A-24CA-1D2B-6AD3138B7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3175" y="4294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3" name="Oval 1786">
              <a:extLst>
                <a:ext uri="{FF2B5EF4-FFF2-40B4-BE49-F238E27FC236}">
                  <a16:creationId xmlns:a16="http://schemas.microsoft.com/office/drawing/2014/main" id="{9DBB925E-D208-27A4-CF9A-E8EE55BFB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4288" y="4384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4" name="Oval 1787">
              <a:extLst>
                <a:ext uri="{FF2B5EF4-FFF2-40B4-BE49-F238E27FC236}">
                  <a16:creationId xmlns:a16="http://schemas.microsoft.com/office/drawing/2014/main" id="{F48DD24A-1FDE-FE0C-3F76-6AA4A52B21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4450" y="454660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5" name="Oval 1788">
              <a:extLst>
                <a:ext uri="{FF2B5EF4-FFF2-40B4-BE49-F238E27FC236}">
                  <a16:creationId xmlns:a16="http://schemas.microsoft.com/office/drawing/2014/main" id="{F96E416F-A209-04F7-7DAA-2A97BD57C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0488" y="4668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6" name="Oval 1789">
              <a:extLst>
                <a:ext uri="{FF2B5EF4-FFF2-40B4-BE49-F238E27FC236}">
                  <a16:creationId xmlns:a16="http://schemas.microsoft.com/office/drawing/2014/main" id="{AF43AAC5-413E-3376-8C69-6C8355792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7638" y="4722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7" name="Oval 1790">
              <a:extLst>
                <a:ext uri="{FF2B5EF4-FFF2-40B4-BE49-F238E27FC236}">
                  <a16:creationId xmlns:a16="http://schemas.microsoft.com/office/drawing/2014/main" id="{C9D80EEC-0C36-7D09-C907-6648C5A2BA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9550" y="48006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8" name="Oval 1791">
              <a:extLst>
                <a:ext uri="{FF2B5EF4-FFF2-40B4-BE49-F238E27FC236}">
                  <a16:creationId xmlns:a16="http://schemas.microsoft.com/office/drawing/2014/main" id="{628F4F68-2936-953B-906B-9C2CDE0B15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4638" y="4940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9" name="Oval 1792">
              <a:extLst>
                <a:ext uri="{FF2B5EF4-FFF2-40B4-BE49-F238E27FC236}">
                  <a16:creationId xmlns:a16="http://schemas.microsoft.com/office/drawing/2014/main" id="{496A71D8-F97C-6FCD-98C1-C4B118A32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9725" y="5122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0" name="Oval 1793">
              <a:extLst>
                <a:ext uri="{FF2B5EF4-FFF2-40B4-BE49-F238E27FC236}">
                  <a16:creationId xmlns:a16="http://schemas.microsoft.com/office/drawing/2014/main" id="{74BF96E3-DA7F-F306-FD51-56B967B67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3225" y="52197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1" name="Oval 1794">
              <a:extLst>
                <a:ext uri="{FF2B5EF4-FFF2-40B4-BE49-F238E27FC236}">
                  <a16:creationId xmlns:a16="http://schemas.microsoft.com/office/drawing/2014/main" id="{07855DFD-8D9E-7171-CA64-4FFBEB994D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5138" y="5262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2" name="Oval 1795">
              <a:extLst>
                <a:ext uri="{FF2B5EF4-FFF2-40B4-BE49-F238E27FC236}">
                  <a16:creationId xmlns:a16="http://schemas.microsoft.com/office/drawing/2014/main" id="{2FB0BBA3-C41A-1E48-3A91-A0000D6370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3875" y="5351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3" name="Oval 1796">
              <a:extLst>
                <a:ext uri="{FF2B5EF4-FFF2-40B4-BE49-F238E27FC236}">
                  <a16:creationId xmlns:a16="http://schemas.microsoft.com/office/drawing/2014/main" id="{4516016F-3186-4C88-9ED7-10875BA03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1025" y="5434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4" name="Oval 1797">
              <a:extLst>
                <a:ext uri="{FF2B5EF4-FFF2-40B4-BE49-F238E27FC236}">
                  <a16:creationId xmlns:a16="http://schemas.microsoft.com/office/drawing/2014/main" id="{8A9ADB8B-A134-20E8-9729-91E8F1C042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5000" y="5538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5" name="Oval 1798">
              <a:extLst>
                <a:ext uri="{FF2B5EF4-FFF2-40B4-BE49-F238E27FC236}">
                  <a16:creationId xmlns:a16="http://schemas.microsoft.com/office/drawing/2014/main" id="{BF42ED5F-BFEF-E3E2-863D-1A5424A4F2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5800" y="5621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6" name="Oval 1799">
              <a:extLst>
                <a:ext uri="{FF2B5EF4-FFF2-40B4-BE49-F238E27FC236}">
                  <a16:creationId xmlns:a16="http://schemas.microsoft.com/office/drawing/2014/main" id="{2590F4DA-AEEC-0B2F-4D74-9BBD76F81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3425" y="570865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7" name="Oval 1800">
              <a:extLst>
                <a:ext uri="{FF2B5EF4-FFF2-40B4-BE49-F238E27FC236}">
                  <a16:creationId xmlns:a16="http://schemas.microsoft.com/office/drawing/2014/main" id="{A6AF8E37-EE2C-D11F-331A-F8798382D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9463" y="5702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8" name="Oval 1801">
              <a:extLst>
                <a:ext uri="{FF2B5EF4-FFF2-40B4-BE49-F238E27FC236}">
                  <a16:creationId xmlns:a16="http://schemas.microsoft.com/office/drawing/2014/main" id="{EE5B5D6C-8887-A7DC-5334-1A79006EB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3913" y="5688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9" name="Oval 1802">
              <a:extLst>
                <a:ext uri="{FF2B5EF4-FFF2-40B4-BE49-F238E27FC236}">
                  <a16:creationId xmlns:a16="http://schemas.microsoft.com/office/drawing/2014/main" id="{17A7E394-FB32-47FB-CC1A-C1A00E70DF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8" y="5697538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0" name="Oval 1803">
              <a:extLst>
                <a:ext uri="{FF2B5EF4-FFF2-40B4-BE49-F238E27FC236}">
                  <a16:creationId xmlns:a16="http://schemas.microsoft.com/office/drawing/2014/main" id="{0363A607-4B2E-2478-DB56-BB31AAF52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6463" y="57419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1" name="Oval 1804">
              <a:extLst>
                <a:ext uri="{FF2B5EF4-FFF2-40B4-BE49-F238E27FC236}">
                  <a16:creationId xmlns:a16="http://schemas.microsoft.com/office/drawing/2014/main" id="{0D7E363D-2B0F-A53F-9DF9-89245A6B1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4563" y="5762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2" name="Oval 1805">
              <a:extLst>
                <a:ext uri="{FF2B5EF4-FFF2-40B4-BE49-F238E27FC236}">
                  <a16:creationId xmlns:a16="http://schemas.microsoft.com/office/drawing/2014/main" id="{A193C2D4-96B0-F680-0419-910766F04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1075" y="5781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3" name="Oval 1806">
              <a:extLst>
                <a:ext uri="{FF2B5EF4-FFF2-40B4-BE49-F238E27FC236}">
                  <a16:creationId xmlns:a16="http://schemas.microsoft.com/office/drawing/2014/main" id="{6DF9A03C-90E6-59DF-EF69-3BBF38C22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300" y="40878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4" name="Oval 1807">
              <a:extLst>
                <a:ext uri="{FF2B5EF4-FFF2-40B4-BE49-F238E27FC236}">
                  <a16:creationId xmlns:a16="http://schemas.microsoft.com/office/drawing/2014/main" id="{D789134F-D558-27F2-9E58-41D2595A6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6175" y="4178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5" name="Oval 1808">
              <a:extLst>
                <a:ext uri="{FF2B5EF4-FFF2-40B4-BE49-F238E27FC236}">
                  <a16:creationId xmlns:a16="http://schemas.microsoft.com/office/drawing/2014/main" id="{1E6E0B1D-729F-2738-10A9-C9E6BB338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038" y="4351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6" name="Oval 1809">
              <a:extLst>
                <a:ext uri="{FF2B5EF4-FFF2-40B4-BE49-F238E27FC236}">
                  <a16:creationId xmlns:a16="http://schemas.microsoft.com/office/drawing/2014/main" id="{7A794D45-C9E1-D83C-A9C8-F85F37BD2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0950" y="4497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7" name="Oval 1810">
              <a:extLst>
                <a:ext uri="{FF2B5EF4-FFF2-40B4-BE49-F238E27FC236}">
                  <a16:creationId xmlns:a16="http://schemas.microsoft.com/office/drawing/2014/main" id="{04D4C746-9F65-AAB1-200B-F1F19DE7C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3975" y="4624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8" name="Oval 1811">
              <a:extLst>
                <a:ext uri="{FF2B5EF4-FFF2-40B4-BE49-F238E27FC236}">
                  <a16:creationId xmlns:a16="http://schemas.microsoft.com/office/drawing/2014/main" id="{8CA57241-713F-7DC1-8242-EA187C511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1763" y="4760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9" name="Oval 1812">
              <a:extLst>
                <a:ext uri="{FF2B5EF4-FFF2-40B4-BE49-F238E27FC236}">
                  <a16:creationId xmlns:a16="http://schemas.microsoft.com/office/drawing/2014/main" id="{BB5C01D4-C79B-7C2A-0CE3-C38F9CDFD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9550" y="4908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0" name="Oval 1813">
              <a:extLst>
                <a:ext uri="{FF2B5EF4-FFF2-40B4-BE49-F238E27FC236}">
                  <a16:creationId xmlns:a16="http://schemas.microsoft.com/office/drawing/2014/main" id="{42411D12-9403-9844-4442-814E008AAB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5750" y="506095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1" name="Oval 1814">
              <a:extLst>
                <a:ext uri="{FF2B5EF4-FFF2-40B4-BE49-F238E27FC236}">
                  <a16:creationId xmlns:a16="http://schemas.microsoft.com/office/drawing/2014/main" id="{D0424629-29F4-F6E4-4FE6-6796D5145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8775" y="5121276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2" name="Oval 1815">
              <a:extLst>
                <a:ext uri="{FF2B5EF4-FFF2-40B4-BE49-F238E27FC236}">
                  <a16:creationId xmlns:a16="http://schemas.microsoft.com/office/drawing/2014/main" id="{FD83448E-0C32-D380-A185-BBE7F9E1A4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7038" y="5183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3" name="Oval 1816">
              <a:extLst>
                <a:ext uri="{FF2B5EF4-FFF2-40B4-BE49-F238E27FC236}">
                  <a16:creationId xmlns:a16="http://schemas.microsoft.com/office/drawing/2014/main" id="{9740DFBC-9618-7EFE-1CB1-4E8FD0E92A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2125" y="5289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4" name="Oval 1817">
              <a:extLst>
                <a:ext uri="{FF2B5EF4-FFF2-40B4-BE49-F238E27FC236}">
                  <a16:creationId xmlns:a16="http://schemas.microsoft.com/office/drawing/2014/main" id="{0E058967-A384-C6C7-2DFE-E2810C4E1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2450" y="5403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5" name="Oval 1818">
              <a:extLst>
                <a:ext uri="{FF2B5EF4-FFF2-40B4-BE49-F238E27FC236}">
                  <a16:creationId xmlns:a16="http://schemas.microsoft.com/office/drawing/2014/main" id="{4E2C08BC-AC9A-C3C0-04E1-553EC9679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9600" y="5454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6" name="Oval 1819">
              <a:extLst>
                <a:ext uri="{FF2B5EF4-FFF2-40B4-BE49-F238E27FC236}">
                  <a16:creationId xmlns:a16="http://schemas.microsoft.com/office/drawing/2014/main" id="{5722AB6A-DA81-C4DD-AABA-819CD20E1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3575" y="5554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7" name="Oval 1820">
              <a:extLst>
                <a:ext uri="{FF2B5EF4-FFF2-40B4-BE49-F238E27FC236}">
                  <a16:creationId xmlns:a16="http://schemas.microsoft.com/office/drawing/2014/main" id="{19AA5AB9-B9E5-46CD-4712-E4DAA57E4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4375" y="5629276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8" name="Oval 1821">
              <a:extLst>
                <a:ext uri="{FF2B5EF4-FFF2-40B4-BE49-F238E27FC236}">
                  <a16:creationId xmlns:a16="http://schemas.microsoft.com/office/drawing/2014/main" id="{169AA449-246A-F0BE-953D-69FB06C4CD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53588" y="5724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9" name="Oval 1822">
              <a:extLst>
                <a:ext uri="{FF2B5EF4-FFF2-40B4-BE49-F238E27FC236}">
                  <a16:creationId xmlns:a16="http://schemas.microsoft.com/office/drawing/2014/main" id="{A066780A-25CC-D42C-D8A8-8B711F93A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9625" y="5753101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0" name="Oval 1823">
              <a:extLst>
                <a:ext uri="{FF2B5EF4-FFF2-40B4-BE49-F238E27FC236}">
                  <a16:creationId xmlns:a16="http://schemas.microsoft.com/office/drawing/2014/main" id="{2A2650BF-BA8B-7384-40E5-401ABD628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2488" y="5695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1" name="Oval 1824">
              <a:extLst>
                <a:ext uri="{FF2B5EF4-FFF2-40B4-BE49-F238E27FC236}">
                  <a16:creationId xmlns:a16="http://schemas.microsoft.com/office/drawing/2014/main" id="{D4DB056B-1494-BEFD-9151-86BD406EA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3763" y="5735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2" name="Oval 1825">
              <a:extLst>
                <a:ext uri="{FF2B5EF4-FFF2-40B4-BE49-F238E27FC236}">
                  <a16:creationId xmlns:a16="http://schemas.microsoft.com/office/drawing/2014/main" id="{F1E24982-9E6B-7DAF-9830-89C188C963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3450" y="5730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3" name="Oval 1826">
              <a:extLst>
                <a:ext uri="{FF2B5EF4-FFF2-40B4-BE49-F238E27FC236}">
                  <a16:creationId xmlns:a16="http://schemas.microsoft.com/office/drawing/2014/main" id="{D51E5626-9F52-E832-3229-593943B52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1550" y="57658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4" name="Oval 1827">
              <a:extLst>
                <a:ext uri="{FF2B5EF4-FFF2-40B4-BE49-F238E27FC236}">
                  <a16:creationId xmlns:a16="http://schemas.microsoft.com/office/drawing/2014/main" id="{2A59BF0C-3C73-255C-1989-ED261E2BF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5675" y="39084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5" name="Oval 1828">
              <a:extLst>
                <a:ext uri="{FF2B5EF4-FFF2-40B4-BE49-F238E27FC236}">
                  <a16:creationId xmlns:a16="http://schemas.microsoft.com/office/drawing/2014/main" id="{96FCF69B-4F98-D41A-92EA-98E788474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9488" y="4013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6" name="Oval 1829">
              <a:extLst>
                <a:ext uri="{FF2B5EF4-FFF2-40B4-BE49-F238E27FC236}">
                  <a16:creationId xmlns:a16="http://schemas.microsoft.com/office/drawing/2014/main" id="{5614ED26-80ED-0C01-3788-23D25EBBA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2988" y="41560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7" name="Oval 1830">
              <a:extLst>
                <a:ext uri="{FF2B5EF4-FFF2-40B4-BE49-F238E27FC236}">
                  <a16:creationId xmlns:a16="http://schemas.microsoft.com/office/drawing/2014/main" id="{7332F28F-6189-F468-5C2C-94A3C577F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300" y="4386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8" name="Oval 1831">
              <a:extLst>
                <a:ext uri="{FF2B5EF4-FFF2-40B4-BE49-F238E27FC236}">
                  <a16:creationId xmlns:a16="http://schemas.microsoft.com/office/drawing/2014/main" id="{92431814-ACC8-066C-C2E2-B0C50C160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7138" y="4587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9" name="Oval 1832">
              <a:extLst>
                <a:ext uri="{FF2B5EF4-FFF2-40B4-BE49-F238E27FC236}">
                  <a16:creationId xmlns:a16="http://schemas.microsoft.com/office/drawing/2014/main" id="{95EF1398-BC56-F9D1-5830-1BD533078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3975" y="4689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0" name="Oval 1833">
              <a:extLst>
                <a:ext uri="{FF2B5EF4-FFF2-40B4-BE49-F238E27FC236}">
                  <a16:creationId xmlns:a16="http://schemas.microsoft.com/office/drawing/2014/main" id="{FEB18484-C4B2-64DE-00E1-D194D15DE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7638" y="4859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1" name="Oval 1834">
              <a:extLst>
                <a:ext uri="{FF2B5EF4-FFF2-40B4-BE49-F238E27FC236}">
                  <a16:creationId xmlns:a16="http://schemas.microsoft.com/office/drawing/2014/main" id="{2E5EC388-4215-7207-BF2A-5A2FD70B4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4950" y="4960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2" name="Oval 1835">
              <a:extLst>
                <a:ext uri="{FF2B5EF4-FFF2-40B4-BE49-F238E27FC236}">
                  <a16:creationId xmlns:a16="http://schemas.microsoft.com/office/drawing/2014/main" id="{B5F5D58A-B577-2FFE-3EF9-905A87729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5913" y="49990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3" name="Oval 1836">
              <a:extLst>
                <a:ext uri="{FF2B5EF4-FFF2-40B4-BE49-F238E27FC236}">
                  <a16:creationId xmlns:a16="http://schemas.microsoft.com/office/drawing/2014/main" id="{6A9B3068-C12F-B57D-49A4-12A7FE91F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2113" y="51022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4" name="Oval 1837">
              <a:extLst>
                <a:ext uri="{FF2B5EF4-FFF2-40B4-BE49-F238E27FC236}">
                  <a16:creationId xmlns:a16="http://schemas.microsoft.com/office/drawing/2014/main" id="{E49393A4-5197-3065-883E-B47CD94051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1963" y="5226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5" name="Oval 1838">
              <a:extLst>
                <a:ext uri="{FF2B5EF4-FFF2-40B4-BE49-F238E27FC236}">
                  <a16:creationId xmlns:a16="http://schemas.microsoft.com/office/drawing/2014/main" id="{9D94148A-FF60-B525-CD61-9AB1AC837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7050" y="5330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6" name="Oval 1839">
              <a:extLst>
                <a:ext uri="{FF2B5EF4-FFF2-40B4-BE49-F238E27FC236}">
                  <a16:creationId xmlns:a16="http://schemas.microsoft.com/office/drawing/2014/main" id="{A67D2FE9-766C-0B33-10EA-AD4EDF777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8963" y="5394326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7" name="Oval 1840">
              <a:extLst>
                <a:ext uri="{FF2B5EF4-FFF2-40B4-BE49-F238E27FC236}">
                  <a16:creationId xmlns:a16="http://schemas.microsoft.com/office/drawing/2014/main" id="{D5157906-757A-FD4D-EAE3-1207468A1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525" y="5453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8" name="Oval 1841">
              <a:extLst>
                <a:ext uri="{FF2B5EF4-FFF2-40B4-BE49-F238E27FC236}">
                  <a16:creationId xmlns:a16="http://schemas.microsoft.com/office/drawing/2014/main" id="{9BA325FF-42EF-9BD3-C400-E832EECB4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8500" y="55594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9" name="Oval 1842">
              <a:extLst>
                <a:ext uri="{FF2B5EF4-FFF2-40B4-BE49-F238E27FC236}">
                  <a16:creationId xmlns:a16="http://schemas.microsoft.com/office/drawing/2014/main" id="{180F1E91-D138-C21D-BAE1-16C13A733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9300" y="5691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0" name="Oval 1843">
              <a:extLst>
                <a:ext uri="{FF2B5EF4-FFF2-40B4-BE49-F238E27FC236}">
                  <a16:creationId xmlns:a16="http://schemas.microsoft.com/office/drawing/2014/main" id="{A705CE82-8CDE-B607-36A4-C1F745817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6925" y="5722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1" name="Oval 1844">
              <a:extLst>
                <a:ext uri="{FF2B5EF4-FFF2-40B4-BE49-F238E27FC236}">
                  <a16:creationId xmlns:a16="http://schemas.microsoft.com/office/drawing/2014/main" id="{4D0D5071-2D4D-803F-E279-2A66BEFD3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1375" y="57213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2" name="Oval 1845">
              <a:extLst>
                <a:ext uri="{FF2B5EF4-FFF2-40B4-BE49-F238E27FC236}">
                  <a16:creationId xmlns:a16="http://schemas.microsoft.com/office/drawing/2014/main" id="{A47E9A65-1ADE-3975-FE4B-DC436976A8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4238" y="5786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3" name="Oval 1846">
              <a:extLst>
                <a:ext uri="{FF2B5EF4-FFF2-40B4-BE49-F238E27FC236}">
                  <a16:creationId xmlns:a16="http://schemas.microsoft.com/office/drawing/2014/main" id="{82F44EA9-80A2-B402-A455-767CA194D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13925" y="5789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4" name="Oval 1847">
              <a:extLst>
                <a:ext uri="{FF2B5EF4-FFF2-40B4-BE49-F238E27FC236}">
                  <a16:creationId xmlns:a16="http://schemas.microsoft.com/office/drawing/2014/main" id="{DB3C15DD-5CD6-188B-6863-CE52E4E23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52025" y="5808663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5" name="Oval 1848">
              <a:extLst>
                <a:ext uri="{FF2B5EF4-FFF2-40B4-BE49-F238E27FC236}">
                  <a16:creationId xmlns:a16="http://schemas.microsoft.com/office/drawing/2014/main" id="{2099D78A-DEEE-4939-3547-E8EF07765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250" y="3743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6" name="Oval 1849">
              <a:extLst>
                <a:ext uri="{FF2B5EF4-FFF2-40B4-BE49-F238E27FC236}">
                  <a16:creationId xmlns:a16="http://schemas.microsoft.com/office/drawing/2014/main" id="{A67D175B-9E49-D940-3A8B-56F64BC479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1525" y="3894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7" name="Oval 1850">
              <a:extLst>
                <a:ext uri="{FF2B5EF4-FFF2-40B4-BE49-F238E27FC236}">
                  <a16:creationId xmlns:a16="http://schemas.microsoft.com/office/drawing/2014/main" id="{AC3720EB-C2AE-382C-2F9F-D7E90AF27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4713" y="4011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8" name="Oval 1851">
              <a:extLst>
                <a:ext uri="{FF2B5EF4-FFF2-40B4-BE49-F238E27FC236}">
                  <a16:creationId xmlns:a16="http://schemas.microsoft.com/office/drawing/2014/main" id="{F44CA6DA-9BB5-A25A-7B9E-FC85E4886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21713" y="4216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9" name="Oval 1852">
              <a:extLst>
                <a:ext uri="{FF2B5EF4-FFF2-40B4-BE49-F238E27FC236}">
                  <a16:creationId xmlns:a16="http://schemas.microsoft.com/office/drawing/2014/main" id="{29571EA9-FCE7-2D5B-550C-000625ADF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300" y="4518026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0" name="Oval 1853">
              <a:extLst>
                <a:ext uri="{FF2B5EF4-FFF2-40B4-BE49-F238E27FC236}">
                  <a16:creationId xmlns:a16="http://schemas.microsoft.com/office/drawing/2014/main" id="{1D892FB9-C346-27A9-B878-C061F54EC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0950" y="4668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1" name="Oval 1854">
              <a:extLst>
                <a:ext uri="{FF2B5EF4-FFF2-40B4-BE49-F238E27FC236}">
                  <a16:creationId xmlns:a16="http://schemas.microsoft.com/office/drawing/2014/main" id="{C49ABE82-2121-DFB2-8AC1-10F17805B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0488" y="4784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2" name="Oval 1855">
              <a:extLst>
                <a:ext uri="{FF2B5EF4-FFF2-40B4-BE49-F238E27FC236}">
                  <a16:creationId xmlns:a16="http://schemas.microsoft.com/office/drawing/2014/main" id="{C146A70C-ED87-48FD-B1A9-79746D270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80500" y="4854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3" name="Oval 1856">
              <a:extLst>
                <a:ext uri="{FF2B5EF4-FFF2-40B4-BE49-F238E27FC236}">
                  <a16:creationId xmlns:a16="http://schemas.microsoft.com/office/drawing/2014/main" id="{1ACA9496-8B4B-703C-B1A8-E9E22BF96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0988" y="4916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4" name="Oval 1857">
              <a:extLst>
                <a:ext uri="{FF2B5EF4-FFF2-40B4-BE49-F238E27FC236}">
                  <a16:creationId xmlns:a16="http://schemas.microsoft.com/office/drawing/2014/main" id="{486BF404-5A69-612D-A1A9-928B9675B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3538" y="5062538"/>
              <a:ext cx="11113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5" name="Oval 1858">
              <a:extLst>
                <a:ext uri="{FF2B5EF4-FFF2-40B4-BE49-F238E27FC236}">
                  <a16:creationId xmlns:a16="http://schemas.microsoft.com/office/drawing/2014/main" id="{9763208A-F784-9CC8-D67A-1214E266B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8150" y="5237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6" name="Oval 1859">
              <a:extLst>
                <a:ext uri="{FF2B5EF4-FFF2-40B4-BE49-F238E27FC236}">
                  <a16:creationId xmlns:a16="http://schemas.microsoft.com/office/drawing/2014/main" id="{7FB9C8A5-A968-1F5E-3164-B477CA66A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6413" y="5286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7" name="Oval 1860">
              <a:extLst>
                <a:ext uri="{FF2B5EF4-FFF2-40B4-BE49-F238E27FC236}">
                  <a16:creationId xmlns:a16="http://schemas.microsoft.com/office/drawing/2014/main" id="{BEAD5D91-2065-EE96-D929-5F16FAEAE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9913" y="5345113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8" name="Oval 1861">
              <a:extLst>
                <a:ext uri="{FF2B5EF4-FFF2-40B4-BE49-F238E27FC236}">
                  <a16:creationId xmlns:a16="http://schemas.microsoft.com/office/drawing/2014/main" id="{C0826864-104C-BE93-BE2A-A4433BEE7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0238" y="54673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9" name="Oval 1862">
              <a:extLst>
                <a:ext uri="{FF2B5EF4-FFF2-40B4-BE49-F238E27FC236}">
                  <a16:creationId xmlns:a16="http://schemas.microsoft.com/office/drawing/2014/main" id="{4CCF3FF7-D189-7151-203A-820C18045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5800" y="5551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0" name="Oval 1863">
              <a:extLst>
                <a:ext uri="{FF2B5EF4-FFF2-40B4-BE49-F238E27FC236}">
                  <a16:creationId xmlns:a16="http://schemas.microsoft.com/office/drawing/2014/main" id="{F3E10ACF-B924-D761-D820-7909E3CBC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6600" y="5608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1" name="Oval 1864">
              <a:extLst>
                <a:ext uri="{FF2B5EF4-FFF2-40B4-BE49-F238E27FC236}">
                  <a16:creationId xmlns:a16="http://schemas.microsoft.com/office/drawing/2014/main" id="{FB1C81AF-AD04-051B-5BC3-36AEDCC828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5813" y="5673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2" name="Oval 1865">
              <a:extLst>
                <a:ext uri="{FF2B5EF4-FFF2-40B4-BE49-F238E27FC236}">
                  <a16:creationId xmlns:a16="http://schemas.microsoft.com/office/drawing/2014/main" id="{1862F2E4-ACE4-26CF-D811-50D47EC47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1850" y="57515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3" name="Oval 1866">
              <a:extLst>
                <a:ext uri="{FF2B5EF4-FFF2-40B4-BE49-F238E27FC236}">
                  <a16:creationId xmlns:a16="http://schemas.microsoft.com/office/drawing/2014/main" id="{B9AEF5AD-8451-5B59-D7F3-0777183CD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4713" y="5799138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4" name="Oval 1867">
              <a:extLst>
                <a:ext uri="{FF2B5EF4-FFF2-40B4-BE49-F238E27FC236}">
                  <a16:creationId xmlns:a16="http://schemas.microsoft.com/office/drawing/2014/main" id="{4E27F5FB-D996-E03F-7885-B3D582562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7575" y="5799138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5" name="Oval 1868">
              <a:extLst>
                <a:ext uri="{FF2B5EF4-FFF2-40B4-BE49-F238E27FC236}">
                  <a16:creationId xmlns:a16="http://schemas.microsoft.com/office/drawing/2014/main" id="{94E964FB-0F22-66D1-57C6-2ECF1A06A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45675" y="5802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6" name="Oval 1869">
              <a:extLst>
                <a:ext uri="{FF2B5EF4-FFF2-40B4-BE49-F238E27FC236}">
                  <a16:creationId xmlns:a16="http://schemas.microsoft.com/office/drawing/2014/main" id="{D9C3F11F-369D-18A9-E528-EF987C5C4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83775" y="5830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7" name="Oval 1870">
              <a:extLst>
                <a:ext uri="{FF2B5EF4-FFF2-40B4-BE49-F238E27FC236}">
                  <a16:creationId xmlns:a16="http://schemas.microsoft.com/office/drawing/2014/main" id="{E46BD9E9-D73D-B67B-979A-B0BB6EDD0E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2750" y="3392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8" name="Oval 1871">
              <a:extLst>
                <a:ext uri="{FF2B5EF4-FFF2-40B4-BE49-F238E27FC236}">
                  <a16:creationId xmlns:a16="http://schemas.microsoft.com/office/drawing/2014/main" id="{14A6233E-39F1-23C7-D664-20370E875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0063" y="3646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9" name="Oval 1872">
              <a:extLst>
                <a:ext uri="{FF2B5EF4-FFF2-40B4-BE49-F238E27FC236}">
                  <a16:creationId xmlns:a16="http://schemas.microsoft.com/office/drawing/2014/main" id="{39873E71-CEC6-C7F7-39CB-5546D96B7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4213" y="3940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0" name="Oval 1873">
              <a:extLst>
                <a:ext uri="{FF2B5EF4-FFF2-40B4-BE49-F238E27FC236}">
                  <a16:creationId xmlns:a16="http://schemas.microsoft.com/office/drawing/2014/main" id="{F84ACF92-F31F-413D-6C10-E70AF38EB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4713" y="4141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1" name="Oval 1874">
              <a:extLst>
                <a:ext uri="{FF2B5EF4-FFF2-40B4-BE49-F238E27FC236}">
                  <a16:creationId xmlns:a16="http://schemas.microsoft.com/office/drawing/2014/main" id="{A5C8BB32-DF24-45FC-D692-E29015340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2988" y="44164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2" name="Oval 1875">
              <a:extLst>
                <a:ext uri="{FF2B5EF4-FFF2-40B4-BE49-F238E27FC236}">
                  <a16:creationId xmlns:a16="http://schemas.microsoft.com/office/drawing/2014/main" id="{D33CD78F-0824-E200-F9C2-69ADAA06D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038" y="4645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3" name="Oval 1876">
              <a:extLst>
                <a:ext uri="{FF2B5EF4-FFF2-40B4-BE49-F238E27FC236}">
                  <a16:creationId xmlns:a16="http://schemas.microsoft.com/office/drawing/2014/main" id="{4B40217A-8B68-EA56-89CC-AFB00A1B9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4450" y="47577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4" name="Oval 1877">
              <a:extLst>
                <a:ext uri="{FF2B5EF4-FFF2-40B4-BE49-F238E27FC236}">
                  <a16:creationId xmlns:a16="http://schemas.microsoft.com/office/drawing/2014/main" id="{FC456305-6A1D-33B7-C492-7F4597A33A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5575" y="4819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5" name="Oval 1878">
              <a:extLst>
                <a:ext uri="{FF2B5EF4-FFF2-40B4-BE49-F238E27FC236}">
                  <a16:creationId xmlns:a16="http://schemas.microsoft.com/office/drawing/2014/main" id="{F485EC6B-ACC4-F917-B305-592E7B8C1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2413" y="4892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6" name="Oval 1879">
              <a:extLst>
                <a:ext uri="{FF2B5EF4-FFF2-40B4-BE49-F238E27FC236}">
                  <a16:creationId xmlns:a16="http://schemas.microsoft.com/office/drawing/2014/main" id="{2009B0B3-87FA-B742-1F56-E80EA7DCD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9725" y="5032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7" name="Oval 1880">
              <a:extLst>
                <a:ext uri="{FF2B5EF4-FFF2-40B4-BE49-F238E27FC236}">
                  <a16:creationId xmlns:a16="http://schemas.microsoft.com/office/drawing/2014/main" id="{E73006D4-2C74-5C74-9534-40BCFFE43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9100" y="5180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8" name="Oval 1881">
              <a:extLst>
                <a:ext uri="{FF2B5EF4-FFF2-40B4-BE49-F238E27FC236}">
                  <a16:creationId xmlns:a16="http://schemas.microsoft.com/office/drawing/2014/main" id="{62CB40D5-14DB-53D2-E62B-F9B541060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2125" y="5246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9" name="Oval 1882">
              <a:extLst>
                <a:ext uri="{FF2B5EF4-FFF2-40B4-BE49-F238E27FC236}">
                  <a16:creationId xmlns:a16="http://schemas.microsoft.com/office/drawing/2014/main" id="{5424DF3E-CBD9-9069-B414-56E2CB258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7213" y="5375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0" name="Oval 1883">
              <a:extLst>
                <a:ext uri="{FF2B5EF4-FFF2-40B4-BE49-F238E27FC236}">
                  <a16:creationId xmlns:a16="http://schemas.microsoft.com/office/drawing/2014/main" id="{7507F672-E39C-D6C4-FAB8-CF2915EE2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9125" y="5487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1" name="Oval 1884">
              <a:extLst>
                <a:ext uri="{FF2B5EF4-FFF2-40B4-BE49-F238E27FC236}">
                  <a16:creationId xmlns:a16="http://schemas.microsoft.com/office/drawing/2014/main" id="{9566A188-0016-0705-EA2C-F89421F6D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6275" y="5495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2" name="Oval 1885">
              <a:extLst>
                <a:ext uri="{FF2B5EF4-FFF2-40B4-BE49-F238E27FC236}">
                  <a16:creationId xmlns:a16="http://schemas.microsoft.com/office/drawing/2014/main" id="{F038D50B-4DB2-AEE3-3E12-2190C14D07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663" y="5556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3" name="Oval 1886">
              <a:extLst>
                <a:ext uri="{FF2B5EF4-FFF2-40B4-BE49-F238E27FC236}">
                  <a16:creationId xmlns:a16="http://schemas.microsoft.com/office/drawing/2014/main" id="{E4C3989A-0974-455C-F0D6-FB5EC5439C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7875" y="5675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4" name="Oval 1887">
              <a:extLst>
                <a:ext uri="{FF2B5EF4-FFF2-40B4-BE49-F238E27FC236}">
                  <a16:creationId xmlns:a16="http://schemas.microsoft.com/office/drawing/2014/main" id="{29DBDCF2-4E99-893A-30C4-7E4D6DB1DE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5500" y="5702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5" name="Oval 1888">
              <a:extLst>
                <a:ext uri="{FF2B5EF4-FFF2-40B4-BE49-F238E27FC236}">
                  <a16:creationId xmlns:a16="http://schemas.microsoft.com/office/drawing/2014/main" id="{A9831F74-EB28-AB9C-43AE-376CB53D8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9950" y="5703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6" name="Oval 1889">
              <a:extLst>
                <a:ext uri="{FF2B5EF4-FFF2-40B4-BE49-F238E27FC236}">
                  <a16:creationId xmlns:a16="http://schemas.microsoft.com/office/drawing/2014/main" id="{B05EB3A2-D206-B081-F625-16D7ADC81D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1225" y="56800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7" name="Oval 1890">
              <a:extLst>
                <a:ext uri="{FF2B5EF4-FFF2-40B4-BE49-F238E27FC236}">
                  <a16:creationId xmlns:a16="http://schemas.microsoft.com/office/drawing/2014/main" id="{E3D26C73-E5AF-C918-CAA1-4B92C129E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40913" y="5703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8" name="Oval 1891">
              <a:extLst>
                <a:ext uri="{FF2B5EF4-FFF2-40B4-BE49-F238E27FC236}">
                  <a16:creationId xmlns:a16="http://schemas.microsoft.com/office/drawing/2014/main" id="{0ED19192-8C92-4B32-18E5-F5E8CAFFC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9013" y="5810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9" name="Oval 1893">
              <a:extLst>
                <a:ext uri="{FF2B5EF4-FFF2-40B4-BE49-F238E27FC236}">
                  <a16:creationId xmlns:a16="http://schemas.microsoft.com/office/drawing/2014/main" id="{554AF0A7-865D-0E22-6722-BF9123C3B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8238" y="3165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0" name="Oval 1894">
              <a:extLst>
                <a:ext uri="{FF2B5EF4-FFF2-40B4-BE49-F238E27FC236}">
                  <a16:creationId xmlns:a16="http://schemas.microsoft.com/office/drawing/2014/main" id="{1A1B0078-3D26-F38B-E370-94C87DCA0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1288" y="3392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1" name="Oval 1895">
              <a:extLst>
                <a:ext uri="{FF2B5EF4-FFF2-40B4-BE49-F238E27FC236}">
                  <a16:creationId xmlns:a16="http://schemas.microsoft.com/office/drawing/2014/main" id="{75E5CBC5-98EB-5FCB-5D0C-3650A67BD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0063" y="3835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2" name="Oval 1896">
              <a:extLst>
                <a:ext uri="{FF2B5EF4-FFF2-40B4-BE49-F238E27FC236}">
                  <a16:creationId xmlns:a16="http://schemas.microsoft.com/office/drawing/2014/main" id="{2A079C93-B86E-FFC6-4D89-9FE19B94F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1525" y="4076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3" name="Oval 1897">
              <a:extLst>
                <a:ext uri="{FF2B5EF4-FFF2-40B4-BE49-F238E27FC236}">
                  <a16:creationId xmlns:a16="http://schemas.microsoft.com/office/drawing/2014/main" id="{D9491DBE-79F2-0B93-AD88-7B26C48228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9488" y="4322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4" name="Oval 1898">
              <a:extLst>
                <a:ext uri="{FF2B5EF4-FFF2-40B4-BE49-F238E27FC236}">
                  <a16:creationId xmlns:a16="http://schemas.microsoft.com/office/drawing/2014/main" id="{D9CEE254-3416-FAE6-10D1-D2B9E913C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6175" y="4573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5" name="Oval 1899">
              <a:extLst>
                <a:ext uri="{FF2B5EF4-FFF2-40B4-BE49-F238E27FC236}">
                  <a16:creationId xmlns:a16="http://schemas.microsoft.com/office/drawing/2014/main" id="{925F55C9-9852-A0DD-D63D-683009132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4288" y="4754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6" name="Oval 1900">
              <a:extLst>
                <a:ext uri="{FF2B5EF4-FFF2-40B4-BE49-F238E27FC236}">
                  <a16:creationId xmlns:a16="http://schemas.microsoft.com/office/drawing/2014/main" id="{EE2A9E67-AF3F-1C72-AFF1-68CBF17E0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1763" y="4827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7" name="Oval 1901">
              <a:extLst>
                <a:ext uri="{FF2B5EF4-FFF2-40B4-BE49-F238E27FC236}">
                  <a16:creationId xmlns:a16="http://schemas.microsoft.com/office/drawing/2014/main" id="{2C75B28E-3E1A-7CD0-4D8D-EC15259B4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4950" y="4911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8" name="Oval 1902">
              <a:extLst>
                <a:ext uri="{FF2B5EF4-FFF2-40B4-BE49-F238E27FC236}">
                  <a16:creationId xmlns:a16="http://schemas.microsoft.com/office/drawing/2014/main" id="{5FF99774-D3C1-56B6-E38E-3F0D9A3A5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5438" y="5032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9" name="Oval 1903">
              <a:extLst>
                <a:ext uri="{FF2B5EF4-FFF2-40B4-BE49-F238E27FC236}">
                  <a16:creationId xmlns:a16="http://schemas.microsoft.com/office/drawing/2014/main" id="{82376EEF-F460-C9F3-6965-385BFBF06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7988" y="5092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0" name="Oval 1904">
              <a:extLst>
                <a:ext uri="{FF2B5EF4-FFF2-40B4-BE49-F238E27FC236}">
                  <a16:creationId xmlns:a16="http://schemas.microsoft.com/office/drawing/2014/main" id="{E3DDC877-B7B3-623B-B7B4-5D7F4A5F5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2600" y="5180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1" name="Oval 1905">
              <a:extLst>
                <a:ext uri="{FF2B5EF4-FFF2-40B4-BE49-F238E27FC236}">
                  <a16:creationId xmlns:a16="http://schemas.microsoft.com/office/drawing/2014/main" id="{D8982D0D-3618-161B-33CB-39BB56FA4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9275" y="5338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2" name="Oval 1906">
              <a:extLst>
                <a:ext uri="{FF2B5EF4-FFF2-40B4-BE49-F238E27FC236}">
                  <a16:creationId xmlns:a16="http://schemas.microsoft.com/office/drawing/2014/main" id="{D309FC6F-CB87-7983-8641-0E33FF2C9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1188" y="5410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3" name="Oval 1907">
              <a:extLst>
                <a:ext uri="{FF2B5EF4-FFF2-40B4-BE49-F238E27FC236}">
                  <a16:creationId xmlns:a16="http://schemas.microsoft.com/office/drawing/2014/main" id="{C55E15F8-26D7-B4E6-18F6-1A57AAD46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9925" y="54213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4" name="Oval 1908">
              <a:extLst>
                <a:ext uri="{FF2B5EF4-FFF2-40B4-BE49-F238E27FC236}">
                  <a16:creationId xmlns:a16="http://schemas.microsoft.com/office/drawing/2014/main" id="{DEB07C9B-AA64-9D24-464C-467D28B245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3900" y="5462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5" name="Oval 1909">
              <a:extLst>
                <a:ext uri="{FF2B5EF4-FFF2-40B4-BE49-F238E27FC236}">
                  <a16:creationId xmlns:a16="http://schemas.microsoft.com/office/drawing/2014/main" id="{B9E1E079-474B-C245-091E-B3BE704BA6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3113" y="558958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6" name="Oval 1910">
              <a:extLst>
                <a:ext uri="{FF2B5EF4-FFF2-40B4-BE49-F238E27FC236}">
                  <a16:creationId xmlns:a16="http://schemas.microsoft.com/office/drawing/2014/main" id="{8E8D4CA5-AACB-24E2-A78F-3ABF7BC79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8" y="5638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7" name="Oval 1911">
              <a:extLst>
                <a:ext uri="{FF2B5EF4-FFF2-40B4-BE49-F238E27FC236}">
                  <a16:creationId xmlns:a16="http://schemas.microsoft.com/office/drawing/2014/main" id="{A3AF3FE7-D1CE-40F7-71F5-75A5C6E99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8" y="56499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8" name="Oval 1912">
              <a:extLst>
                <a:ext uri="{FF2B5EF4-FFF2-40B4-BE49-F238E27FC236}">
                  <a16:creationId xmlns:a16="http://schemas.microsoft.com/office/drawing/2014/main" id="{0EC5DB87-FC21-CB61-8D7B-84887A231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8050" y="5602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9" name="Oval 1913">
              <a:extLst>
                <a:ext uri="{FF2B5EF4-FFF2-40B4-BE49-F238E27FC236}">
                  <a16:creationId xmlns:a16="http://schemas.microsoft.com/office/drawing/2014/main" id="{35716FEC-1C95-6A68-903D-E51603E63C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7738" y="5643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0" name="Oval 1914">
              <a:extLst>
                <a:ext uri="{FF2B5EF4-FFF2-40B4-BE49-F238E27FC236}">
                  <a16:creationId xmlns:a16="http://schemas.microsoft.com/office/drawing/2014/main" id="{DEF90B54-EE6D-A3D8-E1E7-1156F4AE9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5838" y="5781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1" name="Line 1915">
              <a:extLst>
                <a:ext uri="{FF2B5EF4-FFF2-40B4-BE49-F238E27FC236}">
                  <a16:creationId xmlns:a16="http://schemas.microsoft.com/office/drawing/2014/main" id="{731673D8-16E2-7EA2-34C5-6210351370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857500"/>
              <a:ext cx="2370137" cy="2981325"/>
            </a:xfrm>
            <a:prstGeom prst="line">
              <a:avLst/>
            </a:prstGeom>
            <a:noFill/>
            <a:ln w="3175" cap="flat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2" name="Freeform 1916">
              <a:extLst>
                <a:ext uri="{FF2B5EF4-FFF2-40B4-BE49-F238E27FC236}">
                  <a16:creationId xmlns:a16="http://schemas.microsoft.com/office/drawing/2014/main" id="{97BA7F5E-9F3C-5CA2-78A1-1538FCDB00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7000" y="3151188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3" name="Freeform 1917">
              <a:extLst>
                <a:ext uri="{FF2B5EF4-FFF2-40B4-BE49-F238E27FC236}">
                  <a16:creationId xmlns:a16="http://schemas.microsoft.com/office/drawing/2014/main" id="{EF05C8E8-7A71-C536-4DA9-28F9129935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89925" y="3632200"/>
              <a:ext cx="41275" cy="41275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2" y="128"/>
                    <a:pt x="69" y="128"/>
                  </a:cubicBezTo>
                  <a:cubicBezTo>
                    <a:pt x="37" y="128"/>
                    <a:pt x="11" y="101"/>
                    <a:pt x="11" y="69"/>
                  </a:cubicBezTo>
                  <a:cubicBezTo>
                    <a:pt x="11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4" name="Freeform 1918">
              <a:extLst>
                <a:ext uri="{FF2B5EF4-FFF2-40B4-BE49-F238E27FC236}">
                  <a16:creationId xmlns:a16="http://schemas.microsoft.com/office/drawing/2014/main" id="{C51253E6-A973-A114-B7C4-79944C7F21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07425" y="3997325"/>
              <a:ext cx="41275" cy="41275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2" y="128"/>
                    <a:pt x="69" y="128"/>
                  </a:cubicBezTo>
                  <a:cubicBezTo>
                    <a:pt x="37" y="128"/>
                    <a:pt x="11" y="101"/>
                    <a:pt x="11" y="69"/>
                  </a:cubicBezTo>
                  <a:cubicBezTo>
                    <a:pt x="11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5" name="Freeform 1919">
              <a:extLst>
                <a:ext uri="{FF2B5EF4-FFF2-40B4-BE49-F238E27FC236}">
                  <a16:creationId xmlns:a16="http://schemas.microsoft.com/office/drawing/2014/main" id="{A4A17B03-7427-6B60-E5B2-F183989AC8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32850" y="4371975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6" name="Freeform 1920">
              <a:extLst>
                <a:ext uri="{FF2B5EF4-FFF2-40B4-BE49-F238E27FC236}">
                  <a16:creationId xmlns:a16="http://schemas.microsoft.com/office/drawing/2014/main" id="{B55AACC0-707C-5FCF-611F-778D5B48D0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07475" y="4610100"/>
              <a:ext cx="41275" cy="41275"/>
            </a:xfrm>
            <a:custGeom>
              <a:avLst/>
              <a:gdLst>
                <a:gd name="T0" fmla="*/ 70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70 w 139"/>
                <a:gd name="T7" fmla="*/ 128 h 139"/>
                <a:gd name="T8" fmla="*/ 11 w 139"/>
                <a:gd name="T9" fmla="*/ 69 h 139"/>
                <a:gd name="T10" fmla="*/ 70 w 139"/>
                <a:gd name="T11" fmla="*/ 11 h 139"/>
                <a:gd name="T12" fmla="*/ 70 w 139"/>
                <a:gd name="T13" fmla="*/ 0 h 139"/>
                <a:gd name="T14" fmla="*/ 0 w 139"/>
                <a:gd name="T15" fmla="*/ 69 h 139"/>
                <a:gd name="T16" fmla="*/ 70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70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70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70" y="11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70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7" name="Freeform 1921">
              <a:extLst>
                <a:ext uri="{FF2B5EF4-FFF2-40B4-BE49-F238E27FC236}">
                  <a16:creationId xmlns:a16="http://schemas.microsoft.com/office/drawing/2014/main" id="{E853DCF7-71EE-6860-C759-2347D88AFF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50350" y="4786313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9"/>
                    <a:pt x="69" y="139"/>
                  </a:cubicBezTo>
                  <a:cubicBezTo>
                    <a:pt x="108" y="139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8" name="Freeform 1922">
              <a:extLst>
                <a:ext uri="{FF2B5EF4-FFF2-40B4-BE49-F238E27FC236}">
                  <a16:creationId xmlns:a16="http://schemas.microsoft.com/office/drawing/2014/main" id="{DB4469D9-AF43-09CD-980F-9FC0BBFE50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72588" y="5024438"/>
              <a:ext cx="39687" cy="41275"/>
            </a:xfrm>
            <a:custGeom>
              <a:avLst/>
              <a:gdLst>
                <a:gd name="T0" fmla="*/ 69 w 138"/>
                <a:gd name="T1" fmla="*/ 10 h 138"/>
                <a:gd name="T2" fmla="*/ 128 w 138"/>
                <a:gd name="T3" fmla="*/ 69 h 138"/>
                <a:gd name="T4" fmla="*/ 128 w 138"/>
                <a:gd name="T5" fmla="*/ 69 h 138"/>
                <a:gd name="T6" fmla="*/ 69 w 138"/>
                <a:gd name="T7" fmla="*/ 128 h 138"/>
                <a:gd name="T8" fmla="*/ 10 w 138"/>
                <a:gd name="T9" fmla="*/ 69 h 138"/>
                <a:gd name="T10" fmla="*/ 69 w 138"/>
                <a:gd name="T11" fmla="*/ 10 h 138"/>
                <a:gd name="T12" fmla="*/ 69 w 138"/>
                <a:gd name="T13" fmla="*/ 0 h 138"/>
                <a:gd name="T14" fmla="*/ 0 w 138"/>
                <a:gd name="T15" fmla="*/ 69 h 138"/>
                <a:gd name="T16" fmla="*/ 69 w 138"/>
                <a:gd name="T17" fmla="*/ 138 h 138"/>
                <a:gd name="T18" fmla="*/ 138 w 138"/>
                <a:gd name="T19" fmla="*/ 69 h 138"/>
                <a:gd name="T20" fmla="*/ 138 w 138"/>
                <a:gd name="T21" fmla="*/ 69 h 138"/>
                <a:gd name="T22" fmla="*/ 69 w 138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8">
                  <a:moveTo>
                    <a:pt x="69" y="10"/>
                  </a:moveTo>
                  <a:cubicBezTo>
                    <a:pt x="101" y="10"/>
                    <a:pt x="128" y="36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1" y="128"/>
                    <a:pt x="69" y="128"/>
                  </a:cubicBezTo>
                  <a:cubicBezTo>
                    <a:pt x="37" y="128"/>
                    <a:pt x="10" y="101"/>
                    <a:pt x="10" y="69"/>
                  </a:cubicBezTo>
                  <a:cubicBezTo>
                    <a:pt x="10" y="36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7" y="138"/>
                    <a:pt x="138" y="107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9" name="Freeform 1923">
              <a:extLst>
                <a:ext uri="{FF2B5EF4-FFF2-40B4-BE49-F238E27FC236}">
                  <a16:creationId xmlns:a16="http://schemas.microsoft.com/office/drawing/2014/main" id="{475C45E3-955B-4091-BC47-0FC9B8633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75775" y="5233988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0" name="Freeform 1924">
              <a:extLst>
                <a:ext uri="{FF2B5EF4-FFF2-40B4-BE49-F238E27FC236}">
                  <a16:creationId xmlns:a16="http://schemas.microsoft.com/office/drawing/2014/main" id="{044E4399-02C0-BE6B-3119-1A7021D3CF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9438" y="5338763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2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2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1" name="Freeform 1925">
              <a:extLst>
                <a:ext uri="{FF2B5EF4-FFF2-40B4-BE49-F238E27FC236}">
                  <a16:creationId xmlns:a16="http://schemas.microsoft.com/office/drawing/2014/main" id="{00E696C0-DA92-D90D-613E-6FF3C0BE80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51988" y="5511800"/>
              <a:ext cx="41275" cy="41275"/>
            </a:xfrm>
            <a:custGeom>
              <a:avLst/>
              <a:gdLst>
                <a:gd name="T0" fmla="*/ 70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70 w 139"/>
                <a:gd name="T7" fmla="*/ 128 h 139"/>
                <a:gd name="T8" fmla="*/ 11 w 139"/>
                <a:gd name="T9" fmla="*/ 70 h 139"/>
                <a:gd name="T10" fmla="*/ 70 w 139"/>
                <a:gd name="T11" fmla="*/ 11 h 139"/>
                <a:gd name="T12" fmla="*/ 70 w 139"/>
                <a:gd name="T13" fmla="*/ 0 h 139"/>
                <a:gd name="T14" fmla="*/ 0 w 139"/>
                <a:gd name="T15" fmla="*/ 70 h 139"/>
                <a:gd name="T16" fmla="*/ 70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70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70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70" y="11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70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2" name="Freeform 1926">
              <a:extLst>
                <a:ext uri="{FF2B5EF4-FFF2-40B4-BE49-F238E27FC236}">
                  <a16:creationId xmlns:a16="http://schemas.microsoft.com/office/drawing/2014/main" id="{7E09E846-F2C3-9B42-F96C-2EBEDCA6E8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26600" y="5546725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3" name="Freeform 1927">
              <a:extLst>
                <a:ext uri="{FF2B5EF4-FFF2-40B4-BE49-F238E27FC236}">
                  <a16:creationId xmlns:a16="http://schemas.microsoft.com/office/drawing/2014/main" id="{E17E258B-838A-42DB-153E-3EE6BCB2C7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94863" y="5570538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9"/>
                    <a:pt x="69" y="139"/>
                  </a:cubicBezTo>
                  <a:cubicBezTo>
                    <a:pt x="108" y="139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4" name="Freeform 1928">
              <a:extLst>
                <a:ext uri="{FF2B5EF4-FFF2-40B4-BE49-F238E27FC236}">
                  <a16:creationId xmlns:a16="http://schemas.microsoft.com/office/drawing/2014/main" id="{440149CF-8A61-0F7E-0A72-04B2D737BC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56775" y="5732463"/>
              <a:ext cx="41275" cy="42863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70 h 139"/>
                <a:gd name="T4" fmla="*/ 128 w 138"/>
                <a:gd name="T5" fmla="*/ 70 h 139"/>
                <a:gd name="T6" fmla="*/ 69 w 138"/>
                <a:gd name="T7" fmla="*/ 128 h 139"/>
                <a:gd name="T8" fmla="*/ 10 w 138"/>
                <a:gd name="T9" fmla="*/ 70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70 h 139"/>
                <a:gd name="T16" fmla="*/ 69 w 138"/>
                <a:gd name="T17" fmla="*/ 139 h 139"/>
                <a:gd name="T18" fmla="*/ 138 w 138"/>
                <a:gd name="T19" fmla="*/ 70 h 139"/>
                <a:gd name="T20" fmla="*/ 138 w 138"/>
                <a:gd name="T21" fmla="*/ 70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1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1" y="128"/>
                    <a:pt x="69" y="128"/>
                  </a:cubicBezTo>
                  <a:cubicBezTo>
                    <a:pt x="37" y="128"/>
                    <a:pt x="10" y="102"/>
                    <a:pt x="10" y="70"/>
                  </a:cubicBezTo>
                  <a:cubicBezTo>
                    <a:pt x="10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7" y="139"/>
                    <a:pt x="138" y="108"/>
                    <a:pt x="138" y="70"/>
                  </a:cubicBezTo>
                  <a:lnTo>
                    <a:pt x="138" y="70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5" name="Line 1929">
              <a:extLst>
                <a:ext uri="{FF2B5EF4-FFF2-40B4-BE49-F238E27FC236}">
                  <a16:creationId xmlns:a16="http://schemas.microsoft.com/office/drawing/2014/main" id="{28BD7C36-A770-1863-C883-D3D40AD24B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498725"/>
              <a:ext cx="2374900" cy="3340100"/>
            </a:xfrm>
            <a:prstGeom prst="line">
              <a:avLst/>
            </a:prstGeom>
            <a:noFill/>
            <a:ln w="3175" cap="flat">
              <a:solidFill>
                <a:srgbClr val="0059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6" name="Freeform 1930">
              <a:extLst>
                <a:ext uri="{FF2B5EF4-FFF2-40B4-BE49-F238E27FC236}">
                  <a16:creationId xmlns:a16="http://schemas.microsoft.com/office/drawing/2014/main" id="{BC2A6EAE-AC45-F082-E749-6EDEBDC9B9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3350" y="336232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7" name="Freeform 1931">
              <a:extLst>
                <a:ext uri="{FF2B5EF4-FFF2-40B4-BE49-F238E27FC236}">
                  <a16:creationId xmlns:a16="http://schemas.microsoft.com/office/drawing/2014/main" id="{6F706AEA-056F-86FC-363D-A76A6D0860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6275" y="3941763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8" name="Freeform 1932">
              <a:extLst>
                <a:ext uri="{FF2B5EF4-FFF2-40B4-BE49-F238E27FC236}">
                  <a16:creationId xmlns:a16="http://schemas.microsoft.com/office/drawing/2014/main" id="{15F17099-0949-2954-5E58-6F7AF02BFD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15363" y="4278313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9" name="Freeform 1933">
              <a:extLst>
                <a:ext uri="{FF2B5EF4-FFF2-40B4-BE49-F238E27FC236}">
                  <a16:creationId xmlns:a16="http://schemas.microsoft.com/office/drawing/2014/main" id="{E3AE6409-BDBC-5FD0-E07D-6894BA10F6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40788" y="4597400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0" name="Freeform 1934">
              <a:extLst>
                <a:ext uri="{FF2B5EF4-FFF2-40B4-BE49-F238E27FC236}">
                  <a16:creationId xmlns:a16="http://schemas.microsoft.com/office/drawing/2014/main" id="{3C49AB49-CB06-C568-B016-E9FCE381F6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15413" y="4810125"/>
              <a:ext cx="26987" cy="28575"/>
            </a:xfrm>
            <a:custGeom>
              <a:avLst/>
              <a:gdLst>
                <a:gd name="T0" fmla="*/ 0 w 17"/>
                <a:gd name="T1" fmla="*/ 0 h 18"/>
                <a:gd name="T2" fmla="*/ 17 w 17"/>
                <a:gd name="T3" fmla="*/ 18 h 18"/>
                <a:gd name="T4" fmla="*/ 0 w 17"/>
                <a:gd name="T5" fmla="*/ 18 h 18"/>
                <a:gd name="T6" fmla="*/ 17 w 17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8">
                  <a:moveTo>
                    <a:pt x="0" y="0"/>
                  </a:moveTo>
                  <a:lnTo>
                    <a:pt x="17" y="18"/>
                  </a:lnTo>
                  <a:moveTo>
                    <a:pt x="0" y="18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1" name="Freeform 1935">
              <a:extLst>
                <a:ext uri="{FF2B5EF4-FFF2-40B4-BE49-F238E27FC236}">
                  <a16:creationId xmlns:a16="http://schemas.microsoft.com/office/drawing/2014/main" id="{1555D69D-9590-4F37-CA97-BB8FF794C4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58288" y="496252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2" name="Freeform 1936">
              <a:extLst>
                <a:ext uri="{FF2B5EF4-FFF2-40B4-BE49-F238E27FC236}">
                  <a16:creationId xmlns:a16="http://schemas.microsoft.com/office/drawing/2014/main" id="{C6F09754-0CB4-DBAA-630C-14651B54E6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78938" y="5192713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3" name="Freeform 1937">
              <a:extLst>
                <a:ext uri="{FF2B5EF4-FFF2-40B4-BE49-F238E27FC236}">
                  <a16:creationId xmlns:a16="http://schemas.microsoft.com/office/drawing/2014/main" id="{1F38F1F5-9C52-0F01-35E2-49E4BCCF97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83713" y="537527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4" name="Freeform 1938">
              <a:extLst>
                <a:ext uri="{FF2B5EF4-FFF2-40B4-BE49-F238E27FC236}">
                  <a16:creationId xmlns:a16="http://schemas.microsoft.com/office/drawing/2014/main" id="{5EC264AC-ABEF-E22C-A4D9-D71CFBC317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75788" y="548322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5" name="Freeform 1939">
              <a:extLst>
                <a:ext uri="{FF2B5EF4-FFF2-40B4-BE49-F238E27FC236}">
                  <a16:creationId xmlns:a16="http://schemas.microsoft.com/office/drawing/2014/main" id="{CCFD8FCA-F474-B1D6-51F2-CD4B32419C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58338" y="5581650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6" name="Freeform 1940">
              <a:extLst>
                <a:ext uri="{FF2B5EF4-FFF2-40B4-BE49-F238E27FC236}">
                  <a16:creationId xmlns:a16="http://schemas.microsoft.com/office/drawing/2014/main" id="{14C9B3F1-8F16-3DA5-2D43-DAD3AB9B06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32950" y="5688013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7" name="Freeform 1941">
              <a:extLst>
                <a:ext uri="{FF2B5EF4-FFF2-40B4-BE49-F238E27FC236}">
                  <a16:creationId xmlns:a16="http://schemas.microsoft.com/office/drawing/2014/main" id="{8D0ED826-83DF-3EA6-F7D0-E203C35351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1213" y="5759450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8" name="Line 1942">
              <a:extLst>
                <a:ext uri="{FF2B5EF4-FFF2-40B4-BE49-F238E27FC236}">
                  <a16:creationId xmlns:a16="http://schemas.microsoft.com/office/drawing/2014/main" id="{4B834B43-868F-EAF5-6984-DC98763D19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935288"/>
              <a:ext cx="2319337" cy="2903538"/>
            </a:xfrm>
            <a:prstGeom prst="line">
              <a:avLst/>
            </a:prstGeom>
            <a:noFill/>
            <a:ln w="3175" cap="flat">
              <a:solidFill>
                <a:srgbClr val="59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9" name="Oval 1943">
              <a:extLst>
                <a:ext uri="{FF2B5EF4-FFF2-40B4-BE49-F238E27FC236}">
                  <a16:creationId xmlns:a16="http://schemas.microsoft.com/office/drawing/2014/main" id="{A1AD27EB-D4FF-AE08-A944-64EA19B53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8238" y="336867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0" name="Oval 1944">
              <a:extLst>
                <a:ext uri="{FF2B5EF4-FFF2-40B4-BE49-F238E27FC236}">
                  <a16:creationId xmlns:a16="http://schemas.microsoft.com/office/drawing/2014/main" id="{E8C9AD26-514F-A91A-CF39-6D51D9CC7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2750" y="3687763"/>
              <a:ext cx="12700" cy="11113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1" name="Oval 1945">
              <a:extLst>
                <a:ext uri="{FF2B5EF4-FFF2-40B4-BE49-F238E27FC236}">
                  <a16:creationId xmlns:a16="http://schemas.microsoft.com/office/drawing/2014/main" id="{188E0D0A-DE9B-4A2D-167C-04AD2E810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250" y="394335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2" name="Oval 1946">
              <a:extLst>
                <a:ext uri="{FF2B5EF4-FFF2-40B4-BE49-F238E27FC236}">
                  <a16:creationId xmlns:a16="http://schemas.microsoft.com/office/drawing/2014/main" id="{16E8E8A9-A3A6-AD80-3E31-7A5BF5E6E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5675" y="417830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3" name="Oval 1947">
              <a:extLst>
                <a:ext uri="{FF2B5EF4-FFF2-40B4-BE49-F238E27FC236}">
                  <a16:creationId xmlns:a16="http://schemas.microsoft.com/office/drawing/2014/main" id="{379C0396-5338-5C43-2F91-E1A439893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300" y="445770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4" name="Oval 1948">
              <a:extLst>
                <a:ext uri="{FF2B5EF4-FFF2-40B4-BE49-F238E27FC236}">
                  <a16:creationId xmlns:a16="http://schemas.microsoft.com/office/drawing/2014/main" id="{2FD0DD96-96E6-5B44-3770-28DDE7190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3175" y="4756150"/>
              <a:ext cx="12700" cy="14288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5" name="Oval 1949">
              <a:extLst>
                <a:ext uri="{FF2B5EF4-FFF2-40B4-BE49-F238E27FC236}">
                  <a16:creationId xmlns:a16="http://schemas.microsoft.com/office/drawing/2014/main" id="{C099EFF1-D458-B788-AC56-E18FA8B2C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3825" y="48736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6" name="Oval 1950">
              <a:extLst>
                <a:ext uri="{FF2B5EF4-FFF2-40B4-BE49-F238E27FC236}">
                  <a16:creationId xmlns:a16="http://schemas.microsoft.com/office/drawing/2014/main" id="{FC1B4851-37A5-2F9C-AC33-B42C3DA664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8600" y="491013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7" name="Oval 1951">
              <a:extLst>
                <a:ext uri="{FF2B5EF4-FFF2-40B4-BE49-F238E27FC236}">
                  <a16:creationId xmlns:a16="http://schemas.microsoft.com/office/drawing/2014/main" id="{E9F0AA64-0773-7B8D-9060-A50978DAA0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0675" y="4976813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8" name="Oval 1952">
              <a:extLst>
                <a:ext uri="{FF2B5EF4-FFF2-40B4-BE49-F238E27FC236}">
                  <a16:creationId xmlns:a16="http://schemas.microsoft.com/office/drawing/2014/main" id="{B74CCD73-1298-52BD-3AAC-4ED110D5C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3225" y="502920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9" name="Oval 1953">
              <a:extLst>
                <a:ext uri="{FF2B5EF4-FFF2-40B4-BE49-F238E27FC236}">
                  <a16:creationId xmlns:a16="http://schemas.microsoft.com/office/drawing/2014/main" id="{95A6FF1F-F995-0C4D-4790-074522FC6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9425" y="51403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0" name="Oval 1954">
              <a:extLst>
                <a:ext uri="{FF2B5EF4-FFF2-40B4-BE49-F238E27FC236}">
                  <a16:creationId xmlns:a16="http://schemas.microsoft.com/office/drawing/2014/main" id="{DAA58A3B-BBAE-5132-6757-6966CB52F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5322888"/>
              <a:ext cx="14287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1" name="Oval 1955">
              <a:extLst>
                <a:ext uri="{FF2B5EF4-FFF2-40B4-BE49-F238E27FC236}">
                  <a16:creationId xmlns:a16="http://schemas.microsoft.com/office/drawing/2014/main" id="{50C1FE13-CDC3-62FA-D86C-8F448869E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9600" y="537527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2" name="Oval 1956">
              <a:extLst>
                <a:ext uri="{FF2B5EF4-FFF2-40B4-BE49-F238E27FC236}">
                  <a16:creationId xmlns:a16="http://schemas.microsoft.com/office/drawing/2014/main" id="{496776FD-1307-2691-D61D-E206093AB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8338" y="5370513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3" name="Oval 1957">
              <a:extLst>
                <a:ext uri="{FF2B5EF4-FFF2-40B4-BE49-F238E27FC236}">
                  <a16:creationId xmlns:a16="http://schemas.microsoft.com/office/drawing/2014/main" id="{872BB23C-FB53-BB2F-28F6-5DAD459C4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2313" y="542448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4" name="Oval 1958">
              <a:extLst>
                <a:ext uri="{FF2B5EF4-FFF2-40B4-BE49-F238E27FC236}">
                  <a16:creationId xmlns:a16="http://schemas.microsoft.com/office/drawing/2014/main" id="{EBE9CC65-28E4-CD38-B64D-F54B1E78A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3113" y="554513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5" name="Oval 1959">
              <a:extLst>
                <a:ext uri="{FF2B5EF4-FFF2-40B4-BE49-F238E27FC236}">
                  <a16:creationId xmlns:a16="http://schemas.microsoft.com/office/drawing/2014/main" id="{99538A05-7098-271A-70E7-E49BD06BC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8" y="5649913"/>
              <a:ext cx="11112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6" name="Oval 1960">
              <a:extLst>
                <a:ext uri="{FF2B5EF4-FFF2-40B4-BE49-F238E27FC236}">
                  <a16:creationId xmlns:a16="http://schemas.microsoft.com/office/drawing/2014/main" id="{E22BAC3B-1BA8-9835-97F5-77FC7AE6D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8" y="565943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7" name="Oval 1961">
              <a:extLst>
                <a:ext uri="{FF2B5EF4-FFF2-40B4-BE49-F238E27FC236}">
                  <a16:creationId xmlns:a16="http://schemas.microsoft.com/office/drawing/2014/main" id="{646530DF-C43A-FCD3-3425-D39D1B182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6463" y="55975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8" name="Oval 1962">
              <a:extLst>
                <a:ext uri="{FF2B5EF4-FFF2-40B4-BE49-F238E27FC236}">
                  <a16:creationId xmlns:a16="http://schemas.microsoft.com/office/drawing/2014/main" id="{83423CA3-E3B4-B25B-2355-EC5F06C6CA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7738" y="56229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9" name="Oval 1963">
              <a:extLst>
                <a:ext uri="{FF2B5EF4-FFF2-40B4-BE49-F238E27FC236}">
                  <a16:creationId xmlns:a16="http://schemas.microsoft.com/office/drawing/2014/main" id="{7306F8F2-1B1F-D524-72C5-4C8542EB97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5838" y="57626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0" name="Oval 1964">
              <a:extLst>
                <a:ext uri="{FF2B5EF4-FFF2-40B4-BE49-F238E27FC236}">
                  <a16:creationId xmlns:a16="http://schemas.microsoft.com/office/drawing/2014/main" id="{C21E8499-B1C6-75B9-9563-02AF01957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2350" y="582295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1" name="Line 1965">
              <a:extLst>
                <a:ext uri="{FF2B5EF4-FFF2-40B4-BE49-F238E27FC236}">
                  <a16:creationId xmlns:a16="http://schemas.microsoft.com/office/drawing/2014/main" id="{FA9B076B-E481-44F9-631F-37F1A0EE8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017838"/>
              <a:ext cx="2438400" cy="2820988"/>
            </a:xfrm>
            <a:prstGeom prst="line">
              <a:avLst/>
            </a:prstGeom>
            <a:noFill/>
            <a:ln w="3175" cap="flat">
              <a:solidFill>
                <a:srgbClr val="00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2" name="Oval 1966">
              <a:extLst>
                <a:ext uri="{FF2B5EF4-FFF2-40B4-BE49-F238E27FC236}">
                  <a16:creationId xmlns:a16="http://schemas.microsoft.com/office/drawing/2014/main" id="{EF993931-FCD8-9669-5389-7CE31B236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8238" y="316547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3" name="Oval 1967">
              <a:extLst>
                <a:ext uri="{FF2B5EF4-FFF2-40B4-BE49-F238E27FC236}">
                  <a16:creationId xmlns:a16="http://schemas.microsoft.com/office/drawing/2014/main" id="{68CB40C2-1C46-3E8E-AAFB-9D364695D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2750" y="339248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4" name="Oval 1968">
              <a:extLst>
                <a:ext uri="{FF2B5EF4-FFF2-40B4-BE49-F238E27FC236}">
                  <a16:creationId xmlns:a16="http://schemas.microsoft.com/office/drawing/2014/main" id="{0C6561A1-A1AB-91A9-B094-CA68256E0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250" y="374332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5" name="Oval 1969">
              <a:extLst>
                <a:ext uri="{FF2B5EF4-FFF2-40B4-BE49-F238E27FC236}">
                  <a16:creationId xmlns:a16="http://schemas.microsoft.com/office/drawing/2014/main" id="{86D436FB-8785-9F40-C6E6-3DDBF8B39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5675" y="390842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6" name="Oval 1970">
              <a:extLst>
                <a:ext uri="{FF2B5EF4-FFF2-40B4-BE49-F238E27FC236}">
                  <a16:creationId xmlns:a16="http://schemas.microsoft.com/office/drawing/2014/main" id="{1F5E4128-7282-1FFC-0E0D-91159D7064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300" y="4087813"/>
              <a:ext cx="12700" cy="14288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7" name="Oval 1971">
              <a:extLst>
                <a:ext uri="{FF2B5EF4-FFF2-40B4-BE49-F238E27FC236}">
                  <a16:creationId xmlns:a16="http://schemas.microsoft.com/office/drawing/2014/main" id="{A8BDD8B0-5132-7D51-30D1-DA719F4CD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3175" y="429418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8" name="Oval 1972">
              <a:extLst>
                <a:ext uri="{FF2B5EF4-FFF2-40B4-BE49-F238E27FC236}">
                  <a16:creationId xmlns:a16="http://schemas.microsoft.com/office/drawing/2014/main" id="{2431AF5B-DA23-8A4F-2D97-3DCA7FD5F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3825" y="449421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9" name="Oval 1973">
              <a:extLst>
                <a:ext uri="{FF2B5EF4-FFF2-40B4-BE49-F238E27FC236}">
                  <a16:creationId xmlns:a16="http://schemas.microsoft.com/office/drawing/2014/main" id="{BAD9AE70-9110-CAB5-9026-06DAEFE23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8600" y="469423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0" name="Oval 1974">
              <a:extLst>
                <a:ext uri="{FF2B5EF4-FFF2-40B4-BE49-F238E27FC236}">
                  <a16:creationId xmlns:a16="http://schemas.microsoft.com/office/drawing/2014/main" id="{9B35CBA5-5460-B7FE-8241-F64E4AF1B2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0675" y="486410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1" name="Oval 1975">
              <a:extLst>
                <a:ext uri="{FF2B5EF4-FFF2-40B4-BE49-F238E27FC236}">
                  <a16:creationId xmlns:a16="http://schemas.microsoft.com/office/drawing/2014/main" id="{EA9675A8-CA5C-4088-5012-7DA5CC7F15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3225" y="493553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2" name="Oval 1976">
              <a:extLst>
                <a:ext uri="{FF2B5EF4-FFF2-40B4-BE49-F238E27FC236}">
                  <a16:creationId xmlns:a16="http://schemas.microsoft.com/office/drawing/2014/main" id="{31BF2AF1-237A-6992-2567-7D0842E1C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9425" y="50339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3" name="Oval 1977">
              <a:extLst>
                <a:ext uri="{FF2B5EF4-FFF2-40B4-BE49-F238E27FC236}">
                  <a16:creationId xmlns:a16="http://schemas.microsoft.com/office/drawing/2014/main" id="{A663E2F3-CF41-FF1E-1626-6BE42C5C7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5192713"/>
              <a:ext cx="14287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4" name="Oval 1978">
              <a:extLst>
                <a:ext uri="{FF2B5EF4-FFF2-40B4-BE49-F238E27FC236}">
                  <a16:creationId xmlns:a16="http://schemas.microsoft.com/office/drawing/2014/main" id="{8FFC6BC5-B479-14FB-0089-0EDD9F856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9600" y="520541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5" name="Oval 1979">
              <a:extLst>
                <a:ext uri="{FF2B5EF4-FFF2-40B4-BE49-F238E27FC236}">
                  <a16:creationId xmlns:a16="http://schemas.microsoft.com/office/drawing/2014/main" id="{11E1162B-7B99-41F4-6F35-E4C575580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8338" y="528002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6" name="Oval 1980">
              <a:extLst>
                <a:ext uri="{FF2B5EF4-FFF2-40B4-BE49-F238E27FC236}">
                  <a16:creationId xmlns:a16="http://schemas.microsoft.com/office/drawing/2014/main" id="{992893E5-1CBE-A187-2805-1A6F5AA60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2313" y="53768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7" name="Oval 1981">
              <a:extLst>
                <a:ext uri="{FF2B5EF4-FFF2-40B4-BE49-F238E27FC236}">
                  <a16:creationId xmlns:a16="http://schemas.microsoft.com/office/drawing/2014/main" id="{D5FB807B-C09A-6499-23E6-43DD6CB89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3113" y="546735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8" name="Oval 1982">
              <a:extLst>
                <a:ext uri="{FF2B5EF4-FFF2-40B4-BE49-F238E27FC236}">
                  <a16:creationId xmlns:a16="http://schemas.microsoft.com/office/drawing/2014/main" id="{561BAB04-13CB-87CD-5210-BD74560A0B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8" y="5505450"/>
              <a:ext cx="11112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9" name="Oval 1983">
              <a:extLst>
                <a:ext uri="{FF2B5EF4-FFF2-40B4-BE49-F238E27FC236}">
                  <a16:creationId xmlns:a16="http://schemas.microsoft.com/office/drawing/2014/main" id="{D0DF6242-D3AA-98C3-8ABC-8133E0081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8" y="551497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0" name="Oval 1984">
              <a:extLst>
                <a:ext uri="{FF2B5EF4-FFF2-40B4-BE49-F238E27FC236}">
                  <a16:creationId xmlns:a16="http://schemas.microsoft.com/office/drawing/2014/main" id="{6912A55D-8F6E-BB1A-E1B4-D890A8DD8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6463" y="557371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1" name="Oval 1985">
              <a:extLst>
                <a:ext uri="{FF2B5EF4-FFF2-40B4-BE49-F238E27FC236}">
                  <a16:creationId xmlns:a16="http://schemas.microsoft.com/office/drawing/2014/main" id="{23827766-9C20-0821-DDD4-E53885FEE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7738" y="563403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2" name="Oval 1986">
              <a:extLst>
                <a:ext uri="{FF2B5EF4-FFF2-40B4-BE49-F238E27FC236}">
                  <a16:creationId xmlns:a16="http://schemas.microsoft.com/office/drawing/2014/main" id="{AB1D2ED8-2A3B-3EB6-EBE5-2680B1E3D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5838" y="568007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3" name="Oval 1987">
              <a:extLst>
                <a:ext uri="{FF2B5EF4-FFF2-40B4-BE49-F238E27FC236}">
                  <a16:creationId xmlns:a16="http://schemas.microsoft.com/office/drawing/2014/main" id="{20051619-2BA0-51AF-294F-57555EAF0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2350" y="574040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4" name="Oval 1988">
              <a:extLst>
                <a:ext uri="{FF2B5EF4-FFF2-40B4-BE49-F238E27FC236}">
                  <a16:creationId xmlns:a16="http://schemas.microsoft.com/office/drawing/2014/main" id="{6A13A7A3-F53E-5B31-5ECD-4F68BDD96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7275" y="581977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5" name="Line 1989">
              <a:extLst>
                <a:ext uri="{FF2B5EF4-FFF2-40B4-BE49-F238E27FC236}">
                  <a16:creationId xmlns:a16="http://schemas.microsoft.com/office/drawing/2014/main" id="{54824498-0848-9427-78AB-8634BB05EE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554288"/>
              <a:ext cx="2489200" cy="3284538"/>
            </a:xfrm>
            <a:prstGeom prst="line">
              <a:avLst/>
            </a:prstGeom>
            <a:noFill/>
            <a:ln w="3175" cap="flat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6" name="Rectangle 1990">
              <a:extLst>
                <a:ext uri="{FF2B5EF4-FFF2-40B4-BE49-F238E27FC236}">
                  <a16:creationId xmlns:a16="http://schemas.microsoft.com/office/drawing/2014/main" id="{2AA792D0-1875-2F84-4084-0BC8A3E1C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5850" y="2595563"/>
              <a:ext cx="614362" cy="4111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7" name="Rectangle 1991">
              <a:extLst>
                <a:ext uri="{FF2B5EF4-FFF2-40B4-BE49-F238E27FC236}">
                  <a16:creationId xmlns:a16="http://schemas.microsoft.com/office/drawing/2014/main" id="{B2AFF191-D638-FC62-CA2C-68C9619C5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9688" y="2614613"/>
              <a:ext cx="90487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all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08" name="Oval 1992">
              <a:extLst>
                <a:ext uri="{FF2B5EF4-FFF2-40B4-BE49-F238E27FC236}">
                  <a16:creationId xmlns:a16="http://schemas.microsoft.com/office/drawing/2014/main" id="{4A9F0679-10DD-D672-32C2-4A124245D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3800" y="2636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9" name="Rectangle 1993">
              <a:extLst>
                <a:ext uri="{FF2B5EF4-FFF2-40B4-BE49-F238E27FC236}">
                  <a16:creationId xmlns:a16="http://schemas.microsoft.com/office/drawing/2014/main" id="{CE176428-ED93-CABA-844E-51862E858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9688" y="2695575"/>
              <a:ext cx="38576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diag oppsign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10" name="Freeform 1994">
              <a:extLst>
                <a:ext uri="{FF2B5EF4-FFF2-40B4-BE49-F238E27FC236}">
                  <a16:creationId xmlns:a16="http://schemas.microsoft.com/office/drawing/2014/main" id="{323540C5-5EAB-B4B8-636A-D148BE932A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99513" y="2701925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11" name="Rectangle 1995">
              <a:extLst>
                <a:ext uri="{FF2B5EF4-FFF2-40B4-BE49-F238E27FC236}">
                  <a16:creationId xmlns:a16="http://schemas.microsoft.com/office/drawing/2014/main" id="{D4E81865-465B-CB71-1126-EB8A63B57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9688" y="2773363"/>
              <a:ext cx="433387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diag samesign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12" name="Freeform 1996">
              <a:extLst>
                <a:ext uri="{FF2B5EF4-FFF2-40B4-BE49-F238E27FC236}">
                  <a16:creationId xmlns:a16="http://schemas.microsoft.com/office/drawing/2014/main" id="{671ADBA3-FC73-36CA-BAF1-7153F5F962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07450" y="2787650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13" name="Rectangle 1997">
              <a:extLst>
                <a:ext uri="{FF2B5EF4-FFF2-40B4-BE49-F238E27FC236}">
                  <a16:creationId xmlns:a16="http://schemas.microsoft.com/office/drawing/2014/main" id="{CCB2F915-999D-8280-EDEB-55AB5DAF7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9688" y="2854325"/>
              <a:ext cx="133350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vert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14" name="Oval 1998">
              <a:extLst>
                <a:ext uri="{FF2B5EF4-FFF2-40B4-BE49-F238E27FC236}">
                  <a16:creationId xmlns:a16="http://schemas.microsoft.com/office/drawing/2014/main" id="{998A71D8-8B37-A3D9-DECE-52F9576D3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3800" y="287337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15" name="Rectangle 1999">
              <a:extLst>
                <a:ext uri="{FF2B5EF4-FFF2-40B4-BE49-F238E27FC236}">
                  <a16:creationId xmlns:a16="http://schemas.microsoft.com/office/drawing/2014/main" id="{EA0ED7BB-6048-2EE3-B493-602B2D511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9688" y="2930525"/>
              <a:ext cx="1619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horiz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16" name="Oval 2000">
              <a:extLst>
                <a:ext uri="{FF2B5EF4-FFF2-40B4-BE49-F238E27FC236}">
                  <a16:creationId xmlns:a16="http://schemas.microsoft.com/office/drawing/2014/main" id="{8991EB8D-DBBA-E1C2-E318-4319171A8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3800" y="295275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17" name="Rectangle 2001">
              <a:extLst>
                <a:ext uri="{FF2B5EF4-FFF2-40B4-BE49-F238E27FC236}">
                  <a16:creationId xmlns:a16="http://schemas.microsoft.com/office/drawing/2014/main" id="{20E571E5-ED90-9F03-2020-B14EEC9DD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5850" y="2595563"/>
              <a:ext cx="614362" cy="411163"/>
            </a:xfrm>
            <a:prstGeom prst="rect">
              <a:avLst/>
            </a:prstGeom>
            <a:noFill/>
            <a:ln w="3175" cap="flat">
              <a:solidFill>
                <a:srgbClr val="26262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18" name="Rectangle 2002">
              <a:extLst>
                <a:ext uri="{FF2B5EF4-FFF2-40B4-BE49-F238E27FC236}">
                  <a16:creationId xmlns:a16="http://schemas.microsoft.com/office/drawing/2014/main" id="{E046AEA9-278C-28D8-ADE7-C27E93A224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7388" y="6167438"/>
              <a:ext cx="256857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scindatabase pad=1 whiten=per view (subj wtd) marg=1 pxlmean 0 roimean 1 cosbell 1 gen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19" name="Rectangle 2003">
              <a:extLst>
                <a:ext uri="{FF2B5EF4-FFF2-40B4-BE49-F238E27FC236}">
                  <a16:creationId xmlns:a16="http://schemas.microsoft.com/office/drawing/2014/main" id="{D5699862-946B-16C8-4CCC-69CF57750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7388" y="6005513"/>
              <a:ext cx="452437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std (N=2 R=64)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6220" name="Group 6219">
            <a:extLst>
              <a:ext uri="{FF2B5EF4-FFF2-40B4-BE49-F238E27FC236}">
                <a16:creationId xmlns:a16="http://schemas.microsoft.com/office/drawing/2014/main" id="{344BA86D-C745-7CCB-2DE7-C9EC4390BA56}"/>
              </a:ext>
            </a:extLst>
          </p:cNvPr>
          <p:cNvGrpSpPr>
            <a:grpSpLocks noChangeAspect="1"/>
          </p:cNvGrpSpPr>
          <p:nvPr/>
        </p:nvGrpSpPr>
        <p:grpSpPr>
          <a:xfrm>
            <a:off x="8385583" y="3693079"/>
            <a:ext cx="1861311" cy="1933633"/>
            <a:chOff x="8247063" y="3467100"/>
            <a:chExt cx="3717925" cy="3862388"/>
          </a:xfrm>
        </p:grpSpPr>
        <p:sp>
          <p:nvSpPr>
            <p:cNvPr id="6221" name="Line 91">
              <a:extLst>
                <a:ext uri="{FF2B5EF4-FFF2-40B4-BE49-F238E27FC236}">
                  <a16:creationId xmlns:a16="http://schemas.microsoft.com/office/drawing/2014/main" id="{DF343160-4F3E-5F8F-3D6A-40E5CCA9AB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915150"/>
              <a:ext cx="32607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2" name="Line 92">
              <a:extLst>
                <a:ext uri="{FF2B5EF4-FFF2-40B4-BE49-F238E27FC236}">
                  <a16:creationId xmlns:a16="http://schemas.microsoft.com/office/drawing/2014/main" id="{8D2DF1C6-F9E3-1C96-EB6F-AD28A73134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467100"/>
              <a:ext cx="32607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3" name="Line 93">
              <a:extLst>
                <a:ext uri="{FF2B5EF4-FFF2-40B4-BE49-F238E27FC236}">
                  <a16:creationId xmlns:a16="http://schemas.microsoft.com/office/drawing/2014/main" id="{41AC178B-6AA9-5569-C94A-7D57DE0821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64700" y="6880225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4" name="Line 94">
              <a:extLst>
                <a:ext uri="{FF2B5EF4-FFF2-40B4-BE49-F238E27FC236}">
                  <a16:creationId xmlns:a16="http://schemas.microsoft.com/office/drawing/2014/main" id="{1F66996F-D4A2-7007-6AAC-801C33F798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18838" y="6880225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5" name="Line 95">
              <a:extLst>
                <a:ext uri="{FF2B5EF4-FFF2-40B4-BE49-F238E27FC236}">
                  <a16:creationId xmlns:a16="http://schemas.microsoft.com/office/drawing/2014/main" id="{4776AF10-31E1-DF63-1009-DE7DC4184B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64700" y="3467100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6" name="Line 96">
              <a:extLst>
                <a:ext uri="{FF2B5EF4-FFF2-40B4-BE49-F238E27FC236}">
                  <a16:creationId xmlns:a16="http://schemas.microsoft.com/office/drawing/2014/main" id="{52FFBB61-3DE7-8170-1906-5B0CB54AE0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18838" y="3467100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7" name="Line 97">
              <a:extLst>
                <a:ext uri="{FF2B5EF4-FFF2-40B4-BE49-F238E27FC236}">
                  <a16:creationId xmlns:a16="http://schemas.microsoft.com/office/drawing/2014/main" id="{B86C874B-C581-659A-A6CA-89C6EA1A2B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18550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8" name="Line 98">
              <a:extLst>
                <a:ext uri="{FF2B5EF4-FFF2-40B4-BE49-F238E27FC236}">
                  <a16:creationId xmlns:a16="http://schemas.microsoft.com/office/drawing/2014/main" id="{328440BF-3704-6496-FBA1-DADA2A7D66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56675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9" name="Line 99">
              <a:extLst>
                <a:ext uri="{FF2B5EF4-FFF2-40B4-BE49-F238E27FC236}">
                  <a16:creationId xmlns:a16="http://schemas.microsoft.com/office/drawing/2014/main" id="{FDAC8939-86E3-0F24-340A-9FDA68645D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26538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0" name="Line 100">
              <a:extLst>
                <a:ext uri="{FF2B5EF4-FFF2-40B4-BE49-F238E27FC236}">
                  <a16:creationId xmlns:a16="http://schemas.microsoft.com/office/drawing/2014/main" id="{F7071548-F64A-B2DF-2A1F-6B8623A038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58300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1" name="Line 101">
              <a:extLst>
                <a:ext uri="{FF2B5EF4-FFF2-40B4-BE49-F238E27FC236}">
                  <a16:creationId xmlns:a16="http://schemas.microsoft.com/office/drawing/2014/main" id="{B86B1703-96C1-9882-46C2-2E8A593C6D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64663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2" name="Line 102">
              <a:extLst>
                <a:ext uri="{FF2B5EF4-FFF2-40B4-BE49-F238E27FC236}">
                  <a16:creationId xmlns:a16="http://schemas.microsoft.com/office/drawing/2014/main" id="{8D6A0BCE-BE1B-7162-2B85-9756CF3A8F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55150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3" name="Line 103">
              <a:extLst>
                <a:ext uri="{FF2B5EF4-FFF2-40B4-BE49-F238E27FC236}">
                  <a16:creationId xmlns:a16="http://schemas.microsoft.com/office/drawing/2014/main" id="{96304BCC-23BD-C9CB-463D-0EECBA32C9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34525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4" name="Line 104">
              <a:extLst>
                <a:ext uri="{FF2B5EF4-FFF2-40B4-BE49-F238E27FC236}">
                  <a16:creationId xmlns:a16="http://schemas.microsoft.com/office/drawing/2014/main" id="{F5EC40AB-1A8D-50E3-E29E-BE676EB655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02788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5" name="Line 105">
              <a:extLst>
                <a:ext uri="{FF2B5EF4-FFF2-40B4-BE49-F238E27FC236}">
                  <a16:creationId xmlns:a16="http://schemas.microsoft.com/office/drawing/2014/main" id="{D09B2974-B681-C08A-EE25-F96E69030B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64700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6" name="Line 106">
              <a:extLst>
                <a:ext uri="{FF2B5EF4-FFF2-40B4-BE49-F238E27FC236}">
                  <a16:creationId xmlns:a16="http://schemas.microsoft.com/office/drawing/2014/main" id="{EF52A01D-975A-E2E9-1293-30F81077BA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72688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7" name="Line 107">
              <a:extLst>
                <a:ext uri="{FF2B5EF4-FFF2-40B4-BE49-F238E27FC236}">
                  <a16:creationId xmlns:a16="http://schemas.microsoft.com/office/drawing/2014/main" id="{D060DB24-F15D-79A2-86C0-EA9EF58A3D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310813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8" name="Line 108">
              <a:extLst>
                <a:ext uri="{FF2B5EF4-FFF2-40B4-BE49-F238E27FC236}">
                  <a16:creationId xmlns:a16="http://schemas.microsoft.com/office/drawing/2014/main" id="{7529DBD5-0BC2-C0D2-AEFD-1691987083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80675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9" name="Line 109">
              <a:extLst>
                <a:ext uri="{FF2B5EF4-FFF2-40B4-BE49-F238E27FC236}">
                  <a16:creationId xmlns:a16="http://schemas.microsoft.com/office/drawing/2014/main" id="{912AFF13-8DE8-164D-27A5-F33D4001E6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10850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0" name="Line 110">
              <a:extLst>
                <a:ext uri="{FF2B5EF4-FFF2-40B4-BE49-F238E27FC236}">
                  <a16:creationId xmlns:a16="http://schemas.microsoft.com/office/drawing/2014/main" id="{A148C2C2-1808-FF08-8954-6B03465129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718800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1" name="Line 111">
              <a:extLst>
                <a:ext uri="{FF2B5EF4-FFF2-40B4-BE49-F238E27FC236}">
                  <a16:creationId xmlns:a16="http://schemas.microsoft.com/office/drawing/2014/main" id="{0A7E4AA4-EAD9-358D-C162-A487CBC429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09288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2" name="Line 112">
              <a:extLst>
                <a:ext uri="{FF2B5EF4-FFF2-40B4-BE49-F238E27FC236}">
                  <a16:creationId xmlns:a16="http://schemas.microsoft.com/office/drawing/2014/main" id="{0FE40FA4-7BBC-D341-2A63-E3CF5E56FC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87075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3" name="Line 113">
              <a:extLst>
                <a:ext uri="{FF2B5EF4-FFF2-40B4-BE49-F238E27FC236}">
                  <a16:creationId xmlns:a16="http://schemas.microsoft.com/office/drawing/2014/main" id="{489668BA-DE31-6AA1-0B32-10E8CAFE2A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56925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4" name="Line 114">
              <a:extLst>
                <a:ext uri="{FF2B5EF4-FFF2-40B4-BE49-F238E27FC236}">
                  <a16:creationId xmlns:a16="http://schemas.microsoft.com/office/drawing/2014/main" id="{D9867F50-EC9A-5AAD-6AA9-D7513B7590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18838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5" name="Line 115">
              <a:extLst>
                <a:ext uri="{FF2B5EF4-FFF2-40B4-BE49-F238E27FC236}">
                  <a16:creationId xmlns:a16="http://schemas.microsoft.com/office/drawing/2014/main" id="{D1D067B3-09FF-8250-FF0F-95A6AA5375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426825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6" name="Line 116">
              <a:extLst>
                <a:ext uri="{FF2B5EF4-FFF2-40B4-BE49-F238E27FC236}">
                  <a16:creationId xmlns:a16="http://schemas.microsoft.com/office/drawing/2014/main" id="{E0EA48B8-4F90-5305-8C85-2B31A6855E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664950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7" name="Line 117">
              <a:extLst>
                <a:ext uri="{FF2B5EF4-FFF2-40B4-BE49-F238E27FC236}">
                  <a16:creationId xmlns:a16="http://schemas.microsoft.com/office/drawing/2014/main" id="{86418617-57B5-A992-ADAC-9D17582742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833225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8" name="Line 118">
              <a:extLst>
                <a:ext uri="{FF2B5EF4-FFF2-40B4-BE49-F238E27FC236}">
                  <a16:creationId xmlns:a16="http://schemas.microsoft.com/office/drawing/2014/main" id="{4348F47B-4BCD-B454-60CF-23CC1C091F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964988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9" name="Line 119">
              <a:extLst>
                <a:ext uri="{FF2B5EF4-FFF2-40B4-BE49-F238E27FC236}">
                  <a16:creationId xmlns:a16="http://schemas.microsoft.com/office/drawing/2014/main" id="{92AA495B-4367-D18E-6E82-02BABFC04A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18550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0" name="Line 120">
              <a:extLst>
                <a:ext uri="{FF2B5EF4-FFF2-40B4-BE49-F238E27FC236}">
                  <a16:creationId xmlns:a16="http://schemas.microsoft.com/office/drawing/2014/main" id="{2F52F1AF-1F19-927E-28FE-9D7B227459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56675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1" name="Line 121">
              <a:extLst>
                <a:ext uri="{FF2B5EF4-FFF2-40B4-BE49-F238E27FC236}">
                  <a16:creationId xmlns:a16="http://schemas.microsoft.com/office/drawing/2014/main" id="{0733EC52-207E-1D28-ED9C-9EA3AA15C9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6538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2" name="Line 122">
              <a:extLst>
                <a:ext uri="{FF2B5EF4-FFF2-40B4-BE49-F238E27FC236}">
                  <a16:creationId xmlns:a16="http://schemas.microsoft.com/office/drawing/2014/main" id="{52543E98-CBE7-88E6-356C-E032F24466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58300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3" name="Line 123">
              <a:extLst>
                <a:ext uri="{FF2B5EF4-FFF2-40B4-BE49-F238E27FC236}">
                  <a16:creationId xmlns:a16="http://schemas.microsoft.com/office/drawing/2014/main" id="{94B339C5-DF12-3205-7CEC-DD47742759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64663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4" name="Line 124">
              <a:extLst>
                <a:ext uri="{FF2B5EF4-FFF2-40B4-BE49-F238E27FC236}">
                  <a16:creationId xmlns:a16="http://schemas.microsoft.com/office/drawing/2014/main" id="{F8C508D3-A628-41B6-3A9D-F748A13D8C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55150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5" name="Line 125">
              <a:extLst>
                <a:ext uri="{FF2B5EF4-FFF2-40B4-BE49-F238E27FC236}">
                  <a16:creationId xmlns:a16="http://schemas.microsoft.com/office/drawing/2014/main" id="{70C862DE-27B6-3442-5464-ABD1846A9C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34525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6" name="Line 126">
              <a:extLst>
                <a:ext uri="{FF2B5EF4-FFF2-40B4-BE49-F238E27FC236}">
                  <a16:creationId xmlns:a16="http://schemas.microsoft.com/office/drawing/2014/main" id="{602FDE6B-5712-0C44-7921-3E1DB71255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2788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7" name="Line 127">
              <a:extLst>
                <a:ext uri="{FF2B5EF4-FFF2-40B4-BE49-F238E27FC236}">
                  <a16:creationId xmlns:a16="http://schemas.microsoft.com/office/drawing/2014/main" id="{2C24596C-CFD6-1018-59FA-6C5DC0CE92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64700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8" name="Line 128">
              <a:extLst>
                <a:ext uri="{FF2B5EF4-FFF2-40B4-BE49-F238E27FC236}">
                  <a16:creationId xmlns:a16="http://schemas.microsoft.com/office/drawing/2014/main" id="{B3E6E748-112A-B8AD-6B3C-DB443E18F4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2688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9" name="Line 129">
              <a:extLst>
                <a:ext uri="{FF2B5EF4-FFF2-40B4-BE49-F238E27FC236}">
                  <a16:creationId xmlns:a16="http://schemas.microsoft.com/office/drawing/2014/main" id="{719FD227-456A-CCBA-CC0C-881F827D53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10813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0" name="Line 130">
              <a:extLst>
                <a:ext uri="{FF2B5EF4-FFF2-40B4-BE49-F238E27FC236}">
                  <a16:creationId xmlns:a16="http://schemas.microsoft.com/office/drawing/2014/main" id="{13DCB4B8-E650-50BD-35E8-B8E4E6BF0C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80675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1" name="Line 131">
              <a:extLst>
                <a:ext uri="{FF2B5EF4-FFF2-40B4-BE49-F238E27FC236}">
                  <a16:creationId xmlns:a16="http://schemas.microsoft.com/office/drawing/2014/main" id="{E60A29E0-E013-EE17-E0DA-D9659CD982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10850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2" name="Line 132">
              <a:extLst>
                <a:ext uri="{FF2B5EF4-FFF2-40B4-BE49-F238E27FC236}">
                  <a16:creationId xmlns:a16="http://schemas.microsoft.com/office/drawing/2014/main" id="{EFCC8B11-2C4B-D180-D14D-A02392A28B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18800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3" name="Line 133">
              <a:extLst>
                <a:ext uri="{FF2B5EF4-FFF2-40B4-BE49-F238E27FC236}">
                  <a16:creationId xmlns:a16="http://schemas.microsoft.com/office/drawing/2014/main" id="{CEDD161A-A080-43E1-D9B5-1B7FE345B1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09288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4" name="Line 134">
              <a:extLst>
                <a:ext uri="{FF2B5EF4-FFF2-40B4-BE49-F238E27FC236}">
                  <a16:creationId xmlns:a16="http://schemas.microsoft.com/office/drawing/2014/main" id="{7E4F2579-E738-599E-CA31-B0E53DD997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7075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5" name="Line 135">
              <a:extLst>
                <a:ext uri="{FF2B5EF4-FFF2-40B4-BE49-F238E27FC236}">
                  <a16:creationId xmlns:a16="http://schemas.microsoft.com/office/drawing/2014/main" id="{1D52ED88-7B9D-A995-8A94-5479266EC1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56925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6" name="Line 136">
              <a:extLst>
                <a:ext uri="{FF2B5EF4-FFF2-40B4-BE49-F238E27FC236}">
                  <a16:creationId xmlns:a16="http://schemas.microsoft.com/office/drawing/2014/main" id="{331D32C7-5FBA-2DEA-AFF4-CBB67F0884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18838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7" name="Line 137">
              <a:extLst>
                <a:ext uri="{FF2B5EF4-FFF2-40B4-BE49-F238E27FC236}">
                  <a16:creationId xmlns:a16="http://schemas.microsoft.com/office/drawing/2014/main" id="{DCCFB674-22C2-186D-0B30-E76887681D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6825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8" name="Line 138">
              <a:extLst>
                <a:ext uri="{FF2B5EF4-FFF2-40B4-BE49-F238E27FC236}">
                  <a16:creationId xmlns:a16="http://schemas.microsoft.com/office/drawing/2014/main" id="{3FD89F49-F090-58D4-E61B-44BCB8A60C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64950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9" name="Line 139">
              <a:extLst>
                <a:ext uri="{FF2B5EF4-FFF2-40B4-BE49-F238E27FC236}">
                  <a16:creationId xmlns:a16="http://schemas.microsoft.com/office/drawing/2014/main" id="{08A67E60-C46E-8EBF-8EDC-847051EA57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33225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70" name="Line 140">
              <a:extLst>
                <a:ext uri="{FF2B5EF4-FFF2-40B4-BE49-F238E27FC236}">
                  <a16:creationId xmlns:a16="http://schemas.microsoft.com/office/drawing/2014/main" id="{C3F60120-0575-FF25-E062-5C85F21911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64988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71" name="Rectangle 141">
              <a:extLst>
                <a:ext uri="{FF2B5EF4-FFF2-40B4-BE49-F238E27FC236}">
                  <a16:creationId xmlns:a16="http://schemas.microsoft.com/office/drawing/2014/main" id="{F1CC12F3-C207-B97D-8C24-4B3033CD12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1200" y="6962775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72" name="Rectangle 142">
              <a:extLst>
                <a:ext uri="{FF2B5EF4-FFF2-40B4-BE49-F238E27FC236}">
                  <a16:creationId xmlns:a16="http://schemas.microsoft.com/office/drawing/2014/main" id="{CC9BDC40-C9AD-93A1-1071-C32BCFAC2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2638" y="6943725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73" name="Rectangle 143">
              <a:extLst>
                <a:ext uri="{FF2B5EF4-FFF2-40B4-BE49-F238E27FC236}">
                  <a16:creationId xmlns:a16="http://schemas.microsoft.com/office/drawing/2014/main" id="{9B4D3915-130F-7C4E-A4CF-FBD6DAE6B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5338" y="6962775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74" name="Rectangle 144">
              <a:extLst>
                <a:ext uri="{FF2B5EF4-FFF2-40B4-BE49-F238E27FC236}">
                  <a16:creationId xmlns:a16="http://schemas.microsoft.com/office/drawing/2014/main" id="{9A04ADFA-9853-ACC1-D7C6-7879CCFC2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6775" y="6943725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75" name="Rectangle 145">
              <a:extLst>
                <a:ext uri="{FF2B5EF4-FFF2-40B4-BE49-F238E27FC236}">
                  <a16:creationId xmlns:a16="http://schemas.microsoft.com/office/drawing/2014/main" id="{A43E0FF0-2D64-732D-F316-5CE8D69B73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29825" y="7053263"/>
              <a:ext cx="728662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cycles per pixel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76" name="Line 146">
              <a:extLst>
                <a:ext uri="{FF2B5EF4-FFF2-40B4-BE49-F238E27FC236}">
                  <a16:creationId xmlns:a16="http://schemas.microsoft.com/office/drawing/2014/main" id="{62965FD6-EFBD-1320-873A-4762E0C6A5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04263" y="3467100"/>
              <a:ext cx="0" cy="34480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77" name="Line 147">
              <a:extLst>
                <a:ext uri="{FF2B5EF4-FFF2-40B4-BE49-F238E27FC236}">
                  <a16:creationId xmlns:a16="http://schemas.microsoft.com/office/drawing/2014/main" id="{C25373D0-F721-97C4-384D-41949F7065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964988" y="3467100"/>
              <a:ext cx="0" cy="34480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78" name="Line 148">
              <a:extLst>
                <a:ext uri="{FF2B5EF4-FFF2-40B4-BE49-F238E27FC236}">
                  <a16:creationId xmlns:a16="http://schemas.microsoft.com/office/drawing/2014/main" id="{5E1C6155-D7E1-CB56-4D46-3EB63091E8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915150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79" name="Line 149">
              <a:extLst>
                <a:ext uri="{FF2B5EF4-FFF2-40B4-BE49-F238E27FC236}">
                  <a16:creationId xmlns:a16="http://schemas.microsoft.com/office/drawing/2014/main" id="{6A3FC041-BE1F-A675-23E1-CC86078CFC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288088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0" name="Line 150">
              <a:extLst>
                <a:ext uri="{FF2B5EF4-FFF2-40B4-BE49-F238E27FC236}">
                  <a16:creationId xmlns:a16="http://schemas.microsoft.com/office/drawing/2014/main" id="{84E7BF89-1BFF-0280-95FF-4468E4677D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661025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1" name="Line 151">
              <a:extLst>
                <a:ext uri="{FF2B5EF4-FFF2-40B4-BE49-F238E27FC236}">
                  <a16:creationId xmlns:a16="http://schemas.microsoft.com/office/drawing/2014/main" id="{EBF8E03F-2F27-5D13-1424-E038A6C854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033963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2" name="Line 152">
              <a:extLst>
                <a:ext uri="{FF2B5EF4-FFF2-40B4-BE49-F238E27FC236}">
                  <a16:creationId xmlns:a16="http://schemas.microsoft.com/office/drawing/2014/main" id="{D8BC5EF8-97ED-72C7-A586-18A30638F0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406900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3" name="Line 153">
              <a:extLst>
                <a:ext uri="{FF2B5EF4-FFF2-40B4-BE49-F238E27FC236}">
                  <a16:creationId xmlns:a16="http://schemas.microsoft.com/office/drawing/2014/main" id="{F667FE3D-A811-CFED-C14D-F6BC69F47D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781425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4" name="Line 154">
              <a:extLst>
                <a:ext uri="{FF2B5EF4-FFF2-40B4-BE49-F238E27FC236}">
                  <a16:creationId xmlns:a16="http://schemas.microsoft.com/office/drawing/2014/main" id="{48151D0B-5894-42D1-D596-649DEFF05A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30063" y="6915150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5" name="Line 155">
              <a:extLst>
                <a:ext uri="{FF2B5EF4-FFF2-40B4-BE49-F238E27FC236}">
                  <a16:creationId xmlns:a16="http://schemas.microsoft.com/office/drawing/2014/main" id="{8B6C481D-CC0F-F772-B8DA-848874D411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30063" y="6288088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6" name="Line 156">
              <a:extLst>
                <a:ext uri="{FF2B5EF4-FFF2-40B4-BE49-F238E27FC236}">
                  <a16:creationId xmlns:a16="http://schemas.microsoft.com/office/drawing/2014/main" id="{8D93FC41-368C-1F03-C7D4-3461FC95D1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30063" y="5661025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7" name="Line 157">
              <a:extLst>
                <a:ext uri="{FF2B5EF4-FFF2-40B4-BE49-F238E27FC236}">
                  <a16:creationId xmlns:a16="http://schemas.microsoft.com/office/drawing/2014/main" id="{A244CE1C-8EB2-C218-82E6-F7DB2F1CE3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30063" y="5033963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8" name="Line 158">
              <a:extLst>
                <a:ext uri="{FF2B5EF4-FFF2-40B4-BE49-F238E27FC236}">
                  <a16:creationId xmlns:a16="http://schemas.microsoft.com/office/drawing/2014/main" id="{FB1F7D6A-8C91-99CB-719E-53A6758B16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30063" y="4406900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9" name="Line 159">
              <a:extLst>
                <a:ext uri="{FF2B5EF4-FFF2-40B4-BE49-F238E27FC236}">
                  <a16:creationId xmlns:a16="http://schemas.microsoft.com/office/drawing/2014/main" id="{E6205C69-0EA1-B162-7445-3EE2B9820D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30063" y="3781425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0" name="Line 160">
              <a:extLst>
                <a:ext uri="{FF2B5EF4-FFF2-40B4-BE49-F238E27FC236}">
                  <a16:creationId xmlns:a16="http://schemas.microsoft.com/office/drawing/2014/main" id="{473B279B-AEC5-9366-45EA-21657FDBD5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9151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1" name="Line 161">
              <a:extLst>
                <a:ext uri="{FF2B5EF4-FFF2-40B4-BE49-F238E27FC236}">
                  <a16:creationId xmlns:a16="http://schemas.microsoft.com/office/drawing/2014/main" id="{12F6D869-95E3-3D3F-4406-510294F50B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7262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2" name="Line 162">
              <a:extLst>
                <a:ext uri="{FF2B5EF4-FFF2-40B4-BE49-F238E27FC236}">
                  <a16:creationId xmlns:a16="http://schemas.microsoft.com/office/drawing/2014/main" id="{69EB827A-A4A9-F190-9196-DB80E7AE0D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6151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3" name="Line 163">
              <a:extLst>
                <a:ext uri="{FF2B5EF4-FFF2-40B4-BE49-F238E27FC236}">
                  <a16:creationId xmlns:a16="http://schemas.microsoft.com/office/drawing/2014/main" id="{97494BEF-6839-3735-3785-3B18A2CF5B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5373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4" name="Line 164">
              <a:extLst>
                <a:ext uri="{FF2B5EF4-FFF2-40B4-BE49-F238E27FC236}">
                  <a16:creationId xmlns:a16="http://schemas.microsoft.com/office/drawing/2014/main" id="{81C36573-D64A-3A8A-5F72-0B06535DA4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4770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5" name="Line 165">
              <a:extLst>
                <a:ext uri="{FF2B5EF4-FFF2-40B4-BE49-F238E27FC236}">
                  <a16:creationId xmlns:a16="http://schemas.microsoft.com/office/drawing/2014/main" id="{19334A58-B267-DE94-FDD3-5E92B72439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4277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6" name="Line 166">
              <a:extLst>
                <a:ext uri="{FF2B5EF4-FFF2-40B4-BE49-F238E27FC236}">
                  <a16:creationId xmlns:a16="http://schemas.microsoft.com/office/drawing/2014/main" id="{36F2264E-0ED0-C530-6153-E12E34A3C5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3849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7" name="Line 167">
              <a:extLst>
                <a:ext uri="{FF2B5EF4-FFF2-40B4-BE49-F238E27FC236}">
                  <a16:creationId xmlns:a16="http://schemas.microsoft.com/office/drawing/2014/main" id="{7DD07FA4-F75A-04C0-68C8-60FB0D2E48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3484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8" name="Line 168">
              <a:extLst>
                <a:ext uri="{FF2B5EF4-FFF2-40B4-BE49-F238E27FC236}">
                  <a16:creationId xmlns:a16="http://schemas.microsoft.com/office/drawing/2014/main" id="{EE014AFF-8F37-5B1D-1ECF-8694E3F3BA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3166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9" name="Line 169">
              <a:extLst>
                <a:ext uri="{FF2B5EF4-FFF2-40B4-BE49-F238E27FC236}">
                  <a16:creationId xmlns:a16="http://schemas.microsoft.com/office/drawing/2014/main" id="{2566D6D9-CB64-1F60-0999-B40209019F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2880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0" name="Line 170">
              <a:extLst>
                <a:ext uri="{FF2B5EF4-FFF2-40B4-BE49-F238E27FC236}">
                  <a16:creationId xmlns:a16="http://schemas.microsoft.com/office/drawing/2014/main" id="{56C12E2C-54BD-9127-506F-53008ED73F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0991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1" name="Line 171">
              <a:extLst>
                <a:ext uri="{FF2B5EF4-FFF2-40B4-BE49-F238E27FC236}">
                  <a16:creationId xmlns:a16="http://schemas.microsoft.com/office/drawing/2014/main" id="{B9968360-507B-9122-7BCF-4DEC92CBE1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9896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2" name="Line 172">
              <a:extLst>
                <a:ext uri="{FF2B5EF4-FFF2-40B4-BE49-F238E27FC236}">
                  <a16:creationId xmlns:a16="http://schemas.microsoft.com/office/drawing/2014/main" id="{608BBBB9-2FDC-86A4-248C-9FF49C53AE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9102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3" name="Line 173">
              <a:extLst>
                <a:ext uri="{FF2B5EF4-FFF2-40B4-BE49-F238E27FC236}">
                  <a16:creationId xmlns:a16="http://schemas.microsoft.com/office/drawing/2014/main" id="{0B55D5B3-19CA-74BE-8C1B-3CE744CBF8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8499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4" name="Line 174">
              <a:extLst>
                <a:ext uri="{FF2B5EF4-FFF2-40B4-BE49-F238E27FC236}">
                  <a16:creationId xmlns:a16="http://schemas.microsoft.com/office/drawing/2014/main" id="{D4B56361-CBF4-E183-743A-6F07FB381A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8007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5" name="Line 175">
              <a:extLst>
                <a:ext uri="{FF2B5EF4-FFF2-40B4-BE49-F238E27FC236}">
                  <a16:creationId xmlns:a16="http://schemas.microsoft.com/office/drawing/2014/main" id="{31C9E4BD-8FE5-D1DB-BFAD-958B0DA269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7578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6" name="Line 176">
              <a:extLst>
                <a:ext uri="{FF2B5EF4-FFF2-40B4-BE49-F238E27FC236}">
                  <a16:creationId xmlns:a16="http://schemas.microsoft.com/office/drawing/2014/main" id="{4AFE8220-2C2E-64E3-32A8-B1798C9F80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7213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7" name="Line 177">
              <a:extLst>
                <a:ext uri="{FF2B5EF4-FFF2-40B4-BE49-F238E27FC236}">
                  <a16:creationId xmlns:a16="http://schemas.microsoft.com/office/drawing/2014/main" id="{413F6837-F202-78B1-B3EA-3028E76DF8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6896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8" name="Line 178">
              <a:extLst>
                <a:ext uri="{FF2B5EF4-FFF2-40B4-BE49-F238E27FC236}">
                  <a16:creationId xmlns:a16="http://schemas.microsoft.com/office/drawing/2014/main" id="{2253C44D-9A04-39D6-CCBE-94F946CDF3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6610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9" name="Line 179">
              <a:extLst>
                <a:ext uri="{FF2B5EF4-FFF2-40B4-BE49-F238E27FC236}">
                  <a16:creationId xmlns:a16="http://schemas.microsoft.com/office/drawing/2014/main" id="{680075B5-3E4B-E296-2280-24ECB950D0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4721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0" name="Line 180">
              <a:extLst>
                <a:ext uri="{FF2B5EF4-FFF2-40B4-BE49-F238E27FC236}">
                  <a16:creationId xmlns:a16="http://schemas.microsoft.com/office/drawing/2014/main" id="{80B133CD-1F0F-C573-D1B4-323DA3F579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3625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1" name="Line 181">
              <a:extLst>
                <a:ext uri="{FF2B5EF4-FFF2-40B4-BE49-F238E27FC236}">
                  <a16:creationId xmlns:a16="http://schemas.microsoft.com/office/drawing/2014/main" id="{C79A804B-8192-771D-79BB-F009662461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2847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2" name="Line 182">
              <a:extLst>
                <a:ext uri="{FF2B5EF4-FFF2-40B4-BE49-F238E27FC236}">
                  <a16:creationId xmlns:a16="http://schemas.microsoft.com/office/drawing/2014/main" id="{EF010D54-C881-7FBD-7754-0427DA158C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2228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3" name="Line 183">
              <a:extLst>
                <a:ext uri="{FF2B5EF4-FFF2-40B4-BE49-F238E27FC236}">
                  <a16:creationId xmlns:a16="http://schemas.microsoft.com/office/drawing/2014/main" id="{A729741D-45D9-4BE8-646D-3E6567A0C5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1736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4" name="Line 184">
              <a:extLst>
                <a:ext uri="{FF2B5EF4-FFF2-40B4-BE49-F238E27FC236}">
                  <a16:creationId xmlns:a16="http://schemas.microsoft.com/office/drawing/2014/main" id="{A2653A7F-46DB-3338-C3F2-12B5EFED94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1308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5" name="Line 185">
              <a:extLst>
                <a:ext uri="{FF2B5EF4-FFF2-40B4-BE49-F238E27FC236}">
                  <a16:creationId xmlns:a16="http://schemas.microsoft.com/office/drawing/2014/main" id="{2CDBA33F-67AE-1FDD-9BA8-EF7DA19578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0958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6" name="Line 186">
              <a:extLst>
                <a:ext uri="{FF2B5EF4-FFF2-40B4-BE49-F238E27FC236}">
                  <a16:creationId xmlns:a16="http://schemas.microsoft.com/office/drawing/2014/main" id="{226B675D-10A4-E627-2C1B-D453EBAFB3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0625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7" name="Line 187">
              <a:extLst>
                <a:ext uri="{FF2B5EF4-FFF2-40B4-BE49-F238E27FC236}">
                  <a16:creationId xmlns:a16="http://schemas.microsoft.com/office/drawing/2014/main" id="{2BDD8DEF-1705-4CEA-19F9-4FAF175FA4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0339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8" name="Line 188">
              <a:extLst>
                <a:ext uri="{FF2B5EF4-FFF2-40B4-BE49-F238E27FC236}">
                  <a16:creationId xmlns:a16="http://schemas.microsoft.com/office/drawing/2014/main" id="{F2EE481C-EE28-2AEC-3C08-E85969FFC2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8466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9" name="Line 189">
              <a:extLst>
                <a:ext uri="{FF2B5EF4-FFF2-40B4-BE49-F238E27FC236}">
                  <a16:creationId xmlns:a16="http://schemas.microsoft.com/office/drawing/2014/main" id="{A03DE945-9B43-A30D-8F37-F4C8076E79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7355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0" name="Line 190">
              <a:extLst>
                <a:ext uri="{FF2B5EF4-FFF2-40B4-BE49-F238E27FC236}">
                  <a16:creationId xmlns:a16="http://schemas.microsoft.com/office/drawing/2014/main" id="{CAB9A5C1-56B6-48E4-6E31-FDE516FBDF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6577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1" name="Line 191">
              <a:extLst>
                <a:ext uri="{FF2B5EF4-FFF2-40B4-BE49-F238E27FC236}">
                  <a16:creationId xmlns:a16="http://schemas.microsoft.com/office/drawing/2014/main" id="{95C2BF0C-7ED4-2ED4-A708-FC0B0E1DBB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5958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2" name="Line 192">
              <a:extLst>
                <a:ext uri="{FF2B5EF4-FFF2-40B4-BE49-F238E27FC236}">
                  <a16:creationId xmlns:a16="http://schemas.microsoft.com/office/drawing/2014/main" id="{277BA75A-C93B-D71C-10F6-C64FCBE4FD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5466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3" name="Line 193">
              <a:extLst>
                <a:ext uri="{FF2B5EF4-FFF2-40B4-BE49-F238E27FC236}">
                  <a16:creationId xmlns:a16="http://schemas.microsoft.com/office/drawing/2014/main" id="{24B63743-49D4-DF84-6388-510173FFC6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5053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4" name="Line 194">
              <a:extLst>
                <a:ext uri="{FF2B5EF4-FFF2-40B4-BE49-F238E27FC236}">
                  <a16:creationId xmlns:a16="http://schemas.microsoft.com/office/drawing/2014/main" id="{649FA34E-6C81-5DC0-4A2D-5A1B3149B6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4688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5" name="Line 195">
              <a:extLst>
                <a:ext uri="{FF2B5EF4-FFF2-40B4-BE49-F238E27FC236}">
                  <a16:creationId xmlns:a16="http://schemas.microsoft.com/office/drawing/2014/main" id="{04E55411-EB7B-B098-4E5E-FE3C60648F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4370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6" name="Line 196">
              <a:extLst>
                <a:ext uri="{FF2B5EF4-FFF2-40B4-BE49-F238E27FC236}">
                  <a16:creationId xmlns:a16="http://schemas.microsoft.com/office/drawing/2014/main" id="{120579AE-7A94-C34B-DDB7-963857EAF1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4069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7" name="Line 197">
              <a:extLst>
                <a:ext uri="{FF2B5EF4-FFF2-40B4-BE49-F238E27FC236}">
                  <a16:creationId xmlns:a16="http://schemas.microsoft.com/office/drawing/2014/main" id="{D91A3E53-FAD0-9EC5-159D-D3E53CCF3E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4069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8" name="Line 198">
              <a:extLst>
                <a:ext uri="{FF2B5EF4-FFF2-40B4-BE49-F238E27FC236}">
                  <a16:creationId xmlns:a16="http://schemas.microsoft.com/office/drawing/2014/main" id="{C3663821-6C60-F795-56CA-011EDA2C2D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2195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9" name="Line 199">
              <a:extLst>
                <a:ext uri="{FF2B5EF4-FFF2-40B4-BE49-F238E27FC236}">
                  <a16:creationId xmlns:a16="http://schemas.microsoft.com/office/drawing/2014/main" id="{9FE59B8B-C32B-0933-1193-7B86E9D913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1084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0" name="Line 200">
              <a:extLst>
                <a:ext uri="{FF2B5EF4-FFF2-40B4-BE49-F238E27FC236}">
                  <a16:creationId xmlns:a16="http://schemas.microsoft.com/office/drawing/2014/main" id="{AB81EE01-5F16-0D18-3DCF-9588873772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0306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1" name="Line 201">
              <a:extLst>
                <a:ext uri="{FF2B5EF4-FFF2-40B4-BE49-F238E27FC236}">
                  <a16:creationId xmlns:a16="http://schemas.microsoft.com/office/drawing/2014/main" id="{966313F2-118B-AA9D-64D5-4D7F8DDEE0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9687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2" name="Line 202">
              <a:extLst>
                <a:ext uri="{FF2B5EF4-FFF2-40B4-BE49-F238E27FC236}">
                  <a16:creationId xmlns:a16="http://schemas.microsoft.com/office/drawing/2014/main" id="{1665B1F3-E81A-89A5-18E3-E3396AF188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9195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3" name="Line 203">
              <a:extLst>
                <a:ext uri="{FF2B5EF4-FFF2-40B4-BE49-F238E27FC236}">
                  <a16:creationId xmlns:a16="http://schemas.microsoft.com/office/drawing/2014/main" id="{EDF75891-3EC9-1CCB-E96F-CD26CCDBD0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8782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4" name="Line 204">
              <a:extLst>
                <a:ext uri="{FF2B5EF4-FFF2-40B4-BE49-F238E27FC236}">
                  <a16:creationId xmlns:a16="http://schemas.microsoft.com/office/drawing/2014/main" id="{B4E99354-C38C-F432-2FDA-21ED86BB0A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8417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5" name="Line 205">
              <a:extLst>
                <a:ext uri="{FF2B5EF4-FFF2-40B4-BE49-F238E27FC236}">
                  <a16:creationId xmlns:a16="http://schemas.microsoft.com/office/drawing/2014/main" id="{6FC76C2E-EFFE-08A3-E4A4-08B695B961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8100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6" name="Line 206">
              <a:extLst>
                <a:ext uri="{FF2B5EF4-FFF2-40B4-BE49-F238E27FC236}">
                  <a16:creationId xmlns:a16="http://schemas.microsoft.com/office/drawing/2014/main" id="{123CA791-6212-F8B0-03EE-CCE92009EF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7814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7" name="Line 207">
              <a:extLst>
                <a:ext uri="{FF2B5EF4-FFF2-40B4-BE49-F238E27FC236}">
                  <a16:creationId xmlns:a16="http://schemas.microsoft.com/office/drawing/2014/main" id="{C3F1BAAB-F16E-0B69-69AA-9DBEB1539C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5925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8" name="Line 208">
              <a:extLst>
                <a:ext uri="{FF2B5EF4-FFF2-40B4-BE49-F238E27FC236}">
                  <a16:creationId xmlns:a16="http://schemas.microsoft.com/office/drawing/2014/main" id="{43FEA421-F653-2281-0614-DDBF718C45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4813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9" name="Line 209">
              <a:extLst>
                <a:ext uri="{FF2B5EF4-FFF2-40B4-BE49-F238E27FC236}">
                  <a16:creationId xmlns:a16="http://schemas.microsoft.com/office/drawing/2014/main" id="{6CD1F20B-8F40-DF18-546D-BDEE60CFB6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9151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0" name="Line 210">
              <a:extLst>
                <a:ext uri="{FF2B5EF4-FFF2-40B4-BE49-F238E27FC236}">
                  <a16:creationId xmlns:a16="http://schemas.microsoft.com/office/drawing/2014/main" id="{04F2C94B-584F-03AA-A432-CA4E6A5422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7262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1" name="Line 211">
              <a:extLst>
                <a:ext uri="{FF2B5EF4-FFF2-40B4-BE49-F238E27FC236}">
                  <a16:creationId xmlns:a16="http://schemas.microsoft.com/office/drawing/2014/main" id="{6F2F0558-8096-C3C8-D398-F1F429D347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6151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2" name="Line 212">
              <a:extLst>
                <a:ext uri="{FF2B5EF4-FFF2-40B4-BE49-F238E27FC236}">
                  <a16:creationId xmlns:a16="http://schemas.microsoft.com/office/drawing/2014/main" id="{C68895A2-4B63-1A02-D34D-20C633E3A8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5373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3" name="Line 213">
              <a:extLst>
                <a:ext uri="{FF2B5EF4-FFF2-40B4-BE49-F238E27FC236}">
                  <a16:creationId xmlns:a16="http://schemas.microsoft.com/office/drawing/2014/main" id="{09B48577-9D3B-1C86-4581-1C9FD1F785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4770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4" name="Line 214">
              <a:extLst>
                <a:ext uri="{FF2B5EF4-FFF2-40B4-BE49-F238E27FC236}">
                  <a16:creationId xmlns:a16="http://schemas.microsoft.com/office/drawing/2014/main" id="{A3661A1C-0481-BAA9-832B-077B2920A1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4277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5" name="Line 215">
              <a:extLst>
                <a:ext uri="{FF2B5EF4-FFF2-40B4-BE49-F238E27FC236}">
                  <a16:creationId xmlns:a16="http://schemas.microsoft.com/office/drawing/2014/main" id="{83851E7B-758F-7624-794E-0C18C47153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3849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6" name="Line 216">
              <a:extLst>
                <a:ext uri="{FF2B5EF4-FFF2-40B4-BE49-F238E27FC236}">
                  <a16:creationId xmlns:a16="http://schemas.microsoft.com/office/drawing/2014/main" id="{7C5BD98D-B04D-FA12-683F-343F4EF170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3484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7" name="Line 217">
              <a:extLst>
                <a:ext uri="{FF2B5EF4-FFF2-40B4-BE49-F238E27FC236}">
                  <a16:creationId xmlns:a16="http://schemas.microsoft.com/office/drawing/2014/main" id="{19BCE7C4-F371-C0D3-8CB8-517FF543E2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3166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8" name="Line 218">
              <a:extLst>
                <a:ext uri="{FF2B5EF4-FFF2-40B4-BE49-F238E27FC236}">
                  <a16:creationId xmlns:a16="http://schemas.microsoft.com/office/drawing/2014/main" id="{65151544-9433-7C70-BD00-FEF92624F4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2880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9" name="Line 219">
              <a:extLst>
                <a:ext uri="{FF2B5EF4-FFF2-40B4-BE49-F238E27FC236}">
                  <a16:creationId xmlns:a16="http://schemas.microsoft.com/office/drawing/2014/main" id="{025287DF-3EAF-8EF9-9130-88D319F5D0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0991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0" name="Line 220">
              <a:extLst>
                <a:ext uri="{FF2B5EF4-FFF2-40B4-BE49-F238E27FC236}">
                  <a16:creationId xmlns:a16="http://schemas.microsoft.com/office/drawing/2014/main" id="{EEF62D0D-3523-A3C6-B534-9EDF1DE85C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9896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1" name="Line 221">
              <a:extLst>
                <a:ext uri="{FF2B5EF4-FFF2-40B4-BE49-F238E27FC236}">
                  <a16:creationId xmlns:a16="http://schemas.microsoft.com/office/drawing/2014/main" id="{564D713B-C092-15AD-CE0F-AA16A43CBA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9102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2" name="Line 222">
              <a:extLst>
                <a:ext uri="{FF2B5EF4-FFF2-40B4-BE49-F238E27FC236}">
                  <a16:creationId xmlns:a16="http://schemas.microsoft.com/office/drawing/2014/main" id="{7B0318E8-15C9-FC22-C799-82B437B684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8499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3" name="Line 223">
              <a:extLst>
                <a:ext uri="{FF2B5EF4-FFF2-40B4-BE49-F238E27FC236}">
                  <a16:creationId xmlns:a16="http://schemas.microsoft.com/office/drawing/2014/main" id="{7A0F6F68-6C72-9980-E776-ACB403BBFC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8007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4" name="Line 224">
              <a:extLst>
                <a:ext uri="{FF2B5EF4-FFF2-40B4-BE49-F238E27FC236}">
                  <a16:creationId xmlns:a16="http://schemas.microsoft.com/office/drawing/2014/main" id="{1B99E05D-5FF7-2B07-9975-FB5D7C6823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7578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5" name="Line 225">
              <a:extLst>
                <a:ext uri="{FF2B5EF4-FFF2-40B4-BE49-F238E27FC236}">
                  <a16:creationId xmlns:a16="http://schemas.microsoft.com/office/drawing/2014/main" id="{911B5654-3F27-0077-2658-42816CCB0F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7213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6" name="Line 226">
              <a:extLst>
                <a:ext uri="{FF2B5EF4-FFF2-40B4-BE49-F238E27FC236}">
                  <a16:creationId xmlns:a16="http://schemas.microsoft.com/office/drawing/2014/main" id="{3AC1F789-3FD3-64F8-F72C-ACFBC8FF0F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6896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7" name="Line 227">
              <a:extLst>
                <a:ext uri="{FF2B5EF4-FFF2-40B4-BE49-F238E27FC236}">
                  <a16:creationId xmlns:a16="http://schemas.microsoft.com/office/drawing/2014/main" id="{ACD4FE59-04A8-0462-1114-31C82A4E16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6610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8" name="Line 228">
              <a:extLst>
                <a:ext uri="{FF2B5EF4-FFF2-40B4-BE49-F238E27FC236}">
                  <a16:creationId xmlns:a16="http://schemas.microsoft.com/office/drawing/2014/main" id="{09CA4114-93C6-1D8F-FC8B-5FF0F06C8D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4721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9" name="Line 229">
              <a:extLst>
                <a:ext uri="{FF2B5EF4-FFF2-40B4-BE49-F238E27FC236}">
                  <a16:creationId xmlns:a16="http://schemas.microsoft.com/office/drawing/2014/main" id="{2C9C55C5-E845-86ED-0D2C-94295F99A4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3625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0" name="Line 230">
              <a:extLst>
                <a:ext uri="{FF2B5EF4-FFF2-40B4-BE49-F238E27FC236}">
                  <a16:creationId xmlns:a16="http://schemas.microsoft.com/office/drawing/2014/main" id="{FAB86160-C408-233C-9060-800F5129EE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2847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1" name="Line 231">
              <a:extLst>
                <a:ext uri="{FF2B5EF4-FFF2-40B4-BE49-F238E27FC236}">
                  <a16:creationId xmlns:a16="http://schemas.microsoft.com/office/drawing/2014/main" id="{9CB2C1C4-359D-A8E9-5D0F-B21987F909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2228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2" name="Line 232">
              <a:extLst>
                <a:ext uri="{FF2B5EF4-FFF2-40B4-BE49-F238E27FC236}">
                  <a16:creationId xmlns:a16="http://schemas.microsoft.com/office/drawing/2014/main" id="{C7ACD981-95F5-7DDA-E2A8-E04180094D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1736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3" name="Line 233">
              <a:extLst>
                <a:ext uri="{FF2B5EF4-FFF2-40B4-BE49-F238E27FC236}">
                  <a16:creationId xmlns:a16="http://schemas.microsoft.com/office/drawing/2014/main" id="{5C7B1155-837B-2D71-4D3B-83A881E1DE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1308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4" name="Line 234">
              <a:extLst>
                <a:ext uri="{FF2B5EF4-FFF2-40B4-BE49-F238E27FC236}">
                  <a16:creationId xmlns:a16="http://schemas.microsoft.com/office/drawing/2014/main" id="{19C03060-AEF7-1663-13F4-66979514CB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0958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5" name="Line 235">
              <a:extLst>
                <a:ext uri="{FF2B5EF4-FFF2-40B4-BE49-F238E27FC236}">
                  <a16:creationId xmlns:a16="http://schemas.microsoft.com/office/drawing/2014/main" id="{55695F55-3A26-1B68-84A5-56240B36E4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0625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6" name="Line 236">
              <a:extLst>
                <a:ext uri="{FF2B5EF4-FFF2-40B4-BE49-F238E27FC236}">
                  <a16:creationId xmlns:a16="http://schemas.microsoft.com/office/drawing/2014/main" id="{F7A21AA3-FDB0-BD5E-3B59-6623BD6B7F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0339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7" name="Line 237">
              <a:extLst>
                <a:ext uri="{FF2B5EF4-FFF2-40B4-BE49-F238E27FC236}">
                  <a16:creationId xmlns:a16="http://schemas.microsoft.com/office/drawing/2014/main" id="{F4BB8264-F0A5-250B-84D8-E3CA9C720B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8466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8" name="Line 238">
              <a:extLst>
                <a:ext uri="{FF2B5EF4-FFF2-40B4-BE49-F238E27FC236}">
                  <a16:creationId xmlns:a16="http://schemas.microsoft.com/office/drawing/2014/main" id="{BDF6E244-66A9-654C-AF65-AF18330D28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7355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9" name="Line 239">
              <a:extLst>
                <a:ext uri="{FF2B5EF4-FFF2-40B4-BE49-F238E27FC236}">
                  <a16:creationId xmlns:a16="http://schemas.microsoft.com/office/drawing/2014/main" id="{C042706E-711B-D8AC-66FE-6D62BA9C33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6577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0" name="Line 240">
              <a:extLst>
                <a:ext uri="{FF2B5EF4-FFF2-40B4-BE49-F238E27FC236}">
                  <a16:creationId xmlns:a16="http://schemas.microsoft.com/office/drawing/2014/main" id="{01CEAEF1-644D-578B-285E-FFAF35848D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5958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1" name="Line 241">
              <a:extLst>
                <a:ext uri="{FF2B5EF4-FFF2-40B4-BE49-F238E27FC236}">
                  <a16:creationId xmlns:a16="http://schemas.microsoft.com/office/drawing/2014/main" id="{6AECAAD9-59C2-6C22-0F10-767671D356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5466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2" name="Line 242">
              <a:extLst>
                <a:ext uri="{FF2B5EF4-FFF2-40B4-BE49-F238E27FC236}">
                  <a16:creationId xmlns:a16="http://schemas.microsoft.com/office/drawing/2014/main" id="{154E125F-ADE8-1498-D43B-3AA07D0508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5053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3" name="Line 243">
              <a:extLst>
                <a:ext uri="{FF2B5EF4-FFF2-40B4-BE49-F238E27FC236}">
                  <a16:creationId xmlns:a16="http://schemas.microsoft.com/office/drawing/2014/main" id="{C9F062E5-D882-FB77-D34B-F8454AA520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4688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4" name="Line 244">
              <a:extLst>
                <a:ext uri="{FF2B5EF4-FFF2-40B4-BE49-F238E27FC236}">
                  <a16:creationId xmlns:a16="http://schemas.microsoft.com/office/drawing/2014/main" id="{4A1D3F16-3D58-F600-F0C6-C591B664F9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4370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5" name="Line 245">
              <a:extLst>
                <a:ext uri="{FF2B5EF4-FFF2-40B4-BE49-F238E27FC236}">
                  <a16:creationId xmlns:a16="http://schemas.microsoft.com/office/drawing/2014/main" id="{24CD6CAB-E02C-BF64-A8EB-AE3F6B7C13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4069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6" name="Line 246">
              <a:extLst>
                <a:ext uri="{FF2B5EF4-FFF2-40B4-BE49-F238E27FC236}">
                  <a16:creationId xmlns:a16="http://schemas.microsoft.com/office/drawing/2014/main" id="{AC84FB91-E8B4-E134-885E-68AAAB8281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4069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7" name="Line 247">
              <a:extLst>
                <a:ext uri="{FF2B5EF4-FFF2-40B4-BE49-F238E27FC236}">
                  <a16:creationId xmlns:a16="http://schemas.microsoft.com/office/drawing/2014/main" id="{0BBB977E-1FFA-DC7C-B97A-9954909F5F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2195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8" name="Line 248">
              <a:extLst>
                <a:ext uri="{FF2B5EF4-FFF2-40B4-BE49-F238E27FC236}">
                  <a16:creationId xmlns:a16="http://schemas.microsoft.com/office/drawing/2014/main" id="{ED8105E9-4DF5-4B8C-C6C6-9552F2A960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1084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9" name="Line 249">
              <a:extLst>
                <a:ext uri="{FF2B5EF4-FFF2-40B4-BE49-F238E27FC236}">
                  <a16:creationId xmlns:a16="http://schemas.microsoft.com/office/drawing/2014/main" id="{2A376156-19E0-9C8D-806B-4FD4A44A33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0306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0" name="Line 250">
              <a:extLst>
                <a:ext uri="{FF2B5EF4-FFF2-40B4-BE49-F238E27FC236}">
                  <a16:creationId xmlns:a16="http://schemas.microsoft.com/office/drawing/2014/main" id="{F1293B98-B7D9-CBAA-EE40-3EF82E1C9E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39687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1" name="Line 251">
              <a:extLst>
                <a:ext uri="{FF2B5EF4-FFF2-40B4-BE49-F238E27FC236}">
                  <a16:creationId xmlns:a16="http://schemas.microsoft.com/office/drawing/2014/main" id="{5540C398-B511-4CE0-7A18-30FDB706CC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39195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2" name="Line 252">
              <a:extLst>
                <a:ext uri="{FF2B5EF4-FFF2-40B4-BE49-F238E27FC236}">
                  <a16:creationId xmlns:a16="http://schemas.microsoft.com/office/drawing/2014/main" id="{DC9BF28A-3301-6FDA-999F-54EF06DDBC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38782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3" name="Line 253">
              <a:extLst>
                <a:ext uri="{FF2B5EF4-FFF2-40B4-BE49-F238E27FC236}">
                  <a16:creationId xmlns:a16="http://schemas.microsoft.com/office/drawing/2014/main" id="{D22332F3-554F-FEFF-AA2C-119CA3386D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38417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4" name="Line 254">
              <a:extLst>
                <a:ext uri="{FF2B5EF4-FFF2-40B4-BE49-F238E27FC236}">
                  <a16:creationId xmlns:a16="http://schemas.microsoft.com/office/drawing/2014/main" id="{83134948-0634-ABB1-836B-6AA1F0C1BB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38100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5" name="Line 255">
              <a:extLst>
                <a:ext uri="{FF2B5EF4-FFF2-40B4-BE49-F238E27FC236}">
                  <a16:creationId xmlns:a16="http://schemas.microsoft.com/office/drawing/2014/main" id="{984467A6-AF1A-FA98-3DF7-33AE64C350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37814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6" name="Line 256">
              <a:extLst>
                <a:ext uri="{FF2B5EF4-FFF2-40B4-BE49-F238E27FC236}">
                  <a16:creationId xmlns:a16="http://schemas.microsoft.com/office/drawing/2014/main" id="{CF44FF4E-3204-5683-052F-B51C625E0F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35925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7" name="Line 257">
              <a:extLst>
                <a:ext uri="{FF2B5EF4-FFF2-40B4-BE49-F238E27FC236}">
                  <a16:creationId xmlns:a16="http://schemas.microsoft.com/office/drawing/2014/main" id="{44DBF8DB-61A2-F3F7-7BA7-222EA06F4A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34813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8" name="Rectangle 258">
              <a:extLst>
                <a:ext uri="{FF2B5EF4-FFF2-40B4-BE49-F238E27FC236}">
                  <a16:creationId xmlns:a16="http://schemas.microsoft.com/office/drawing/2014/main" id="{A411542B-46CB-DFE9-482A-8275EF6DB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1388" y="6891338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89" name="Rectangle 259">
              <a:extLst>
                <a:ext uri="{FF2B5EF4-FFF2-40B4-BE49-F238E27FC236}">
                  <a16:creationId xmlns:a16="http://schemas.microsoft.com/office/drawing/2014/main" id="{154F9863-302D-34AF-FA6C-73899CEBF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2825" y="6872288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-8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90" name="Rectangle 260">
              <a:extLst>
                <a:ext uri="{FF2B5EF4-FFF2-40B4-BE49-F238E27FC236}">
                  <a16:creationId xmlns:a16="http://schemas.microsoft.com/office/drawing/2014/main" id="{7B8D03E1-ADBC-4906-5114-F50AB59B5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1388" y="6265863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91" name="Rectangle 261">
              <a:extLst>
                <a:ext uri="{FF2B5EF4-FFF2-40B4-BE49-F238E27FC236}">
                  <a16:creationId xmlns:a16="http://schemas.microsoft.com/office/drawing/2014/main" id="{6E07593A-ECE2-29CE-18DB-842587781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2825" y="6246813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-7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92" name="Rectangle 262">
              <a:extLst>
                <a:ext uri="{FF2B5EF4-FFF2-40B4-BE49-F238E27FC236}">
                  <a16:creationId xmlns:a16="http://schemas.microsoft.com/office/drawing/2014/main" id="{05352037-C618-32F8-3A51-D9A5C323E7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1388" y="5637213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93" name="Rectangle 263">
              <a:extLst>
                <a:ext uri="{FF2B5EF4-FFF2-40B4-BE49-F238E27FC236}">
                  <a16:creationId xmlns:a16="http://schemas.microsoft.com/office/drawing/2014/main" id="{1905DB44-C47E-EA2E-31B2-121D4AB65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2825" y="5618163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-6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94" name="Rectangle 264">
              <a:extLst>
                <a:ext uri="{FF2B5EF4-FFF2-40B4-BE49-F238E27FC236}">
                  <a16:creationId xmlns:a16="http://schemas.microsoft.com/office/drawing/2014/main" id="{6374DF04-5ADE-4E13-7A57-FDD9AD968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1388" y="5011738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95" name="Rectangle 265">
              <a:extLst>
                <a:ext uri="{FF2B5EF4-FFF2-40B4-BE49-F238E27FC236}">
                  <a16:creationId xmlns:a16="http://schemas.microsoft.com/office/drawing/2014/main" id="{F4534A7A-8220-60B0-4B2E-A41B2BDF9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2825" y="4992688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96" name="Rectangle 266">
              <a:extLst>
                <a:ext uri="{FF2B5EF4-FFF2-40B4-BE49-F238E27FC236}">
                  <a16:creationId xmlns:a16="http://schemas.microsoft.com/office/drawing/2014/main" id="{6208F003-1FF3-8E5E-B729-5EE1074C1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1388" y="4383088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97" name="Rectangle 267">
              <a:extLst>
                <a:ext uri="{FF2B5EF4-FFF2-40B4-BE49-F238E27FC236}">
                  <a16:creationId xmlns:a16="http://schemas.microsoft.com/office/drawing/2014/main" id="{7E069BBA-0332-831B-C068-C235163AD1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2825" y="4364038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-4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98" name="Rectangle 268">
              <a:extLst>
                <a:ext uri="{FF2B5EF4-FFF2-40B4-BE49-F238E27FC236}">
                  <a16:creationId xmlns:a16="http://schemas.microsoft.com/office/drawing/2014/main" id="{70C0D198-B7D7-F397-94F0-0624CA3DB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1388" y="3757613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99" name="Rectangle 269">
              <a:extLst>
                <a:ext uri="{FF2B5EF4-FFF2-40B4-BE49-F238E27FC236}">
                  <a16:creationId xmlns:a16="http://schemas.microsoft.com/office/drawing/2014/main" id="{1AD8BFED-6F75-C5FF-9E4A-A092B187BA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2825" y="3738563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00" name="Rectangle 270">
              <a:extLst>
                <a:ext uri="{FF2B5EF4-FFF2-40B4-BE49-F238E27FC236}">
                  <a16:creationId xmlns:a16="http://schemas.microsoft.com/office/drawing/2014/main" id="{BB979333-D6D4-DD96-C31E-0DDEB65F5A1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451850" y="5191125"/>
              <a:ext cx="100013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01" name="Rectangle 271">
              <a:extLst>
                <a:ext uri="{FF2B5EF4-FFF2-40B4-BE49-F238E27FC236}">
                  <a16:creationId xmlns:a16="http://schemas.microsoft.com/office/drawing/2014/main" id="{0EE7E460-B8ED-466C-9605-49C432619E1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451850" y="5138738"/>
              <a:ext cx="100013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o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02" name="Rectangle 272">
              <a:extLst>
                <a:ext uri="{FF2B5EF4-FFF2-40B4-BE49-F238E27FC236}">
                  <a16:creationId xmlns:a16="http://schemas.microsoft.com/office/drawing/2014/main" id="{5E89CD60-D25E-2E41-38AC-D1A2CE2409E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447088" y="5080000"/>
              <a:ext cx="109538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w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03" name="Rectangle 273">
              <a:extLst>
                <a:ext uri="{FF2B5EF4-FFF2-40B4-BE49-F238E27FC236}">
                  <a16:creationId xmlns:a16="http://schemas.microsoft.com/office/drawing/2014/main" id="{10C94C66-6C27-E9FD-C95C-17AEE3FF893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451850" y="5022850"/>
              <a:ext cx="100013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04" name="Rectangle 274">
              <a:extLst>
                <a:ext uri="{FF2B5EF4-FFF2-40B4-BE49-F238E27FC236}">
                  <a16:creationId xmlns:a16="http://schemas.microsoft.com/office/drawing/2014/main" id="{CF9CAB4A-752E-B160-7A84-687361D5937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464550" y="4987925"/>
              <a:ext cx="76200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05" name="Oval 275">
              <a:extLst>
                <a:ext uri="{FF2B5EF4-FFF2-40B4-BE49-F238E27FC236}">
                  <a16:creationId xmlns:a16="http://schemas.microsoft.com/office/drawing/2014/main" id="{52BDFE0C-3C37-DF28-7C0D-48FF90B38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3888" y="4845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06" name="Oval 276">
              <a:extLst>
                <a:ext uri="{FF2B5EF4-FFF2-40B4-BE49-F238E27FC236}">
                  <a16:creationId xmlns:a16="http://schemas.microsoft.com/office/drawing/2014/main" id="{D56018CB-CF4F-8E01-8A26-C31BE01FC7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1875" y="5148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07" name="Oval 277">
              <a:extLst>
                <a:ext uri="{FF2B5EF4-FFF2-40B4-BE49-F238E27FC236}">
                  <a16:creationId xmlns:a16="http://schemas.microsoft.com/office/drawing/2014/main" id="{8C5E86EC-A1CB-7844-863B-0F9DE3DE4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0000" y="5468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08" name="Oval 278">
              <a:extLst>
                <a:ext uri="{FF2B5EF4-FFF2-40B4-BE49-F238E27FC236}">
                  <a16:creationId xmlns:a16="http://schemas.microsoft.com/office/drawing/2014/main" id="{2D5B9BD9-E2D4-5B15-E172-CE50FAC9EA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8275" y="5659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09" name="Oval 279">
              <a:extLst>
                <a:ext uri="{FF2B5EF4-FFF2-40B4-BE49-F238E27FC236}">
                  <a16:creationId xmlns:a16="http://schemas.microsoft.com/office/drawing/2014/main" id="{51F3CFDF-E866-28B6-507B-219C012BD6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0038" y="5800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0" name="Oval 280">
              <a:extLst>
                <a:ext uri="{FF2B5EF4-FFF2-40B4-BE49-F238E27FC236}">
                  <a16:creationId xmlns:a16="http://schemas.microsoft.com/office/drawing/2014/main" id="{3D662048-49BE-8BAA-8814-BF54988C1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6400" y="59118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1" name="Oval 281">
              <a:extLst>
                <a:ext uri="{FF2B5EF4-FFF2-40B4-BE49-F238E27FC236}">
                  <a16:creationId xmlns:a16="http://schemas.microsoft.com/office/drawing/2014/main" id="{EB6DF565-C6B7-EDD9-105A-48D918F365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8475" y="601027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2" name="Oval 282">
              <a:extLst>
                <a:ext uri="{FF2B5EF4-FFF2-40B4-BE49-F238E27FC236}">
                  <a16:creationId xmlns:a16="http://schemas.microsoft.com/office/drawing/2014/main" id="{C5DE9D9E-85E8-9272-F4ED-F5FD3CE92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6263" y="6108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3" name="Oval 283">
              <a:extLst>
                <a:ext uri="{FF2B5EF4-FFF2-40B4-BE49-F238E27FC236}">
                  <a16:creationId xmlns:a16="http://schemas.microsoft.com/office/drawing/2014/main" id="{BE7B657C-C1F0-7439-3CA2-96C32CBE9E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6113" y="6181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4" name="Oval 284">
              <a:extLst>
                <a:ext uri="{FF2B5EF4-FFF2-40B4-BE49-F238E27FC236}">
                  <a16:creationId xmlns:a16="http://schemas.microsoft.com/office/drawing/2014/main" id="{84D5F2D4-BAE1-E8F5-21D2-7CC4480DEF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5" y="62499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5" name="Oval 285">
              <a:extLst>
                <a:ext uri="{FF2B5EF4-FFF2-40B4-BE49-F238E27FC236}">
                  <a16:creationId xmlns:a16="http://schemas.microsoft.com/office/drawing/2014/main" id="{3BB5F8CD-BCED-C05B-9398-13AEDC2C07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3588" y="6315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6" name="Oval 286">
              <a:extLst>
                <a:ext uri="{FF2B5EF4-FFF2-40B4-BE49-F238E27FC236}">
                  <a16:creationId xmlns:a16="http://schemas.microsoft.com/office/drawing/2014/main" id="{2945B524-CB13-8324-B77F-BBF8D0531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4388" y="63785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7" name="Oval 287">
              <a:extLst>
                <a:ext uri="{FF2B5EF4-FFF2-40B4-BE49-F238E27FC236}">
                  <a16:creationId xmlns:a16="http://schemas.microsoft.com/office/drawing/2014/main" id="{861B08AF-C7EE-3C53-38D3-F0A7877D10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6435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8" name="Oval 289">
              <a:extLst>
                <a:ext uri="{FF2B5EF4-FFF2-40B4-BE49-F238E27FC236}">
                  <a16:creationId xmlns:a16="http://schemas.microsoft.com/office/drawing/2014/main" id="{5828D79B-138B-1F34-0FEA-B9FFB84A37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4875" y="6484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9" name="Oval 290">
              <a:extLst>
                <a:ext uri="{FF2B5EF4-FFF2-40B4-BE49-F238E27FC236}">
                  <a16:creationId xmlns:a16="http://schemas.microsoft.com/office/drawing/2014/main" id="{8654DC9C-D4E3-83E0-1F0F-E2F27D68B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6150" y="6540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0" name="Oval 291">
              <a:extLst>
                <a:ext uri="{FF2B5EF4-FFF2-40B4-BE49-F238E27FC236}">
                  <a16:creationId xmlns:a16="http://schemas.microsoft.com/office/drawing/2014/main" id="{27877389-22B4-C1AA-01A2-5AC996B32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250" y="6594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1" name="Oval 292">
              <a:extLst>
                <a:ext uri="{FF2B5EF4-FFF2-40B4-BE49-F238E27FC236}">
                  <a16:creationId xmlns:a16="http://schemas.microsoft.com/office/drawing/2014/main" id="{1A32C5BE-C6B0-7366-49A0-9825C4D73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9175" y="6634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2" name="Oval 293">
              <a:extLst>
                <a:ext uri="{FF2B5EF4-FFF2-40B4-BE49-F238E27FC236}">
                  <a16:creationId xmlns:a16="http://schemas.microsoft.com/office/drawing/2014/main" id="{359C2ED2-ACD9-337C-3B16-810002DE7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2513" y="6683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3" name="Oval 294">
              <a:extLst>
                <a:ext uri="{FF2B5EF4-FFF2-40B4-BE49-F238E27FC236}">
                  <a16:creationId xmlns:a16="http://schemas.microsoft.com/office/drawing/2014/main" id="{F48EA973-7F60-2401-A66E-D06C62569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3" y="6724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4" name="Oval 295">
              <a:extLst>
                <a:ext uri="{FF2B5EF4-FFF2-40B4-BE49-F238E27FC236}">
                  <a16:creationId xmlns:a16="http://schemas.microsoft.com/office/drawing/2014/main" id="{9CD20B88-2FA6-35D6-9705-958EC1274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4425" y="6778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5" name="Oval 296">
              <a:extLst>
                <a:ext uri="{FF2B5EF4-FFF2-40B4-BE49-F238E27FC236}">
                  <a16:creationId xmlns:a16="http://schemas.microsoft.com/office/drawing/2014/main" id="{653519CD-F6B3-77FD-3D08-24CBB7C4C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3000" y="6821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6" name="Oval 297">
              <a:extLst>
                <a:ext uri="{FF2B5EF4-FFF2-40B4-BE49-F238E27FC236}">
                  <a16:creationId xmlns:a16="http://schemas.microsoft.com/office/drawing/2014/main" id="{3EB7AE98-180A-794A-369F-9E9E57178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848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7" name="Oval 298">
              <a:extLst>
                <a:ext uri="{FF2B5EF4-FFF2-40B4-BE49-F238E27FC236}">
                  <a16:creationId xmlns:a16="http://schemas.microsoft.com/office/drawing/2014/main" id="{FF055C13-812B-6437-6273-92B4F52B4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900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8" name="Oval 299">
              <a:extLst>
                <a:ext uri="{FF2B5EF4-FFF2-40B4-BE49-F238E27FC236}">
                  <a16:creationId xmlns:a16="http://schemas.microsoft.com/office/drawing/2014/main" id="{0025AA0B-04AB-98B9-FCA4-181DAE6F5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3888" y="4811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9" name="Oval 300">
              <a:extLst>
                <a:ext uri="{FF2B5EF4-FFF2-40B4-BE49-F238E27FC236}">
                  <a16:creationId xmlns:a16="http://schemas.microsoft.com/office/drawing/2014/main" id="{C14373CD-89E8-03C5-CF10-8FEAD783E6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7088" y="4921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0" name="Oval 301">
              <a:extLst>
                <a:ext uri="{FF2B5EF4-FFF2-40B4-BE49-F238E27FC236}">
                  <a16:creationId xmlns:a16="http://schemas.microsoft.com/office/drawing/2014/main" id="{184D0E5D-F745-096D-B559-EA9E8D3A43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6963" y="524510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1" name="Oval 302">
              <a:extLst>
                <a:ext uri="{FF2B5EF4-FFF2-40B4-BE49-F238E27FC236}">
                  <a16:creationId xmlns:a16="http://schemas.microsoft.com/office/drawing/2014/main" id="{22EB740D-BBE5-F9E1-B1BE-F686659DD4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90163" y="5508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2" name="Oval 303">
              <a:extLst>
                <a:ext uri="{FF2B5EF4-FFF2-40B4-BE49-F238E27FC236}">
                  <a16:creationId xmlns:a16="http://schemas.microsoft.com/office/drawing/2014/main" id="{15B3E2CF-AE1A-BD7F-E91D-2AA7DD107A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7325" y="56927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3" name="Oval 304">
              <a:extLst>
                <a:ext uri="{FF2B5EF4-FFF2-40B4-BE49-F238E27FC236}">
                  <a16:creationId xmlns:a16="http://schemas.microsoft.com/office/drawing/2014/main" id="{6286A1A2-80E3-CBD6-1BA1-D33FE40B5A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1150" y="5832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4" name="Oval 305">
              <a:extLst>
                <a:ext uri="{FF2B5EF4-FFF2-40B4-BE49-F238E27FC236}">
                  <a16:creationId xmlns:a16="http://schemas.microsoft.com/office/drawing/2014/main" id="{44ACCFB7-F108-B064-DEFD-3D38318C0F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74338" y="5930901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5" name="Oval 306">
              <a:extLst>
                <a:ext uri="{FF2B5EF4-FFF2-40B4-BE49-F238E27FC236}">
                  <a16:creationId xmlns:a16="http://schemas.microsoft.com/office/drawing/2014/main" id="{E85FC1E2-18C1-556E-E98F-DC01CB626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3238" y="6026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6" name="Oval 307">
              <a:extLst>
                <a:ext uri="{FF2B5EF4-FFF2-40B4-BE49-F238E27FC236}">
                  <a16:creationId xmlns:a16="http://schemas.microsoft.com/office/drawing/2014/main" id="{0303012B-5986-EAD3-7E75-ED6F7A4B8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5" y="6111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7" name="Oval 308">
              <a:extLst>
                <a:ext uri="{FF2B5EF4-FFF2-40B4-BE49-F238E27FC236}">
                  <a16:creationId xmlns:a16="http://schemas.microsoft.com/office/drawing/2014/main" id="{9EFE09F4-E941-F7F6-3C61-4C1595C13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9288" y="6178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8" name="Oval 309">
              <a:extLst>
                <a:ext uri="{FF2B5EF4-FFF2-40B4-BE49-F238E27FC236}">
                  <a16:creationId xmlns:a16="http://schemas.microsoft.com/office/drawing/2014/main" id="{1965CF32-EF78-C732-910E-9034F7DD8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9613" y="6256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9" name="Oval 310">
              <a:extLst>
                <a:ext uri="{FF2B5EF4-FFF2-40B4-BE49-F238E27FC236}">
                  <a16:creationId xmlns:a16="http://schemas.microsoft.com/office/drawing/2014/main" id="{21E5A9BC-447B-88F1-15A4-B3E07578C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5175" y="631825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0" name="Oval 311">
              <a:extLst>
                <a:ext uri="{FF2B5EF4-FFF2-40B4-BE49-F238E27FC236}">
                  <a16:creationId xmlns:a16="http://schemas.microsoft.com/office/drawing/2014/main" id="{F15CE43D-806A-4453-248A-16F856A354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5975" y="6384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1" name="Oval 312">
              <a:extLst>
                <a:ext uri="{FF2B5EF4-FFF2-40B4-BE49-F238E27FC236}">
                  <a16:creationId xmlns:a16="http://schemas.microsoft.com/office/drawing/2014/main" id="{9E6BCD44-042C-EC68-44A2-6D9543207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6445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2" name="Oval 313">
              <a:extLst>
                <a:ext uri="{FF2B5EF4-FFF2-40B4-BE49-F238E27FC236}">
                  <a16:creationId xmlns:a16="http://schemas.microsoft.com/office/drawing/2014/main" id="{674CC580-B83F-B214-56F6-31202A84E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6463" y="6484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3" name="Oval 314">
              <a:extLst>
                <a:ext uri="{FF2B5EF4-FFF2-40B4-BE49-F238E27FC236}">
                  <a16:creationId xmlns:a16="http://schemas.microsoft.com/office/drawing/2014/main" id="{6ACC0210-F0CA-110B-0942-F08A5A606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7738" y="6537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4" name="Oval 315">
              <a:extLst>
                <a:ext uri="{FF2B5EF4-FFF2-40B4-BE49-F238E27FC236}">
                  <a16:creationId xmlns:a16="http://schemas.microsoft.com/office/drawing/2014/main" id="{18660F54-4D4F-05EA-AA6D-42FDB353F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250" y="6592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5" name="Oval 316">
              <a:extLst>
                <a:ext uri="{FF2B5EF4-FFF2-40B4-BE49-F238E27FC236}">
                  <a16:creationId xmlns:a16="http://schemas.microsoft.com/office/drawing/2014/main" id="{1532BB9F-6489-9096-B996-B9D962A96C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0763" y="6638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6" name="Oval 317">
              <a:extLst>
                <a:ext uri="{FF2B5EF4-FFF2-40B4-BE49-F238E27FC236}">
                  <a16:creationId xmlns:a16="http://schemas.microsoft.com/office/drawing/2014/main" id="{61253B3A-CD24-69AF-DF57-5FFB3693B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0" y="6689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7" name="Oval 318">
              <a:extLst>
                <a:ext uri="{FF2B5EF4-FFF2-40B4-BE49-F238E27FC236}">
                  <a16:creationId xmlns:a16="http://schemas.microsoft.com/office/drawing/2014/main" id="{91A3D1F7-E015-4B29-BAC3-B1D63FE0A2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5850" y="6738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8" name="Oval 319">
              <a:extLst>
                <a:ext uri="{FF2B5EF4-FFF2-40B4-BE49-F238E27FC236}">
                  <a16:creationId xmlns:a16="http://schemas.microsoft.com/office/drawing/2014/main" id="{2C9A0896-0B90-489E-B97B-B99D4F838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6013" y="6778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9" name="Oval 320">
              <a:extLst>
                <a:ext uri="{FF2B5EF4-FFF2-40B4-BE49-F238E27FC236}">
                  <a16:creationId xmlns:a16="http://schemas.microsoft.com/office/drawing/2014/main" id="{35C23F57-56C7-1CF3-14FE-54620C8BF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4588" y="6810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0" name="Oval 321">
              <a:extLst>
                <a:ext uri="{FF2B5EF4-FFF2-40B4-BE49-F238E27FC236}">
                  <a16:creationId xmlns:a16="http://schemas.microsoft.com/office/drawing/2014/main" id="{9D20D5A3-004F-AD04-E8DF-485D26691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846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1" name="Oval 322">
              <a:extLst>
                <a:ext uri="{FF2B5EF4-FFF2-40B4-BE49-F238E27FC236}">
                  <a16:creationId xmlns:a16="http://schemas.microsoft.com/office/drawing/2014/main" id="{2D390866-1E7A-8573-22FA-6D2342A01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899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2" name="Oval 323">
              <a:extLst>
                <a:ext uri="{FF2B5EF4-FFF2-40B4-BE49-F238E27FC236}">
                  <a16:creationId xmlns:a16="http://schemas.microsoft.com/office/drawing/2014/main" id="{F2D45255-E8E5-419E-BF99-34941A55CE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1875" y="5053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3" name="Oval 324">
              <a:extLst>
                <a:ext uri="{FF2B5EF4-FFF2-40B4-BE49-F238E27FC236}">
                  <a16:creationId xmlns:a16="http://schemas.microsoft.com/office/drawing/2014/main" id="{80227A38-7C08-1106-CD6D-23EE7132C5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6963" y="518318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4" name="Oval 325">
              <a:extLst>
                <a:ext uri="{FF2B5EF4-FFF2-40B4-BE49-F238E27FC236}">
                  <a16:creationId xmlns:a16="http://schemas.microsoft.com/office/drawing/2014/main" id="{7134956A-91B6-6198-9028-AA2DA58D0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25075" y="5402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5" name="Oval 326">
              <a:extLst>
                <a:ext uri="{FF2B5EF4-FFF2-40B4-BE49-F238E27FC236}">
                  <a16:creationId xmlns:a16="http://schemas.microsoft.com/office/drawing/2014/main" id="{77517A75-C6BD-4B0B-4A46-6658C75BD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7950" y="5584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6" name="Oval 327">
              <a:extLst>
                <a:ext uri="{FF2B5EF4-FFF2-40B4-BE49-F238E27FC236}">
                  <a16:creationId xmlns:a16="http://schemas.microsoft.com/office/drawing/2014/main" id="{4E301A43-486E-2EB1-7381-9C77BBD93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4950" y="5740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7" name="Oval 328">
              <a:extLst>
                <a:ext uri="{FF2B5EF4-FFF2-40B4-BE49-F238E27FC236}">
                  <a16:creationId xmlns:a16="http://schemas.microsoft.com/office/drawing/2014/main" id="{3E5ADE94-E114-BFBB-3E8A-E3F4FEF38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2900" y="5867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8" name="Oval 329">
              <a:extLst>
                <a:ext uri="{FF2B5EF4-FFF2-40B4-BE49-F238E27FC236}">
                  <a16:creationId xmlns:a16="http://schemas.microsoft.com/office/drawing/2014/main" id="{73676120-F7FD-95B8-C82D-5238BE42C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98150" y="5953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9" name="Oval 330">
              <a:extLst>
                <a:ext uri="{FF2B5EF4-FFF2-40B4-BE49-F238E27FC236}">
                  <a16:creationId xmlns:a16="http://schemas.microsoft.com/office/drawing/2014/main" id="{A583521D-32A0-6073-5450-5E78E53F0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0700" y="6035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0" name="Oval 331">
              <a:extLst>
                <a:ext uri="{FF2B5EF4-FFF2-40B4-BE49-F238E27FC236}">
                  <a16:creationId xmlns:a16="http://schemas.microsoft.com/office/drawing/2014/main" id="{D76E6F21-B8DE-BFE4-F547-11BACE6B0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3725" y="6111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1" name="Oval 332">
              <a:extLst>
                <a:ext uri="{FF2B5EF4-FFF2-40B4-BE49-F238E27FC236}">
                  <a16:creationId xmlns:a16="http://schemas.microsoft.com/office/drawing/2014/main" id="{78FF5577-D44C-A428-62DF-AF4725C6D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0" y="6192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2" name="Oval 333">
              <a:extLst>
                <a:ext uri="{FF2B5EF4-FFF2-40B4-BE49-F238E27FC236}">
                  <a16:creationId xmlns:a16="http://schemas.microsoft.com/office/drawing/2014/main" id="{7ABA242E-D345-2FC2-9A1B-9F8FE75B6B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9138" y="6265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3" name="Oval 334">
              <a:extLst>
                <a:ext uri="{FF2B5EF4-FFF2-40B4-BE49-F238E27FC236}">
                  <a16:creationId xmlns:a16="http://schemas.microsoft.com/office/drawing/2014/main" id="{C66E4EA9-959D-B0DD-7EA2-E29C089AC9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3113" y="6330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4" name="Oval 335">
              <a:extLst>
                <a:ext uri="{FF2B5EF4-FFF2-40B4-BE49-F238E27FC236}">
                  <a16:creationId xmlns:a16="http://schemas.microsoft.com/office/drawing/2014/main" id="{D3DF0F75-3D65-8952-9496-3C49186E8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2325" y="6391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5" name="Oval 336">
              <a:extLst>
                <a:ext uri="{FF2B5EF4-FFF2-40B4-BE49-F238E27FC236}">
                  <a16:creationId xmlns:a16="http://schemas.microsoft.com/office/drawing/2014/main" id="{E674F551-7443-4F2A-9451-80AC433D8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8363" y="6453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6" name="Oval 337">
              <a:extLst>
                <a:ext uri="{FF2B5EF4-FFF2-40B4-BE49-F238E27FC236}">
                  <a16:creationId xmlns:a16="http://schemas.microsoft.com/office/drawing/2014/main" id="{B88F8286-524C-953A-16FC-AF97E714C6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1225" y="6510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7" name="Oval 338">
              <a:extLst>
                <a:ext uri="{FF2B5EF4-FFF2-40B4-BE49-F238E27FC236}">
                  <a16:creationId xmlns:a16="http://schemas.microsoft.com/office/drawing/2014/main" id="{40619F8C-FEE2-F0B5-7E86-ACA0C7136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0913" y="6556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8" name="Oval 339">
              <a:extLst>
                <a:ext uri="{FF2B5EF4-FFF2-40B4-BE49-F238E27FC236}">
                  <a16:creationId xmlns:a16="http://schemas.microsoft.com/office/drawing/2014/main" id="{79E34DF9-6BCD-813F-C8C4-E99B145C2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425" y="659923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9" name="Oval 340">
              <a:extLst>
                <a:ext uri="{FF2B5EF4-FFF2-40B4-BE49-F238E27FC236}">
                  <a16:creationId xmlns:a16="http://schemas.microsoft.com/office/drawing/2014/main" id="{556CBB0F-79E3-8EFA-FF55-B133A7B68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3938" y="6662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0" name="Oval 341">
              <a:extLst>
                <a:ext uri="{FF2B5EF4-FFF2-40B4-BE49-F238E27FC236}">
                  <a16:creationId xmlns:a16="http://schemas.microsoft.com/office/drawing/2014/main" id="{8A281D99-BB71-3DC1-46E0-9C44A7145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7275" y="6697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1" name="Oval 342">
              <a:extLst>
                <a:ext uri="{FF2B5EF4-FFF2-40B4-BE49-F238E27FC236}">
                  <a16:creationId xmlns:a16="http://schemas.microsoft.com/office/drawing/2014/main" id="{70C3A1AD-F8A4-FDD9-730B-24403E7AC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7438" y="67437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2" name="Oval 343">
              <a:extLst>
                <a:ext uri="{FF2B5EF4-FFF2-40B4-BE49-F238E27FC236}">
                  <a16:creationId xmlns:a16="http://schemas.microsoft.com/office/drawing/2014/main" id="{79F615D0-E90D-E8E6-8828-3C564A76C0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7600" y="6775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3" name="Oval 344">
              <a:extLst>
                <a:ext uri="{FF2B5EF4-FFF2-40B4-BE49-F238E27FC236}">
                  <a16:creationId xmlns:a16="http://schemas.microsoft.com/office/drawing/2014/main" id="{A0FEB926-2749-169E-8AC4-F45965B77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6175" y="6818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4" name="Oval 345">
              <a:extLst>
                <a:ext uri="{FF2B5EF4-FFF2-40B4-BE49-F238E27FC236}">
                  <a16:creationId xmlns:a16="http://schemas.microsoft.com/office/drawing/2014/main" id="{70D28C04-9FF0-6043-8053-A47A4EA1FF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3163" y="68643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5" name="Oval 346">
              <a:extLst>
                <a:ext uri="{FF2B5EF4-FFF2-40B4-BE49-F238E27FC236}">
                  <a16:creationId xmlns:a16="http://schemas.microsoft.com/office/drawing/2014/main" id="{28466A1B-5CCF-ED4B-6437-4833D866D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0150" y="689451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6" name="Oval 347">
              <a:extLst>
                <a:ext uri="{FF2B5EF4-FFF2-40B4-BE49-F238E27FC236}">
                  <a16:creationId xmlns:a16="http://schemas.microsoft.com/office/drawing/2014/main" id="{858FEC6D-56A4-8C12-44C4-0E6858617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0000" y="5330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7" name="Oval 348">
              <a:extLst>
                <a:ext uri="{FF2B5EF4-FFF2-40B4-BE49-F238E27FC236}">
                  <a16:creationId xmlns:a16="http://schemas.microsoft.com/office/drawing/2014/main" id="{92896F2D-0051-ECF0-B104-40CEE6915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90163" y="5402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8" name="Oval 349">
              <a:extLst>
                <a:ext uri="{FF2B5EF4-FFF2-40B4-BE49-F238E27FC236}">
                  <a16:creationId xmlns:a16="http://schemas.microsoft.com/office/drawing/2014/main" id="{BC1B88EE-2591-9178-62FB-4CA012B5E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7950" y="5534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9" name="Oval 350">
              <a:extLst>
                <a:ext uri="{FF2B5EF4-FFF2-40B4-BE49-F238E27FC236}">
                  <a16:creationId xmlns:a16="http://schemas.microsoft.com/office/drawing/2014/main" id="{57974D43-FEB8-C3B8-F8AF-51C68E616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3200" y="5665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0" name="Oval 351">
              <a:extLst>
                <a:ext uri="{FF2B5EF4-FFF2-40B4-BE49-F238E27FC236}">
                  <a16:creationId xmlns:a16="http://schemas.microsoft.com/office/drawing/2014/main" id="{CBACD53E-9576-73E8-7555-3454C013E7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0038" y="5788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1" name="Oval 352">
              <a:extLst>
                <a:ext uri="{FF2B5EF4-FFF2-40B4-BE49-F238E27FC236}">
                  <a16:creationId xmlns:a16="http://schemas.microsoft.com/office/drawing/2014/main" id="{0E3E6937-7A0E-008D-EE99-B80EA6C33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50525" y="5888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2" name="Oval 353">
              <a:extLst>
                <a:ext uri="{FF2B5EF4-FFF2-40B4-BE49-F238E27FC236}">
                  <a16:creationId xmlns:a16="http://schemas.microsoft.com/office/drawing/2014/main" id="{95C80B1F-0B0E-FB07-CE2C-E430DD5FA5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3075" y="5978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3" name="Oval 354">
              <a:extLst>
                <a:ext uri="{FF2B5EF4-FFF2-40B4-BE49-F238E27FC236}">
                  <a16:creationId xmlns:a16="http://schemas.microsoft.com/office/drawing/2014/main" id="{2BE30A72-1213-2672-732F-9EB9430EC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07688" y="6065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4" name="Oval 355">
              <a:extLst>
                <a:ext uri="{FF2B5EF4-FFF2-40B4-BE49-F238E27FC236}">
                  <a16:creationId xmlns:a16="http://schemas.microsoft.com/office/drawing/2014/main" id="{67A73F4A-FB35-B50E-0EB5-385B4C6F50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4363" y="6143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5" name="Oval 356">
              <a:extLst>
                <a:ext uri="{FF2B5EF4-FFF2-40B4-BE49-F238E27FC236}">
                  <a16:creationId xmlns:a16="http://schemas.microsoft.com/office/drawing/2014/main" id="{BFE7AD83-9D01-8768-5EF7-DF707C7F4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6275" y="6205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6" name="Oval 357">
              <a:extLst>
                <a:ext uri="{FF2B5EF4-FFF2-40B4-BE49-F238E27FC236}">
                  <a16:creationId xmlns:a16="http://schemas.microsoft.com/office/drawing/2014/main" id="{6AA6ECF3-470F-2B0F-850B-A50ADB5D5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3425" y="6270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7" name="Oval 358">
              <a:extLst>
                <a:ext uri="{FF2B5EF4-FFF2-40B4-BE49-F238E27FC236}">
                  <a16:creationId xmlns:a16="http://schemas.microsoft.com/office/drawing/2014/main" id="{FE783CE7-C0DB-B66D-638F-7F05CFE5AD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225" y="6340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8" name="Oval 359">
              <a:extLst>
                <a:ext uri="{FF2B5EF4-FFF2-40B4-BE49-F238E27FC236}">
                  <a16:creationId xmlns:a16="http://schemas.microsoft.com/office/drawing/2014/main" id="{E2B9829D-2E29-8B1F-61A6-458FA1436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1850" y="6391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9" name="Oval 360">
              <a:extLst>
                <a:ext uri="{FF2B5EF4-FFF2-40B4-BE49-F238E27FC236}">
                  <a16:creationId xmlns:a16="http://schemas.microsoft.com/office/drawing/2014/main" id="{800C115A-F851-CC2E-15D4-108A0834FA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6300" y="6443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0" name="Oval 361">
              <a:extLst>
                <a:ext uri="{FF2B5EF4-FFF2-40B4-BE49-F238E27FC236}">
                  <a16:creationId xmlns:a16="http://schemas.microsoft.com/office/drawing/2014/main" id="{A828364A-98C1-E431-4C35-5E879FE5F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9163" y="6511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1" name="Oval 362">
              <a:extLst>
                <a:ext uri="{FF2B5EF4-FFF2-40B4-BE49-F238E27FC236}">
                  <a16:creationId xmlns:a16="http://schemas.microsoft.com/office/drawing/2014/main" id="{23526B60-986F-C473-F83C-D2BF7B7B4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7263" y="6561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2" name="Oval 363">
              <a:extLst>
                <a:ext uri="{FF2B5EF4-FFF2-40B4-BE49-F238E27FC236}">
                  <a16:creationId xmlns:a16="http://schemas.microsoft.com/office/drawing/2014/main" id="{DA81E17F-2564-A0DF-9D5F-A96E576A3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3775" y="6605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3" name="Oval 364">
              <a:extLst>
                <a:ext uri="{FF2B5EF4-FFF2-40B4-BE49-F238E27FC236}">
                  <a16:creationId xmlns:a16="http://schemas.microsoft.com/office/drawing/2014/main" id="{7D29A2F9-E4CB-94EA-7669-4F42AC63BA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8700" y="6650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4" name="Oval 365">
              <a:extLst>
                <a:ext uri="{FF2B5EF4-FFF2-40B4-BE49-F238E27FC236}">
                  <a16:creationId xmlns:a16="http://schemas.microsoft.com/office/drawing/2014/main" id="{DAC9045C-733D-1D82-43E1-1565C9129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0450" y="66960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5" name="Oval 366">
              <a:extLst>
                <a:ext uri="{FF2B5EF4-FFF2-40B4-BE49-F238E27FC236}">
                  <a16:creationId xmlns:a16="http://schemas.microsoft.com/office/drawing/2014/main" id="{A3C98E4A-1BD8-7280-FE33-8D5819DBD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2200" y="6740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6" name="Oval 367">
              <a:extLst>
                <a:ext uri="{FF2B5EF4-FFF2-40B4-BE49-F238E27FC236}">
                  <a16:creationId xmlns:a16="http://schemas.microsoft.com/office/drawing/2014/main" id="{0726EEEB-68D8-6FC8-6421-7CA23AA0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0775" y="6778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7" name="Oval 368">
              <a:extLst>
                <a:ext uri="{FF2B5EF4-FFF2-40B4-BE49-F238E27FC236}">
                  <a16:creationId xmlns:a16="http://schemas.microsoft.com/office/drawing/2014/main" id="{F2F6A0B2-C98A-5E19-D61B-6AF17B602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0" y="68230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8" name="Oval 369">
              <a:extLst>
                <a:ext uri="{FF2B5EF4-FFF2-40B4-BE49-F238E27FC236}">
                  <a16:creationId xmlns:a16="http://schemas.microsoft.com/office/drawing/2014/main" id="{241F4C28-E540-DB2E-3201-ECF1560374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6338" y="6875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9" name="Oval 370">
              <a:extLst>
                <a:ext uri="{FF2B5EF4-FFF2-40B4-BE49-F238E27FC236}">
                  <a16:creationId xmlns:a16="http://schemas.microsoft.com/office/drawing/2014/main" id="{1FA92598-457B-B480-F9B2-D10173CE6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1738" y="6897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00" name="Oval 371">
              <a:extLst>
                <a:ext uri="{FF2B5EF4-FFF2-40B4-BE49-F238E27FC236}">
                  <a16:creationId xmlns:a16="http://schemas.microsoft.com/office/drawing/2014/main" id="{334FFD65-84B4-2BD5-AED9-B26CAC043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8275" y="5505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01" name="Oval 372">
              <a:extLst>
                <a:ext uri="{FF2B5EF4-FFF2-40B4-BE49-F238E27FC236}">
                  <a16:creationId xmlns:a16="http://schemas.microsoft.com/office/drawing/2014/main" id="{07ECD964-5CDB-0582-77E1-410C11DA7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7325" y="5554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02" name="Oval 373">
              <a:extLst>
                <a:ext uri="{FF2B5EF4-FFF2-40B4-BE49-F238E27FC236}">
                  <a16:creationId xmlns:a16="http://schemas.microsoft.com/office/drawing/2014/main" id="{879A0BAF-B128-E5EB-7FB9-2EB3F437E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4950" y="5645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03" name="Oval 374">
              <a:extLst>
                <a:ext uri="{FF2B5EF4-FFF2-40B4-BE49-F238E27FC236}">
                  <a16:creationId xmlns:a16="http://schemas.microsoft.com/office/drawing/2014/main" id="{DBE6C9BA-50E0-0CE8-1E03-C37465B3C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0038" y="5749926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04" name="Oval 375">
              <a:extLst>
                <a:ext uri="{FF2B5EF4-FFF2-40B4-BE49-F238E27FC236}">
                  <a16:creationId xmlns:a16="http://schemas.microsoft.com/office/drawing/2014/main" id="{834A09ED-B60F-0502-6DFF-E8B316E5C0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33063" y="5843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05" name="Oval 376">
              <a:extLst>
                <a:ext uri="{FF2B5EF4-FFF2-40B4-BE49-F238E27FC236}">
                  <a16:creationId xmlns:a16="http://schemas.microsoft.com/office/drawing/2014/main" id="{EDB8E49D-6615-895B-F867-827F22BF6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06088" y="5940426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06" name="Oval 377">
              <a:extLst>
                <a:ext uri="{FF2B5EF4-FFF2-40B4-BE49-F238E27FC236}">
                  <a16:creationId xmlns:a16="http://schemas.microsoft.com/office/drawing/2014/main" id="{667827AC-D15B-64FB-D384-8F97803B50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74350" y="6029326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07" name="Oval 378">
              <a:extLst>
                <a:ext uri="{FF2B5EF4-FFF2-40B4-BE49-F238E27FC236}">
                  <a16:creationId xmlns:a16="http://schemas.microsoft.com/office/drawing/2014/main" id="{0631E364-855B-3744-3C48-01B19CA57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5" y="60912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08" name="Oval 379">
              <a:extLst>
                <a:ext uri="{FF2B5EF4-FFF2-40B4-BE49-F238E27FC236}">
                  <a16:creationId xmlns:a16="http://schemas.microsoft.com/office/drawing/2014/main" id="{B0A9B3A8-EDAA-2C56-B965-4EA1DCF09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350" y="6164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09" name="Oval 380">
              <a:extLst>
                <a:ext uri="{FF2B5EF4-FFF2-40B4-BE49-F238E27FC236}">
                  <a16:creationId xmlns:a16="http://schemas.microsoft.com/office/drawing/2014/main" id="{4861D8CF-C12C-D938-F08D-50DCE255D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8500" y="6226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0" name="Oval 381">
              <a:extLst>
                <a:ext uri="{FF2B5EF4-FFF2-40B4-BE49-F238E27FC236}">
                  <a16:creationId xmlns:a16="http://schemas.microsoft.com/office/drawing/2014/main" id="{EECB4B16-7AD5-68BB-BEAA-A0E26A08D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0888" y="6283326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1" name="Oval 382">
              <a:extLst>
                <a:ext uri="{FF2B5EF4-FFF2-40B4-BE49-F238E27FC236}">
                  <a16:creationId xmlns:a16="http://schemas.microsoft.com/office/drawing/2014/main" id="{4AE5C44D-DF83-A3D0-3B1C-D3AD65875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0100" y="6345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2" name="Oval 383">
              <a:extLst>
                <a:ext uri="{FF2B5EF4-FFF2-40B4-BE49-F238E27FC236}">
                  <a16:creationId xmlns:a16="http://schemas.microsoft.com/office/drawing/2014/main" id="{FAD25E1A-B85C-3C87-BBF7-06D291B22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6138" y="63960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3" name="Oval 384">
              <a:extLst>
                <a:ext uri="{FF2B5EF4-FFF2-40B4-BE49-F238E27FC236}">
                  <a16:creationId xmlns:a16="http://schemas.microsoft.com/office/drawing/2014/main" id="{AAFAF073-AC44-AA66-543A-CAA43E59A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0" y="6457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4" name="Oval 385">
              <a:extLst>
                <a:ext uri="{FF2B5EF4-FFF2-40B4-BE49-F238E27FC236}">
                  <a16:creationId xmlns:a16="http://schemas.microsoft.com/office/drawing/2014/main" id="{B665B768-F95D-584E-7481-DAEFA63F9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8688" y="6516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5" name="Oval 386">
              <a:extLst>
                <a:ext uri="{FF2B5EF4-FFF2-40B4-BE49-F238E27FC236}">
                  <a16:creationId xmlns:a16="http://schemas.microsoft.com/office/drawing/2014/main" id="{75A1099A-2DA7-33E6-E642-03983F736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6788" y="6556376"/>
              <a:ext cx="11112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6" name="Oval 387">
              <a:extLst>
                <a:ext uri="{FF2B5EF4-FFF2-40B4-BE49-F238E27FC236}">
                  <a16:creationId xmlns:a16="http://schemas.microsoft.com/office/drawing/2014/main" id="{E3F45310-A1AC-9312-E396-B9ED1CEBA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1713" y="6607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7" name="Oval 388">
              <a:extLst>
                <a:ext uri="{FF2B5EF4-FFF2-40B4-BE49-F238E27FC236}">
                  <a16:creationId xmlns:a16="http://schemas.microsoft.com/office/drawing/2014/main" id="{7B56FE76-F746-034B-C2A4-232A382B1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5050" y="6650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8" name="Oval 389">
              <a:extLst>
                <a:ext uri="{FF2B5EF4-FFF2-40B4-BE49-F238E27FC236}">
                  <a16:creationId xmlns:a16="http://schemas.microsoft.com/office/drawing/2014/main" id="{B12FBAA3-C54C-6D7F-B8A6-94EDCA7FC9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6800" y="6700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9" name="Oval 390">
              <a:extLst>
                <a:ext uri="{FF2B5EF4-FFF2-40B4-BE49-F238E27FC236}">
                  <a16:creationId xmlns:a16="http://schemas.microsoft.com/office/drawing/2014/main" id="{74B230FE-AFC5-012C-DBBF-DE205CDEB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6963" y="6748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0" name="Oval 391">
              <a:extLst>
                <a:ext uri="{FF2B5EF4-FFF2-40B4-BE49-F238E27FC236}">
                  <a16:creationId xmlns:a16="http://schemas.microsoft.com/office/drawing/2014/main" id="{C8AABD8A-216B-A11A-1A77-623F9BCB1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7125" y="6791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1" name="Oval 392">
              <a:extLst>
                <a:ext uri="{FF2B5EF4-FFF2-40B4-BE49-F238E27FC236}">
                  <a16:creationId xmlns:a16="http://schemas.microsoft.com/office/drawing/2014/main" id="{EE25709D-9228-3167-BEA1-190541454A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4113" y="6831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2" name="Oval 393">
              <a:extLst>
                <a:ext uri="{FF2B5EF4-FFF2-40B4-BE49-F238E27FC236}">
                  <a16:creationId xmlns:a16="http://schemas.microsoft.com/office/drawing/2014/main" id="{C5525C12-8218-8713-3067-DDF982D6F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1100" y="6869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3" name="Oval 394">
              <a:extLst>
                <a:ext uri="{FF2B5EF4-FFF2-40B4-BE49-F238E27FC236}">
                  <a16:creationId xmlns:a16="http://schemas.microsoft.com/office/drawing/2014/main" id="{320D67F2-994F-2BC9-C504-ED14C4361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6500" y="6900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4" name="Oval 395">
              <a:extLst>
                <a:ext uri="{FF2B5EF4-FFF2-40B4-BE49-F238E27FC236}">
                  <a16:creationId xmlns:a16="http://schemas.microsoft.com/office/drawing/2014/main" id="{E37A0D9B-1450-871A-8739-274FA8208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0038" y="5646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5" name="Oval 396">
              <a:extLst>
                <a:ext uri="{FF2B5EF4-FFF2-40B4-BE49-F238E27FC236}">
                  <a16:creationId xmlns:a16="http://schemas.microsoft.com/office/drawing/2014/main" id="{22C95411-CB54-153F-4F2F-4C4320684F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1150" y="5681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6" name="Oval 397">
              <a:extLst>
                <a:ext uri="{FF2B5EF4-FFF2-40B4-BE49-F238E27FC236}">
                  <a16:creationId xmlns:a16="http://schemas.microsoft.com/office/drawing/2014/main" id="{6AE14C43-EE19-EE63-E66B-76B31F1EFC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2900" y="5748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7" name="Oval 398">
              <a:extLst>
                <a:ext uri="{FF2B5EF4-FFF2-40B4-BE49-F238E27FC236}">
                  <a16:creationId xmlns:a16="http://schemas.microsoft.com/office/drawing/2014/main" id="{4A951AA8-64C3-9778-93B5-9CFB0DC70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50525" y="5834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8" name="Oval 399">
              <a:extLst>
                <a:ext uri="{FF2B5EF4-FFF2-40B4-BE49-F238E27FC236}">
                  <a16:creationId xmlns:a16="http://schemas.microsoft.com/office/drawing/2014/main" id="{42EA71F1-F071-20AA-92D0-123BBC9F4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06088" y="5905501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9" name="Oval 400">
              <a:extLst>
                <a:ext uri="{FF2B5EF4-FFF2-40B4-BE49-F238E27FC236}">
                  <a16:creationId xmlns:a16="http://schemas.microsoft.com/office/drawing/2014/main" id="{2E5445FE-4F5F-C5E7-F97F-42955A70B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3238" y="5986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0" name="Oval 401">
              <a:extLst>
                <a:ext uri="{FF2B5EF4-FFF2-40B4-BE49-F238E27FC236}">
                  <a16:creationId xmlns:a16="http://schemas.microsoft.com/office/drawing/2014/main" id="{1183D042-320D-8F71-E2AE-4E877BAEA1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1975" y="6072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1" name="Oval 402">
              <a:extLst>
                <a:ext uri="{FF2B5EF4-FFF2-40B4-BE49-F238E27FC236}">
                  <a16:creationId xmlns:a16="http://schemas.microsoft.com/office/drawing/2014/main" id="{4431F6CE-0E7F-7ADF-0334-BB1F9BAD2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9125" y="6138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2" name="Oval 403">
              <a:extLst>
                <a:ext uri="{FF2B5EF4-FFF2-40B4-BE49-F238E27FC236}">
                  <a16:creationId xmlns:a16="http://schemas.microsoft.com/office/drawing/2014/main" id="{948FB4AF-3F61-5546-DACF-9F12DF882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3100" y="6196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3" name="Oval 404">
              <a:extLst>
                <a:ext uri="{FF2B5EF4-FFF2-40B4-BE49-F238E27FC236}">
                  <a16:creationId xmlns:a16="http://schemas.microsoft.com/office/drawing/2014/main" id="{307E0882-7A17-9FBC-A1EB-6BDCB0B0D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3900" y="6249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4" name="Oval 405">
              <a:extLst>
                <a:ext uri="{FF2B5EF4-FFF2-40B4-BE49-F238E27FC236}">
                  <a16:creationId xmlns:a16="http://schemas.microsoft.com/office/drawing/2014/main" id="{C665CE1F-4D54-F259-523E-3BF0636866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3113" y="629920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5" name="Oval 406">
              <a:extLst>
                <a:ext uri="{FF2B5EF4-FFF2-40B4-BE49-F238E27FC236}">
                  <a16:creationId xmlns:a16="http://schemas.microsoft.com/office/drawing/2014/main" id="{E1BBCB9E-1C22-27B9-30DE-C52DD2B63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9150" y="6348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6" name="Oval 407">
              <a:extLst>
                <a:ext uri="{FF2B5EF4-FFF2-40B4-BE49-F238E27FC236}">
                  <a16:creationId xmlns:a16="http://schemas.microsoft.com/office/drawing/2014/main" id="{77C8D4A7-A37E-E7B2-36EE-F468E48F3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6415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7" name="Oval 408">
              <a:extLst>
                <a:ext uri="{FF2B5EF4-FFF2-40B4-BE49-F238E27FC236}">
                  <a16:creationId xmlns:a16="http://schemas.microsoft.com/office/drawing/2014/main" id="{1B390895-265E-0478-A1B9-7D501896E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1700" y="6470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8" name="Oval 409">
              <a:extLst>
                <a:ext uri="{FF2B5EF4-FFF2-40B4-BE49-F238E27FC236}">
                  <a16:creationId xmlns:a16="http://schemas.microsoft.com/office/drawing/2014/main" id="{F655A525-999E-4A4E-8A51-26EEB72E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00" y="651986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9" name="Oval 410">
              <a:extLst>
                <a:ext uri="{FF2B5EF4-FFF2-40B4-BE49-F238E27FC236}">
                  <a16:creationId xmlns:a16="http://schemas.microsoft.com/office/drawing/2014/main" id="{B4810171-8D1D-31A2-77E4-808FD6DE2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6313" y="6570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0" name="Oval 411">
              <a:extLst>
                <a:ext uri="{FF2B5EF4-FFF2-40B4-BE49-F238E27FC236}">
                  <a16:creationId xmlns:a16="http://schemas.microsoft.com/office/drawing/2014/main" id="{BF985A3E-1A2D-44DF-CCD3-15C0610E5D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1238" y="6619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1" name="Oval 412">
              <a:extLst>
                <a:ext uri="{FF2B5EF4-FFF2-40B4-BE49-F238E27FC236}">
                  <a16:creationId xmlns:a16="http://schemas.microsoft.com/office/drawing/2014/main" id="{E455AB85-89B0-34FE-B415-DF31C66EF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4575" y="666908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2" name="Oval 413">
              <a:extLst>
                <a:ext uri="{FF2B5EF4-FFF2-40B4-BE49-F238E27FC236}">
                  <a16:creationId xmlns:a16="http://schemas.microsoft.com/office/drawing/2014/main" id="{1A2E6965-E03D-7915-6E22-6F0757F94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4738" y="6704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3" name="Oval 414">
              <a:extLst>
                <a:ext uri="{FF2B5EF4-FFF2-40B4-BE49-F238E27FC236}">
                  <a16:creationId xmlns:a16="http://schemas.microsoft.com/office/drawing/2014/main" id="{3D3FEA70-4D34-37F9-6BBC-0B25F63A8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4900" y="6751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4" name="Oval 415">
              <a:extLst>
                <a:ext uri="{FF2B5EF4-FFF2-40B4-BE49-F238E27FC236}">
                  <a16:creationId xmlns:a16="http://schemas.microsoft.com/office/drawing/2014/main" id="{2B2BDA08-7B7B-1433-856F-851412347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796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5" name="Oval 416">
              <a:extLst>
                <a:ext uri="{FF2B5EF4-FFF2-40B4-BE49-F238E27FC236}">
                  <a16:creationId xmlns:a16="http://schemas.microsoft.com/office/drawing/2014/main" id="{99C10258-B01D-B41C-A5D6-28631C5D4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0463" y="6827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6" name="Oval 417">
              <a:extLst>
                <a:ext uri="{FF2B5EF4-FFF2-40B4-BE49-F238E27FC236}">
                  <a16:creationId xmlns:a16="http://schemas.microsoft.com/office/drawing/2014/main" id="{6CBFBFD1-0F7C-7E11-9867-8ADE1E961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5863" y="687228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7" name="Oval 418">
              <a:extLst>
                <a:ext uri="{FF2B5EF4-FFF2-40B4-BE49-F238E27FC236}">
                  <a16:creationId xmlns:a16="http://schemas.microsoft.com/office/drawing/2014/main" id="{809DBDE1-E463-8683-A9BB-6CBDE9749C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6400" y="5759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8" name="Oval 419">
              <a:extLst>
                <a:ext uri="{FF2B5EF4-FFF2-40B4-BE49-F238E27FC236}">
                  <a16:creationId xmlns:a16="http://schemas.microsoft.com/office/drawing/2014/main" id="{10875A46-3E0F-48FD-D855-E9223CF70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74338" y="5778501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9" name="Oval 420">
              <a:extLst>
                <a:ext uri="{FF2B5EF4-FFF2-40B4-BE49-F238E27FC236}">
                  <a16:creationId xmlns:a16="http://schemas.microsoft.com/office/drawing/2014/main" id="{CC417577-45BD-0C67-DED4-6C6C4B3047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98150" y="5830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0" name="Oval 421">
              <a:extLst>
                <a:ext uri="{FF2B5EF4-FFF2-40B4-BE49-F238E27FC236}">
                  <a16:creationId xmlns:a16="http://schemas.microsoft.com/office/drawing/2014/main" id="{C9B85CF8-2341-BFC8-770D-5FF3BC25DE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3075" y="5902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1" name="Oval 422">
              <a:extLst>
                <a:ext uri="{FF2B5EF4-FFF2-40B4-BE49-F238E27FC236}">
                  <a16:creationId xmlns:a16="http://schemas.microsoft.com/office/drawing/2014/main" id="{1B516020-34E8-C18D-071A-F62F9C3D2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74350" y="5962651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2" name="Oval 423">
              <a:extLst>
                <a:ext uri="{FF2B5EF4-FFF2-40B4-BE49-F238E27FC236}">
                  <a16:creationId xmlns:a16="http://schemas.microsoft.com/office/drawing/2014/main" id="{23277892-C8BB-99C6-E964-627E2C668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1975" y="6026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3" name="Oval 424">
              <a:extLst>
                <a:ext uri="{FF2B5EF4-FFF2-40B4-BE49-F238E27FC236}">
                  <a16:creationId xmlns:a16="http://schemas.microsoft.com/office/drawing/2014/main" id="{81FC7565-035E-4AD0-4B78-194616D58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1188" y="6100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4" name="Oval 425">
              <a:extLst>
                <a:ext uri="{FF2B5EF4-FFF2-40B4-BE49-F238E27FC236}">
                  <a16:creationId xmlns:a16="http://schemas.microsoft.com/office/drawing/2014/main" id="{D4F4ED00-7AA2-6DCF-4DD5-CD073333D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0" y="6165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5" name="Oval 426">
              <a:extLst>
                <a:ext uri="{FF2B5EF4-FFF2-40B4-BE49-F238E27FC236}">
                  <a16:creationId xmlns:a16="http://schemas.microsoft.com/office/drawing/2014/main" id="{4AD43A32-10A2-60D7-9F19-BBBF8144F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5" y="6219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6" name="Oval 427">
              <a:extLst>
                <a:ext uri="{FF2B5EF4-FFF2-40B4-BE49-F238E27FC236}">
                  <a16:creationId xmlns:a16="http://schemas.microsoft.com/office/drawing/2014/main" id="{19EC6BAA-A8B3-3F9D-BAF3-609936943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4063" y="6275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7" name="Oval 428">
              <a:extLst>
                <a:ext uri="{FF2B5EF4-FFF2-40B4-BE49-F238E27FC236}">
                  <a16:creationId xmlns:a16="http://schemas.microsoft.com/office/drawing/2014/main" id="{8D2FBAAF-3898-E401-E8E7-06CBDEC27A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8513" y="6326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8" name="Oval 429">
              <a:extLst>
                <a:ext uri="{FF2B5EF4-FFF2-40B4-BE49-F238E27FC236}">
                  <a16:creationId xmlns:a16="http://schemas.microsoft.com/office/drawing/2014/main" id="{D7036562-3B38-DABB-E3D2-DAA4CF0C6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9788" y="6365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9" name="Oval 430">
              <a:extLst>
                <a:ext uri="{FF2B5EF4-FFF2-40B4-BE49-F238E27FC236}">
                  <a16:creationId xmlns:a16="http://schemas.microsoft.com/office/drawing/2014/main" id="{D780D6BF-D1CF-4560-4E66-8932E69129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1063" y="642461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0" name="Oval 431">
              <a:extLst>
                <a:ext uri="{FF2B5EF4-FFF2-40B4-BE49-F238E27FC236}">
                  <a16:creationId xmlns:a16="http://schemas.microsoft.com/office/drawing/2014/main" id="{09267026-C23D-65A3-4230-CB7E03D24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9163" y="6465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1" name="Oval 432">
              <a:extLst>
                <a:ext uri="{FF2B5EF4-FFF2-40B4-BE49-F238E27FC236}">
                  <a16:creationId xmlns:a16="http://schemas.microsoft.com/office/drawing/2014/main" id="{22AB6413-A70F-2550-13F8-A7A506DE7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4088" y="6527801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2" name="Oval 433">
              <a:extLst>
                <a:ext uri="{FF2B5EF4-FFF2-40B4-BE49-F238E27FC236}">
                  <a16:creationId xmlns:a16="http://schemas.microsoft.com/office/drawing/2014/main" id="{EC90638A-23EA-E960-A272-847E6950A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9013" y="6583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3" name="Oval 434">
              <a:extLst>
                <a:ext uri="{FF2B5EF4-FFF2-40B4-BE49-F238E27FC236}">
                  <a16:creationId xmlns:a16="http://schemas.microsoft.com/office/drawing/2014/main" id="{579B0B90-7E49-3752-43C3-711636BAB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2350" y="6640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4" name="Oval 435">
              <a:extLst>
                <a:ext uri="{FF2B5EF4-FFF2-40B4-BE49-F238E27FC236}">
                  <a16:creationId xmlns:a16="http://schemas.microsoft.com/office/drawing/2014/main" id="{A90A7C2D-7686-7B16-412B-674293CAB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0" y="6673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5" name="Oval 436">
              <a:extLst>
                <a:ext uri="{FF2B5EF4-FFF2-40B4-BE49-F238E27FC236}">
                  <a16:creationId xmlns:a16="http://schemas.microsoft.com/office/drawing/2014/main" id="{4CA8C632-53FE-5381-F881-04534E7511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3" y="6700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6" name="Oval 437">
              <a:extLst>
                <a:ext uri="{FF2B5EF4-FFF2-40B4-BE49-F238E27FC236}">
                  <a16:creationId xmlns:a16="http://schemas.microsoft.com/office/drawing/2014/main" id="{2616EF91-3107-457E-C6B2-ECA19B46C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2838" y="6740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7" name="Oval 438">
              <a:extLst>
                <a:ext uri="{FF2B5EF4-FFF2-40B4-BE49-F238E27FC236}">
                  <a16:creationId xmlns:a16="http://schemas.microsoft.com/office/drawing/2014/main" id="{60EA16EE-056D-22C7-0E40-2D5EA9C15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9825" y="6789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8" name="Oval 439">
              <a:extLst>
                <a:ext uri="{FF2B5EF4-FFF2-40B4-BE49-F238E27FC236}">
                  <a16:creationId xmlns:a16="http://schemas.microsoft.com/office/drawing/2014/main" id="{A67314F7-E9A4-A066-A38D-0DF8850A9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6813" y="6842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9" name="Oval 440">
              <a:extLst>
                <a:ext uri="{FF2B5EF4-FFF2-40B4-BE49-F238E27FC236}">
                  <a16:creationId xmlns:a16="http://schemas.microsoft.com/office/drawing/2014/main" id="{406BFADC-9109-2BFD-A822-1E8FE1B46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3" y="687070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0" name="Oval 441">
              <a:extLst>
                <a:ext uri="{FF2B5EF4-FFF2-40B4-BE49-F238E27FC236}">
                  <a16:creationId xmlns:a16="http://schemas.microsoft.com/office/drawing/2014/main" id="{D35EC368-EC67-225A-742F-A611AF9508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6025" y="6905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1" name="Oval 442">
              <a:extLst>
                <a:ext uri="{FF2B5EF4-FFF2-40B4-BE49-F238E27FC236}">
                  <a16:creationId xmlns:a16="http://schemas.microsoft.com/office/drawing/2014/main" id="{5A8B7A22-9961-40CD-7D7D-00138EC73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8475" y="5842001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2" name="Oval 443">
              <a:extLst>
                <a:ext uri="{FF2B5EF4-FFF2-40B4-BE49-F238E27FC236}">
                  <a16:creationId xmlns:a16="http://schemas.microsoft.com/office/drawing/2014/main" id="{C477AE5D-0A11-FFCD-C851-2925FECF6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3238" y="5857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3" name="Oval 444">
              <a:extLst>
                <a:ext uri="{FF2B5EF4-FFF2-40B4-BE49-F238E27FC236}">
                  <a16:creationId xmlns:a16="http://schemas.microsoft.com/office/drawing/2014/main" id="{C4E4B46D-8DD5-62E7-B505-BA9DAF5DC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0700" y="5903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4" name="Oval 445">
              <a:extLst>
                <a:ext uri="{FF2B5EF4-FFF2-40B4-BE49-F238E27FC236}">
                  <a16:creationId xmlns:a16="http://schemas.microsoft.com/office/drawing/2014/main" id="{B216ED66-FB71-5417-DCCF-8B72854AA1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07688" y="5961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5" name="Oval 446">
              <a:extLst>
                <a:ext uri="{FF2B5EF4-FFF2-40B4-BE49-F238E27FC236}">
                  <a16:creationId xmlns:a16="http://schemas.microsoft.com/office/drawing/2014/main" id="{1F47564D-F146-35C0-DC2D-AEE01C809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5" y="60198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6" name="Oval 447">
              <a:extLst>
                <a:ext uri="{FF2B5EF4-FFF2-40B4-BE49-F238E27FC236}">
                  <a16:creationId xmlns:a16="http://schemas.microsoft.com/office/drawing/2014/main" id="{6136170F-7BE8-ADB3-E439-64741E9C7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9125" y="6084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7" name="Oval 448">
              <a:extLst>
                <a:ext uri="{FF2B5EF4-FFF2-40B4-BE49-F238E27FC236}">
                  <a16:creationId xmlns:a16="http://schemas.microsoft.com/office/drawing/2014/main" id="{F92D6C6F-F0FF-A424-4314-4FF80189F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0" y="61468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8" name="Oval 449">
              <a:extLst>
                <a:ext uri="{FF2B5EF4-FFF2-40B4-BE49-F238E27FC236}">
                  <a16:creationId xmlns:a16="http://schemas.microsoft.com/office/drawing/2014/main" id="{FA3ED8DF-9763-BE3A-F89B-34478899B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1675" y="621506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9" name="Oval 450">
              <a:extLst>
                <a:ext uri="{FF2B5EF4-FFF2-40B4-BE49-F238E27FC236}">
                  <a16:creationId xmlns:a16="http://schemas.microsoft.com/office/drawing/2014/main" id="{EBA78B64-F42E-23BB-1B88-3EE3D7292A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2950" y="6257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0" name="Oval 451">
              <a:extLst>
                <a:ext uri="{FF2B5EF4-FFF2-40B4-BE49-F238E27FC236}">
                  <a16:creationId xmlns:a16="http://schemas.microsoft.com/office/drawing/2014/main" id="{7A55EDC8-CC61-8942-68EE-2C5AC621CD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225" y="6308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1" name="Oval 452">
              <a:extLst>
                <a:ext uri="{FF2B5EF4-FFF2-40B4-BE49-F238E27FC236}">
                  <a16:creationId xmlns:a16="http://schemas.microsoft.com/office/drawing/2014/main" id="{25A4A880-41ED-E1D4-39DF-D28A67F35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3913" y="636746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2" name="Oval 453">
              <a:extLst>
                <a:ext uri="{FF2B5EF4-FFF2-40B4-BE49-F238E27FC236}">
                  <a16:creationId xmlns:a16="http://schemas.microsoft.com/office/drawing/2014/main" id="{D0443808-2F36-BA48-8796-E2BFC759E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6403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3" name="Oval 454">
              <a:extLst>
                <a:ext uri="{FF2B5EF4-FFF2-40B4-BE49-F238E27FC236}">
                  <a16:creationId xmlns:a16="http://schemas.microsoft.com/office/drawing/2014/main" id="{8731621A-DF96-7E59-8C76-3AFB6D0A57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0113" y="6453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4" name="Oval 455">
              <a:extLst>
                <a:ext uri="{FF2B5EF4-FFF2-40B4-BE49-F238E27FC236}">
                  <a16:creationId xmlns:a16="http://schemas.microsoft.com/office/drawing/2014/main" id="{FECF470E-0CA3-A740-AB5C-9EAE7AA353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6625" y="6503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5" name="Oval 456">
              <a:extLst>
                <a:ext uri="{FF2B5EF4-FFF2-40B4-BE49-F238E27FC236}">
                  <a16:creationId xmlns:a16="http://schemas.microsoft.com/office/drawing/2014/main" id="{9239EB62-2AD0-6BAB-4546-E51863022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1550" y="6559551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6" name="Oval 457">
              <a:extLst>
                <a:ext uri="{FF2B5EF4-FFF2-40B4-BE49-F238E27FC236}">
                  <a16:creationId xmlns:a16="http://schemas.microsoft.com/office/drawing/2014/main" id="{CC3F8FB4-D682-B6F3-BD26-EF77E58BC6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3300" y="6596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7" name="Oval 458">
              <a:extLst>
                <a:ext uri="{FF2B5EF4-FFF2-40B4-BE49-F238E27FC236}">
                  <a16:creationId xmlns:a16="http://schemas.microsoft.com/office/drawing/2014/main" id="{351F1B72-EFC3-3EE5-E01B-F9C3BC3C6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5050" y="6646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8" name="Oval 459">
              <a:extLst>
                <a:ext uri="{FF2B5EF4-FFF2-40B4-BE49-F238E27FC236}">
                  <a16:creationId xmlns:a16="http://schemas.microsoft.com/office/drawing/2014/main" id="{7159A1D3-2E0A-61B6-A285-2081188A9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3" y="6684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9" name="Oval 460">
              <a:extLst>
                <a:ext uri="{FF2B5EF4-FFF2-40B4-BE49-F238E27FC236}">
                  <a16:creationId xmlns:a16="http://schemas.microsoft.com/office/drawing/2014/main" id="{8CF13E03-BD38-FD69-A6EB-38A5BE38F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3788" y="6723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0" name="Oval 461">
              <a:extLst>
                <a:ext uri="{FF2B5EF4-FFF2-40B4-BE49-F238E27FC236}">
                  <a16:creationId xmlns:a16="http://schemas.microsoft.com/office/drawing/2014/main" id="{F0DAC465-F255-BD38-89EC-AA6D44106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2363" y="6765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1" name="Oval 462">
              <a:extLst>
                <a:ext uri="{FF2B5EF4-FFF2-40B4-BE49-F238E27FC236}">
                  <a16:creationId xmlns:a16="http://schemas.microsoft.com/office/drawing/2014/main" id="{886EDCAC-C5C8-8D8F-4305-F52331035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0" y="6800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2" name="Oval 463">
              <a:extLst>
                <a:ext uri="{FF2B5EF4-FFF2-40B4-BE49-F238E27FC236}">
                  <a16:creationId xmlns:a16="http://schemas.microsoft.com/office/drawing/2014/main" id="{0BBC6526-783F-B296-3E2F-1679BB3E4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4750" y="6854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3" name="Oval 464">
              <a:extLst>
                <a:ext uri="{FF2B5EF4-FFF2-40B4-BE49-F238E27FC236}">
                  <a16:creationId xmlns:a16="http://schemas.microsoft.com/office/drawing/2014/main" id="{42131197-9BD9-F887-EC68-D128492B09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0150" y="688498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4" name="Oval 465">
              <a:extLst>
                <a:ext uri="{FF2B5EF4-FFF2-40B4-BE49-F238E27FC236}">
                  <a16:creationId xmlns:a16="http://schemas.microsoft.com/office/drawing/2014/main" id="{3F2EA50F-C803-15A5-FF7F-7D24F0D50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6263" y="5922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5" name="Oval 466">
              <a:extLst>
                <a:ext uri="{FF2B5EF4-FFF2-40B4-BE49-F238E27FC236}">
                  <a16:creationId xmlns:a16="http://schemas.microsoft.com/office/drawing/2014/main" id="{5AC9585D-C45C-2D8C-D992-85043F582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5" y="5953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6" name="Oval 467">
              <a:extLst>
                <a:ext uri="{FF2B5EF4-FFF2-40B4-BE49-F238E27FC236}">
                  <a16:creationId xmlns:a16="http://schemas.microsoft.com/office/drawing/2014/main" id="{0C71AEFF-C5A9-217A-90B8-601C54A770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3725" y="598170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7" name="Oval 468">
              <a:extLst>
                <a:ext uri="{FF2B5EF4-FFF2-40B4-BE49-F238E27FC236}">
                  <a16:creationId xmlns:a16="http://schemas.microsoft.com/office/drawing/2014/main" id="{3FED390D-404F-79D7-66DE-3721B85CAC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4363" y="6024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8" name="Oval 469">
              <a:extLst>
                <a:ext uri="{FF2B5EF4-FFF2-40B4-BE49-F238E27FC236}">
                  <a16:creationId xmlns:a16="http://schemas.microsoft.com/office/drawing/2014/main" id="{6AE4504C-C066-AFB5-6CCE-29A6ACB777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350" y="6080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9" name="Oval 470">
              <a:extLst>
                <a:ext uri="{FF2B5EF4-FFF2-40B4-BE49-F238E27FC236}">
                  <a16:creationId xmlns:a16="http://schemas.microsoft.com/office/drawing/2014/main" id="{90178403-4685-1FB2-676F-969A95BB0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3100" y="6143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0" name="Oval 471">
              <a:extLst>
                <a:ext uri="{FF2B5EF4-FFF2-40B4-BE49-F238E27FC236}">
                  <a16:creationId xmlns:a16="http://schemas.microsoft.com/office/drawing/2014/main" id="{48BBEADB-04F4-A7AD-3012-093791F7DB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5" y="6192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1" name="Oval 472">
              <a:extLst>
                <a:ext uri="{FF2B5EF4-FFF2-40B4-BE49-F238E27FC236}">
                  <a16:creationId xmlns:a16="http://schemas.microsoft.com/office/drawing/2014/main" id="{3033EC36-7DA4-F0A1-E874-4A9B9E3B4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2950" y="6253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2" name="Oval 473">
              <a:extLst>
                <a:ext uri="{FF2B5EF4-FFF2-40B4-BE49-F238E27FC236}">
                  <a16:creationId xmlns:a16="http://schemas.microsoft.com/office/drawing/2014/main" id="{608C93B5-E922-51D5-BE35-3C11D7688B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9463" y="6300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3" name="Oval 474">
              <a:extLst>
                <a:ext uri="{FF2B5EF4-FFF2-40B4-BE49-F238E27FC236}">
                  <a16:creationId xmlns:a16="http://schemas.microsoft.com/office/drawing/2014/main" id="{8A2174C9-1C2F-7BB3-7447-C39939A521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5975" y="6337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4" name="Oval 475">
              <a:extLst>
                <a:ext uri="{FF2B5EF4-FFF2-40B4-BE49-F238E27FC236}">
                  <a16:creationId xmlns:a16="http://schemas.microsoft.com/office/drawing/2014/main" id="{0E0D48B5-4C6B-4DB0-F405-5C58A8135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2488" y="6392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5" name="Oval 476">
              <a:extLst>
                <a:ext uri="{FF2B5EF4-FFF2-40B4-BE49-F238E27FC236}">
                  <a16:creationId xmlns:a16="http://schemas.microsoft.com/office/drawing/2014/main" id="{260A1946-F462-B3F8-372B-1C71D5FC5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0" y="6434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6" name="Oval 477">
              <a:extLst>
                <a:ext uri="{FF2B5EF4-FFF2-40B4-BE49-F238E27FC236}">
                  <a16:creationId xmlns:a16="http://schemas.microsoft.com/office/drawing/2014/main" id="{833C5420-D35F-6DDB-A08E-F61F6F231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2338" y="6473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7" name="Oval 478">
              <a:extLst>
                <a:ext uri="{FF2B5EF4-FFF2-40B4-BE49-F238E27FC236}">
                  <a16:creationId xmlns:a16="http://schemas.microsoft.com/office/drawing/2014/main" id="{45B1157D-B78A-F108-F2C6-F53CB4475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5675" y="6519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8" name="Oval 479">
              <a:extLst>
                <a:ext uri="{FF2B5EF4-FFF2-40B4-BE49-F238E27FC236}">
                  <a16:creationId xmlns:a16="http://schemas.microsoft.com/office/drawing/2014/main" id="{13053DC3-6250-378F-7D7D-CC9972D20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425" y="6580188"/>
              <a:ext cx="14287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9" name="Oval 480">
              <a:extLst>
                <a:ext uri="{FF2B5EF4-FFF2-40B4-BE49-F238E27FC236}">
                  <a16:creationId xmlns:a16="http://schemas.microsoft.com/office/drawing/2014/main" id="{E55ABA13-DA51-CF66-A39F-E04E538FE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9175" y="660400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0" name="Oval 481">
              <a:extLst>
                <a:ext uri="{FF2B5EF4-FFF2-40B4-BE49-F238E27FC236}">
                  <a16:creationId xmlns:a16="http://schemas.microsoft.com/office/drawing/2014/main" id="{15D87A1E-543C-3A82-0C10-27B636F92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9338" y="6648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1" name="Oval 482">
              <a:extLst>
                <a:ext uri="{FF2B5EF4-FFF2-40B4-BE49-F238E27FC236}">
                  <a16:creationId xmlns:a16="http://schemas.microsoft.com/office/drawing/2014/main" id="{A21021CE-FEBB-3D75-DA7B-D596D1A0A6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7913" y="6694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2" name="Oval 483">
              <a:extLst>
                <a:ext uri="{FF2B5EF4-FFF2-40B4-BE49-F238E27FC236}">
                  <a16:creationId xmlns:a16="http://schemas.microsoft.com/office/drawing/2014/main" id="{0F75EB85-B124-6038-A602-6FDFEB510F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488" y="6745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3" name="Oval 484">
              <a:extLst>
                <a:ext uri="{FF2B5EF4-FFF2-40B4-BE49-F238E27FC236}">
                  <a16:creationId xmlns:a16="http://schemas.microsoft.com/office/drawing/2014/main" id="{F6E64CEF-A748-E3DC-6F69-238EEBB931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788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4" name="Oval 485">
              <a:extLst>
                <a:ext uri="{FF2B5EF4-FFF2-40B4-BE49-F238E27FC236}">
                  <a16:creationId xmlns:a16="http://schemas.microsoft.com/office/drawing/2014/main" id="{BF899763-20AA-2610-9320-E1BBD9CA2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8875" y="6808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5" name="Oval 486">
              <a:extLst>
                <a:ext uri="{FF2B5EF4-FFF2-40B4-BE49-F238E27FC236}">
                  <a16:creationId xmlns:a16="http://schemas.microsoft.com/office/drawing/2014/main" id="{6132050F-3C3D-1148-6BAC-49F83311C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4275" y="685006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6" name="Oval 487">
              <a:extLst>
                <a:ext uri="{FF2B5EF4-FFF2-40B4-BE49-F238E27FC236}">
                  <a16:creationId xmlns:a16="http://schemas.microsoft.com/office/drawing/2014/main" id="{17B1AEED-76AE-FF7B-8F09-AED53AC58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8088" y="6886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7" name="Oval 488">
              <a:extLst>
                <a:ext uri="{FF2B5EF4-FFF2-40B4-BE49-F238E27FC236}">
                  <a16:creationId xmlns:a16="http://schemas.microsoft.com/office/drawing/2014/main" id="{410C9C2C-1441-CDD6-29F7-E8C0699FBF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6113" y="5997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8" name="Oval 490">
              <a:extLst>
                <a:ext uri="{FF2B5EF4-FFF2-40B4-BE49-F238E27FC236}">
                  <a16:creationId xmlns:a16="http://schemas.microsoft.com/office/drawing/2014/main" id="{A92A2061-4186-2033-C2EC-D681534962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9288" y="6030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9" name="Oval 491">
              <a:extLst>
                <a:ext uri="{FF2B5EF4-FFF2-40B4-BE49-F238E27FC236}">
                  <a16:creationId xmlns:a16="http://schemas.microsoft.com/office/drawing/2014/main" id="{1FEDBDCB-DECB-191D-8CD6-66501CC84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1" y="6061076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0" name="Oval 492">
              <a:extLst>
                <a:ext uri="{FF2B5EF4-FFF2-40B4-BE49-F238E27FC236}">
                  <a16:creationId xmlns:a16="http://schemas.microsoft.com/office/drawing/2014/main" id="{FE73577F-D0FE-9A6C-8CED-EE424EF70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6276" y="6094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1" name="Oval 493">
              <a:extLst>
                <a:ext uri="{FF2B5EF4-FFF2-40B4-BE49-F238E27FC236}">
                  <a16:creationId xmlns:a16="http://schemas.microsoft.com/office/drawing/2014/main" id="{1D0E8432-F95B-826E-6A54-8C0D1BA3F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8501" y="6129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2" name="Oval 494">
              <a:extLst>
                <a:ext uri="{FF2B5EF4-FFF2-40B4-BE49-F238E27FC236}">
                  <a16:creationId xmlns:a16="http://schemas.microsoft.com/office/drawing/2014/main" id="{677E7BD6-1A71-2529-B65D-B1F1117FD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3901" y="6191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3" name="Oval 495">
              <a:extLst>
                <a:ext uri="{FF2B5EF4-FFF2-40B4-BE49-F238E27FC236}">
                  <a16:creationId xmlns:a16="http://schemas.microsoft.com/office/drawing/2014/main" id="{B3FB45F6-65FE-8CAD-C5B0-38F4118A8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4063" y="6238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4" name="Oval 496">
              <a:extLst>
                <a:ext uri="{FF2B5EF4-FFF2-40B4-BE49-F238E27FC236}">
                  <a16:creationId xmlns:a16="http://schemas.microsoft.com/office/drawing/2014/main" id="{8528A2B6-9811-0889-237F-D1C6A391B6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226" y="6291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5" name="Oval 497">
              <a:extLst>
                <a:ext uri="{FF2B5EF4-FFF2-40B4-BE49-F238E27FC236}">
                  <a16:creationId xmlns:a16="http://schemas.microsoft.com/office/drawing/2014/main" id="{A2FCB25A-82DC-F97C-D5FB-C3F030C48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5976" y="6334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6" name="Oval 498">
              <a:extLst>
                <a:ext uri="{FF2B5EF4-FFF2-40B4-BE49-F238E27FC236}">
                  <a16:creationId xmlns:a16="http://schemas.microsoft.com/office/drawing/2014/main" id="{7A58E4D7-9BEB-7CE2-FCE0-44FF5A1F6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9313" y="6369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7" name="Oval 499">
              <a:extLst>
                <a:ext uri="{FF2B5EF4-FFF2-40B4-BE49-F238E27FC236}">
                  <a16:creationId xmlns:a16="http://schemas.microsoft.com/office/drawing/2014/main" id="{6B8CBA28-0D75-FED8-6E32-7D80FCD05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1063" y="6419851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8" name="Oval 500">
              <a:extLst>
                <a:ext uri="{FF2B5EF4-FFF2-40B4-BE49-F238E27FC236}">
                  <a16:creationId xmlns:a16="http://schemas.microsoft.com/office/drawing/2014/main" id="{8DF36914-4D5E-FF7E-89F7-B28279F43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4401" y="6469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9" name="Oval 501">
              <a:extLst>
                <a:ext uri="{FF2B5EF4-FFF2-40B4-BE49-F238E27FC236}">
                  <a16:creationId xmlns:a16="http://schemas.microsoft.com/office/drawing/2014/main" id="{337F4712-93C1-2658-861F-0517C8263F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6151" y="64976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0" name="Oval 502">
              <a:extLst>
                <a:ext uri="{FF2B5EF4-FFF2-40B4-BE49-F238E27FC236}">
                  <a16:creationId xmlns:a16="http://schemas.microsoft.com/office/drawing/2014/main" id="{61D2485D-953F-40C7-B590-D63023DEF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6313" y="6534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1" name="Oval 503">
              <a:extLst>
                <a:ext uri="{FF2B5EF4-FFF2-40B4-BE49-F238E27FC236}">
                  <a16:creationId xmlns:a16="http://schemas.microsoft.com/office/drawing/2014/main" id="{B41718B1-76C0-01BB-2304-369F3B539B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6476" y="6592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2" name="Oval 504">
              <a:extLst>
                <a:ext uri="{FF2B5EF4-FFF2-40B4-BE49-F238E27FC236}">
                  <a16:creationId xmlns:a16="http://schemas.microsoft.com/office/drawing/2014/main" id="{9F7BEA73-31B8-63AF-9F30-75DFD4586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6638" y="66357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3" name="Oval 505">
              <a:extLst>
                <a:ext uri="{FF2B5EF4-FFF2-40B4-BE49-F238E27FC236}">
                  <a16:creationId xmlns:a16="http://schemas.microsoft.com/office/drawing/2014/main" id="{2FECC01F-91B7-F6D5-559C-AC3F419BD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3" y="6673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4" name="Oval 506">
              <a:extLst>
                <a:ext uri="{FF2B5EF4-FFF2-40B4-BE49-F238E27FC236}">
                  <a16:creationId xmlns:a16="http://schemas.microsoft.com/office/drawing/2014/main" id="{433C2A09-8BFE-11D1-18A6-5B752A3F6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2201" y="6718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5" name="Oval 507">
              <a:extLst>
                <a:ext uri="{FF2B5EF4-FFF2-40B4-BE49-F238E27FC236}">
                  <a16:creationId xmlns:a16="http://schemas.microsoft.com/office/drawing/2014/main" id="{E44F2DC0-C93E-33A8-4899-B4EFB14C1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9188" y="6750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6" name="Oval 508">
              <a:extLst>
                <a:ext uri="{FF2B5EF4-FFF2-40B4-BE49-F238E27FC236}">
                  <a16:creationId xmlns:a16="http://schemas.microsoft.com/office/drawing/2014/main" id="{AF9E5A13-A73A-79ED-C8C4-F8821D70C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4588" y="6789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7" name="Oval 509">
              <a:extLst>
                <a:ext uri="{FF2B5EF4-FFF2-40B4-BE49-F238E27FC236}">
                  <a16:creationId xmlns:a16="http://schemas.microsoft.com/office/drawing/2014/main" id="{97DED5D7-449C-631E-79A7-B2D241810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8" y="6821488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8" name="Oval 510">
              <a:extLst>
                <a:ext uri="{FF2B5EF4-FFF2-40B4-BE49-F238E27FC236}">
                  <a16:creationId xmlns:a16="http://schemas.microsoft.com/office/drawing/2014/main" id="{77E80F4A-1853-FED2-D71F-90C5BC3827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3801" y="6858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9" name="Oval 511">
              <a:extLst>
                <a:ext uri="{FF2B5EF4-FFF2-40B4-BE49-F238E27FC236}">
                  <a16:creationId xmlns:a16="http://schemas.microsoft.com/office/drawing/2014/main" id="{0EBC6690-1F5E-3AC5-99B3-F2BA3B159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6026" y="6902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0" name="Oval 512">
              <a:extLst>
                <a:ext uri="{FF2B5EF4-FFF2-40B4-BE49-F238E27FC236}">
                  <a16:creationId xmlns:a16="http://schemas.microsoft.com/office/drawing/2014/main" id="{FE13CA54-C05B-4B12-E37F-5A9618140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6" y="6080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1" name="Oval 513">
              <a:extLst>
                <a:ext uri="{FF2B5EF4-FFF2-40B4-BE49-F238E27FC236}">
                  <a16:creationId xmlns:a16="http://schemas.microsoft.com/office/drawing/2014/main" id="{D4A0F5F7-7E9E-94FA-3A3E-8F9039434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9613" y="6094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2" name="Oval 514">
              <a:extLst>
                <a:ext uri="{FF2B5EF4-FFF2-40B4-BE49-F238E27FC236}">
                  <a16:creationId xmlns:a16="http://schemas.microsoft.com/office/drawing/2014/main" id="{8B77FD4D-4324-DA7C-D7E2-58DFE9A6A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9138" y="6119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3" name="Oval 515">
              <a:extLst>
                <a:ext uri="{FF2B5EF4-FFF2-40B4-BE49-F238E27FC236}">
                  <a16:creationId xmlns:a16="http://schemas.microsoft.com/office/drawing/2014/main" id="{41D6F8E6-E850-BC15-D153-F51FDA022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3426" y="6143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4" name="Oval 516">
              <a:extLst>
                <a:ext uri="{FF2B5EF4-FFF2-40B4-BE49-F238E27FC236}">
                  <a16:creationId xmlns:a16="http://schemas.microsoft.com/office/drawing/2014/main" id="{6E565FEA-F2DB-46BC-9CFC-A689AF52F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0888" y="6178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5" name="Oval 517">
              <a:extLst>
                <a:ext uri="{FF2B5EF4-FFF2-40B4-BE49-F238E27FC236}">
                  <a16:creationId xmlns:a16="http://schemas.microsoft.com/office/drawing/2014/main" id="{D4302F55-8FD0-A69B-F099-1DAC960E94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3113" y="623570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6" name="Oval 518">
              <a:extLst>
                <a:ext uri="{FF2B5EF4-FFF2-40B4-BE49-F238E27FC236}">
                  <a16:creationId xmlns:a16="http://schemas.microsoft.com/office/drawing/2014/main" id="{23A48003-A53E-C016-2A36-E93797208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8513" y="6286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7" name="Oval 519">
              <a:extLst>
                <a:ext uri="{FF2B5EF4-FFF2-40B4-BE49-F238E27FC236}">
                  <a16:creationId xmlns:a16="http://schemas.microsoft.com/office/drawing/2014/main" id="{6594E967-249D-AE0D-C791-E4C15470C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3913" y="6337301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8" name="Oval 520">
              <a:extLst>
                <a:ext uri="{FF2B5EF4-FFF2-40B4-BE49-F238E27FC236}">
                  <a16:creationId xmlns:a16="http://schemas.microsoft.com/office/drawing/2014/main" id="{2A84D566-D25D-1880-FD6F-69DD31068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2488" y="6378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9" name="Oval 521">
              <a:extLst>
                <a:ext uri="{FF2B5EF4-FFF2-40B4-BE49-F238E27FC236}">
                  <a16:creationId xmlns:a16="http://schemas.microsoft.com/office/drawing/2014/main" id="{4A3C5C87-14A8-9BEF-D9DF-47571F06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1063" y="6416676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0" name="Oval 522">
              <a:extLst>
                <a:ext uri="{FF2B5EF4-FFF2-40B4-BE49-F238E27FC236}">
                  <a16:creationId xmlns:a16="http://schemas.microsoft.com/office/drawing/2014/main" id="{85D58020-9AAC-DD34-6665-3FCBF131C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1226" y="6464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1" name="Oval 523">
              <a:extLst>
                <a:ext uri="{FF2B5EF4-FFF2-40B4-BE49-F238E27FC236}">
                  <a16:creationId xmlns:a16="http://schemas.microsoft.com/office/drawing/2014/main" id="{FB99A29A-3AC0-92D0-83B1-D6AF952A1D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01" y="6503988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2" name="Oval 524">
              <a:extLst>
                <a:ext uri="{FF2B5EF4-FFF2-40B4-BE49-F238E27FC236}">
                  <a16:creationId xmlns:a16="http://schemas.microsoft.com/office/drawing/2014/main" id="{ECCE99A9-A80A-0A6F-830B-8EFA38D44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9963" y="6543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3" name="Oval 525">
              <a:extLst>
                <a:ext uri="{FF2B5EF4-FFF2-40B4-BE49-F238E27FC236}">
                  <a16:creationId xmlns:a16="http://schemas.microsoft.com/office/drawing/2014/main" id="{AA22BE7F-5E61-F539-3471-FDF3CFE1F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8538" y="6583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4" name="Oval 526">
              <a:extLst>
                <a:ext uri="{FF2B5EF4-FFF2-40B4-BE49-F238E27FC236}">
                  <a16:creationId xmlns:a16="http://schemas.microsoft.com/office/drawing/2014/main" id="{9F6DE43B-0410-9146-5E53-EF60CB107A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7113" y="6618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5" name="Oval 527">
              <a:extLst>
                <a:ext uri="{FF2B5EF4-FFF2-40B4-BE49-F238E27FC236}">
                  <a16:creationId xmlns:a16="http://schemas.microsoft.com/office/drawing/2014/main" id="{46AF44A9-C2AE-05C5-F5B5-AF07F18E5A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1" y="6661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6" name="Oval 528">
              <a:extLst>
                <a:ext uri="{FF2B5EF4-FFF2-40B4-BE49-F238E27FC236}">
                  <a16:creationId xmlns:a16="http://schemas.microsoft.com/office/drawing/2014/main" id="{B3CE2F85-E2DB-AC74-9C03-9A78BB3A7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1088" y="66960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7" name="Oval 529">
              <a:extLst>
                <a:ext uri="{FF2B5EF4-FFF2-40B4-BE49-F238E27FC236}">
                  <a16:creationId xmlns:a16="http://schemas.microsoft.com/office/drawing/2014/main" id="{8BB61798-0733-72E7-2DEC-6F3B8C40C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488" y="6731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8" name="Oval 530">
              <a:extLst>
                <a:ext uri="{FF2B5EF4-FFF2-40B4-BE49-F238E27FC236}">
                  <a16:creationId xmlns:a16="http://schemas.microsoft.com/office/drawing/2014/main" id="{5B89E1C3-6F34-E783-D60D-624108E59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1888" y="6772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9" name="Oval 531">
              <a:extLst>
                <a:ext uri="{FF2B5EF4-FFF2-40B4-BE49-F238E27FC236}">
                  <a16:creationId xmlns:a16="http://schemas.microsoft.com/office/drawing/2014/main" id="{E42724FF-A4E5-6BC0-593E-4F750B1193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7288" y="6811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0" name="Oval 532">
              <a:extLst>
                <a:ext uri="{FF2B5EF4-FFF2-40B4-BE49-F238E27FC236}">
                  <a16:creationId xmlns:a16="http://schemas.microsoft.com/office/drawing/2014/main" id="{EFC81BAB-6CF5-55AE-8740-7DDF47CBD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1101" y="6840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1" name="Oval 533">
              <a:extLst>
                <a:ext uri="{FF2B5EF4-FFF2-40B4-BE49-F238E27FC236}">
                  <a16:creationId xmlns:a16="http://schemas.microsoft.com/office/drawing/2014/main" id="{2FAE15EB-8D81-1D0F-CC28-6BBBF8FDA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3326" y="6867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2" name="Oval 534">
              <a:extLst>
                <a:ext uri="{FF2B5EF4-FFF2-40B4-BE49-F238E27FC236}">
                  <a16:creationId xmlns:a16="http://schemas.microsoft.com/office/drawing/2014/main" id="{42F29D5A-ED6B-CFCC-13A2-DB9B02CD63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3588" y="6153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3" name="Oval 535">
              <a:extLst>
                <a:ext uri="{FF2B5EF4-FFF2-40B4-BE49-F238E27FC236}">
                  <a16:creationId xmlns:a16="http://schemas.microsoft.com/office/drawing/2014/main" id="{3460A694-2EF5-539B-D29B-36A53256D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5176" y="6164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4" name="Oval 536">
              <a:extLst>
                <a:ext uri="{FF2B5EF4-FFF2-40B4-BE49-F238E27FC236}">
                  <a16:creationId xmlns:a16="http://schemas.microsoft.com/office/drawing/2014/main" id="{8CE4B9D3-974E-0D0A-5677-5500A0D5E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3113" y="6178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5" name="Oval 537">
              <a:extLst>
                <a:ext uri="{FF2B5EF4-FFF2-40B4-BE49-F238E27FC236}">
                  <a16:creationId xmlns:a16="http://schemas.microsoft.com/office/drawing/2014/main" id="{3A66F58F-03CC-1E91-C89C-F25F012A0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226" y="62007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6" name="Oval 538">
              <a:extLst>
                <a:ext uri="{FF2B5EF4-FFF2-40B4-BE49-F238E27FC236}">
                  <a16:creationId xmlns:a16="http://schemas.microsoft.com/office/drawing/2014/main" id="{5C89EDFB-BEE3-5FEF-4836-4718ABCCF2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0101" y="6237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7" name="Oval 539">
              <a:extLst>
                <a:ext uri="{FF2B5EF4-FFF2-40B4-BE49-F238E27FC236}">
                  <a16:creationId xmlns:a16="http://schemas.microsoft.com/office/drawing/2014/main" id="{6AF2FE37-A172-F778-BD98-429B79B78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9151" y="6283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8" name="Oval 540">
              <a:extLst>
                <a:ext uri="{FF2B5EF4-FFF2-40B4-BE49-F238E27FC236}">
                  <a16:creationId xmlns:a16="http://schemas.microsoft.com/office/drawing/2014/main" id="{E24A03A0-6B21-E18B-6F6A-605EFBFA8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9788" y="63246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9" name="Oval 541">
              <a:extLst>
                <a:ext uri="{FF2B5EF4-FFF2-40B4-BE49-F238E27FC236}">
                  <a16:creationId xmlns:a16="http://schemas.microsoft.com/office/drawing/2014/main" id="{B30B1338-467D-AE7D-75A9-22E9DA617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1" y="6367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70" name="Oval 542">
              <a:extLst>
                <a:ext uri="{FF2B5EF4-FFF2-40B4-BE49-F238E27FC236}">
                  <a16:creationId xmlns:a16="http://schemas.microsoft.com/office/drawing/2014/main" id="{7BBEB522-DB4C-5E0F-0B03-6F385F305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1" y="6411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71" name="Oval 543">
              <a:extLst>
                <a:ext uri="{FF2B5EF4-FFF2-40B4-BE49-F238E27FC236}">
                  <a16:creationId xmlns:a16="http://schemas.microsoft.com/office/drawing/2014/main" id="{799235AF-49F5-C03C-DBB1-498889DB9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4401" y="6450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72" name="Oval 544">
              <a:extLst>
                <a:ext uri="{FF2B5EF4-FFF2-40B4-BE49-F238E27FC236}">
                  <a16:creationId xmlns:a16="http://schemas.microsoft.com/office/drawing/2014/main" id="{D991DA4A-87D5-4A84-69E9-0CB1FE67C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01" y="6489701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73" name="Oval 545">
              <a:extLst>
                <a:ext uri="{FF2B5EF4-FFF2-40B4-BE49-F238E27FC236}">
                  <a16:creationId xmlns:a16="http://schemas.microsoft.com/office/drawing/2014/main" id="{A8964A34-1C97-3125-1B0A-EEC2918FC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6788" y="6537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74" name="Oval 546">
              <a:extLst>
                <a:ext uri="{FF2B5EF4-FFF2-40B4-BE49-F238E27FC236}">
                  <a16:creationId xmlns:a16="http://schemas.microsoft.com/office/drawing/2014/main" id="{FED43C7B-8A4D-A9E8-AA69-816A2EB44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3776" y="6583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75" name="Oval 547">
              <a:extLst>
                <a:ext uri="{FF2B5EF4-FFF2-40B4-BE49-F238E27FC236}">
                  <a16:creationId xmlns:a16="http://schemas.microsoft.com/office/drawing/2014/main" id="{D3CD8759-6993-3455-D2F6-21B87E54E9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0763" y="6615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76" name="Oval 548">
              <a:extLst>
                <a:ext uri="{FF2B5EF4-FFF2-40B4-BE49-F238E27FC236}">
                  <a16:creationId xmlns:a16="http://schemas.microsoft.com/office/drawing/2014/main" id="{C8C26978-34DD-A66F-198F-6C10253B1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6163" y="6645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77" name="Oval 549">
              <a:extLst>
                <a:ext uri="{FF2B5EF4-FFF2-40B4-BE49-F238E27FC236}">
                  <a16:creationId xmlns:a16="http://schemas.microsoft.com/office/drawing/2014/main" id="{65AD637F-6D75-55C3-A206-67F0B3A91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1563" y="6692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78" name="Oval 550">
              <a:extLst>
                <a:ext uri="{FF2B5EF4-FFF2-40B4-BE49-F238E27FC236}">
                  <a16:creationId xmlns:a16="http://schemas.microsoft.com/office/drawing/2014/main" id="{8B92F718-B859-66C3-9C6D-6136F3DCB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6963" y="6721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79" name="Oval 551">
              <a:extLst>
                <a:ext uri="{FF2B5EF4-FFF2-40B4-BE49-F238E27FC236}">
                  <a16:creationId xmlns:a16="http://schemas.microsoft.com/office/drawing/2014/main" id="{311A67F2-367D-379A-CA89-CF1CB8890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2363" y="6746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80" name="Oval 552">
              <a:extLst>
                <a:ext uri="{FF2B5EF4-FFF2-40B4-BE49-F238E27FC236}">
                  <a16:creationId xmlns:a16="http://schemas.microsoft.com/office/drawing/2014/main" id="{11EA18FF-F8D4-A9F4-B69C-A09C2ADCA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6176" y="6784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81" name="Oval 553">
              <a:extLst>
                <a:ext uri="{FF2B5EF4-FFF2-40B4-BE49-F238E27FC236}">
                  <a16:creationId xmlns:a16="http://schemas.microsoft.com/office/drawing/2014/main" id="{83ADA23C-1EC3-0C2D-629E-C5962C73F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8" y="68294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82" name="Oval 554">
              <a:extLst>
                <a:ext uri="{FF2B5EF4-FFF2-40B4-BE49-F238E27FC236}">
                  <a16:creationId xmlns:a16="http://schemas.microsoft.com/office/drawing/2014/main" id="{DD7DB6BB-597F-5ED7-19D6-90C7FA94F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3" y="68643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83" name="Oval 555">
              <a:extLst>
                <a:ext uri="{FF2B5EF4-FFF2-40B4-BE49-F238E27FC236}">
                  <a16:creationId xmlns:a16="http://schemas.microsoft.com/office/drawing/2014/main" id="{1EE135A0-8EA6-BE2B-100E-1AAFFC248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4438" y="6891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84" name="Oval 556">
              <a:extLst>
                <a:ext uri="{FF2B5EF4-FFF2-40B4-BE49-F238E27FC236}">
                  <a16:creationId xmlns:a16="http://schemas.microsoft.com/office/drawing/2014/main" id="{CB9619BC-C201-7E48-CA70-0598AEE8A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4388" y="6211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85" name="Oval 557">
              <a:extLst>
                <a:ext uri="{FF2B5EF4-FFF2-40B4-BE49-F238E27FC236}">
                  <a16:creationId xmlns:a16="http://schemas.microsoft.com/office/drawing/2014/main" id="{7AECA9EB-8FBD-776D-9A48-7ED6A7C98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5976" y="6223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86" name="Oval 558">
              <a:extLst>
                <a:ext uri="{FF2B5EF4-FFF2-40B4-BE49-F238E27FC236}">
                  <a16:creationId xmlns:a16="http://schemas.microsoft.com/office/drawing/2014/main" id="{D6424EAC-4C2E-81B0-E133-79AB84063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2326" y="62357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87" name="Oval 559">
              <a:extLst>
                <a:ext uri="{FF2B5EF4-FFF2-40B4-BE49-F238E27FC236}">
                  <a16:creationId xmlns:a16="http://schemas.microsoft.com/office/drawing/2014/main" id="{4428385E-794D-D30E-1B0D-67541A4067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1851" y="6264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88" name="Oval 560">
              <a:extLst>
                <a:ext uri="{FF2B5EF4-FFF2-40B4-BE49-F238E27FC236}">
                  <a16:creationId xmlns:a16="http://schemas.microsoft.com/office/drawing/2014/main" id="{AF4B826A-1CB5-B199-3E50-31174F721D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6138" y="6289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89" name="Oval 561">
              <a:extLst>
                <a:ext uri="{FF2B5EF4-FFF2-40B4-BE49-F238E27FC236}">
                  <a16:creationId xmlns:a16="http://schemas.microsoft.com/office/drawing/2014/main" id="{34AE83A4-0D8A-07B4-D42B-D0A5BF8900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633095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0" name="Oval 562">
              <a:extLst>
                <a:ext uri="{FF2B5EF4-FFF2-40B4-BE49-F238E27FC236}">
                  <a16:creationId xmlns:a16="http://schemas.microsoft.com/office/drawing/2014/main" id="{03AE700E-BF7E-D14C-D6DD-D2B400BE9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1063" y="6364288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1" name="Oval 563">
              <a:extLst>
                <a:ext uri="{FF2B5EF4-FFF2-40B4-BE49-F238E27FC236}">
                  <a16:creationId xmlns:a16="http://schemas.microsoft.com/office/drawing/2014/main" id="{2F68F8F7-EDD3-8EA4-D95A-762CEE7E6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0113" y="6403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2" name="Oval 564">
              <a:extLst>
                <a:ext uri="{FF2B5EF4-FFF2-40B4-BE49-F238E27FC236}">
                  <a16:creationId xmlns:a16="http://schemas.microsoft.com/office/drawing/2014/main" id="{AAFEF427-0BEF-2E27-5E0A-4209F9A0E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2338" y="6446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3" name="Oval 565">
              <a:extLst>
                <a:ext uri="{FF2B5EF4-FFF2-40B4-BE49-F238E27FC236}">
                  <a16:creationId xmlns:a16="http://schemas.microsoft.com/office/drawing/2014/main" id="{B06B5870-2836-ABEF-99F3-4FCBEF8E5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6151" y="6480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4" name="Oval 566">
              <a:extLst>
                <a:ext uri="{FF2B5EF4-FFF2-40B4-BE49-F238E27FC236}">
                  <a16:creationId xmlns:a16="http://schemas.microsoft.com/office/drawing/2014/main" id="{0299C204-F862-961C-2A24-35D043796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9963" y="6516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5" name="Oval 567">
              <a:extLst>
                <a:ext uri="{FF2B5EF4-FFF2-40B4-BE49-F238E27FC236}">
                  <a16:creationId xmlns:a16="http://schemas.microsoft.com/office/drawing/2014/main" id="{7E476DBC-6F2F-5534-62C5-D50DA6CB1D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3776" y="6554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6" name="Oval 568">
              <a:extLst>
                <a:ext uri="{FF2B5EF4-FFF2-40B4-BE49-F238E27FC236}">
                  <a16:creationId xmlns:a16="http://schemas.microsoft.com/office/drawing/2014/main" id="{ACE9B326-B284-F169-CDD2-D6D7CA71E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7588" y="6596063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7" name="Oval 569">
              <a:extLst>
                <a:ext uri="{FF2B5EF4-FFF2-40B4-BE49-F238E27FC236}">
                  <a16:creationId xmlns:a16="http://schemas.microsoft.com/office/drawing/2014/main" id="{858A2CE5-ADD6-BCFD-45F5-ED126DA3C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2988" y="6629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8" name="Oval 570">
              <a:extLst>
                <a:ext uri="{FF2B5EF4-FFF2-40B4-BE49-F238E27FC236}">
                  <a16:creationId xmlns:a16="http://schemas.microsoft.com/office/drawing/2014/main" id="{458D1BC7-BB7D-B8EA-052F-3A20B2B04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6801" y="6664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9" name="Oval 571">
              <a:extLst>
                <a:ext uri="{FF2B5EF4-FFF2-40B4-BE49-F238E27FC236}">
                  <a16:creationId xmlns:a16="http://schemas.microsoft.com/office/drawing/2014/main" id="{908CBA7B-A6C2-923C-FF5D-2C5728A04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0613" y="6711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00" name="Oval 572">
              <a:extLst>
                <a:ext uri="{FF2B5EF4-FFF2-40B4-BE49-F238E27FC236}">
                  <a16:creationId xmlns:a16="http://schemas.microsoft.com/office/drawing/2014/main" id="{7C334121-2B7F-3158-992B-C44CF917D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4426" y="6748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01" name="Oval 573">
              <a:extLst>
                <a:ext uri="{FF2B5EF4-FFF2-40B4-BE49-F238E27FC236}">
                  <a16:creationId xmlns:a16="http://schemas.microsoft.com/office/drawing/2014/main" id="{CEA26A02-B17B-6200-04B2-46E4422A6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8238" y="6780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02" name="Oval 574">
              <a:extLst>
                <a:ext uri="{FF2B5EF4-FFF2-40B4-BE49-F238E27FC236}">
                  <a16:creationId xmlns:a16="http://schemas.microsoft.com/office/drawing/2014/main" id="{72CF98F7-446D-FD08-BCB6-CCA56776B1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0463" y="6816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03" name="Oval 575">
              <a:extLst>
                <a:ext uri="{FF2B5EF4-FFF2-40B4-BE49-F238E27FC236}">
                  <a16:creationId xmlns:a16="http://schemas.microsoft.com/office/drawing/2014/main" id="{2F0E42F4-679E-CD32-02E1-23F5BB311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4276" y="6848476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04" name="Oval 576">
              <a:extLst>
                <a:ext uri="{FF2B5EF4-FFF2-40B4-BE49-F238E27FC236}">
                  <a16:creationId xmlns:a16="http://schemas.microsoft.com/office/drawing/2014/main" id="{728199F0-1167-5E49-03FA-B5FD0E517F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4913" y="6873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05" name="Oval 577">
              <a:extLst>
                <a:ext uri="{FF2B5EF4-FFF2-40B4-BE49-F238E27FC236}">
                  <a16:creationId xmlns:a16="http://schemas.microsoft.com/office/drawing/2014/main" id="{FD918146-F048-907D-2B6C-6DAF2E52D8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6905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06" name="Oval 578">
              <a:extLst>
                <a:ext uri="{FF2B5EF4-FFF2-40B4-BE49-F238E27FC236}">
                  <a16:creationId xmlns:a16="http://schemas.microsoft.com/office/drawing/2014/main" id="{37583FF4-D345-D8E4-0CA9-354BAFD1D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6267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07" name="Oval 579">
              <a:extLst>
                <a:ext uri="{FF2B5EF4-FFF2-40B4-BE49-F238E27FC236}">
                  <a16:creationId xmlns:a16="http://schemas.microsoft.com/office/drawing/2014/main" id="{D81750DC-4BEC-8CAC-893B-21B7E194B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1" y="6280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08" name="Oval 580">
              <a:extLst>
                <a:ext uri="{FF2B5EF4-FFF2-40B4-BE49-F238E27FC236}">
                  <a16:creationId xmlns:a16="http://schemas.microsoft.com/office/drawing/2014/main" id="{EADF1852-0DAC-BC7B-9FD2-03810CF0D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8363" y="6288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09" name="Oval 581">
              <a:extLst>
                <a:ext uri="{FF2B5EF4-FFF2-40B4-BE49-F238E27FC236}">
                  <a16:creationId xmlns:a16="http://schemas.microsoft.com/office/drawing/2014/main" id="{1D701AA9-B489-D864-C93D-B0DE821662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6301" y="63134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10" name="Oval 582">
              <a:extLst>
                <a:ext uri="{FF2B5EF4-FFF2-40B4-BE49-F238E27FC236}">
                  <a16:creationId xmlns:a16="http://schemas.microsoft.com/office/drawing/2014/main" id="{67E6661E-1B46-C40D-0834-BF5ACD9AB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1" y="634206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11" name="Oval 583">
              <a:extLst>
                <a:ext uri="{FF2B5EF4-FFF2-40B4-BE49-F238E27FC236}">
                  <a16:creationId xmlns:a16="http://schemas.microsoft.com/office/drawing/2014/main" id="{50F18CDD-6EB3-4ABD-1276-4FF1EA9951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1701" y="6375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12" name="Oval 584">
              <a:extLst>
                <a:ext uri="{FF2B5EF4-FFF2-40B4-BE49-F238E27FC236}">
                  <a16:creationId xmlns:a16="http://schemas.microsoft.com/office/drawing/2014/main" id="{9E827901-F4AF-CDE3-3A1B-08241DC89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9163" y="6411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13" name="Oval 585">
              <a:extLst>
                <a:ext uri="{FF2B5EF4-FFF2-40B4-BE49-F238E27FC236}">
                  <a16:creationId xmlns:a16="http://schemas.microsoft.com/office/drawing/2014/main" id="{85A270F9-928D-474C-16D0-D4C153070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6626" y="64484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14" name="Oval 586">
              <a:extLst>
                <a:ext uri="{FF2B5EF4-FFF2-40B4-BE49-F238E27FC236}">
                  <a16:creationId xmlns:a16="http://schemas.microsoft.com/office/drawing/2014/main" id="{211492B4-F73C-8FB7-FB48-AF9964388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5676" y="6481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15" name="Oval 587">
              <a:extLst>
                <a:ext uri="{FF2B5EF4-FFF2-40B4-BE49-F238E27FC236}">
                  <a16:creationId xmlns:a16="http://schemas.microsoft.com/office/drawing/2014/main" id="{2908C191-E33B-3FBB-295F-2FA71ADA8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6313" y="65151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16" name="Oval 588">
              <a:extLst>
                <a:ext uri="{FF2B5EF4-FFF2-40B4-BE49-F238E27FC236}">
                  <a16:creationId xmlns:a16="http://schemas.microsoft.com/office/drawing/2014/main" id="{009C06D4-23A0-B580-E0E4-1D0EE3705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8538" y="6538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17" name="Oval 589">
              <a:extLst>
                <a:ext uri="{FF2B5EF4-FFF2-40B4-BE49-F238E27FC236}">
                  <a16:creationId xmlns:a16="http://schemas.microsoft.com/office/drawing/2014/main" id="{A5970109-53F7-6658-CB5B-37499D420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0763" y="6562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18" name="Oval 590">
              <a:extLst>
                <a:ext uri="{FF2B5EF4-FFF2-40B4-BE49-F238E27FC236}">
                  <a16:creationId xmlns:a16="http://schemas.microsoft.com/office/drawing/2014/main" id="{6B620449-55B1-B929-405F-F4F4DA13E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2988" y="6604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19" name="Oval 591">
              <a:extLst>
                <a:ext uri="{FF2B5EF4-FFF2-40B4-BE49-F238E27FC236}">
                  <a16:creationId xmlns:a16="http://schemas.microsoft.com/office/drawing/2014/main" id="{39F01718-B3AD-9817-9CFD-007FE51E6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3" y="6653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20" name="Oval 592">
              <a:extLst>
                <a:ext uri="{FF2B5EF4-FFF2-40B4-BE49-F238E27FC236}">
                  <a16:creationId xmlns:a16="http://schemas.microsoft.com/office/drawing/2014/main" id="{358C5B18-1D08-432A-C248-9D8F358C8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7438" y="6692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21" name="Oval 593">
              <a:extLst>
                <a:ext uri="{FF2B5EF4-FFF2-40B4-BE49-F238E27FC236}">
                  <a16:creationId xmlns:a16="http://schemas.microsoft.com/office/drawing/2014/main" id="{C871805D-8A39-50CE-5523-17AE1FE2F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1251" y="6731001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22" name="Oval 594">
              <a:extLst>
                <a:ext uri="{FF2B5EF4-FFF2-40B4-BE49-F238E27FC236}">
                  <a16:creationId xmlns:a16="http://schemas.microsoft.com/office/drawing/2014/main" id="{B4464EF8-A77B-1DF4-0180-09A98E166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6" y="6767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23" name="Oval 595">
              <a:extLst>
                <a:ext uri="{FF2B5EF4-FFF2-40B4-BE49-F238E27FC236}">
                  <a16:creationId xmlns:a16="http://schemas.microsoft.com/office/drawing/2014/main" id="{43D4E455-E607-852D-53D2-DAEB57B02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4113" y="67929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24" name="Oval 596">
              <a:extLst>
                <a:ext uri="{FF2B5EF4-FFF2-40B4-BE49-F238E27FC236}">
                  <a16:creationId xmlns:a16="http://schemas.microsoft.com/office/drawing/2014/main" id="{8BD21324-BA5F-854C-BA69-95CEF3A3B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6338" y="6837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25" name="Oval 597">
              <a:extLst>
                <a:ext uri="{FF2B5EF4-FFF2-40B4-BE49-F238E27FC236}">
                  <a16:creationId xmlns:a16="http://schemas.microsoft.com/office/drawing/2014/main" id="{BACD10FC-0E58-A685-3619-3F2040F96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6" y="6873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26" name="Oval 598">
              <a:extLst>
                <a:ext uri="{FF2B5EF4-FFF2-40B4-BE49-F238E27FC236}">
                  <a16:creationId xmlns:a16="http://schemas.microsoft.com/office/drawing/2014/main" id="{4592C0C5-8BFB-8DE2-92EF-F6CF874DE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9201" y="6897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27" name="Oval 599">
              <a:extLst>
                <a:ext uri="{FF2B5EF4-FFF2-40B4-BE49-F238E27FC236}">
                  <a16:creationId xmlns:a16="http://schemas.microsoft.com/office/drawing/2014/main" id="{5A9248E4-BCC1-B5B2-C8D8-6253704A0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4876" y="6329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28" name="Oval 600">
              <a:extLst>
                <a:ext uri="{FF2B5EF4-FFF2-40B4-BE49-F238E27FC236}">
                  <a16:creationId xmlns:a16="http://schemas.microsoft.com/office/drawing/2014/main" id="{76AE2C3A-B7D8-9241-CA67-0C43C7236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6463" y="6334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29" name="Oval 601">
              <a:extLst>
                <a:ext uri="{FF2B5EF4-FFF2-40B4-BE49-F238E27FC236}">
                  <a16:creationId xmlns:a16="http://schemas.microsoft.com/office/drawing/2014/main" id="{F4C75091-B8E6-C145-05A3-8DBB425FF9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1226" y="6340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30" name="Oval 602">
              <a:extLst>
                <a:ext uri="{FF2B5EF4-FFF2-40B4-BE49-F238E27FC236}">
                  <a16:creationId xmlns:a16="http://schemas.microsoft.com/office/drawing/2014/main" id="{CEAE1C2A-2B62-E0C4-A7BC-6631026B92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9163" y="6364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31" name="Oval 603">
              <a:extLst>
                <a:ext uri="{FF2B5EF4-FFF2-40B4-BE49-F238E27FC236}">
                  <a16:creationId xmlns:a16="http://schemas.microsoft.com/office/drawing/2014/main" id="{1ECDE819-B537-FB84-AE2C-806187848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8688" y="6383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32" name="Oval 604">
              <a:extLst>
                <a:ext uri="{FF2B5EF4-FFF2-40B4-BE49-F238E27FC236}">
                  <a16:creationId xmlns:a16="http://schemas.microsoft.com/office/drawing/2014/main" id="{F26E956C-FB7F-4DBC-32AB-568E9AA06C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01" y="6419851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33" name="Oval 605">
              <a:extLst>
                <a:ext uri="{FF2B5EF4-FFF2-40B4-BE49-F238E27FC236}">
                  <a16:creationId xmlns:a16="http://schemas.microsoft.com/office/drawing/2014/main" id="{C813E427-F089-C148-7BE2-54A5F4EFC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4088" y="6442076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34" name="Oval 606">
              <a:extLst>
                <a:ext uri="{FF2B5EF4-FFF2-40B4-BE49-F238E27FC236}">
                  <a16:creationId xmlns:a16="http://schemas.microsoft.com/office/drawing/2014/main" id="{B3D13CFE-A334-EBEA-A03F-ADD4BFBB3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1551" y="6483351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35" name="Oval 607">
              <a:extLst>
                <a:ext uri="{FF2B5EF4-FFF2-40B4-BE49-F238E27FC236}">
                  <a16:creationId xmlns:a16="http://schemas.microsoft.com/office/drawing/2014/main" id="{5B2A18FE-BA6F-BE1D-0244-8BDA5833B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426" y="6518276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36" name="Oval 608">
              <a:extLst>
                <a:ext uri="{FF2B5EF4-FFF2-40B4-BE49-F238E27FC236}">
                  <a16:creationId xmlns:a16="http://schemas.microsoft.com/office/drawing/2014/main" id="{363E0C06-F47F-0A41-B8BF-E4334CEF8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6476" y="6546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37" name="Oval 609">
              <a:extLst>
                <a:ext uri="{FF2B5EF4-FFF2-40B4-BE49-F238E27FC236}">
                  <a16:creationId xmlns:a16="http://schemas.microsoft.com/office/drawing/2014/main" id="{0F0FC00F-715C-7BF6-5733-B4B5CA321D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7113" y="65786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38" name="Oval 610">
              <a:extLst>
                <a:ext uri="{FF2B5EF4-FFF2-40B4-BE49-F238E27FC236}">
                  <a16:creationId xmlns:a16="http://schemas.microsoft.com/office/drawing/2014/main" id="{73539190-DD78-68EB-8B33-C2A598D56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6163" y="6602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39" name="Oval 611">
              <a:extLst>
                <a:ext uri="{FF2B5EF4-FFF2-40B4-BE49-F238E27FC236}">
                  <a16:creationId xmlns:a16="http://schemas.microsoft.com/office/drawing/2014/main" id="{3FA48EED-175E-E367-A06B-9964E2490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6801" y="6634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40" name="Oval 612">
              <a:extLst>
                <a:ext uri="{FF2B5EF4-FFF2-40B4-BE49-F238E27FC236}">
                  <a16:creationId xmlns:a16="http://schemas.microsoft.com/office/drawing/2014/main" id="{3DE72DD4-A083-1C52-9E39-01D3AEB5DE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7438" y="6683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41" name="Oval 613">
              <a:extLst>
                <a:ext uri="{FF2B5EF4-FFF2-40B4-BE49-F238E27FC236}">
                  <a16:creationId xmlns:a16="http://schemas.microsoft.com/office/drawing/2014/main" id="{ABF8C98B-7AEB-647A-BC30-9DD51D26B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9663" y="6719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42" name="Oval 614">
              <a:extLst>
                <a:ext uri="{FF2B5EF4-FFF2-40B4-BE49-F238E27FC236}">
                  <a16:creationId xmlns:a16="http://schemas.microsoft.com/office/drawing/2014/main" id="{06D64753-85B2-7397-21F2-C82468331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0301" y="6750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43" name="Oval 615">
              <a:extLst>
                <a:ext uri="{FF2B5EF4-FFF2-40B4-BE49-F238E27FC236}">
                  <a16:creationId xmlns:a16="http://schemas.microsoft.com/office/drawing/2014/main" id="{F65C4712-801A-A7DB-33C3-00C3B5F30B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938" y="6783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44" name="Oval 616">
              <a:extLst>
                <a:ext uri="{FF2B5EF4-FFF2-40B4-BE49-F238E27FC236}">
                  <a16:creationId xmlns:a16="http://schemas.microsoft.com/office/drawing/2014/main" id="{8894FB0C-09A0-80E9-3A6D-C25D2815CB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6" y="6810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45" name="Oval 617">
              <a:extLst>
                <a:ext uri="{FF2B5EF4-FFF2-40B4-BE49-F238E27FC236}">
                  <a16:creationId xmlns:a16="http://schemas.microsoft.com/office/drawing/2014/main" id="{7C3F230F-1C67-7C83-9839-61BE8EFC3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3" y="6846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46" name="Oval 618">
              <a:extLst>
                <a:ext uri="{FF2B5EF4-FFF2-40B4-BE49-F238E27FC236}">
                  <a16:creationId xmlns:a16="http://schemas.microsoft.com/office/drawing/2014/main" id="{78454381-AA6B-5D1A-99DD-47BF5EB8D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2851" y="6888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47" name="Oval 619">
              <a:extLst>
                <a:ext uri="{FF2B5EF4-FFF2-40B4-BE49-F238E27FC236}">
                  <a16:creationId xmlns:a16="http://schemas.microsoft.com/office/drawing/2014/main" id="{DD3259AD-9DB8-BF09-3366-E847CDE02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6151" y="6380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48" name="Oval 620">
              <a:extLst>
                <a:ext uri="{FF2B5EF4-FFF2-40B4-BE49-F238E27FC236}">
                  <a16:creationId xmlns:a16="http://schemas.microsoft.com/office/drawing/2014/main" id="{780B6453-1884-3731-8436-FEE260E36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7738" y="63817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49" name="Oval 621">
              <a:extLst>
                <a:ext uri="{FF2B5EF4-FFF2-40B4-BE49-F238E27FC236}">
                  <a16:creationId xmlns:a16="http://schemas.microsoft.com/office/drawing/2014/main" id="{7ACDA1E2-3AC5-DCA9-4610-CAA7C0351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0913" y="6392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50" name="Oval 622">
              <a:extLst>
                <a:ext uri="{FF2B5EF4-FFF2-40B4-BE49-F238E27FC236}">
                  <a16:creationId xmlns:a16="http://schemas.microsoft.com/office/drawing/2014/main" id="{DECA82DC-46D6-7468-4EBF-DDF32CC78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7263" y="6413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51" name="Oval 623">
              <a:extLst>
                <a:ext uri="{FF2B5EF4-FFF2-40B4-BE49-F238E27FC236}">
                  <a16:creationId xmlns:a16="http://schemas.microsoft.com/office/drawing/2014/main" id="{672F3FAF-9DBE-8159-A0ED-E89B01DD2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6788" y="6430963"/>
              <a:ext cx="11113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52" name="Oval 624">
              <a:extLst>
                <a:ext uri="{FF2B5EF4-FFF2-40B4-BE49-F238E27FC236}">
                  <a16:creationId xmlns:a16="http://schemas.microsoft.com/office/drawing/2014/main" id="{FF60420C-2A89-F8BC-C8C7-CDD44BE0D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6313" y="6459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53" name="Oval 625">
              <a:extLst>
                <a:ext uri="{FF2B5EF4-FFF2-40B4-BE49-F238E27FC236}">
                  <a16:creationId xmlns:a16="http://schemas.microsoft.com/office/drawing/2014/main" id="{74D43988-A788-9A2B-2110-A90397EBDD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9013" y="6481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54" name="Oval 626">
              <a:extLst>
                <a:ext uri="{FF2B5EF4-FFF2-40B4-BE49-F238E27FC236}">
                  <a16:creationId xmlns:a16="http://schemas.microsoft.com/office/drawing/2014/main" id="{07AD3B88-8411-F38F-871A-05C932F08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3301" y="6519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55" name="Oval 627">
              <a:extLst>
                <a:ext uri="{FF2B5EF4-FFF2-40B4-BE49-F238E27FC236}">
                  <a16:creationId xmlns:a16="http://schemas.microsoft.com/office/drawing/2014/main" id="{E2C371C2-D109-C40B-AE02-43AEE1B76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9176" y="6554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56" name="Oval 628">
              <a:extLst>
                <a:ext uri="{FF2B5EF4-FFF2-40B4-BE49-F238E27FC236}">
                  <a16:creationId xmlns:a16="http://schemas.microsoft.com/office/drawing/2014/main" id="{A8B03559-53D8-87C8-28F8-2B10E7D7D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6638" y="6586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57" name="Oval 629">
              <a:extLst>
                <a:ext uri="{FF2B5EF4-FFF2-40B4-BE49-F238E27FC236}">
                  <a16:creationId xmlns:a16="http://schemas.microsoft.com/office/drawing/2014/main" id="{66B55973-6151-60CF-58F5-EFF16F75B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1" y="660876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58" name="Oval 630">
              <a:extLst>
                <a:ext uri="{FF2B5EF4-FFF2-40B4-BE49-F238E27FC236}">
                  <a16:creationId xmlns:a16="http://schemas.microsoft.com/office/drawing/2014/main" id="{515EEEF7-3F0E-C9EF-3DFB-21165EC2F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1563" y="663733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59" name="Oval 631">
              <a:extLst>
                <a:ext uri="{FF2B5EF4-FFF2-40B4-BE49-F238E27FC236}">
                  <a16:creationId xmlns:a16="http://schemas.microsoft.com/office/drawing/2014/main" id="{0B76ADAA-4D7E-E0FC-E475-AF8DE24F56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0613" y="6665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60" name="Oval 632">
              <a:extLst>
                <a:ext uri="{FF2B5EF4-FFF2-40B4-BE49-F238E27FC236}">
                  <a16:creationId xmlns:a16="http://schemas.microsoft.com/office/drawing/2014/main" id="{69E41CFD-865D-842E-D1BB-1DC552A20D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1251" y="6705601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61" name="Oval 633">
              <a:extLst>
                <a:ext uri="{FF2B5EF4-FFF2-40B4-BE49-F238E27FC236}">
                  <a16:creationId xmlns:a16="http://schemas.microsoft.com/office/drawing/2014/main" id="{EF04AE0D-B863-A517-9F80-A27B7BB9C5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0301" y="6740526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62" name="Oval 634">
              <a:extLst>
                <a:ext uri="{FF2B5EF4-FFF2-40B4-BE49-F238E27FC236}">
                  <a16:creationId xmlns:a16="http://schemas.microsoft.com/office/drawing/2014/main" id="{B02509F3-1CDD-0D0B-0C97-9C7A97F933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1" y="6772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63" name="Oval 635">
              <a:extLst>
                <a:ext uri="{FF2B5EF4-FFF2-40B4-BE49-F238E27FC236}">
                  <a16:creationId xmlns:a16="http://schemas.microsoft.com/office/drawing/2014/main" id="{ED7253B8-4A31-419D-0E30-D6B74F176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8" y="6800851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64" name="Oval 636">
              <a:extLst>
                <a:ext uri="{FF2B5EF4-FFF2-40B4-BE49-F238E27FC236}">
                  <a16:creationId xmlns:a16="http://schemas.microsoft.com/office/drawing/2014/main" id="{F4C32B26-4B10-2350-727D-CF9C34C75E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9038" y="6842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65" name="Oval 637">
              <a:extLst>
                <a:ext uri="{FF2B5EF4-FFF2-40B4-BE49-F238E27FC236}">
                  <a16:creationId xmlns:a16="http://schemas.microsoft.com/office/drawing/2014/main" id="{F3450612-5820-11C9-87AE-908AF8E300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8088" y="6869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66" name="Oval 638">
              <a:extLst>
                <a:ext uri="{FF2B5EF4-FFF2-40B4-BE49-F238E27FC236}">
                  <a16:creationId xmlns:a16="http://schemas.microsoft.com/office/drawing/2014/main" id="{7E94B99B-7F8C-57B7-84F7-2599A2CDF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6899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67" name="Oval 639">
              <a:extLst>
                <a:ext uri="{FF2B5EF4-FFF2-40B4-BE49-F238E27FC236}">
                  <a16:creationId xmlns:a16="http://schemas.microsoft.com/office/drawing/2014/main" id="{E54DEA63-7E6E-38C3-5B55-DB3D9B45E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251" y="6429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68" name="Oval 640">
              <a:extLst>
                <a:ext uri="{FF2B5EF4-FFF2-40B4-BE49-F238E27FC236}">
                  <a16:creationId xmlns:a16="http://schemas.microsoft.com/office/drawing/2014/main" id="{45AEA1C1-D5B0-CBDD-3905-45EAD33C88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251" y="6426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69" name="Oval 641">
              <a:extLst>
                <a:ext uri="{FF2B5EF4-FFF2-40B4-BE49-F238E27FC236}">
                  <a16:creationId xmlns:a16="http://schemas.microsoft.com/office/drawing/2014/main" id="{BD8B891D-54BA-970F-1FC3-2DCBB3DD8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426" y="6442076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70" name="Oval 642">
              <a:extLst>
                <a:ext uri="{FF2B5EF4-FFF2-40B4-BE49-F238E27FC236}">
                  <a16:creationId xmlns:a16="http://schemas.microsoft.com/office/drawing/2014/main" id="{35C1AD35-5163-388B-83D4-275E1CDBF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3776" y="64516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71" name="Oval 643">
              <a:extLst>
                <a:ext uri="{FF2B5EF4-FFF2-40B4-BE49-F238E27FC236}">
                  <a16:creationId xmlns:a16="http://schemas.microsoft.com/office/drawing/2014/main" id="{F8B03640-2639-E798-96B9-9AF320534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1713" y="6473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72" name="Oval 644">
              <a:extLst>
                <a:ext uri="{FF2B5EF4-FFF2-40B4-BE49-F238E27FC236}">
                  <a16:creationId xmlns:a16="http://schemas.microsoft.com/office/drawing/2014/main" id="{274E1B7B-211F-DB4A-C6F4-5583CC17E5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1238" y="6503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73" name="Oval 645">
              <a:extLst>
                <a:ext uri="{FF2B5EF4-FFF2-40B4-BE49-F238E27FC236}">
                  <a16:creationId xmlns:a16="http://schemas.microsoft.com/office/drawing/2014/main" id="{B6B7B2E9-4B14-0C93-BF56-BD8F489A2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2351" y="6529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74" name="Oval 646">
              <a:extLst>
                <a:ext uri="{FF2B5EF4-FFF2-40B4-BE49-F238E27FC236}">
                  <a16:creationId xmlns:a16="http://schemas.microsoft.com/office/drawing/2014/main" id="{140C3032-BD0E-AD79-C3F3-9CDBC9716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5051" y="6561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75" name="Oval 647">
              <a:extLst>
                <a:ext uri="{FF2B5EF4-FFF2-40B4-BE49-F238E27FC236}">
                  <a16:creationId xmlns:a16="http://schemas.microsoft.com/office/drawing/2014/main" id="{A2413D2D-5605-785B-5253-71ABD08AA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9338" y="6584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76" name="Oval 648">
              <a:extLst>
                <a:ext uri="{FF2B5EF4-FFF2-40B4-BE49-F238E27FC236}">
                  <a16:creationId xmlns:a16="http://schemas.microsoft.com/office/drawing/2014/main" id="{655EC6BF-2D82-AD08-BD34-08D5A62D4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3" y="6613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77" name="Oval 649">
              <a:extLst>
                <a:ext uri="{FF2B5EF4-FFF2-40B4-BE49-F238E27FC236}">
                  <a16:creationId xmlns:a16="http://schemas.microsoft.com/office/drawing/2014/main" id="{AB109C45-7227-185E-F055-B80E9ACED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1088" y="6643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78" name="Oval 650">
              <a:extLst>
                <a:ext uri="{FF2B5EF4-FFF2-40B4-BE49-F238E27FC236}">
                  <a16:creationId xmlns:a16="http://schemas.microsoft.com/office/drawing/2014/main" id="{218AFCCE-26F5-508B-4509-7F4901821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6963" y="666750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79" name="Oval 651">
              <a:extLst>
                <a:ext uri="{FF2B5EF4-FFF2-40B4-BE49-F238E27FC236}">
                  <a16:creationId xmlns:a16="http://schemas.microsoft.com/office/drawing/2014/main" id="{AA9D4802-D074-4DB3-17BC-29EFCDF58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4426" y="6699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80" name="Oval 652">
              <a:extLst>
                <a:ext uri="{FF2B5EF4-FFF2-40B4-BE49-F238E27FC236}">
                  <a16:creationId xmlns:a16="http://schemas.microsoft.com/office/drawing/2014/main" id="{062D81BC-5E29-77BE-92E8-D91A54DC60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6" y="6724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81" name="Oval 653">
              <a:extLst>
                <a:ext uri="{FF2B5EF4-FFF2-40B4-BE49-F238E27FC236}">
                  <a16:creationId xmlns:a16="http://schemas.microsoft.com/office/drawing/2014/main" id="{01864EA0-9CBA-A793-6D5B-3AD0DA6CB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938" y="6754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82" name="Oval 654">
              <a:extLst>
                <a:ext uri="{FF2B5EF4-FFF2-40B4-BE49-F238E27FC236}">
                  <a16:creationId xmlns:a16="http://schemas.microsoft.com/office/drawing/2014/main" id="{917FA543-25F1-C95D-7548-7D21F4063B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8" y="6786563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83" name="Oval 655">
              <a:extLst>
                <a:ext uri="{FF2B5EF4-FFF2-40B4-BE49-F238E27FC236}">
                  <a16:creationId xmlns:a16="http://schemas.microsoft.com/office/drawing/2014/main" id="{6DD15734-CE2D-1095-3E3E-A7FCFFCBB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7451" y="6821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84" name="Oval 656">
              <a:extLst>
                <a:ext uri="{FF2B5EF4-FFF2-40B4-BE49-F238E27FC236}">
                  <a16:creationId xmlns:a16="http://schemas.microsoft.com/office/drawing/2014/main" id="{051B2178-135F-E371-607D-A8E00ADE1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6501" y="6858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85" name="Oval 657">
              <a:extLst>
                <a:ext uri="{FF2B5EF4-FFF2-40B4-BE49-F238E27FC236}">
                  <a16:creationId xmlns:a16="http://schemas.microsoft.com/office/drawing/2014/main" id="{46A1C8F3-F226-8DC1-C9C2-C70DAA849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3963" y="6891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86" name="Oval 658">
              <a:extLst>
                <a:ext uri="{FF2B5EF4-FFF2-40B4-BE49-F238E27FC236}">
                  <a16:creationId xmlns:a16="http://schemas.microsoft.com/office/drawing/2014/main" id="{502C0988-1FD0-9125-D837-07CF5BE931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9176" y="6481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87" name="Oval 659">
              <a:extLst>
                <a:ext uri="{FF2B5EF4-FFF2-40B4-BE49-F238E27FC236}">
                  <a16:creationId xmlns:a16="http://schemas.microsoft.com/office/drawing/2014/main" id="{569764E0-8AAC-C0BB-0FAB-3A0539E2DD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0763" y="6486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88" name="Oval 660">
              <a:extLst>
                <a:ext uri="{FF2B5EF4-FFF2-40B4-BE49-F238E27FC236}">
                  <a16:creationId xmlns:a16="http://schemas.microsoft.com/office/drawing/2014/main" id="{DDEDDAAE-EF99-5A4A-E928-B577411758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3938" y="64897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89" name="Oval 661">
              <a:extLst>
                <a:ext uri="{FF2B5EF4-FFF2-40B4-BE49-F238E27FC236}">
                  <a16:creationId xmlns:a16="http://schemas.microsoft.com/office/drawing/2014/main" id="{6A2E92B9-FCE3-5B67-5F73-E5665959D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8701" y="6503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90" name="Oval 662">
              <a:extLst>
                <a:ext uri="{FF2B5EF4-FFF2-40B4-BE49-F238E27FC236}">
                  <a16:creationId xmlns:a16="http://schemas.microsoft.com/office/drawing/2014/main" id="{62C1AABC-41CC-F1F7-3CE5-BF8DEB1E7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5051" y="6516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91" name="Oval 663">
              <a:extLst>
                <a:ext uri="{FF2B5EF4-FFF2-40B4-BE49-F238E27FC236}">
                  <a16:creationId xmlns:a16="http://schemas.microsoft.com/office/drawing/2014/main" id="{8F152B2D-DE8D-98A2-32CC-FEB52A611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4576" y="6545263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92" name="Oval 664">
              <a:extLst>
                <a:ext uri="{FF2B5EF4-FFF2-40B4-BE49-F238E27FC236}">
                  <a16:creationId xmlns:a16="http://schemas.microsoft.com/office/drawing/2014/main" id="{1118ED1F-CB84-E136-C46B-6AED2DC7BF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1" y="65690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93" name="Oval 665">
              <a:extLst>
                <a:ext uri="{FF2B5EF4-FFF2-40B4-BE49-F238E27FC236}">
                  <a16:creationId xmlns:a16="http://schemas.microsoft.com/office/drawing/2014/main" id="{BC5212BE-1B1D-4CBA-9653-21A5580CE7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3" y="6584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94" name="Oval 666">
              <a:extLst>
                <a:ext uri="{FF2B5EF4-FFF2-40B4-BE49-F238E27FC236}">
                  <a16:creationId xmlns:a16="http://schemas.microsoft.com/office/drawing/2014/main" id="{2B0FC2A1-5D93-C59C-776E-09F1260447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7913" y="6608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95" name="Oval 667">
              <a:extLst>
                <a:ext uri="{FF2B5EF4-FFF2-40B4-BE49-F238E27FC236}">
                  <a16:creationId xmlns:a16="http://schemas.microsoft.com/office/drawing/2014/main" id="{62A1D3EF-657F-9052-FBCD-AAFD62C2A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2201" y="6651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96" name="Oval 668">
              <a:extLst>
                <a:ext uri="{FF2B5EF4-FFF2-40B4-BE49-F238E27FC236}">
                  <a16:creationId xmlns:a16="http://schemas.microsoft.com/office/drawing/2014/main" id="{1E2CD5FA-CE05-177C-F339-420F45537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488" y="6686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97" name="Oval 669">
              <a:extLst>
                <a:ext uri="{FF2B5EF4-FFF2-40B4-BE49-F238E27FC236}">
                  <a16:creationId xmlns:a16="http://schemas.microsoft.com/office/drawing/2014/main" id="{C16A87D0-1584-1D70-C6E7-191939308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2363" y="6700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98" name="Oval 670">
              <a:extLst>
                <a:ext uri="{FF2B5EF4-FFF2-40B4-BE49-F238E27FC236}">
                  <a16:creationId xmlns:a16="http://schemas.microsoft.com/office/drawing/2014/main" id="{5E584F1B-7815-59F0-3EE7-6DDF1F97D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8238" y="6729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99" name="Oval 671">
              <a:extLst>
                <a:ext uri="{FF2B5EF4-FFF2-40B4-BE49-F238E27FC236}">
                  <a16:creationId xmlns:a16="http://schemas.microsoft.com/office/drawing/2014/main" id="{0A9EEF31-0040-BA01-CA61-97B58FCD3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4113" y="6759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00" name="Oval 672">
              <a:extLst>
                <a:ext uri="{FF2B5EF4-FFF2-40B4-BE49-F238E27FC236}">
                  <a16:creationId xmlns:a16="http://schemas.microsoft.com/office/drawing/2014/main" id="{517C9AA2-E24F-450A-7A7A-D9DC0178FB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6" y="6788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01" name="Oval 673">
              <a:extLst>
                <a:ext uri="{FF2B5EF4-FFF2-40B4-BE49-F238E27FC236}">
                  <a16:creationId xmlns:a16="http://schemas.microsoft.com/office/drawing/2014/main" id="{721F55CE-9674-F9D3-EF96-CCE59421A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9038" y="6818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02" name="Oval 674">
              <a:extLst>
                <a:ext uri="{FF2B5EF4-FFF2-40B4-BE49-F238E27FC236}">
                  <a16:creationId xmlns:a16="http://schemas.microsoft.com/office/drawing/2014/main" id="{818D9319-AF0C-680A-DD18-2A0EB84D5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6501" y="6851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03" name="Oval 675">
              <a:extLst>
                <a:ext uri="{FF2B5EF4-FFF2-40B4-BE49-F238E27FC236}">
                  <a16:creationId xmlns:a16="http://schemas.microsoft.com/office/drawing/2014/main" id="{5D6CCC12-60A3-B20E-09BE-696DD1D96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3963" y="6881813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04" name="Oval 676">
              <a:extLst>
                <a:ext uri="{FF2B5EF4-FFF2-40B4-BE49-F238E27FC236}">
                  <a16:creationId xmlns:a16="http://schemas.microsoft.com/office/drawing/2014/main" id="{FCC672C5-4293-2B90-6991-9078664FA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2513" y="65325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05" name="Oval 677">
              <a:extLst>
                <a:ext uri="{FF2B5EF4-FFF2-40B4-BE49-F238E27FC236}">
                  <a16:creationId xmlns:a16="http://schemas.microsoft.com/office/drawing/2014/main" id="{F175D500-A314-FAA8-8687-9269C2ADF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1" y="6538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06" name="Oval 678">
              <a:extLst>
                <a:ext uri="{FF2B5EF4-FFF2-40B4-BE49-F238E27FC236}">
                  <a16:creationId xmlns:a16="http://schemas.microsoft.com/office/drawing/2014/main" id="{F98065C7-CCF2-0A34-154D-85F0BC6E3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7276" y="6534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07" name="Oval 679">
              <a:extLst>
                <a:ext uri="{FF2B5EF4-FFF2-40B4-BE49-F238E27FC236}">
                  <a16:creationId xmlns:a16="http://schemas.microsoft.com/office/drawing/2014/main" id="{3C78A21D-37DB-9CB8-4209-3623301B7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0451" y="6546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08" name="Oval 680">
              <a:extLst>
                <a:ext uri="{FF2B5EF4-FFF2-40B4-BE49-F238E27FC236}">
                  <a16:creationId xmlns:a16="http://schemas.microsoft.com/office/drawing/2014/main" id="{11F392A0-61A0-24F3-7B03-49AD3E3DDF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6801" y="6564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09" name="Oval 681">
              <a:extLst>
                <a:ext uri="{FF2B5EF4-FFF2-40B4-BE49-F238E27FC236}">
                  <a16:creationId xmlns:a16="http://schemas.microsoft.com/office/drawing/2014/main" id="{BDB18ECE-DE69-A368-9C6B-60E83553C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4738" y="65786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10" name="Oval 682">
              <a:extLst>
                <a:ext uri="{FF2B5EF4-FFF2-40B4-BE49-F238E27FC236}">
                  <a16:creationId xmlns:a16="http://schemas.microsoft.com/office/drawing/2014/main" id="{7D924BAE-35AD-ED08-54AD-5BBF49E70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3" y="6613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11" name="Oval 683">
              <a:extLst>
                <a:ext uri="{FF2B5EF4-FFF2-40B4-BE49-F238E27FC236}">
                  <a16:creationId xmlns:a16="http://schemas.microsoft.com/office/drawing/2014/main" id="{3CFA4BA8-77C5-E2FC-DE02-7271938F1C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3788" y="6619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12" name="Oval 684">
              <a:extLst>
                <a:ext uri="{FF2B5EF4-FFF2-40B4-BE49-F238E27FC236}">
                  <a16:creationId xmlns:a16="http://schemas.microsoft.com/office/drawing/2014/main" id="{7B560832-0D43-A55E-2845-9E6F5F9A6E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488" y="66421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13" name="Oval 685">
              <a:extLst>
                <a:ext uri="{FF2B5EF4-FFF2-40B4-BE49-F238E27FC236}">
                  <a16:creationId xmlns:a16="http://schemas.microsoft.com/office/drawing/2014/main" id="{BA203058-B3FE-88C5-6816-5B71DE411F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9188" y="6680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14" name="Oval 686">
              <a:extLst>
                <a:ext uri="{FF2B5EF4-FFF2-40B4-BE49-F238E27FC236}">
                  <a16:creationId xmlns:a16="http://schemas.microsoft.com/office/drawing/2014/main" id="{527FB4BE-F525-E1AA-5831-E945E61B6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1888" y="67087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15" name="Oval 687">
              <a:extLst>
                <a:ext uri="{FF2B5EF4-FFF2-40B4-BE49-F238E27FC236}">
                  <a16:creationId xmlns:a16="http://schemas.microsoft.com/office/drawing/2014/main" id="{5939402A-85DE-9EF6-418A-48CEAEAB6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6176" y="6731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16" name="Oval 688">
              <a:extLst>
                <a:ext uri="{FF2B5EF4-FFF2-40B4-BE49-F238E27FC236}">
                  <a16:creationId xmlns:a16="http://schemas.microsoft.com/office/drawing/2014/main" id="{9D55E991-00DC-C411-CCF1-4C068E26D7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0463" y="6756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17" name="Oval 689">
              <a:extLst>
                <a:ext uri="{FF2B5EF4-FFF2-40B4-BE49-F238E27FC236}">
                  <a16:creationId xmlns:a16="http://schemas.microsoft.com/office/drawing/2014/main" id="{07C9F3A7-3093-9B0A-9D9C-36530E14C0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6338" y="6791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18" name="Oval 691">
              <a:extLst>
                <a:ext uri="{FF2B5EF4-FFF2-40B4-BE49-F238E27FC236}">
                  <a16:creationId xmlns:a16="http://schemas.microsoft.com/office/drawing/2014/main" id="{EDF82D9A-C5F9-36B7-53DD-F3B280719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3" y="6824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19" name="Oval 692">
              <a:extLst>
                <a:ext uri="{FF2B5EF4-FFF2-40B4-BE49-F238E27FC236}">
                  <a16:creationId xmlns:a16="http://schemas.microsoft.com/office/drawing/2014/main" id="{C8CF7C68-EF6F-0E6F-A00C-772512ED8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8088" y="6853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20" name="Oval 693">
              <a:extLst>
                <a:ext uri="{FF2B5EF4-FFF2-40B4-BE49-F238E27FC236}">
                  <a16:creationId xmlns:a16="http://schemas.microsoft.com/office/drawing/2014/main" id="{59233099-7234-1154-C4C5-92C7C21767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3963" y="687546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21" name="Oval 694">
              <a:extLst>
                <a:ext uri="{FF2B5EF4-FFF2-40B4-BE49-F238E27FC236}">
                  <a16:creationId xmlns:a16="http://schemas.microsoft.com/office/drawing/2014/main" id="{1B60BD57-F914-37E2-42B7-B2E2A72A0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9838" y="6905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22" name="Oval 695">
              <a:extLst>
                <a:ext uri="{FF2B5EF4-FFF2-40B4-BE49-F238E27FC236}">
                  <a16:creationId xmlns:a16="http://schemas.microsoft.com/office/drawing/2014/main" id="{F241B27E-97B0-867F-3E2C-06C37B297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3" y="6577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23" name="Oval 696">
              <a:extLst>
                <a:ext uri="{FF2B5EF4-FFF2-40B4-BE49-F238E27FC236}">
                  <a16:creationId xmlns:a16="http://schemas.microsoft.com/office/drawing/2014/main" id="{A35904A5-80C3-C373-DBBF-F66BCBF79E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5850" y="6580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24" name="Oval 697">
              <a:extLst>
                <a:ext uri="{FF2B5EF4-FFF2-40B4-BE49-F238E27FC236}">
                  <a16:creationId xmlns:a16="http://schemas.microsoft.com/office/drawing/2014/main" id="{551534BA-782A-E1D0-779A-14505C0DD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7438" y="6572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25" name="Oval 698">
              <a:extLst>
                <a:ext uri="{FF2B5EF4-FFF2-40B4-BE49-F238E27FC236}">
                  <a16:creationId xmlns:a16="http://schemas.microsoft.com/office/drawing/2014/main" id="{335D1498-DB10-8F78-8CA5-214BC2892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2200" y="6589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26" name="Oval 699">
              <a:extLst>
                <a:ext uri="{FF2B5EF4-FFF2-40B4-BE49-F238E27FC236}">
                  <a16:creationId xmlns:a16="http://schemas.microsoft.com/office/drawing/2014/main" id="{4C7EAE08-E9A3-6587-0BA0-17FAB491F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6963" y="6611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27" name="Oval 700">
              <a:extLst>
                <a:ext uri="{FF2B5EF4-FFF2-40B4-BE49-F238E27FC236}">
                  <a16:creationId xmlns:a16="http://schemas.microsoft.com/office/drawing/2014/main" id="{5FD8FD83-F316-76FD-8192-37D696D65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4900" y="6610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28" name="Oval 701">
              <a:extLst>
                <a:ext uri="{FF2B5EF4-FFF2-40B4-BE49-F238E27FC236}">
                  <a16:creationId xmlns:a16="http://schemas.microsoft.com/office/drawing/2014/main" id="{83A60174-2577-902D-A5B7-A4B7C27B8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2838" y="6634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29" name="Oval 702">
              <a:extLst>
                <a:ext uri="{FF2B5EF4-FFF2-40B4-BE49-F238E27FC236}">
                  <a16:creationId xmlns:a16="http://schemas.microsoft.com/office/drawing/2014/main" id="{0EA20A7A-9AE8-4DB6-ABDA-D7706F7DE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2363" y="6669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30" name="Oval 703">
              <a:extLst>
                <a:ext uri="{FF2B5EF4-FFF2-40B4-BE49-F238E27FC236}">
                  <a16:creationId xmlns:a16="http://schemas.microsoft.com/office/drawing/2014/main" id="{ABB708D9-9531-C1C2-C482-C20686718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696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31" name="Oval 704">
              <a:extLst>
                <a:ext uri="{FF2B5EF4-FFF2-40B4-BE49-F238E27FC236}">
                  <a16:creationId xmlns:a16="http://schemas.microsoft.com/office/drawing/2014/main" id="{CA7A47E6-5D04-E26E-07F5-F7B7DAC4E9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4588" y="6723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32" name="Oval 705">
              <a:extLst>
                <a:ext uri="{FF2B5EF4-FFF2-40B4-BE49-F238E27FC236}">
                  <a16:creationId xmlns:a16="http://schemas.microsoft.com/office/drawing/2014/main" id="{6E0E1B3D-6C31-99B8-59DB-5675698C1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7288" y="6745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33" name="Oval 706">
              <a:extLst>
                <a:ext uri="{FF2B5EF4-FFF2-40B4-BE49-F238E27FC236}">
                  <a16:creationId xmlns:a16="http://schemas.microsoft.com/office/drawing/2014/main" id="{C50BEDD4-314D-7F59-3ACD-2FC002D09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8" y="6764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34" name="Oval 707">
              <a:extLst>
                <a:ext uri="{FF2B5EF4-FFF2-40B4-BE49-F238E27FC236}">
                  <a16:creationId xmlns:a16="http://schemas.microsoft.com/office/drawing/2014/main" id="{236A94C3-C1E4-0539-5BF6-462B060EE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4275" y="677545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35" name="Oval 708">
              <a:extLst>
                <a:ext uri="{FF2B5EF4-FFF2-40B4-BE49-F238E27FC236}">
                  <a16:creationId xmlns:a16="http://schemas.microsoft.com/office/drawing/2014/main" id="{F17C8535-57F0-0D4E-A21F-34CB62D9F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8135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36" name="Oval 709">
              <a:extLst>
                <a:ext uri="{FF2B5EF4-FFF2-40B4-BE49-F238E27FC236}">
                  <a16:creationId xmlns:a16="http://schemas.microsoft.com/office/drawing/2014/main" id="{E17B49DF-5E56-F6E3-C3EC-E2A65E611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2850" y="6854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37" name="Oval 710">
              <a:extLst>
                <a:ext uri="{FF2B5EF4-FFF2-40B4-BE49-F238E27FC236}">
                  <a16:creationId xmlns:a16="http://schemas.microsoft.com/office/drawing/2014/main" id="{5992DF21-7415-B6DA-EB69-1B4C970D2E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689133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38" name="Oval 711">
              <a:extLst>
                <a:ext uri="{FF2B5EF4-FFF2-40B4-BE49-F238E27FC236}">
                  <a16:creationId xmlns:a16="http://schemas.microsoft.com/office/drawing/2014/main" id="{DD4A3440-B0AD-8992-A258-27C803122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3013" y="69024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39" name="Oval 712">
              <a:extLst>
                <a:ext uri="{FF2B5EF4-FFF2-40B4-BE49-F238E27FC236}">
                  <a16:creationId xmlns:a16="http://schemas.microsoft.com/office/drawing/2014/main" id="{019BF58B-C457-C918-C0F9-225796EC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4425" y="6616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40" name="Oval 713">
              <a:extLst>
                <a:ext uri="{FF2B5EF4-FFF2-40B4-BE49-F238E27FC236}">
                  <a16:creationId xmlns:a16="http://schemas.microsoft.com/office/drawing/2014/main" id="{E5A8C641-0C8A-502A-4B21-8AFE85C31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6013" y="6610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41" name="Oval 714">
              <a:extLst>
                <a:ext uri="{FF2B5EF4-FFF2-40B4-BE49-F238E27FC236}">
                  <a16:creationId xmlns:a16="http://schemas.microsoft.com/office/drawing/2014/main" id="{7D594842-F55F-9A4B-29DE-ED28D6304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7600" y="6607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42" name="Oval 715">
              <a:extLst>
                <a:ext uri="{FF2B5EF4-FFF2-40B4-BE49-F238E27FC236}">
                  <a16:creationId xmlns:a16="http://schemas.microsoft.com/office/drawing/2014/main" id="{6CCAF52F-D6D0-23D6-F9F8-28DBB2A475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0775" y="6627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43" name="Oval 716">
              <a:extLst>
                <a:ext uri="{FF2B5EF4-FFF2-40B4-BE49-F238E27FC236}">
                  <a16:creationId xmlns:a16="http://schemas.microsoft.com/office/drawing/2014/main" id="{430007F7-93BD-00DA-D1CA-046E64885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7125" y="6654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44" name="Oval 717">
              <a:extLst>
                <a:ext uri="{FF2B5EF4-FFF2-40B4-BE49-F238E27FC236}">
                  <a16:creationId xmlns:a16="http://schemas.microsoft.com/office/drawing/2014/main" id="{A05B71AF-0CF7-E9F5-4A2B-11F1493E2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664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45" name="Oval 718">
              <a:extLst>
                <a:ext uri="{FF2B5EF4-FFF2-40B4-BE49-F238E27FC236}">
                  <a16:creationId xmlns:a16="http://schemas.microsoft.com/office/drawing/2014/main" id="{C6CBCFA8-FB46-8863-E1DE-BE75EAF55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9825" y="6670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46" name="Oval 719">
              <a:extLst>
                <a:ext uri="{FF2B5EF4-FFF2-40B4-BE49-F238E27FC236}">
                  <a16:creationId xmlns:a16="http://schemas.microsoft.com/office/drawing/2014/main" id="{A3A65203-C429-263D-4F5B-11EAF59DF2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0" y="67024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47" name="Oval 720">
              <a:extLst>
                <a:ext uri="{FF2B5EF4-FFF2-40B4-BE49-F238E27FC236}">
                  <a16:creationId xmlns:a16="http://schemas.microsoft.com/office/drawing/2014/main" id="{E314B87F-172D-01CC-BCEC-27BFF24681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8875" y="6727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48" name="Oval 721">
              <a:extLst>
                <a:ext uri="{FF2B5EF4-FFF2-40B4-BE49-F238E27FC236}">
                  <a16:creationId xmlns:a16="http://schemas.microsoft.com/office/drawing/2014/main" id="{73776BF8-2CE4-915F-403A-85A4C4189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8" y="675640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49" name="Oval 722">
              <a:extLst>
                <a:ext uri="{FF2B5EF4-FFF2-40B4-BE49-F238E27FC236}">
                  <a16:creationId xmlns:a16="http://schemas.microsoft.com/office/drawing/2014/main" id="{1BF53C04-2226-A3D6-C4AA-EC86BFB373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1100" y="6780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50" name="Oval 723">
              <a:extLst>
                <a:ext uri="{FF2B5EF4-FFF2-40B4-BE49-F238E27FC236}">
                  <a16:creationId xmlns:a16="http://schemas.microsoft.com/office/drawing/2014/main" id="{4713636C-1812-6BC1-4CEB-F1FC7AD921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3" y="6797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51" name="Oval 724">
              <a:extLst>
                <a:ext uri="{FF2B5EF4-FFF2-40B4-BE49-F238E27FC236}">
                  <a16:creationId xmlns:a16="http://schemas.microsoft.com/office/drawing/2014/main" id="{95A79E01-9AE7-30B5-BBC0-7259D90532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4913" y="6811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52" name="Oval 725">
              <a:extLst>
                <a:ext uri="{FF2B5EF4-FFF2-40B4-BE49-F238E27FC236}">
                  <a16:creationId xmlns:a16="http://schemas.microsoft.com/office/drawing/2014/main" id="{7CAFE169-4FB6-6DAD-65A1-B018A1589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9200" y="6850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53" name="Oval 726">
              <a:extLst>
                <a:ext uri="{FF2B5EF4-FFF2-40B4-BE49-F238E27FC236}">
                  <a16:creationId xmlns:a16="http://schemas.microsoft.com/office/drawing/2014/main" id="{C7A6245A-4891-EDA2-8E0B-170914432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1900" y="6877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54" name="Oval 727">
              <a:extLst>
                <a:ext uri="{FF2B5EF4-FFF2-40B4-BE49-F238E27FC236}">
                  <a16:creationId xmlns:a16="http://schemas.microsoft.com/office/drawing/2014/main" id="{3DF046CF-529F-355C-299B-F8ECA5686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3000" y="6653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55" name="Oval 728">
              <a:extLst>
                <a:ext uri="{FF2B5EF4-FFF2-40B4-BE49-F238E27FC236}">
                  <a16:creationId xmlns:a16="http://schemas.microsoft.com/office/drawing/2014/main" id="{7BC4CB56-65FD-5265-FCF4-13AD67AAE7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4588" y="6640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56" name="Oval 729">
              <a:extLst>
                <a:ext uri="{FF2B5EF4-FFF2-40B4-BE49-F238E27FC236}">
                  <a16:creationId xmlns:a16="http://schemas.microsoft.com/office/drawing/2014/main" id="{479D3296-2619-CC7C-A167-1B9E24ACF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6175" y="6646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57" name="Oval 730">
              <a:extLst>
                <a:ext uri="{FF2B5EF4-FFF2-40B4-BE49-F238E27FC236}">
                  <a16:creationId xmlns:a16="http://schemas.microsoft.com/office/drawing/2014/main" id="{52B38438-8187-815A-3AA4-A347EAD8D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0" y="6662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58" name="Oval 731">
              <a:extLst>
                <a:ext uri="{FF2B5EF4-FFF2-40B4-BE49-F238E27FC236}">
                  <a16:creationId xmlns:a16="http://schemas.microsoft.com/office/drawing/2014/main" id="{C9269C15-DBD1-CFA7-EB28-5D13EC049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4113" y="6677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59" name="Oval 732">
              <a:extLst>
                <a:ext uri="{FF2B5EF4-FFF2-40B4-BE49-F238E27FC236}">
                  <a16:creationId xmlns:a16="http://schemas.microsoft.com/office/drawing/2014/main" id="{E0A77A07-490F-7219-17B7-AD43BC426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0463" y="6696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60" name="Oval 733">
              <a:extLst>
                <a:ext uri="{FF2B5EF4-FFF2-40B4-BE49-F238E27FC236}">
                  <a16:creationId xmlns:a16="http://schemas.microsoft.com/office/drawing/2014/main" id="{0CC9EABD-CB62-D5D1-92AC-2A3A3C92A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6813" y="6710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61" name="Oval 734">
              <a:extLst>
                <a:ext uri="{FF2B5EF4-FFF2-40B4-BE49-F238E27FC236}">
                  <a16:creationId xmlns:a16="http://schemas.microsoft.com/office/drawing/2014/main" id="{EFD965ED-A901-6532-885C-E2B6DCC7C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4750" y="6727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62" name="Oval 735">
              <a:extLst>
                <a:ext uri="{FF2B5EF4-FFF2-40B4-BE49-F238E27FC236}">
                  <a16:creationId xmlns:a16="http://schemas.microsoft.com/office/drawing/2014/main" id="{EEE947EC-75DD-F0A4-0518-FEAA78652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4275" y="6750050"/>
              <a:ext cx="11112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63" name="Oval 736">
              <a:extLst>
                <a:ext uri="{FF2B5EF4-FFF2-40B4-BE49-F238E27FC236}">
                  <a16:creationId xmlns:a16="http://schemas.microsoft.com/office/drawing/2014/main" id="{7E2B967F-CF7B-F87D-E33C-E39CA0F58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3800" y="6767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64" name="Oval 737">
              <a:extLst>
                <a:ext uri="{FF2B5EF4-FFF2-40B4-BE49-F238E27FC236}">
                  <a16:creationId xmlns:a16="http://schemas.microsoft.com/office/drawing/2014/main" id="{5C3D4769-E7F2-7A8D-2DB8-86B572E89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3325" y="6797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65" name="Oval 738">
              <a:extLst>
                <a:ext uri="{FF2B5EF4-FFF2-40B4-BE49-F238E27FC236}">
                  <a16:creationId xmlns:a16="http://schemas.microsoft.com/office/drawing/2014/main" id="{BA5F5D12-074E-74C8-65E8-F0C5D9B1A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4438" y="6832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66" name="Oval 739">
              <a:extLst>
                <a:ext uri="{FF2B5EF4-FFF2-40B4-BE49-F238E27FC236}">
                  <a16:creationId xmlns:a16="http://schemas.microsoft.com/office/drawing/2014/main" id="{89D190B2-3664-E67A-A38B-76C9E7F84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6854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67" name="Oval 740">
              <a:extLst>
                <a:ext uri="{FF2B5EF4-FFF2-40B4-BE49-F238E27FC236}">
                  <a16:creationId xmlns:a16="http://schemas.microsoft.com/office/drawing/2014/main" id="{2353F6B1-CAC9-B979-6E10-B4A7EF281F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8250" y="6891338"/>
              <a:ext cx="14287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68" name="Oval 741">
              <a:extLst>
                <a:ext uri="{FF2B5EF4-FFF2-40B4-BE49-F238E27FC236}">
                  <a16:creationId xmlns:a16="http://schemas.microsoft.com/office/drawing/2014/main" id="{D1EEC83E-551F-506D-7073-2C82C8647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2538" y="690562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69" name="Oval 742">
              <a:extLst>
                <a:ext uri="{FF2B5EF4-FFF2-40B4-BE49-F238E27FC236}">
                  <a16:creationId xmlns:a16="http://schemas.microsoft.com/office/drawing/2014/main" id="{455C633E-B305-7C72-59B7-8173E9795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700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70" name="Oval 743">
              <a:extLst>
                <a:ext uri="{FF2B5EF4-FFF2-40B4-BE49-F238E27FC236}">
                  <a16:creationId xmlns:a16="http://schemas.microsoft.com/office/drawing/2014/main" id="{D2107187-0EE3-1C7D-064C-CFE1BA1A4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694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71" name="Oval 744">
              <a:extLst>
                <a:ext uri="{FF2B5EF4-FFF2-40B4-BE49-F238E27FC236}">
                  <a16:creationId xmlns:a16="http://schemas.microsoft.com/office/drawing/2014/main" id="{7F5AD215-1904-708E-EB0F-D8E2E7ABE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3163" y="6697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72" name="Oval 745">
              <a:extLst>
                <a:ext uri="{FF2B5EF4-FFF2-40B4-BE49-F238E27FC236}">
                  <a16:creationId xmlns:a16="http://schemas.microsoft.com/office/drawing/2014/main" id="{6031D928-C2F7-CCE0-ED19-9D399DD14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6338" y="6705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73" name="Oval 746">
              <a:extLst>
                <a:ext uri="{FF2B5EF4-FFF2-40B4-BE49-F238E27FC236}">
                  <a16:creationId xmlns:a16="http://schemas.microsoft.com/office/drawing/2014/main" id="{8B1708ED-35B3-B2C0-FFF4-033D83170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1100" y="6715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74" name="Oval 747">
              <a:extLst>
                <a:ext uri="{FF2B5EF4-FFF2-40B4-BE49-F238E27FC236}">
                  <a16:creationId xmlns:a16="http://schemas.microsoft.com/office/drawing/2014/main" id="{D65A0563-DA04-3B40-4EC3-B588E1BEF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5863" y="6737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75" name="Oval 748">
              <a:extLst>
                <a:ext uri="{FF2B5EF4-FFF2-40B4-BE49-F238E27FC236}">
                  <a16:creationId xmlns:a16="http://schemas.microsoft.com/office/drawing/2014/main" id="{B06D9540-A410-DF33-CEE0-13652B908A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3" y="6750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76" name="Oval 749">
              <a:extLst>
                <a:ext uri="{FF2B5EF4-FFF2-40B4-BE49-F238E27FC236}">
                  <a16:creationId xmlns:a16="http://schemas.microsoft.com/office/drawing/2014/main" id="{FDBA857D-E1F2-F931-A043-1B9ED3C4AA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0150" y="676433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77" name="Oval 750">
              <a:extLst>
                <a:ext uri="{FF2B5EF4-FFF2-40B4-BE49-F238E27FC236}">
                  <a16:creationId xmlns:a16="http://schemas.microsoft.com/office/drawing/2014/main" id="{B7851459-499A-BCD1-0BAC-94ED3DA7E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8088" y="6784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78" name="Oval 751">
              <a:extLst>
                <a:ext uri="{FF2B5EF4-FFF2-40B4-BE49-F238E27FC236}">
                  <a16:creationId xmlns:a16="http://schemas.microsoft.com/office/drawing/2014/main" id="{4468B948-1A86-3DC0-0F9B-FA255A95C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6025" y="6796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79" name="Oval 752">
              <a:extLst>
                <a:ext uri="{FF2B5EF4-FFF2-40B4-BE49-F238E27FC236}">
                  <a16:creationId xmlns:a16="http://schemas.microsoft.com/office/drawing/2014/main" id="{8C339955-2AF3-4007-6DB2-DCBF87D51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5550" y="6826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80" name="Oval 753">
              <a:extLst>
                <a:ext uri="{FF2B5EF4-FFF2-40B4-BE49-F238E27FC236}">
                  <a16:creationId xmlns:a16="http://schemas.microsoft.com/office/drawing/2014/main" id="{206A7818-03ED-E368-039D-3A56347A7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6663" y="6854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81" name="Oval 754">
              <a:extLst>
                <a:ext uri="{FF2B5EF4-FFF2-40B4-BE49-F238E27FC236}">
                  <a16:creationId xmlns:a16="http://schemas.microsoft.com/office/drawing/2014/main" id="{12328623-D88F-F553-A15D-6DB44BA02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7775" y="6881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82" name="Oval 755">
              <a:extLst>
                <a:ext uri="{FF2B5EF4-FFF2-40B4-BE49-F238E27FC236}">
                  <a16:creationId xmlns:a16="http://schemas.microsoft.com/office/drawing/2014/main" id="{DC8A5BA2-5D62-3515-5FC5-7F48CC5F8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732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83" name="Oval 756">
              <a:extLst>
                <a:ext uri="{FF2B5EF4-FFF2-40B4-BE49-F238E27FC236}">
                  <a16:creationId xmlns:a16="http://schemas.microsoft.com/office/drawing/2014/main" id="{38FF3E09-5880-7B41-E265-236B36701D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727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84" name="Oval 757">
              <a:extLst>
                <a:ext uri="{FF2B5EF4-FFF2-40B4-BE49-F238E27FC236}">
                  <a16:creationId xmlns:a16="http://schemas.microsoft.com/office/drawing/2014/main" id="{912FD145-805A-157A-7327-435A21722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0150" y="673576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85" name="Oval 758">
              <a:extLst>
                <a:ext uri="{FF2B5EF4-FFF2-40B4-BE49-F238E27FC236}">
                  <a16:creationId xmlns:a16="http://schemas.microsoft.com/office/drawing/2014/main" id="{C0F1C879-CA0C-1062-A629-7FB8E58101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1738" y="6745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86" name="Oval 759">
              <a:extLst>
                <a:ext uri="{FF2B5EF4-FFF2-40B4-BE49-F238E27FC236}">
                  <a16:creationId xmlns:a16="http://schemas.microsoft.com/office/drawing/2014/main" id="{DAD4873D-5500-8892-2BF5-0580F2E3A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6500" y="6753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87" name="Oval 760">
              <a:extLst>
                <a:ext uri="{FF2B5EF4-FFF2-40B4-BE49-F238E27FC236}">
                  <a16:creationId xmlns:a16="http://schemas.microsoft.com/office/drawing/2014/main" id="{8C0293C3-3C83-5774-D008-3A4C411588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1263" y="6784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88" name="Oval 761">
              <a:extLst>
                <a:ext uri="{FF2B5EF4-FFF2-40B4-BE49-F238E27FC236}">
                  <a16:creationId xmlns:a16="http://schemas.microsoft.com/office/drawing/2014/main" id="{4D64251E-E234-951F-BCE0-F53CA917E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6025" y="6781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89" name="Oval 762">
              <a:extLst>
                <a:ext uri="{FF2B5EF4-FFF2-40B4-BE49-F238E27FC236}">
                  <a16:creationId xmlns:a16="http://schemas.microsoft.com/office/drawing/2014/main" id="{0E8C531C-1E7D-18A0-A3D1-CEAD05DB4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3963" y="679291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90" name="Oval 763">
              <a:extLst>
                <a:ext uri="{FF2B5EF4-FFF2-40B4-BE49-F238E27FC236}">
                  <a16:creationId xmlns:a16="http://schemas.microsoft.com/office/drawing/2014/main" id="{13C896C8-803F-753E-CD59-518B8350D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0313" y="68135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91" name="Oval 764">
              <a:extLst>
                <a:ext uri="{FF2B5EF4-FFF2-40B4-BE49-F238E27FC236}">
                  <a16:creationId xmlns:a16="http://schemas.microsoft.com/office/drawing/2014/main" id="{ED860464-F7C8-C9A8-0B80-82D67F46F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8250" y="68310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92" name="Oval 765">
              <a:extLst>
                <a:ext uri="{FF2B5EF4-FFF2-40B4-BE49-F238E27FC236}">
                  <a16:creationId xmlns:a16="http://schemas.microsoft.com/office/drawing/2014/main" id="{8287868B-CD98-538B-F838-4C9232D8D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7775" y="6858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93" name="Oval 766">
              <a:extLst>
                <a:ext uri="{FF2B5EF4-FFF2-40B4-BE49-F238E27FC236}">
                  <a16:creationId xmlns:a16="http://schemas.microsoft.com/office/drawing/2014/main" id="{23CFDCD7-F7B7-A04E-6A76-1045364A9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7300" y="6881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94" name="Oval 767">
              <a:extLst>
                <a:ext uri="{FF2B5EF4-FFF2-40B4-BE49-F238E27FC236}">
                  <a16:creationId xmlns:a16="http://schemas.microsoft.com/office/drawing/2014/main" id="{9B6498EA-937E-0542-6B70-C04E85DB1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2375" y="6769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95" name="Oval 768">
              <a:extLst>
                <a:ext uri="{FF2B5EF4-FFF2-40B4-BE49-F238E27FC236}">
                  <a16:creationId xmlns:a16="http://schemas.microsoft.com/office/drawing/2014/main" id="{B2B64BD3-4C93-2EFE-05AC-C01A8E8C7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2375" y="6764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96" name="Oval 769">
              <a:extLst>
                <a:ext uri="{FF2B5EF4-FFF2-40B4-BE49-F238E27FC236}">
                  <a16:creationId xmlns:a16="http://schemas.microsoft.com/office/drawing/2014/main" id="{1B82850B-502D-5485-C1DA-0BB5DE9C6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3963" y="6764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97" name="Oval 770">
              <a:extLst>
                <a:ext uri="{FF2B5EF4-FFF2-40B4-BE49-F238E27FC236}">
                  <a16:creationId xmlns:a16="http://schemas.microsoft.com/office/drawing/2014/main" id="{5BCAD993-9481-FA2A-57B1-7D95186C6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6767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98" name="Oval 771">
              <a:extLst>
                <a:ext uri="{FF2B5EF4-FFF2-40B4-BE49-F238E27FC236}">
                  <a16:creationId xmlns:a16="http://schemas.microsoft.com/office/drawing/2014/main" id="{42F99D3E-F67C-AF78-E095-24FA557FCE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0313" y="6783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99" name="Oval 772">
              <a:extLst>
                <a:ext uri="{FF2B5EF4-FFF2-40B4-BE49-F238E27FC236}">
                  <a16:creationId xmlns:a16="http://schemas.microsoft.com/office/drawing/2014/main" id="{B9721A93-D5F8-365A-21C3-021BDC2C1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5075" y="6811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00" name="Oval 773">
              <a:extLst>
                <a:ext uri="{FF2B5EF4-FFF2-40B4-BE49-F238E27FC236}">
                  <a16:creationId xmlns:a16="http://schemas.microsoft.com/office/drawing/2014/main" id="{DBA2F5C2-BFFF-58B6-7D55-2768BBB6B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9838" y="6811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01" name="Oval 774">
              <a:extLst>
                <a:ext uri="{FF2B5EF4-FFF2-40B4-BE49-F238E27FC236}">
                  <a16:creationId xmlns:a16="http://schemas.microsoft.com/office/drawing/2014/main" id="{76CCB152-82D7-A6F1-514E-DAF832680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6188" y="6818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02" name="Oval 775">
              <a:extLst>
                <a:ext uri="{FF2B5EF4-FFF2-40B4-BE49-F238E27FC236}">
                  <a16:creationId xmlns:a16="http://schemas.microsoft.com/office/drawing/2014/main" id="{618FC107-BB68-9C88-2EBE-41930BCED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2538" y="6848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03" name="Oval 776">
              <a:extLst>
                <a:ext uri="{FF2B5EF4-FFF2-40B4-BE49-F238E27FC236}">
                  <a16:creationId xmlns:a16="http://schemas.microsoft.com/office/drawing/2014/main" id="{A792FFFE-E1CF-9745-87F9-5581E2E48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0475" y="6856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04" name="Oval 777">
              <a:extLst>
                <a:ext uri="{FF2B5EF4-FFF2-40B4-BE49-F238E27FC236}">
                  <a16:creationId xmlns:a16="http://schemas.microsoft.com/office/drawing/2014/main" id="{3831E07F-212A-7005-1870-C69F7DC3A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8413" y="687863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05" name="Oval 778">
              <a:extLst>
                <a:ext uri="{FF2B5EF4-FFF2-40B4-BE49-F238E27FC236}">
                  <a16:creationId xmlns:a16="http://schemas.microsoft.com/office/drawing/2014/main" id="{19F70B6B-09B8-D869-546C-5CEE0A7BFC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7938" y="6905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06" name="Oval 779">
              <a:extLst>
                <a:ext uri="{FF2B5EF4-FFF2-40B4-BE49-F238E27FC236}">
                  <a16:creationId xmlns:a16="http://schemas.microsoft.com/office/drawing/2014/main" id="{205326FB-FECC-4D1D-7278-47002F918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6188" y="6805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07" name="Oval 780">
              <a:extLst>
                <a:ext uri="{FF2B5EF4-FFF2-40B4-BE49-F238E27FC236}">
                  <a16:creationId xmlns:a16="http://schemas.microsoft.com/office/drawing/2014/main" id="{DA2660D1-61F7-531F-9C55-95A2F3F5A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6188" y="6796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08" name="Oval 781">
              <a:extLst>
                <a:ext uri="{FF2B5EF4-FFF2-40B4-BE49-F238E27FC236}">
                  <a16:creationId xmlns:a16="http://schemas.microsoft.com/office/drawing/2014/main" id="{2EDB8F38-DF57-8181-5CF7-90ED6EFF7D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7775" y="6796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09" name="Oval 782">
              <a:extLst>
                <a:ext uri="{FF2B5EF4-FFF2-40B4-BE49-F238E27FC236}">
                  <a16:creationId xmlns:a16="http://schemas.microsoft.com/office/drawing/2014/main" id="{0249C723-E3CD-F27D-268A-07EF5E2238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0950" y="6799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10" name="Oval 783">
              <a:extLst>
                <a:ext uri="{FF2B5EF4-FFF2-40B4-BE49-F238E27FC236}">
                  <a16:creationId xmlns:a16="http://schemas.microsoft.com/office/drawing/2014/main" id="{EADC2016-9CB3-1284-E925-485CBDB66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4125" y="6811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11" name="Oval 784">
              <a:extLst>
                <a:ext uri="{FF2B5EF4-FFF2-40B4-BE49-F238E27FC236}">
                  <a16:creationId xmlns:a16="http://schemas.microsoft.com/office/drawing/2014/main" id="{9AEBEF46-1E07-DEF1-0F74-DB07A6F468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7300" y="6835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12" name="Oval 785">
              <a:extLst>
                <a:ext uri="{FF2B5EF4-FFF2-40B4-BE49-F238E27FC236}">
                  <a16:creationId xmlns:a16="http://schemas.microsoft.com/office/drawing/2014/main" id="{9C7E41A7-EBB6-DB33-7A5A-BD88EFC26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2063" y="6850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13" name="Oval 786">
              <a:extLst>
                <a:ext uri="{FF2B5EF4-FFF2-40B4-BE49-F238E27FC236}">
                  <a16:creationId xmlns:a16="http://schemas.microsoft.com/office/drawing/2014/main" id="{28447EF1-D4E9-7783-A18C-C98BEB86C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8413" y="6859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14" name="Oval 787">
              <a:extLst>
                <a:ext uri="{FF2B5EF4-FFF2-40B4-BE49-F238E27FC236}">
                  <a16:creationId xmlns:a16="http://schemas.microsoft.com/office/drawing/2014/main" id="{99DE12EA-5B9E-5AD1-EC43-E4397D852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4763" y="6883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15" name="Oval 788">
              <a:extLst>
                <a:ext uri="{FF2B5EF4-FFF2-40B4-BE49-F238E27FC236}">
                  <a16:creationId xmlns:a16="http://schemas.microsoft.com/office/drawing/2014/main" id="{66B9EC74-5F28-3E1E-9124-323CEF3E4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2700" y="6892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16" name="Oval 789">
              <a:extLst>
                <a:ext uri="{FF2B5EF4-FFF2-40B4-BE49-F238E27FC236}">
                  <a16:creationId xmlns:a16="http://schemas.microsoft.com/office/drawing/2014/main" id="{89E71355-3493-EFCC-210D-A0E988C09B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9050" y="6907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17" name="Oval 790">
              <a:extLst>
                <a:ext uri="{FF2B5EF4-FFF2-40B4-BE49-F238E27FC236}">
                  <a16:creationId xmlns:a16="http://schemas.microsoft.com/office/drawing/2014/main" id="{3F791857-BE76-A247-77D7-074E2E497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8413" y="68310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18" name="Oval 791">
              <a:extLst>
                <a:ext uri="{FF2B5EF4-FFF2-40B4-BE49-F238E27FC236}">
                  <a16:creationId xmlns:a16="http://schemas.microsoft.com/office/drawing/2014/main" id="{B253123B-F0CD-A7F4-9A78-24C19DD87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0" y="68278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19" name="Oval 792">
              <a:extLst>
                <a:ext uri="{FF2B5EF4-FFF2-40B4-BE49-F238E27FC236}">
                  <a16:creationId xmlns:a16="http://schemas.microsoft.com/office/drawing/2014/main" id="{E57EB5E8-F1BB-361B-03DE-5C6EBEFDF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1588" y="6826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20" name="Oval 793">
              <a:extLst>
                <a:ext uri="{FF2B5EF4-FFF2-40B4-BE49-F238E27FC236}">
                  <a16:creationId xmlns:a16="http://schemas.microsoft.com/office/drawing/2014/main" id="{49A0684B-0ABC-942C-C7D0-A514065FB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3175" y="6837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21" name="Oval 794">
              <a:extLst>
                <a:ext uri="{FF2B5EF4-FFF2-40B4-BE49-F238E27FC236}">
                  <a16:creationId xmlns:a16="http://schemas.microsoft.com/office/drawing/2014/main" id="{F67287D1-44C0-C701-A47E-32667D8BA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6350" y="6842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22" name="Oval 795">
              <a:extLst>
                <a:ext uri="{FF2B5EF4-FFF2-40B4-BE49-F238E27FC236}">
                  <a16:creationId xmlns:a16="http://schemas.microsoft.com/office/drawing/2014/main" id="{0809F2B4-9A40-DF31-9E34-F6FF444E7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9525" y="6853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23" name="Oval 796">
              <a:extLst>
                <a:ext uri="{FF2B5EF4-FFF2-40B4-BE49-F238E27FC236}">
                  <a16:creationId xmlns:a16="http://schemas.microsoft.com/office/drawing/2014/main" id="{18567D3D-1045-A8FA-94BB-225DBE767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4288" y="6875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24" name="Oval 797">
              <a:extLst>
                <a:ext uri="{FF2B5EF4-FFF2-40B4-BE49-F238E27FC236}">
                  <a16:creationId xmlns:a16="http://schemas.microsoft.com/office/drawing/2014/main" id="{AA025BD1-6686-8AD0-0A84-0CF685E35F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9050" y="6891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25" name="Oval 798">
              <a:extLst>
                <a:ext uri="{FF2B5EF4-FFF2-40B4-BE49-F238E27FC236}">
                  <a16:creationId xmlns:a16="http://schemas.microsoft.com/office/drawing/2014/main" id="{9D8CEDC0-F18A-143E-A70B-EABD8D867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5400" y="6907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26" name="Oval 799">
              <a:extLst>
                <a:ext uri="{FF2B5EF4-FFF2-40B4-BE49-F238E27FC236}">
                  <a16:creationId xmlns:a16="http://schemas.microsoft.com/office/drawing/2014/main" id="{F1C5440C-E207-9841-0D53-084725491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2225" y="685482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27" name="Oval 800">
              <a:extLst>
                <a:ext uri="{FF2B5EF4-FFF2-40B4-BE49-F238E27FC236}">
                  <a16:creationId xmlns:a16="http://schemas.microsoft.com/office/drawing/2014/main" id="{3CA7FED0-AF02-795E-D6CA-D71DA625C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2225" y="685800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28" name="Oval 801">
              <a:extLst>
                <a:ext uri="{FF2B5EF4-FFF2-40B4-BE49-F238E27FC236}">
                  <a16:creationId xmlns:a16="http://schemas.microsoft.com/office/drawing/2014/main" id="{FC43432B-45D8-9FC5-C386-192F7B721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2225" y="685323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29" name="Oval 802">
              <a:extLst>
                <a:ext uri="{FF2B5EF4-FFF2-40B4-BE49-F238E27FC236}">
                  <a16:creationId xmlns:a16="http://schemas.microsoft.com/office/drawing/2014/main" id="{B69BF5AE-9454-C499-3510-AE70D60B1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5400" y="6861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30" name="Oval 803">
              <a:extLst>
                <a:ext uri="{FF2B5EF4-FFF2-40B4-BE49-F238E27FC236}">
                  <a16:creationId xmlns:a16="http://schemas.microsoft.com/office/drawing/2014/main" id="{63AD3A4A-B26C-A912-F23D-80401CD43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6988" y="686593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31" name="Oval 804">
              <a:extLst>
                <a:ext uri="{FF2B5EF4-FFF2-40B4-BE49-F238E27FC236}">
                  <a16:creationId xmlns:a16="http://schemas.microsoft.com/office/drawing/2014/main" id="{702AA899-0A75-EEBF-8183-FC95C3257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1750" y="6880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32" name="Oval 805">
              <a:extLst>
                <a:ext uri="{FF2B5EF4-FFF2-40B4-BE49-F238E27FC236}">
                  <a16:creationId xmlns:a16="http://schemas.microsoft.com/office/drawing/2014/main" id="{40524B62-E9DA-7860-1953-1E4910D66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4925" y="6894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33" name="Oval 806">
              <a:extLst>
                <a:ext uri="{FF2B5EF4-FFF2-40B4-BE49-F238E27FC236}">
                  <a16:creationId xmlns:a16="http://schemas.microsoft.com/office/drawing/2014/main" id="{B1F9F36F-F60F-D15E-7249-CACB48118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2863" y="6883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34" name="Oval 807">
              <a:extLst>
                <a:ext uri="{FF2B5EF4-FFF2-40B4-BE49-F238E27FC236}">
                  <a16:creationId xmlns:a16="http://schemas.microsoft.com/office/drawing/2014/main" id="{E863EEC9-A9FA-A7E3-49AE-72F486F9C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2863" y="6878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35" name="Oval 808">
              <a:extLst>
                <a:ext uri="{FF2B5EF4-FFF2-40B4-BE49-F238E27FC236}">
                  <a16:creationId xmlns:a16="http://schemas.microsoft.com/office/drawing/2014/main" id="{3C9DC5F8-0ED4-36FF-CBBE-15D6DBF11F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4450" y="6875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36" name="Oval 809">
              <a:extLst>
                <a:ext uri="{FF2B5EF4-FFF2-40B4-BE49-F238E27FC236}">
                  <a16:creationId xmlns:a16="http://schemas.microsoft.com/office/drawing/2014/main" id="{411DE607-353D-3B2F-A7DF-D1BE63A41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6038" y="6886575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37" name="Oval 810">
              <a:extLst>
                <a:ext uri="{FF2B5EF4-FFF2-40B4-BE49-F238E27FC236}">
                  <a16:creationId xmlns:a16="http://schemas.microsoft.com/office/drawing/2014/main" id="{28FB68CB-870F-8F3A-43B5-DCAED1AE68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9213" y="6888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38" name="Oval 811">
              <a:extLst>
                <a:ext uri="{FF2B5EF4-FFF2-40B4-BE49-F238E27FC236}">
                  <a16:creationId xmlns:a16="http://schemas.microsoft.com/office/drawing/2014/main" id="{9BF719BA-8A61-052C-4A9F-5DA760BAB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2388" y="6904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39" name="Oval 812">
              <a:extLst>
                <a:ext uri="{FF2B5EF4-FFF2-40B4-BE49-F238E27FC236}">
                  <a16:creationId xmlns:a16="http://schemas.microsoft.com/office/drawing/2014/main" id="{F1FC0450-8ACD-6FDC-9C84-4B24E7206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3500" y="6900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40" name="Oval 813">
              <a:extLst>
                <a:ext uri="{FF2B5EF4-FFF2-40B4-BE49-F238E27FC236}">
                  <a16:creationId xmlns:a16="http://schemas.microsoft.com/office/drawing/2014/main" id="{32F42137-51D5-9BF8-1667-736EC0DC5D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3500" y="6896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41" name="Oval 814">
              <a:extLst>
                <a:ext uri="{FF2B5EF4-FFF2-40B4-BE49-F238E27FC236}">
                  <a16:creationId xmlns:a16="http://schemas.microsoft.com/office/drawing/2014/main" id="{6D3F5B56-BF82-EF56-E3DB-876901CBE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5088" y="68897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42" name="Oval 815">
              <a:extLst>
                <a:ext uri="{FF2B5EF4-FFF2-40B4-BE49-F238E27FC236}">
                  <a16:creationId xmlns:a16="http://schemas.microsoft.com/office/drawing/2014/main" id="{147162A4-A499-7C86-8BBC-FBD9F28628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6675" y="6900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43" name="Oval 816">
              <a:extLst>
                <a:ext uri="{FF2B5EF4-FFF2-40B4-BE49-F238E27FC236}">
                  <a16:creationId xmlns:a16="http://schemas.microsoft.com/office/drawing/2014/main" id="{123B92C8-5C4A-374E-3118-2F849FE07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4138" y="6905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44" name="Oval 817">
              <a:extLst>
                <a:ext uri="{FF2B5EF4-FFF2-40B4-BE49-F238E27FC236}">
                  <a16:creationId xmlns:a16="http://schemas.microsoft.com/office/drawing/2014/main" id="{F7A1804B-F5A7-B5EB-8522-A66149B8A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5725" y="6908800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45" name="Oval 818">
              <a:extLst>
                <a:ext uri="{FF2B5EF4-FFF2-40B4-BE49-F238E27FC236}">
                  <a16:creationId xmlns:a16="http://schemas.microsoft.com/office/drawing/2014/main" id="{52147CFA-3F38-581E-F974-D9F84117B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3500" y="6900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46" name="Oval 819">
              <a:extLst>
                <a:ext uri="{FF2B5EF4-FFF2-40B4-BE49-F238E27FC236}">
                  <a16:creationId xmlns:a16="http://schemas.microsoft.com/office/drawing/2014/main" id="{BE9A9D79-E7D0-1271-2B3F-615B97FF98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3500" y="6905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47" name="Oval 820">
              <a:extLst>
                <a:ext uri="{FF2B5EF4-FFF2-40B4-BE49-F238E27FC236}">
                  <a16:creationId xmlns:a16="http://schemas.microsoft.com/office/drawing/2014/main" id="{83579327-D76F-2F9D-4A46-099737A8C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5088" y="6908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48" name="Oval 821">
              <a:extLst>
                <a:ext uri="{FF2B5EF4-FFF2-40B4-BE49-F238E27FC236}">
                  <a16:creationId xmlns:a16="http://schemas.microsoft.com/office/drawing/2014/main" id="{976B8BB5-D19C-A76C-C403-2BFD84231C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6675" y="6907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49" name="Oval 822">
              <a:extLst>
                <a:ext uri="{FF2B5EF4-FFF2-40B4-BE49-F238E27FC236}">
                  <a16:creationId xmlns:a16="http://schemas.microsoft.com/office/drawing/2014/main" id="{017CE0A9-9A25-6DF3-0A7E-9EC6122AA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2863" y="6883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50" name="Oval 823">
              <a:extLst>
                <a:ext uri="{FF2B5EF4-FFF2-40B4-BE49-F238E27FC236}">
                  <a16:creationId xmlns:a16="http://schemas.microsoft.com/office/drawing/2014/main" id="{285954AD-05A2-4C25-4551-6A6A7C2F41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2863" y="6884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51" name="Oval 824">
              <a:extLst>
                <a:ext uri="{FF2B5EF4-FFF2-40B4-BE49-F238E27FC236}">
                  <a16:creationId xmlns:a16="http://schemas.microsoft.com/office/drawing/2014/main" id="{4C5FDC72-BA9F-EE30-6C2A-154072DEF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4450" y="6894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52" name="Oval 825">
              <a:extLst>
                <a:ext uri="{FF2B5EF4-FFF2-40B4-BE49-F238E27FC236}">
                  <a16:creationId xmlns:a16="http://schemas.microsoft.com/office/drawing/2014/main" id="{64F60E44-1601-7DA7-8F90-57CBC4759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6038" y="68913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53" name="Oval 826">
              <a:extLst>
                <a:ext uri="{FF2B5EF4-FFF2-40B4-BE49-F238E27FC236}">
                  <a16:creationId xmlns:a16="http://schemas.microsoft.com/office/drawing/2014/main" id="{8D7FAF2B-3BB2-7D3D-3E88-3CA07CCBC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9213" y="6892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54" name="Oval 827">
              <a:extLst>
                <a:ext uri="{FF2B5EF4-FFF2-40B4-BE49-F238E27FC236}">
                  <a16:creationId xmlns:a16="http://schemas.microsoft.com/office/drawing/2014/main" id="{76F25975-64F0-84CE-8079-75D478F5C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2225" y="685482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55" name="Oval 828">
              <a:extLst>
                <a:ext uri="{FF2B5EF4-FFF2-40B4-BE49-F238E27FC236}">
                  <a16:creationId xmlns:a16="http://schemas.microsoft.com/office/drawing/2014/main" id="{2BC02351-8AE5-E49D-8E00-53B77E4B22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2225" y="6859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56" name="Oval 829">
              <a:extLst>
                <a:ext uri="{FF2B5EF4-FFF2-40B4-BE49-F238E27FC236}">
                  <a16:creationId xmlns:a16="http://schemas.microsoft.com/office/drawing/2014/main" id="{2C5AE41C-D9AE-B6BC-9608-E4FCA9BEA8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2225" y="686276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57" name="Oval 830">
              <a:extLst>
                <a:ext uri="{FF2B5EF4-FFF2-40B4-BE49-F238E27FC236}">
                  <a16:creationId xmlns:a16="http://schemas.microsoft.com/office/drawing/2014/main" id="{A99281E5-355B-FC0A-FBF2-EAAC826B0B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5400" y="68675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58" name="Oval 831">
              <a:extLst>
                <a:ext uri="{FF2B5EF4-FFF2-40B4-BE49-F238E27FC236}">
                  <a16:creationId xmlns:a16="http://schemas.microsoft.com/office/drawing/2014/main" id="{2668B38A-1AD8-9614-9F9E-F7CDD04B07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6988" y="687387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59" name="Oval 832">
              <a:extLst>
                <a:ext uri="{FF2B5EF4-FFF2-40B4-BE49-F238E27FC236}">
                  <a16:creationId xmlns:a16="http://schemas.microsoft.com/office/drawing/2014/main" id="{B5235AA4-0423-52F2-6337-506B4D313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1750" y="6888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60" name="Oval 833">
              <a:extLst>
                <a:ext uri="{FF2B5EF4-FFF2-40B4-BE49-F238E27FC236}">
                  <a16:creationId xmlns:a16="http://schemas.microsoft.com/office/drawing/2014/main" id="{D2552898-9652-EED4-2D2F-E89528EF9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8413" y="68310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61" name="Oval 834">
              <a:extLst>
                <a:ext uri="{FF2B5EF4-FFF2-40B4-BE49-F238E27FC236}">
                  <a16:creationId xmlns:a16="http://schemas.microsoft.com/office/drawing/2014/main" id="{D5E1DABC-CCA8-313E-1E21-88F9E481C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0" y="6842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62" name="Oval 835">
              <a:extLst>
                <a:ext uri="{FF2B5EF4-FFF2-40B4-BE49-F238E27FC236}">
                  <a16:creationId xmlns:a16="http://schemas.microsoft.com/office/drawing/2014/main" id="{AF7A677A-5EE6-D892-9EAF-4F1C4228D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1588" y="68294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63" name="Oval 836">
              <a:extLst>
                <a:ext uri="{FF2B5EF4-FFF2-40B4-BE49-F238E27FC236}">
                  <a16:creationId xmlns:a16="http://schemas.microsoft.com/office/drawing/2014/main" id="{3B5B14AC-88F7-1476-CEE0-D631F4090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3175" y="68294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64" name="Oval 837">
              <a:extLst>
                <a:ext uri="{FF2B5EF4-FFF2-40B4-BE49-F238E27FC236}">
                  <a16:creationId xmlns:a16="http://schemas.microsoft.com/office/drawing/2014/main" id="{5E480873-4D70-921E-7F21-48D7E726E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6350" y="6848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65" name="Oval 838">
              <a:extLst>
                <a:ext uri="{FF2B5EF4-FFF2-40B4-BE49-F238E27FC236}">
                  <a16:creationId xmlns:a16="http://schemas.microsoft.com/office/drawing/2014/main" id="{24060777-FCF3-9358-D83D-1FEF092CB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9525" y="68675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66" name="Oval 839">
              <a:extLst>
                <a:ext uri="{FF2B5EF4-FFF2-40B4-BE49-F238E27FC236}">
                  <a16:creationId xmlns:a16="http://schemas.microsoft.com/office/drawing/2014/main" id="{4016DC8E-B295-F487-E85E-C70DB9935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4288" y="6878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67" name="Oval 840">
              <a:extLst>
                <a:ext uri="{FF2B5EF4-FFF2-40B4-BE49-F238E27FC236}">
                  <a16:creationId xmlns:a16="http://schemas.microsoft.com/office/drawing/2014/main" id="{E1F7B692-8F63-2B33-B4E5-58342F1FFA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9050" y="689610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68" name="Oval 841">
              <a:extLst>
                <a:ext uri="{FF2B5EF4-FFF2-40B4-BE49-F238E27FC236}">
                  <a16:creationId xmlns:a16="http://schemas.microsoft.com/office/drawing/2014/main" id="{079990B9-AB27-BB6A-0C25-24A3C15B3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6188" y="6805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69" name="Oval 842">
              <a:extLst>
                <a:ext uri="{FF2B5EF4-FFF2-40B4-BE49-F238E27FC236}">
                  <a16:creationId xmlns:a16="http://schemas.microsoft.com/office/drawing/2014/main" id="{93567427-9407-D25F-31A5-B37789E8AC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6188" y="6802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70" name="Oval 843">
              <a:extLst>
                <a:ext uri="{FF2B5EF4-FFF2-40B4-BE49-F238E27FC236}">
                  <a16:creationId xmlns:a16="http://schemas.microsoft.com/office/drawing/2014/main" id="{04552735-29F0-70D2-6AA2-59D6E017C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7775" y="6786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71" name="Oval 844">
              <a:extLst>
                <a:ext uri="{FF2B5EF4-FFF2-40B4-BE49-F238E27FC236}">
                  <a16:creationId xmlns:a16="http://schemas.microsoft.com/office/drawing/2014/main" id="{F77C428E-D723-57EE-AA55-10308A575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0950" y="6802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72" name="Oval 845">
              <a:extLst>
                <a:ext uri="{FF2B5EF4-FFF2-40B4-BE49-F238E27FC236}">
                  <a16:creationId xmlns:a16="http://schemas.microsoft.com/office/drawing/2014/main" id="{935894E1-E437-6628-4491-D9D3306A6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4125" y="6831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73" name="Oval 846">
              <a:extLst>
                <a:ext uri="{FF2B5EF4-FFF2-40B4-BE49-F238E27FC236}">
                  <a16:creationId xmlns:a16="http://schemas.microsoft.com/office/drawing/2014/main" id="{11609DCC-4F57-4CB2-2E4D-CED12A2B21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7300" y="6835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74" name="Oval 847">
              <a:extLst>
                <a:ext uri="{FF2B5EF4-FFF2-40B4-BE49-F238E27FC236}">
                  <a16:creationId xmlns:a16="http://schemas.microsoft.com/office/drawing/2014/main" id="{DCB8F32D-02C3-0E84-B3E9-41ACD6DAB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2063" y="6843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75" name="Oval 848">
              <a:extLst>
                <a:ext uri="{FF2B5EF4-FFF2-40B4-BE49-F238E27FC236}">
                  <a16:creationId xmlns:a16="http://schemas.microsoft.com/office/drawing/2014/main" id="{73356685-1A83-D6E6-B182-3EB7EEA2B4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8413" y="6864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76" name="Oval 849">
              <a:extLst>
                <a:ext uri="{FF2B5EF4-FFF2-40B4-BE49-F238E27FC236}">
                  <a16:creationId xmlns:a16="http://schemas.microsoft.com/office/drawing/2014/main" id="{B47CC469-6402-2728-41E4-69827D718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4763" y="68865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77" name="Oval 850">
              <a:extLst>
                <a:ext uri="{FF2B5EF4-FFF2-40B4-BE49-F238E27FC236}">
                  <a16:creationId xmlns:a16="http://schemas.microsoft.com/office/drawing/2014/main" id="{49D2BF4A-D571-E15C-587F-9F919F0E8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2700" y="6905625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78" name="Oval 851">
              <a:extLst>
                <a:ext uri="{FF2B5EF4-FFF2-40B4-BE49-F238E27FC236}">
                  <a16:creationId xmlns:a16="http://schemas.microsoft.com/office/drawing/2014/main" id="{DEA97945-22BB-C289-FD87-510D564F8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2375" y="6769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79" name="Oval 852">
              <a:extLst>
                <a:ext uri="{FF2B5EF4-FFF2-40B4-BE49-F238E27FC236}">
                  <a16:creationId xmlns:a16="http://schemas.microsoft.com/office/drawing/2014/main" id="{ABF0C447-7401-9BC9-9447-E31B8E506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2375" y="6761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80" name="Oval 853">
              <a:extLst>
                <a:ext uri="{FF2B5EF4-FFF2-40B4-BE49-F238E27FC236}">
                  <a16:creationId xmlns:a16="http://schemas.microsoft.com/office/drawing/2014/main" id="{43136963-301D-6E26-0E3D-CE1C951EE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3963" y="6754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81" name="Oval 854">
              <a:extLst>
                <a:ext uri="{FF2B5EF4-FFF2-40B4-BE49-F238E27FC236}">
                  <a16:creationId xmlns:a16="http://schemas.microsoft.com/office/drawing/2014/main" id="{7956299B-BE5B-F6DC-D3DB-EDA3F404C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6778625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82" name="Oval 855">
              <a:extLst>
                <a:ext uri="{FF2B5EF4-FFF2-40B4-BE49-F238E27FC236}">
                  <a16:creationId xmlns:a16="http://schemas.microsoft.com/office/drawing/2014/main" id="{08AA9A2E-D662-9EF5-DCAB-43FE31885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0313" y="6807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83" name="Oval 856">
              <a:extLst>
                <a:ext uri="{FF2B5EF4-FFF2-40B4-BE49-F238E27FC236}">
                  <a16:creationId xmlns:a16="http://schemas.microsoft.com/office/drawing/2014/main" id="{DEAD625B-EDCF-8BFE-35F9-D0AF26C199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5075" y="681196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84" name="Oval 857">
              <a:extLst>
                <a:ext uri="{FF2B5EF4-FFF2-40B4-BE49-F238E27FC236}">
                  <a16:creationId xmlns:a16="http://schemas.microsoft.com/office/drawing/2014/main" id="{C5F257F2-FD40-C6F3-E285-314DEA599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9838" y="68135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85" name="Oval 858">
              <a:extLst>
                <a:ext uri="{FF2B5EF4-FFF2-40B4-BE49-F238E27FC236}">
                  <a16:creationId xmlns:a16="http://schemas.microsoft.com/office/drawing/2014/main" id="{DFB3C8EA-DD15-AB6B-97C0-2736FB7A7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6188" y="6831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86" name="Oval 859">
              <a:extLst>
                <a:ext uri="{FF2B5EF4-FFF2-40B4-BE49-F238E27FC236}">
                  <a16:creationId xmlns:a16="http://schemas.microsoft.com/office/drawing/2014/main" id="{977F0B17-9EC5-2849-62D4-B7EFB45C4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2538" y="6854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87" name="Oval 860">
              <a:extLst>
                <a:ext uri="{FF2B5EF4-FFF2-40B4-BE49-F238E27FC236}">
                  <a16:creationId xmlns:a16="http://schemas.microsoft.com/office/drawing/2014/main" id="{45E32E1C-5333-2714-A87D-5F4FFBF2CE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0475" y="6884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88" name="Oval 861">
              <a:extLst>
                <a:ext uri="{FF2B5EF4-FFF2-40B4-BE49-F238E27FC236}">
                  <a16:creationId xmlns:a16="http://schemas.microsoft.com/office/drawing/2014/main" id="{029DA111-AC19-3882-843C-BA88D58E6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8413" y="69072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89" name="Oval 862">
              <a:extLst>
                <a:ext uri="{FF2B5EF4-FFF2-40B4-BE49-F238E27FC236}">
                  <a16:creationId xmlns:a16="http://schemas.microsoft.com/office/drawing/2014/main" id="{A06622AA-0ABC-A6DE-CB28-891DA0D62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732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90" name="Oval 863">
              <a:extLst>
                <a:ext uri="{FF2B5EF4-FFF2-40B4-BE49-F238E27FC236}">
                  <a16:creationId xmlns:a16="http://schemas.microsoft.com/office/drawing/2014/main" id="{82DE0F01-91A8-A7BF-A6EF-F80CAF05F8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726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91" name="Oval 864">
              <a:extLst>
                <a:ext uri="{FF2B5EF4-FFF2-40B4-BE49-F238E27FC236}">
                  <a16:creationId xmlns:a16="http://schemas.microsoft.com/office/drawing/2014/main" id="{7D0BB05F-6986-88ED-43E2-C83DB30D14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0150" y="671353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92" name="Oval 865">
              <a:extLst>
                <a:ext uri="{FF2B5EF4-FFF2-40B4-BE49-F238E27FC236}">
                  <a16:creationId xmlns:a16="http://schemas.microsoft.com/office/drawing/2014/main" id="{7036F7D6-3D6B-4F60-290C-D9C32C129A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1738" y="6735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93" name="Oval 866">
              <a:extLst>
                <a:ext uri="{FF2B5EF4-FFF2-40B4-BE49-F238E27FC236}">
                  <a16:creationId xmlns:a16="http://schemas.microsoft.com/office/drawing/2014/main" id="{794835C7-970D-1058-9B5B-1B25E579A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6500" y="6770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94" name="Oval 867">
              <a:extLst>
                <a:ext uri="{FF2B5EF4-FFF2-40B4-BE49-F238E27FC236}">
                  <a16:creationId xmlns:a16="http://schemas.microsoft.com/office/drawing/2014/main" id="{528812EB-8066-67EA-6660-0E1B203B3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1263" y="6784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95" name="Oval 868">
              <a:extLst>
                <a:ext uri="{FF2B5EF4-FFF2-40B4-BE49-F238E27FC236}">
                  <a16:creationId xmlns:a16="http://schemas.microsoft.com/office/drawing/2014/main" id="{EC2635CC-F661-988F-82C7-F934ECDE4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6025" y="6789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96" name="Oval 869">
              <a:extLst>
                <a:ext uri="{FF2B5EF4-FFF2-40B4-BE49-F238E27FC236}">
                  <a16:creationId xmlns:a16="http://schemas.microsoft.com/office/drawing/2014/main" id="{455AF454-BF8B-76DA-2C9B-7CBFB1966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3963" y="679608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97" name="Oval 870">
              <a:extLst>
                <a:ext uri="{FF2B5EF4-FFF2-40B4-BE49-F238E27FC236}">
                  <a16:creationId xmlns:a16="http://schemas.microsoft.com/office/drawing/2014/main" id="{086B0697-F7ED-3FF1-1925-E804F525B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0313" y="6824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98" name="Oval 871">
              <a:extLst>
                <a:ext uri="{FF2B5EF4-FFF2-40B4-BE49-F238E27FC236}">
                  <a16:creationId xmlns:a16="http://schemas.microsoft.com/office/drawing/2014/main" id="{4E609494-B56D-F524-2053-CA201D242B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8250" y="685482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99" name="Oval 872">
              <a:extLst>
                <a:ext uri="{FF2B5EF4-FFF2-40B4-BE49-F238E27FC236}">
                  <a16:creationId xmlns:a16="http://schemas.microsoft.com/office/drawing/2014/main" id="{900669AF-3159-DB93-1115-C71903642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7775" y="6881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00" name="Oval 873">
              <a:extLst>
                <a:ext uri="{FF2B5EF4-FFF2-40B4-BE49-F238E27FC236}">
                  <a16:creationId xmlns:a16="http://schemas.microsoft.com/office/drawing/2014/main" id="{3D580FF7-325A-946B-FD9C-BA4A44ACC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7300" y="69024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01" name="Oval 874">
              <a:extLst>
                <a:ext uri="{FF2B5EF4-FFF2-40B4-BE49-F238E27FC236}">
                  <a16:creationId xmlns:a16="http://schemas.microsoft.com/office/drawing/2014/main" id="{80C34C76-530D-9631-8AF4-13476050A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700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02" name="Oval 875">
              <a:extLst>
                <a:ext uri="{FF2B5EF4-FFF2-40B4-BE49-F238E27FC236}">
                  <a16:creationId xmlns:a16="http://schemas.microsoft.com/office/drawing/2014/main" id="{AE504A65-6C4D-AE64-CE4C-F7553B80B3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689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03" name="Oval 876">
              <a:extLst>
                <a:ext uri="{FF2B5EF4-FFF2-40B4-BE49-F238E27FC236}">
                  <a16:creationId xmlns:a16="http://schemas.microsoft.com/office/drawing/2014/main" id="{2221F7F0-372F-8C47-15B2-406EDA1B7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3163" y="6678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04" name="Oval 877">
              <a:extLst>
                <a:ext uri="{FF2B5EF4-FFF2-40B4-BE49-F238E27FC236}">
                  <a16:creationId xmlns:a16="http://schemas.microsoft.com/office/drawing/2014/main" id="{B301182E-2DE9-B0D3-81B6-F524D6A42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6338" y="6705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05" name="Oval 878">
              <a:extLst>
                <a:ext uri="{FF2B5EF4-FFF2-40B4-BE49-F238E27FC236}">
                  <a16:creationId xmlns:a16="http://schemas.microsoft.com/office/drawing/2014/main" id="{A6BF685D-92AC-1456-71DB-EEB00BDB8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1100" y="6735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06" name="Oval 879">
              <a:extLst>
                <a:ext uri="{FF2B5EF4-FFF2-40B4-BE49-F238E27FC236}">
                  <a16:creationId xmlns:a16="http://schemas.microsoft.com/office/drawing/2014/main" id="{DEF0A54E-43D5-DE65-3EFA-F25BC8D44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5863" y="67548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07" name="Oval 880">
              <a:extLst>
                <a:ext uri="{FF2B5EF4-FFF2-40B4-BE49-F238E27FC236}">
                  <a16:creationId xmlns:a16="http://schemas.microsoft.com/office/drawing/2014/main" id="{650B63B8-514A-6F65-C778-85F86C753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3" y="676433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08" name="Oval 881">
              <a:extLst>
                <a:ext uri="{FF2B5EF4-FFF2-40B4-BE49-F238E27FC236}">
                  <a16:creationId xmlns:a16="http://schemas.microsoft.com/office/drawing/2014/main" id="{08945ABE-C85F-6089-099D-7DAA7ADAC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0150" y="677227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09" name="Oval 882">
              <a:extLst>
                <a:ext uri="{FF2B5EF4-FFF2-40B4-BE49-F238E27FC236}">
                  <a16:creationId xmlns:a16="http://schemas.microsoft.com/office/drawing/2014/main" id="{3C1AC210-FB89-8C09-982B-C76E2C6A3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8088" y="67992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10" name="Oval 883">
              <a:extLst>
                <a:ext uri="{FF2B5EF4-FFF2-40B4-BE49-F238E27FC236}">
                  <a16:creationId xmlns:a16="http://schemas.microsoft.com/office/drawing/2014/main" id="{E4C67218-52D9-B65D-D269-FF21718DF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6025" y="6826250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11" name="Oval 884">
              <a:extLst>
                <a:ext uri="{FF2B5EF4-FFF2-40B4-BE49-F238E27FC236}">
                  <a16:creationId xmlns:a16="http://schemas.microsoft.com/office/drawing/2014/main" id="{879D3300-6A7A-177E-4D8F-0B0642442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5550" y="6846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12" name="Oval 885">
              <a:extLst>
                <a:ext uri="{FF2B5EF4-FFF2-40B4-BE49-F238E27FC236}">
                  <a16:creationId xmlns:a16="http://schemas.microsoft.com/office/drawing/2014/main" id="{B79FBEA8-8F2B-B971-5128-2E00E7950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6663" y="68738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13" name="Oval 886">
              <a:extLst>
                <a:ext uri="{FF2B5EF4-FFF2-40B4-BE49-F238E27FC236}">
                  <a16:creationId xmlns:a16="http://schemas.microsoft.com/office/drawing/2014/main" id="{92625556-5334-33E1-4894-2FF149EEE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3000" y="6653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14" name="Oval 887">
              <a:extLst>
                <a:ext uri="{FF2B5EF4-FFF2-40B4-BE49-F238E27FC236}">
                  <a16:creationId xmlns:a16="http://schemas.microsoft.com/office/drawing/2014/main" id="{A5C45ADC-618D-3342-EC95-5C496D646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4588" y="66484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15" name="Oval 888">
              <a:extLst>
                <a:ext uri="{FF2B5EF4-FFF2-40B4-BE49-F238E27FC236}">
                  <a16:creationId xmlns:a16="http://schemas.microsoft.com/office/drawing/2014/main" id="{018A3ABD-CDB4-BB92-5A32-609C5E684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6175" y="6643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16" name="Oval 889">
              <a:extLst>
                <a:ext uri="{FF2B5EF4-FFF2-40B4-BE49-F238E27FC236}">
                  <a16:creationId xmlns:a16="http://schemas.microsoft.com/office/drawing/2014/main" id="{A1F7B3BD-1B04-C5DE-F781-711237503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0" y="6665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17" name="Oval 890">
              <a:extLst>
                <a:ext uri="{FF2B5EF4-FFF2-40B4-BE49-F238E27FC236}">
                  <a16:creationId xmlns:a16="http://schemas.microsoft.com/office/drawing/2014/main" id="{D3E42614-3637-C8AA-7E03-50D2BC6BF6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4113" y="6696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18" name="Oval 892">
              <a:extLst>
                <a:ext uri="{FF2B5EF4-FFF2-40B4-BE49-F238E27FC236}">
                  <a16:creationId xmlns:a16="http://schemas.microsoft.com/office/drawing/2014/main" id="{58B1DA9D-FB39-A5AE-3C58-3F11303C8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0462" y="6711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19" name="Oval 893">
              <a:extLst>
                <a:ext uri="{FF2B5EF4-FFF2-40B4-BE49-F238E27FC236}">
                  <a16:creationId xmlns:a16="http://schemas.microsoft.com/office/drawing/2014/main" id="{9E095AA9-FCCF-93FD-9BEF-65BD6219AA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6812" y="6729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20" name="Oval 894">
              <a:extLst>
                <a:ext uri="{FF2B5EF4-FFF2-40B4-BE49-F238E27FC236}">
                  <a16:creationId xmlns:a16="http://schemas.microsoft.com/office/drawing/2014/main" id="{70222CB7-5A43-9A81-1F05-D2ED49803E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4750" y="6750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21" name="Oval 895">
              <a:extLst>
                <a:ext uri="{FF2B5EF4-FFF2-40B4-BE49-F238E27FC236}">
                  <a16:creationId xmlns:a16="http://schemas.microsoft.com/office/drawing/2014/main" id="{D4E92017-0E70-971E-5DA7-40865C7D4E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4275" y="678180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22" name="Oval 896">
              <a:extLst>
                <a:ext uri="{FF2B5EF4-FFF2-40B4-BE49-F238E27FC236}">
                  <a16:creationId xmlns:a16="http://schemas.microsoft.com/office/drawing/2014/main" id="{BBB47E9C-02C0-3428-2AF7-584C768AD4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3800" y="6797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23" name="Oval 897">
              <a:extLst>
                <a:ext uri="{FF2B5EF4-FFF2-40B4-BE49-F238E27FC236}">
                  <a16:creationId xmlns:a16="http://schemas.microsoft.com/office/drawing/2014/main" id="{A07CD809-BB64-D281-056D-2B9969F72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3325" y="6819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24" name="Oval 898">
              <a:extLst>
                <a:ext uri="{FF2B5EF4-FFF2-40B4-BE49-F238E27FC236}">
                  <a16:creationId xmlns:a16="http://schemas.microsoft.com/office/drawing/2014/main" id="{BE0D51AC-0860-53FB-E8FE-779546C347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4437" y="68453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25" name="Oval 899">
              <a:extLst>
                <a:ext uri="{FF2B5EF4-FFF2-40B4-BE49-F238E27FC236}">
                  <a16:creationId xmlns:a16="http://schemas.microsoft.com/office/drawing/2014/main" id="{747E3F54-B0C1-146D-8B7B-9A4577966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7" y="6870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26" name="Oval 900">
              <a:extLst>
                <a:ext uri="{FF2B5EF4-FFF2-40B4-BE49-F238E27FC236}">
                  <a16:creationId xmlns:a16="http://schemas.microsoft.com/office/drawing/2014/main" id="{FDD41DF3-4308-A05F-C278-445C95091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8250" y="6896100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27" name="Oval 901">
              <a:extLst>
                <a:ext uri="{FF2B5EF4-FFF2-40B4-BE49-F238E27FC236}">
                  <a16:creationId xmlns:a16="http://schemas.microsoft.com/office/drawing/2014/main" id="{16CD2F5C-963A-1D44-49A9-F7F09764A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4425" y="6616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28" name="Oval 902">
              <a:extLst>
                <a:ext uri="{FF2B5EF4-FFF2-40B4-BE49-F238E27FC236}">
                  <a16:creationId xmlns:a16="http://schemas.microsoft.com/office/drawing/2014/main" id="{66468BBE-574F-E2E5-4529-E88CFF343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6012" y="6608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29" name="Oval 903">
              <a:extLst>
                <a:ext uri="{FF2B5EF4-FFF2-40B4-BE49-F238E27FC236}">
                  <a16:creationId xmlns:a16="http://schemas.microsoft.com/office/drawing/2014/main" id="{41F41CF4-442E-E9F5-7CCF-8756508962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7600" y="6599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30" name="Oval 904">
              <a:extLst>
                <a:ext uri="{FF2B5EF4-FFF2-40B4-BE49-F238E27FC236}">
                  <a16:creationId xmlns:a16="http://schemas.microsoft.com/office/drawing/2014/main" id="{BB755477-ECBC-0F96-34A7-721D51D78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0775" y="6627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31" name="Oval 905">
              <a:extLst>
                <a:ext uri="{FF2B5EF4-FFF2-40B4-BE49-F238E27FC236}">
                  <a16:creationId xmlns:a16="http://schemas.microsoft.com/office/drawing/2014/main" id="{6B7BF7E7-A006-B442-F3EF-D3DA360A6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7125" y="66532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32" name="Oval 906">
              <a:extLst>
                <a:ext uri="{FF2B5EF4-FFF2-40B4-BE49-F238E27FC236}">
                  <a16:creationId xmlns:a16="http://schemas.microsoft.com/office/drawing/2014/main" id="{A8B4C276-DCA3-3485-D596-53AD7B309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6675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33" name="Oval 907">
              <a:extLst>
                <a:ext uri="{FF2B5EF4-FFF2-40B4-BE49-F238E27FC236}">
                  <a16:creationId xmlns:a16="http://schemas.microsoft.com/office/drawing/2014/main" id="{A4827744-A84D-11F4-43C9-E374F4F7F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9825" y="6696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34" name="Oval 908">
              <a:extLst>
                <a:ext uri="{FF2B5EF4-FFF2-40B4-BE49-F238E27FC236}">
                  <a16:creationId xmlns:a16="http://schemas.microsoft.com/office/drawing/2014/main" id="{854D502D-67D0-F5E4-074E-9803CEB5D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0" y="6721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35" name="Oval 909">
              <a:extLst>
                <a:ext uri="{FF2B5EF4-FFF2-40B4-BE49-F238E27FC236}">
                  <a16:creationId xmlns:a16="http://schemas.microsoft.com/office/drawing/2014/main" id="{C3F979C8-CAFF-41EB-1EDD-EBC08F100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8875" y="67468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36" name="Oval 910">
              <a:extLst>
                <a:ext uri="{FF2B5EF4-FFF2-40B4-BE49-F238E27FC236}">
                  <a16:creationId xmlns:a16="http://schemas.microsoft.com/office/drawing/2014/main" id="{200B88CD-92CE-4949-479B-558DF4228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7" y="677227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37" name="Oval 911">
              <a:extLst>
                <a:ext uri="{FF2B5EF4-FFF2-40B4-BE49-F238E27FC236}">
                  <a16:creationId xmlns:a16="http://schemas.microsoft.com/office/drawing/2014/main" id="{4E2F87FF-9524-EF14-361C-9A800B9B4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1100" y="6799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38" name="Oval 912">
              <a:extLst>
                <a:ext uri="{FF2B5EF4-FFF2-40B4-BE49-F238E27FC236}">
                  <a16:creationId xmlns:a16="http://schemas.microsoft.com/office/drawing/2014/main" id="{30F515EB-3ADB-2094-DBE4-8BA2FC72F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2" y="6826250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39" name="Oval 913">
              <a:extLst>
                <a:ext uri="{FF2B5EF4-FFF2-40B4-BE49-F238E27FC236}">
                  <a16:creationId xmlns:a16="http://schemas.microsoft.com/office/drawing/2014/main" id="{FE5C454A-258D-6DE8-CD9C-296F1D8A9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4912" y="6840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40" name="Oval 914">
              <a:extLst>
                <a:ext uri="{FF2B5EF4-FFF2-40B4-BE49-F238E27FC236}">
                  <a16:creationId xmlns:a16="http://schemas.microsoft.com/office/drawing/2014/main" id="{5F5BF1EA-6F0F-D71B-03C6-910C872C2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9200" y="6864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41" name="Oval 915">
              <a:extLst>
                <a:ext uri="{FF2B5EF4-FFF2-40B4-BE49-F238E27FC236}">
                  <a16:creationId xmlns:a16="http://schemas.microsoft.com/office/drawing/2014/main" id="{29A9823F-43BF-6C45-6792-B5647E349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1900" y="6896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42" name="Oval 916">
              <a:extLst>
                <a:ext uri="{FF2B5EF4-FFF2-40B4-BE49-F238E27FC236}">
                  <a16:creationId xmlns:a16="http://schemas.microsoft.com/office/drawing/2014/main" id="{7322921C-9A7F-95E6-CAEE-724A9EABC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2" y="6577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43" name="Oval 917">
              <a:extLst>
                <a:ext uri="{FF2B5EF4-FFF2-40B4-BE49-F238E27FC236}">
                  <a16:creationId xmlns:a16="http://schemas.microsoft.com/office/drawing/2014/main" id="{96CCFF91-588D-279D-F5CA-C4839DA3D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5850" y="6573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44" name="Oval 918">
              <a:extLst>
                <a:ext uri="{FF2B5EF4-FFF2-40B4-BE49-F238E27FC236}">
                  <a16:creationId xmlns:a16="http://schemas.microsoft.com/office/drawing/2014/main" id="{DC12849F-F0DC-01E2-5D70-E56508D5C7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7437" y="6569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45" name="Oval 919">
              <a:extLst>
                <a:ext uri="{FF2B5EF4-FFF2-40B4-BE49-F238E27FC236}">
                  <a16:creationId xmlns:a16="http://schemas.microsoft.com/office/drawing/2014/main" id="{B12B979B-A43A-33D1-A429-7E7AF3082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2200" y="6596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46" name="Oval 920">
              <a:extLst>
                <a:ext uri="{FF2B5EF4-FFF2-40B4-BE49-F238E27FC236}">
                  <a16:creationId xmlns:a16="http://schemas.microsoft.com/office/drawing/2014/main" id="{6D2AFD6C-838E-DF23-F380-2F8ABE27B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6962" y="6615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47" name="Oval 921">
              <a:extLst>
                <a:ext uri="{FF2B5EF4-FFF2-40B4-BE49-F238E27FC236}">
                  <a16:creationId xmlns:a16="http://schemas.microsoft.com/office/drawing/2014/main" id="{F950E38E-B3B5-4D74-AA54-98A9B14D0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4900" y="6623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48" name="Oval 922">
              <a:extLst>
                <a:ext uri="{FF2B5EF4-FFF2-40B4-BE49-F238E27FC236}">
                  <a16:creationId xmlns:a16="http://schemas.microsoft.com/office/drawing/2014/main" id="{A50E8C10-3D72-30B9-FDE5-FFC831027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2837" y="6654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49" name="Oval 923">
              <a:extLst>
                <a:ext uri="{FF2B5EF4-FFF2-40B4-BE49-F238E27FC236}">
                  <a16:creationId xmlns:a16="http://schemas.microsoft.com/office/drawing/2014/main" id="{0C834318-B22F-70D8-9E62-F149A9A08C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2362" y="6689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50" name="Oval 924">
              <a:extLst>
                <a:ext uri="{FF2B5EF4-FFF2-40B4-BE49-F238E27FC236}">
                  <a16:creationId xmlns:a16="http://schemas.microsoft.com/office/drawing/2014/main" id="{66511706-71FD-20B6-2554-118ACC955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7183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51" name="Oval 925">
              <a:extLst>
                <a:ext uri="{FF2B5EF4-FFF2-40B4-BE49-F238E27FC236}">
                  <a16:creationId xmlns:a16="http://schemas.microsoft.com/office/drawing/2014/main" id="{E8639152-1391-4080-308B-D3C0D4E0E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4587" y="6735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52" name="Oval 926">
              <a:extLst>
                <a:ext uri="{FF2B5EF4-FFF2-40B4-BE49-F238E27FC236}">
                  <a16:creationId xmlns:a16="http://schemas.microsoft.com/office/drawing/2014/main" id="{7A55495A-5635-6237-8200-DD4DA8872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7287" y="6757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53" name="Oval 927">
              <a:extLst>
                <a:ext uri="{FF2B5EF4-FFF2-40B4-BE49-F238E27FC236}">
                  <a16:creationId xmlns:a16="http://schemas.microsoft.com/office/drawing/2014/main" id="{C055BA1F-D95B-0504-BD2B-48862E227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7" y="6786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54" name="Oval 928">
              <a:extLst>
                <a:ext uri="{FF2B5EF4-FFF2-40B4-BE49-F238E27FC236}">
                  <a16:creationId xmlns:a16="http://schemas.microsoft.com/office/drawing/2014/main" id="{97F59C86-9F0C-272B-818D-FB8788C4B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4275" y="6813550"/>
              <a:ext cx="11112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55" name="Oval 929">
              <a:extLst>
                <a:ext uri="{FF2B5EF4-FFF2-40B4-BE49-F238E27FC236}">
                  <a16:creationId xmlns:a16="http://schemas.microsoft.com/office/drawing/2014/main" id="{F74B536A-E5B5-F30E-2A85-8885072A4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838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56" name="Oval 930">
              <a:extLst>
                <a:ext uri="{FF2B5EF4-FFF2-40B4-BE49-F238E27FC236}">
                  <a16:creationId xmlns:a16="http://schemas.microsoft.com/office/drawing/2014/main" id="{882D60E8-15E3-B310-73A6-9A1B87D8E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2850" y="6865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57" name="Oval 931">
              <a:extLst>
                <a:ext uri="{FF2B5EF4-FFF2-40B4-BE49-F238E27FC236}">
                  <a16:creationId xmlns:a16="http://schemas.microsoft.com/office/drawing/2014/main" id="{A3B73C5F-C65D-15BB-E7A7-A34B73A82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7" y="6908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58" name="Oval 932">
              <a:extLst>
                <a:ext uri="{FF2B5EF4-FFF2-40B4-BE49-F238E27FC236}">
                  <a16:creationId xmlns:a16="http://schemas.microsoft.com/office/drawing/2014/main" id="{66EB9F7B-FB63-39FB-C577-8C15B10A2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2512" y="65325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59" name="Oval 933">
              <a:extLst>
                <a:ext uri="{FF2B5EF4-FFF2-40B4-BE49-F238E27FC236}">
                  <a16:creationId xmlns:a16="http://schemas.microsoft.com/office/drawing/2014/main" id="{944A061D-A6C4-3843-C5DC-D59663FBD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0" y="65341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60" name="Oval 934">
              <a:extLst>
                <a:ext uri="{FF2B5EF4-FFF2-40B4-BE49-F238E27FC236}">
                  <a16:creationId xmlns:a16="http://schemas.microsoft.com/office/drawing/2014/main" id="{A9AEAF67-5F53-C9EA-D9FE-662082A8F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7275" y="65341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61" name="Oval 935">
              <a:extLst>
                <a:ext uri="{FF2B5EF4-FFF2-40B4-BE49-F238E27FC236}">
                  <a16:creationId xmlns:a16="http://schemas.microsoft.com/office/drawing/2014/main" id="{57142F8E-4CC4-83F7-029E-ECFD5E1C0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0450" y="65643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62" name="Oval 936">
              <a:extLst>
                <a:ext uri="{FF2B5EF4-FFF2-40B4-BE49-F238E27FC236}">
                  <a16:creationId xmlns:a16="http://schemas.microsoft.com/office/drawing/2014/main" id="{5E004FCB-CE31-6043-9821-A644B0733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6800" y="6569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63" name="Oval 937">
              <a:extLst>
                <a:ext uri="{FF2B5EF4-FFF2-40B4-BE49-F238E27FC236}">
                  <a16:creationId xmlns:a16="http://schemas.microsoft.com/office/drawing/2014/main" id="{F1C101D7-E743-CB70-3E61-06CA4D728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4737" y="6581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64" name="Oval 938">
              <a:extLst>
                <a:ext uri="{FF2B5EF4-FFF2-40B4-BE49-F238E27FC236}">
                  <a16:creationId xmlns:a16="http://schemas.microsoft.com/office/drawing/2014/main" id="{847C5D41-B7BE-A1F9-4782-6BA2371ED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2" y="6615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65" name="Oval 939">
              <a:extLst>
                <a:ext uri="{FF2B5EF4-FFF2-40B4-BE49-F238E27FC236}">
                  <a16:creationId xmlns:a16="http://schemas.microsoft.com/office/drawing/2014/main" id="{514B60DB-34AC-396D-46D6-F66321365B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3787" y="66484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66" name="Oval 940">
              <a:extLst>
                <a:ext uri="{FF2B5EF4-FFF2-40B4-BE49-F238E27FC236}">
                  <a16:creationId xmlns:a16="http://schemas.microsoft.com/office/drawing/2014/main" id="{BBA19169-7EFD-E5E5-BD4D-EDA44A163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487" y="6681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67" name="Oval 941">
              <a:extLst>
                <a:ext uri="{FF2B5EF4-FFF2-40B4-BE49-F238E27FC236}">
                  <a16:creationId xmlns:a16="http://schemas.microsoft.com/office/drawing/2014/main" id="{CDC452EF-F55D-CB8C-CB71-3C5ACA97F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9187" y="6700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68" name="Oval 942">
              <a:extLst>
                <a:ext uri="{FF2B5EF4-FFF2-40B4-BE49-F238E27FC236}">
                  <a16:creationId xmlns:a16="http://schemas.microsoft.com/office/drawing/2014/main" id="{A1C38F14-AF95-6497-7BC5-34470FEE7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1887" y="6723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69" name="Oval 943">
              <a:extLst>
                <a:ext uri="{FF2B5EF4-FFF2-40B4-BE49-F238E27FC236}">
                  <a16:creationId xmlns:a16="http://schemas.microsoft.com/office/drawing/2014/main" id="{D58141B8-3FBB-B7CF-89B2-F937A14D7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6175" y="6750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70" name="Oval 944">
              <a:extLst>
                <a:ext uri="{FF2B5EF4-FFF2-40B4-BE49-F238E27FC236}">
                  <a16:creationId xmlns:a16="http://schemas.microsoft.com/office/drawing/2014/main" id="{8C3E1768-72E5-EE2A-97BE-39BA67CD08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0462" y="6780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71" name="Oval 945">
              <a:extLst>
                <a:ext uri="{FF2B5EF4-FFF2-40B4-BE49-F238E27FC236}">
                  <a16:creationId xmlns:a16="http://schemas.microsoft.com/office/drawing/2014/main" id="{A323946E-DE34-0324-DC3F-6557E4B20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6337" y="6808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72" name="Oval 946">
              <a:extLst>
                <a:ext uri="{FF2B5EF4-FFF2-40B4-BE49-F238E27FC236}">
                  <a16:creationId xmlns:a16="http://schemas.microsoft.com/office/drawing/2014/main" id="{E8AFBEE1-F25A-5373-A360-B2B079E46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2" y="6848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73" name="Oval 947">
              <a:extLst>
                <a:ext uri="{FF2B5EF4-FFF2-40B4-BE49-F238E27FC236}">
                  <a16:creationId xmlns:a16="http://schemas.microsoft.com/office/drawing/2014/main" id="{7A4B2DB1-28BB-D9AF-B9F5-2D4A792FD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8087" y="6889750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74" name="Oval 948">
              <a:extLst>
                <a:ext uri="{FF2B5EF4-FFF2-40B4-BE49-F238E27FC236}">
                  <a16:creationId xmlns:a16="http://schemas.microsoft.com/office/drawing/2014/main" id="{A7A2AAFC-2A58-5823-6E5E-7D6E589D7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9175" y="6481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75" name="Oval 949">
              <a:extLst>
                <a:ext uri="{FF2B5EF4-FFF2-40B4-BE49-F238E27FC236}">
                  <a16:creationId xmlns:a16="http://schemas.microsoft.com/office/drawing/2014/main" id="{8BB05954-D3A7-4EF0-FE48-F8387A2E8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0762" y="6480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76" name="Oval 950">
              <a:extLst>
                <a:ext uri="{FF2B5EF4-FFF2-40B4-BE49-F238E27FC236}">
                  <a16:creationId xmlns:a16="http://schemas.microsoft.com/office/drawing/2014/main" id="{78564D0D-32E1-C748-1EB5-CD330E5B7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3937" y="6488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77" name="Oval 951">
              <a:extLst>
                <a:ext uri="{FF2B5EF4-FFF2-40B4-BE49-F238E27FC236}">
                  <a16:creationId xmlns:a16="http://schemas.microsoft.com/office/drawing/2014/main" id="{69E5C909-969E-FAB4-D76B-7AB5A975B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8700" y="6518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78" name="Oval 952">
              <a:extLst>
                <a:ext uri="{FF2B5EF4-FFF2-40B4-BE49-F238E27FC236}">
                  <a16:creationId xmlns:a16="http://schemas.microsoft.com/office/drawing/2014/main" id="{51343F02-E273-5E73-1327-4C39FBD63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5050" y="6532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79" name="Oval 953">
              <a:extLst>
                <a:ext uri="{FF2B5EF4-FFF2-40B4-BE49-F238E27FC236}">
                  <a16:creationId xmlns:a16="http://schemas.microsoft.com/office/drawing/2014/main" id="{2D93259F-38AB-A91A-954D-77D190FD07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4575" y="654843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80" name="Oval 954">
              <a:extLst>
                <a:ext uri="{FF2B5EF4-FFF2-40B4-BE49-F238E27FC236}">
                  <a16:creationId xmlns:a16="http://schemas.microsoft.com/office/drawing/2014/main" id="{A9FDA09A-28E5-F924-310F-AE4F30EA6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0" y="6577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81" name="Oval 955">
              <a:extLst>
                <a:ext uri="{FF2B5EF4-FFF2-40B4-BE49-F238E27FC236}">
                  <a16:creationId xmlns:a16="http://schemas.microsoft.com/office/drawing/2014/main" id="{D7C04FB8-4FB0-E509-9F17-4249638C98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2" y="6607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82" name="Oval 956">
              <a:extLst>
                <a:ext uri="{FF2B5EF4-FFF2-40B4-BE49-F238E27FC236}">
                  <a16:creationId xmlns:a16="http://schemas.microsoft.com/office/drawing/2014/main" id="{E75A7169-3102-2B6E-A7BE-573EB961C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7912" y="66436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83" name="Oval 957">
              <a:extLst>
                <a:ext uri="{FF2B5EF4-FFF2-40B4-BE49-F238E27FC236}">
                  <a16:creationId xmlns:a16="http://schemas.microsoft.com/office/drawing/2014/main" id="{454F05D7-2466-A40D-B119-23464B70A4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2200" y="6672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84" name="Oval 958">
              <a:extLst>
                <a:ext uri="{FF2B5EF4-FFF2-40B4-BE49-F238E27FC236}">
                  <a16:creationId xmlns:a16="http://schemas.microsoft.com/office/drawing/2014/main" id="{D2343A23-B16F-57E6-DB80-3BBB0D094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487" y="6683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85" name="Oval 959">
              <a:extLst>
                <a:ext uri="{FF2B5EF4-FFF2-40B4-BE49-F238E27FC236}">
                  <a16:creationId xmlns:a16="http://schemas.microsoft.com/office/drawing/2014/main" id="{F69C3EF7-25A5-70AA-9779-91ED42BF8C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2362" y="6708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86" name="Oval 960">
              <a:extLst>
                <a:ext uri="{FF2B5EF4-FFF2-40B4-BE49-F238E27FC236}">
                  <a16:creationId xmlns:a16="http://schemas.microsoft.com/office/drawing/2014/main" id="{AE293135-EDEF-929F-428B-3F3EE602A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8237" y="67468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87" name="Oval 961">
              <a:extLst>
                <a:ext uri="{FF2B5EF4-FFF2-40B4-BE49-F238E27FC236}">
                  <a16:creationId xmlns:a16="http://schemas.microsoft.com/office/drawing/2014/main" id="{F1E2542C-2A5C-E11F-93EA-F0806A37F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4112" y="6781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88" name="Oval 962">
              <a:extLst>
                <a:ext uri="{FF2B5EF4-FFF2-40B4-BE49-F238E27FC236}">
                  <a16:creationId xmlns:a16="http://schemas.microsoft.com/office/drawing/2014/main" id="{8659EDEC-BFA6-3D73-2023-C5EE3454C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815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89" name="Oval 963">
              <a:extLst>
                <a:ext uri="{FF2B5EF4-FFF2-40B4-BE49-F238E27FC236}">
                  <a16:creationId xmlns:a16="http://schemas.microsoft.com/office/drawing/2014/main" id="{0D289FDC-ED79-6A4E-594E-8F9118F24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9037" y="6858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90" name="Oval 964">
              <a:extLst>
                <a:ext uri="{FF2B5EF4-FFF2-40B4-BE49-F238E27FC236}">
                  <a16:creationId xmlns:a16="http://schemas.microsoft.com/office/drawing/2014/main" id="{C97FFF7F-6A12-315B-47C2-83889BD17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6500" y="68897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91" name="Oval 965">
              <a:extLst>
                <a:ext uri="{FF2B5EF4-FFF2-40B4-BE49-F238E27FC236}">
                  <a16:creationId xmlns:a16="http://schemas.microsoft.com/office/drawing/2014/main" id="{BDF09AB9-4E6B-58D3-48AF-BDED6631B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250" y="6429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92" name="Oval 966">
              <a:extLst>
                <a:ext uri="{FF2B5EF4-FFF2-40B4-BE49-F238E27FC236}">
                  <a16:creationId xmlns:a16="http://schemas.microsoft.com/office/drawing/2014/main" id="{08A2A414-E527-29A1-CE5A-8A9C9E96B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250" y="6424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93" name="Oval 967">
              <a:extLst>
                <a:ext uri="{FF2B5EF4-FFF2-40B4-BE49-F238E27FC236}">
                  <a16:creationId xmlns:a16="http://schemas.microsoft.com/office/drawing/2014/main" id="{BAC04A22-5118-3A2C-49B0-FFA6F815D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425" y="644207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94" name="Oval 968">
              <a:extLst>
                <a:ext uri="{FF2B5EF4-FFF2-40B4-BE49-F238E27FC236}">
                  <a16:creationId xmlns:a16="http://schemas.microsoft.com/office/drawing/2014/main" id="{58DC7AF2-9B97-F435-E776-74E0D8C85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3775" y="6472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95" name="Oval 969">
              <a:extLst>
                <a:ext uri="{FF2B5EF4-FFF2-40B4-BE49-F238E27FC236}">
                  <a16:creationId xmlns:a16="http://schemas.microsoft.com/office/drawing/2014/main" id="{B2D2B02E-13C1-EF7F-8318-045518210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1712" y="6499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96" name="Oval 970">
              <a:extLst>
                <a:ext uri="{FF2B5EF4-FFF2-40B4-BE49-F238E27FC236}">
                  <a16:creationId xmlns:a16="http://schemas.microsoft.com/office/drawing/2014/main" id="{87F2966A-0845-1AB2-0BF2-9E8CAA42B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1237" y="6515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97" name="Oval 971">
              <a:extLst>
                <a:ext uri="{FF2B5EF4-FFF2-40B4-BE49-F238E27FC236}">
                  <a16:creationId xmlns:a16="http://schemas.microsoft.com/office/drawing/2014/main" id="{9036099C-61F6-9B5F-425E-6246446E2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2350" y="6537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98" name="Oval 972">
              <a:extLst>
                <a:ext uri="{FF2B5EF4-FFF2-40B4-BE49-F238E27FC236}">
                  <a16:creationId xmlns:a16="http://schemas.microsoft.com/office/drawing/2014/main" id="{5454386B-DC4B-1991-DECF-8C5DA8993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5050" y="6562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99" name="Oval 973">
              <a:extLst>
                <a:ext uri="{FF2B5EF4-FFF2-40B4-BE49-F238E27FC236}">
                  <a16:creationId xmlns:a16="http://schemas.microsoft.com/office/drawing/2014/main" id="{2CA40171-73ED-AF98-A48B-D4C93EADB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9337" y="6608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00" name="Oval 974">
              <a:extLst>
                <a:ext uri="{FF2B5EF4-FFF2-40B4-BE49-F238E27FC236}">
                  <a16:creationId xmlns:a16="http://schemas.microsoft.com/office/drawing/2014/main" id="{DDBFEBF1-C3E8-5872-6C03-B5AAEC1E4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2" y="6638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01" name="Oval 975">
              <a:extLst>
                <a:ext uri="{FF2B5EF4-FFF2-40B4-BE49-F238E27FC236}">
                  <a16:creationId xmlns:a16="http://schemas.microsoft.com/office/drawing/2014/main" id="{F259B850-D89D-C4EA-5CC9-1F2FA817E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1087" y="6654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02" name="Oval 976">
              <a:extLst>
                <a:ext uri="{FF2B5EF4-FFF2-40B4-BE49-F238E27FC236}">
                  <a16:creationId xmlns:a16="http://schemas.microsoft.com/office/drawing/2014/main" id="{81640C8F-80D9-6534-8758-A54653B395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6962" y="6694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03" name="Oval 977">
              <a:extLst>
                <a:ext uri="{FF2B5EF4-FFF2-40B4-BE49-F238E27FC236}">
                  <a16:creationId xmlns:a16="http://schemas.microsoft.com/office/drawing/2014/main" id="{55B326D8-45E7-F774-F4F6-9AA9B6577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4425" y="6727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04" name="Oval 978">
              <a:extLst>
                <a:ext uri="{FF2B5EF4-FFF2-40B4-BE49-F238E27FC236}">
                  <a16:creationId xmlns:a16="http://schemas.microsoft.com/office/drawing/2014/main" id="{2247349B-AE69-7378-C22F-94BFA86308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756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05" name="Oval 979">
              <a:extLst>
                <a:ext uri="{FF2B5EF4-FFF2-40B4-BE49-F238E27FC236}">
                  <a16:creationId xmlns:a16="http://schemas.microsoft.com/office/drawing/2014/main" id="{03990FF7-CAD4-E5F5-457B-A7FF2DFD1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937" y="6784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06" name="Oval 980">
              <a:extLst>
                <a:ext uri="{FF2B5EF4-FFF2-40B4-BE49-F238E27FC236}">
                  <a16:creationId xmlns:a16="http://schemas.microsoft.com/office/drawing/2014/main" id="{7B5567E5-E5C4-038D-2938-0D43BE07B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7" y="683260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07" name="Oval 981">
              <a:extLst>
                <a:ext uri="{FF2B5EF4-FFF2-40B4-BE49-F238E27FC236}">
                  <a16:creationId xmlns:a16="http://schemas.microsoft.com/office/drawing/2014/main" id="{B72F38A5-FABC-1D6A-68D3-183F35567F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7450" y="6864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08" name="Oval 982">
              <a:extLst>
                <a:ext uri="{FF2B5EF4-FFF2-40B4-BE49-F238E27FC236}">
                  <a16:creationId xmlns:a16="http://schemas.microsoft.com/office/drawing/2014/main" id="{259D4D4C-275E-1BFB-ACC5-6CF28916F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6500" y="689133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09" name="Oval 983">
              <a:extLst>
                <a:ext uri="{FF2B5EF4-FFF2-40B4-BE49-F238E27FC236}">
                  <a16:creationId xmlns:a16="http://schemas.microsoft.com/office/drawing/2014/main" id="{B151EE9E-A326-E7FE-88BB-AE6BA3726C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6150" y="6380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10" name="Oval 984">
              <a:extLst>
                <a:ext uri="{FF2B5EF4-FFF2-40B4-BE49-F238E27FC236}">
                  <a16:creationId xmlns:a16="http://schemas.microsoft.com/office/drawing/2014/main" id="{2DCF10DA-7260-DC60-DEFF-62111E5F5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7737" y="6373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11" name="Oval 985">
              <a:extLst>
                <a:ext uri="{FF2B5EF4-FFF2-40B4-BE49-F238E27FC236}">
                  <a16:creationId xmlns:a16="http://schemas.microsoft.com/office/drawing/2014/main" id="{D8ED5DF1-9738-28D9-5450-20F6E99C5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0912" y="6396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12" name="Oval 986">
              <a:extLst>
                <a:ext uri="{FF2B5EF4-FFF2-40B4-BE49-F238E27FC236}">
                  <a16:creationId xmlns:a16="http://schemas.microsoft.com/office/drawing/2014/main" id="{5B049089-D4BC-6756-3865-DE6C99FEF4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7262" y="6426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13" name="Oval 987">
              <a:extLst>
                <a:ext uri="{FF2B5EF4-FFF2-40B4-BE49-F238E27FC236}">
                  <a16:creationId xmlns:a16="http://schemas.microsoft.com/office/drawing/2014/main" id="{5E37A241-8BB3-3FD4-52B2-E21170882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6787" y="646112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14" name="Oval 988">
              <a:extLst>
                <a:ext uri="{FF2B5EF4-FFF2-40B4-BE49-F238E27FC236}">
                  <a16:creationId xmlns:a16="http://schemas.microsoft.com/office/drawing/2014/main" id="{D9A4DC55-4683-9716-CCB6-88E7BC8F0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6312" y="6478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15" name="Oval 989">
              <a:extLst>
                <a:ext uri="{FF2B5EF4-FFF2-40B4-BE49-F238E27FC236}">
                  <a16:creationId xmlns:a16="http://schemas.microsoft.com/office/drawing/2014/main" id="{BAD987FC-49DA-F0B8-ADC0-B26AD754E4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9012" y="6497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16" name="Oval 990">
              <a:extLst>
                <a:ext uri="{FF2B5EF4-FFF2-40B4-BE49-F238E27FC236}">
                  <a16:creationId xmlns:a16="http://schemas.microsoft.com/office/drawing/2014/main" id="{F9463855-A257-6E58-263A-445AA3E8A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3300" y="6529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17" name="Oval 991">
              <a:extLst>
                <a:ext uri="{FF2B5EF4-FFF2-40B4-BE49-F238E27FC236}">
                  <a16:creationId xmlns:a16="http://schemas.microsoft.com/office/drawing/2014/main" id="{A9262543-CD28-A2CF-7922-3B633AE6AA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9175" y="6564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18" name="Oval 992">
              <a:extLst>
                <a:ext uri="{FF2B5EF4-FFF2-40B4-BE49-F238E27FC236}">
                  <a16:creationId xmlns:a16="http://schemas.microsoft.com/office/drawing/2014/main" id="{EF290FD9-AF3B-01CD-A98C-2AF0118A8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6637" y="6588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19" name="Oval 993">
              <a:extLst>
                <a:ext uri="{FF2B5EF4-FFF2-40B4-BE49-F238E27FC236}">
                  <a16:creationId xmlns:a16="http://schemas.microsoft.com/office/drawing/2014/main" id="{5E5BE6F7-6A5B-1B35-2CA6-5EA0E3D9B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0" y="6623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20" name="Oval 994">
              <a:extLst>
                <a:ext uri="{FF2B5EF4-FFF2-40B4-BE49-F238E27FC236}">
                  <a16:creationId xmlns:a16="http://schemas.microsoft.com/office/drawing/2014/main" id="{DC7192CB-B9D8-17AF-B534-8232D04AA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1562" y="6672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21" name="Oval 995">
              <a:extLst>
                <a:ext uri="{FF2B5EF4-FFF2-40B4-BE49-F238E27FC236}">
                  <a16:creationId xmlns:a16="http://schemas.microsoft.com/office/drawing/2014/main" id="{8D0490B1-6394-D1E3-6006-4B5D169968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0612" y="6700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22" name="Oval 996">
              <a:extLst>
                <a:ext uri="{FF2B5EF4-FFF2-40B4-BE49-F238E27FC236}">
                  <a16:creationId xmlns:a16="http://schemas.microsoft.com/office/drawing/2014/main" id="{7FAB370C-C695-8133-918F-8FEBE7BDE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1250" y="672782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23" name="Oval 997">
              <a:extLst>
                <a:ext uri="{FF2B5EF4-FFF2-40B4-BE49-F238E27FC236}">
                  <a16:creationId xmlns:a16="http://schemas.microsoft.com/office/drawing/2014/main" id="{E30A4AEA-28D8-A464-8879-0F2E7E0493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0300" y="6764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24" name="Oval 998">
              <a:extLst>
                <a:ext uri="{FF2B5EF4-FFF2-40B4-BE49-F238E27FC236}">
                  <a16:creationId xmlns:a16="http://schemas.microsoft.com/office/drawing/2014/main" id="{6D6784EC-3257-35B2-7A56-BF7E737BB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0" y="6808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25" name="Oval 999">
              <a:extLst>
                <a:ext uri="{FF2B5EF4-FFF2-40B4-BE49-F238E27FC236}">
                  <a16:creationId xmlns:a16="http://schemas.microsoft.com/office/drawing/2014/main" id="{90BAFA67-AD31-6BF3-E8B2-1C24F1043D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7" y="683260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26" name="Oval 1000">
              <a:extLst>
                <a:ext uri="{FF2B5EF4-FFF2-40B4-BE49-F238E27FC236}">
                  <a16:creationId xmlns:a16="http://schemas.microsoft.com/office/drawing/2014/main" id="{5A5836B6-DF6B-7DCB-B143-2B24CCF6A7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9037" y="6862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27" name="Oval 1001">
              <a:extLst>
                <a:ext uri="{FF2B5EF4-FFF2-40B4-BE49-F238E27FC236}">
                  <a16:creationId xmlns:a16="http://schemas.microsoft.com/office/drawing/2014/main" id="{714C7D73-8011-BC96-84FE-479C5A63F5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8087" y="6896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28" name="Oval 1002">
              <a:extLst>
                <a:ext uri="{FF2B5EF4-FFF2-40B4-BE49-F238E27FC236}">
                  <a16:creationId xmlns:a16="http://schemas.microsoft.com/office/drawing/2014/main" id="{790153CF-CE08-2C17-9258-CD9EB5CFA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4875" y="6329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29" name="Oval 1003">
              <a:extLst>
                <a:ext uri="{FF2B5EF4-FFF2-40B4-BE49-F238E27FC236}">
                  <a16:creationId xmlns:a16="http://schemas.microsoft.com/office/drawing/2014/main" id="{7500EAE3-74B9-C776-44DC-F9529B0F4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6462" y="6326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30" name="Oval 1004">
              <a:extLst>
                <a:ext uri="{FF2B5EF4-FFF2-40B4-BE49-F238E27FC236}">
                  <a16:creationId xmlns:a16="http://schemas.microsoft.com/office/drawing/2014/main" id="{B078B038-0302-ADC4-34CC-9BF065215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1225" y="6346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31" name="Oval 1005">
              <a:extLst>
                <a:ext uri="{FF2B5EF4-FFF2-40B4-BE49-F238E27FC236}">
                  <a16:creationId xmlns:a16="http://schemas.microsoft.com/office/drawing/2014/main" id="{987DA1E6-8DD0-BC05-9A29-D3D41DBF11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9162" y="6372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32" name="Oval 1006">
              <a:extLst>
                <a:ext uri="{FF2B5EF4-FFF2-40B4-BE49-F238E27FC236}">
                  <a16:creationId xmlns:a16="http://schemas.microsoft.com/office/drawing/2014/main" id="{71E4EAC7-5874-1CAB-7C76-B33C44DD9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8687" y="6403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33" name="Oval 1007">
              <a:extLst>
                <a:ext uri="{FF2B5EF4-FFF2-40B4-BE49-F238E27FC236}">
                  <a16:creationId xmlns:a16="http://schemas.microsoft.com/office/drawing/2014/main" id="{4C201A63-1EE7-14C6-C1A6-D3B0C76A4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00" y="6432550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34" name="Oval 1008">
              <a:extLst>
                <a:ext uri="{FF2B5EF4-FFF2-40B4-BE49-F238E27FC236}">
                  <a16:creationId xmlns:a16="http://schemas.microsoft.com/office/drawing/2014/main" id="{C5E28897-74BF-0B1D-5D57-A3F5083F3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4087" y="646112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35" name="Oval 1009">
              <a:extLst>
                <a:ext uri="{FF2B5EF4-FFF2-40B4-BE49-F238E27FC236}">
                  <a16:creationId xmlns:a16="http://schemas.microsoft.com/office/drawing/2014/main" id="{DFDDA13F-F8A7-48E0-4F82-33D4D82B0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1550" y="648970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36" name="Oval 1010">
              <a:extLst>
                <a:ext uri="{FF2B5EF4-FFF2-40B4-BE49-F238E27FC236}">
                  <a16:creationId xmlns:a16="http://schemas.microsoft.com/office/drawing/2014/main" id="{BD15980C-7545-E3C0-4586-1E7F06CA7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425" y="652462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37" name="Oval 1011">
              <a:extLst>
                <a:ext uri="{FF2B5EF4-FFF2-40B4-BE49-F238E27FC236}">
                  <a16:creationId xmlns:a16="http://schemas.microsoft.com/office/drawing/2014/main" id="{F0B88C28-4A88-0658-9787-EE628EC17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6475" y="6556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38" name="Oval 1012">
              <a:extLst>
                <a:ext uri="{FF2B5EF4-FFF2-40B4-BE49-F238E27FC236}">
                  <a16:creationId xmlns:a16="http://schemas.microsoft.com/office/drawing/2014/main" id="{A9873FEC-A885-794B-70F9-2EAF28237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7112" y="6592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39" name="Oval 1013">
              <a:extLst>
                <a:ext uri="{FF2B5EF4-FFF2-40B4-BE49-F238E27FC236}">
                  <a16:creationId xmlns:a16="http://schemas.microsoft.com/office/drawing/2014/main" id="{EA8B2E4B-9E9A-E555-A4B6-C01811952A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6162" y="6634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40" name="Oval 1014">
              <a:extLst>
                <a:ext uri="{FF2B5EF4-FFF2-40B4-BE49-F238E27FC236}">
                  <a16:creationId xmlns:a16="http://schemas.microsoft.com/office/drawing/2014/main" id="{9137D681-0ED2-CA0F-94A2-4DD3A030A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6800" y="66675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41" name="Oval 1015">
              <a:extLst>
                <a:ext uri="{FF2B5EF4-FFF2-40B4-BE49-F238E27FC236}">
                  <a16:creationId xmlns:a16="http://schemas.microsoft.com/office/drawing/2014/main" id="{BC16112B-10B1-0165-7A56-BC12BD7F5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7437" y="67024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42" name="Oval 1016">
              <a:extLst>
                <a:ext uri="{FF2B5EF4-FFF2-40B4-BE49-F238E27FC236}">
                  <a16:creationId xmlns:a16="http://schemas.microsoft.com/office/drawing/2014/main" id="{4053751F-6CBA-4359-4EA7-D526E29DF6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9662" y="6745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43" name="Oval 1017">
              <a:extLst>
                <a:ext uri="{FF2B5EF4-FFF2-40B4-BE49-F238E27FC236}">
                  <a16:creationId xmlns:a16="http://schemas.microsoft.com/office/drawing/2014/main" id="{57F14B43-7D56-A101-F233-A011C0931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0300" y="6778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44" name="Oval 1018">
              <a:extLst>
                <a:ext uri="{FF2B5EF4-FFF2-40B4-BE49-F238E27FC236}">
                  <a16:creationId xmlns:a16="http://schemas.microsoft.com/office/drawing/2014/main" id="{05D752DB-F3E8-604E-3349-EF06383F7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937" y="6804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45" name="Oval 1019">
              <a:extLst>
                <a:ext uri="{FF2B5EF4-FFF2-40B4-BE49-F238E27FC236}">
                  <a16:creationId xmlns:a16="http://schemas.microsoft.com/office/drawing/2014/main" id="{58A135ED-2F57-3CA7-FD9B-CF62CEFBC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8453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46" name="Oval 1020">
              <a:extLst>
                <a:ext uri="{FF2B5EF4-FFF2-40B4-BE49-F238E27FC236}">
                  <a16:creationId xmlns:a16="http://schemas.microsoft.com/office/drawing/2014/main" id="{B035D62F-D695-9C7F-BA7F-62D5C10417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2" y="6878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47" name="Oval 1021">
              <a:extLst>
                <a:ext uri="{FF2B5EF4-FFF2-40B4-BE49-F238E27FC236}">
                  <a16:creationId xmlns:a16="http://schemas.microsoft.com/office/drawing/2014/main" id="{85493456-C46F-FE5B-BB6E-22376E682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2" y="62674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48" name="Oval 1022">
              <a:extLst>
                <a:ext uri="{FF2B5EF4-FFF2-40B4-BE49-F238E27FC236}">
                  <a16:creationId xmlns:a16="http://schemas.microsoft.com/office/drawing/2014/main" id="{0D03FE88-F883-0B53-8472-5E8326528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6265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49" name="Oval 1023">
              <a:extLst>
                <a:ext uri="{FF2B5EF4-FFF2-40B4-BE49-F238E27FC236}">
                  <a16:creationId xmlns:a16="http://schemas.microsoft.com/office/drawing/2014/main" id="{62975F32-A819-0F6D-E103-82455A0F2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8362" y="6291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50" name="Oval 1024">
              <a:extLst>
                <a:ext uri="{FF2B5EF4-FFF2-40B4-BE49-F238E27FC236}">
                  <a16:creationId xmlns:a16="http://schemas.microsoft.com/office/drawing/2014/main" id="{12E5604C-5833-6012-7222-4F784A25AA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6300" y="6318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51" name="Oval 1025">
              <a:extLst>
                <a:ext uri="{FF2B5EF4-FFF2-40B4-BE49-F238E27FC236}">
                  <a16:creationId xmlns:a16="http://schemas.microsoft.com/office/drawing/2014/main" id="{581AF790-B8B1-D887-DE87-86F8672B7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0" y="63484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52" name="Oval 1026">
              <a:extLst>
                <a:ext uri="{FF2B5EF4-FFF2-40B4-BE49-F238E27FC236}">
                  <a16:creationId xmlns:a16="http://schemas.microsoft.com/office/drawing/2014/main" id="{2419DF23-6ABD-0200-137C-97A6B7FA9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1700" y="63817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53" name="Oval 1027">
              <a:extLst>
                <a:ext uri="{FF2B5EF4-FFF2-40B4-BE49-F238E27FC236}">
                  <a16:creationId xmlns:a16="http://schemas.microsoft.com/office/drawing/2014/main" id="{4C9C14D2-1F9A-CD05-3A2C-F5DDB87974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9162" y="6418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54" name="Oval 1028">
              <a:extLst>
                <a:ext uri="{FF2B5EF4-FFF2-40B4-BE49-F238E27FC236}">
                  <a16:creationId xmlns:a16="http://schemas.microsoft.com/office/drawing/2014/main" id="{1F688279-F83E-276C-BE57-C625ACAEC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6625" y="6453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55" name="Oval 1029">
              <a:extLst>
                <a:ext uri="{FF2B5EF4-FFF2-40B4-BE49-F238E27FC236}">
                  <a16:creationId xmlns:a16="http://schemas.microsoft.com/office/drawing/2014/main" id="{A090A0EA-0C9C-CCEA-9595-F6D9FC73CD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5675" y="6499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56" name="Oval 1030">
              <a:extLst>
                <a:ext uri="{FF2B5EF4-FFF2-40B4-BE49-F238E27FC236}">
                  <a16:creationId xmlns:a16="http://schemas.microsoft.com/office/drawing/2014/main" id="{E312594A-F403-0D15-F392-67E2CF718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6312" y="6529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57" name="Oval 1031">
              <a:extLst>
                <a:ext uri="{FF2B5EF4-FFF2-40B4-BE49-F238E27FC236}">
                  <a16:creationId xmlns:a16="http://schemas.microsoft.com/office/drawing/2014/main" id="{4F450D21-52DC-70D9-5CFA-36521D559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8537" y="6561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58" name="Oval 1032">
              <a:extLst>
                <a:ext uri="{FF2B5EF4-FFF2-40B4-BE49-F238E27FC236}">
                  <a16:creationId xmlns:a16="http://schemas.microsoft.com/office/drawing/2014/main" id="{1835276C-A97F-D6D3-9A3C-185B6B025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0762" y="6592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59" name="Oval 1033">
              <a:extLst>
                <a:ext uri="{FF2B5EF4-FFF2-40B4-BE49-F238E27FC236}">
                  <a16:creationId xmlns:a16="http://schemas.microsoft.com/office/drawing/2014/main" id="{78E251DC-41B7-5DA7-60FD-785326A86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2987" y="6629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60" name="Oval 1034">
              <a:extLst>
                <a:ext uri="{FF2B5EF4-FFF2-40B4-BE49-F238E27FC236}">
                  <a16:creationId xmlns:a16="http://schemas.microsoft.com/office/drawing/2014/main" id="{73F66B5A-9839-8A0D-A7EF-F56D70D22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2" y="6669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61" name="Oval 1035">
              <a:extLst>
                <a:ext uri="{FF2B5EF4-FFF2-40B4-BE49-F238E27FC236}">
                  <a16:creationId xmlns:a16="http://schemas.microsoft.com/office/drawing/2014/main" id="{B783ED32-D343-1232-8C61-F003F50C2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7437" y="6715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62" name="Oval 1036">
              <a:extLst>
                <a:ext uri="{FF2B5EF4-FFF2-40B4-BE49-F238E27FC236}">
                  <a16:creationId xmlns:a16="http://schemas.microsoft.com/office/drawing/2014/main" id="{1F59B935-BC68-2653-9F01-77B68294DD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1250" y="675481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63" name="Oval 1037">
              <a:extLst>
                <a:ext uri="{FF2B5EF4-FFF2-40B4-BE49-F238E27FC236}">
                  <a16:creationId xmlns:a16="http://schemas.microsoft.com/office/drawing/2014/main" id="{A49A8C18-6FD2-0644-7DA2-5B2285843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781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64" name="Oval 1038">
              <a:extLst>
                <a:ext uri="{FF2B5EF4-FFF2-40B4-BE49-F238E27FC236}">
                  <a16:creationId xmlns:a16="http://schemas.microsoft.com/office/drawing/2014/main" id="{352202E7-F3CF-0166-A9BE-EBAC0267D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4112" y="6821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65" name="Oval 1039">
              <a:extLst>
                <a:ext uri="{FF2B5EF4-FFF2-40B4-BE49-F238E27FC236}">
                  <a16:creationId xmlns:a16="http://schemas.microsoft.com/office/drawing/2014/main" id="{9FC7C726-D5C1-09B9-1D3A-266B8FE49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6337" y="6859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66" name="Oval 1040">
              <a:extLst>
                <a:ext uri="{FF2B5EF4-FFF2-40B4-BE49-F238E27FC236}">
                  <a16:creationId xmlns:a16="http://schemas.microsoft.com/office/drawing/2014/main" id="{9DD68D53-10CE-88D2-A692-02B860E60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8865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67" name="Oval 1041">
              <a:extLst>
                <a:ext uri="{FF2B5EF4-FFF2-40B4-BE49-F238E27FC236}">
                  <a16:creationId xmlns:a16="http://schemas.microsoft.com/office/drawing/2014/main" id="{3D5A01E8-BFDE-A091-6DD9-B8F5764C46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4387" y="6211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68" name="Oval 1042">
              <a:extLst>
                <a:ext uri="{FF2B5EF4-FFF2-40B4-BE49-F238E27FC236}">
                  <a16:creationId xmlns:a16="http://schemas.microsoft.com/office/drawing/2014/main" id="{DE734DD3-4D37-00F0-9D2A-A82B88185C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5975" y="62166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69" name="Oval 1043">
              <a:extLst>
                <a:ext uri="{FF2B5EF4-FFF2-40B4-BE49-F238E27FC236}">
                  <a16:creationId xmlns:a16="http://schemas.microsoft.com/office/drawing/2014/main" id="{696CA220-638B-0A8F-831A-40A04DE34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2325" y="6240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70" name="Oval 1044">
              <a:extLst>
                <a:ext uri="{FF2B5EF4-FFF2-40B4-BE49-F238E27FC236}">
                  <a16:creationId xmlns:a16="http://schemas.microsoft.com/office/drawing/2014/main" id="{851E8113-E0F1-5D14-D8AD-11DCC67CA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1850" y="6278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71" name="Oval 1045">
              <a:extLst>
                <a:ext uri="{FF2B5EF4-FFF2-40B4-BE49-F238E27FC236}">
                  <a16:creationId xmlns:a16="http://schemas.microsoft.com/office/drawing/2014/main" id="{B7763545-E363-621B-67B2-2E221668F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6137" y="6311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72" name="Oval 1046">
              <a:extLst>
                <a:ext uri="{FF2B5EF4-FFF2-40B4-BE49-F238E27FC236}">
                  <a16:creationId xmlns:a16="http://schemas.microsoft.com/office/drawing/2014/main" id="{8E5E33F9-D6DC-2D59-8C53-6E5088F5D5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2" y="635158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73" name="Oval 1047">
              <a:extLst>
                <a:ext uri="{FF2B5EF4-FFF2-40B4-BE49-F238E27FC236}">
                  <a16:creationId xmlns:a16="http://schemas.microsoft.com/office/drawing/2014/main" id="{8DC1A0D9-8EED-0F43-1053-1AF415935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1062" y="638651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74" name="Oval 1048">
              <a:extLst>
                <a:ext uri="{FF2B5EF4-FFF2-40B4-BE49-F238E27FC236}">
                  <a16:creationId xmlns:a16="http://schemas.microsoft.com/office/drawing/2014/main" id="{F69697C6-F0D9-D56E-9532-7AE080E8E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0112" y="6411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75" name="Oval 1049">
              <a:extLst>
                <a:ext uri="{FF2B5EF4-FFF2-40B4-BE49-F238E27FC236}">
                  <a16:creationId xmlns:a16="http://schemas.microsoft.com/office/drawing/2014/main" id="{0812CD1F-E534-50B1-57A0-02DD8A49C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2337" y="6450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76" name="Oval 1050">
              <a:extLst>
                <a:ext uri="{FF2B5EF4-FFF2-40B4-BE49-F238E27FC236}">
                  <a16:creationId xmlns:a16="http://schemas.microsoft.com/office/drawing/2014/main" id="{227DFA57-82EC-B810-9238-6471C6E94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6150" y="6497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77" name="Oval 1051">
              <a:extLst>
                <a:ext uri="{FF2B5EF4-FFF2-40B4-BE49-F238E27FC236}">
                  <a16:creationId xmlns:a16="http://schemas.microsoft.com/office/drawing/2014/main" id="{C47E35C5-6171-A093-C0E9-65F061DE3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9962" y="652780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78" name="Oval 1052">
              <a:extLst>
                <a:ext uri="{FF2B5EF4-FFF2-40B4-BE49-F238E27FC236}">
                  <a16:creationId xmlns:a16="http://schemas.microsoft.com/office/drawing/2014/main" id="{3F4E3994-F786-5ADB-16E4-BCDC901AE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3775" y="6550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79" name="Oval 1053">
              <a:extLst>
                <a:ext uri="{FF2B5EF4-FFF2-40B4-BE49-F238E27FC236}">
                  <a16:creationId xmlns:a16="http://schemas.microsoft.com/office/drawing/2014/main" id="{B46BF657-2347-878E-C997-555AF09576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7587" y="659606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80" name="Oval 1054">
              <a:extLst>
                <a:ext uri="{FF2B5EF4-FFF2-40B4-BE49-F238E27FC236}">
                  <a16:creationId xmlns:a16="http://schemas.microsoft.com/office/drawing/2014/main" id="{05BA1F4D-9DBE-77B8-696B-9C8A7C3F25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2987" y="6640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81" name="Oval 1055">
              <a:extLst>
                <a:ext uri="{FF2B5EF4-FFF2-40B4-BE49-F238E27FC236}">
                  <a16:creationId xmlns:a16="http://schemas.microsoft.com/office/drawing/2014/main" id="{3796C30B-3649-BE29-A316-9BE88E0D3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6800" y="66865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82" name="Oval 1056">
              <a:extLst>
                <a:ext uri="{FF2B5EF4-FFF2-40B4-BE49-F238E27FC236}">
                  <a16:creationId xmlns:a16="http://schemas.microsoft.com/office/drawing/2014/main" id="{70C815EA-C0E7-D696-D41F-03319EED8D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0612" y="6734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83" name="Oval 1057">
              <a:extLst>
                <a:ext uri="{FF2B5EF4-FFF2-40B4-BE49-F238E27FC236}">
                  <a16:creationId xmlns:a16="http://schemas.microsoft.com/office/drawing/2014/main" id="{935ECAA9-4D36-B630-C56E-6CBBFD332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4425" y="6767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84" name="Oval 1058">
              <a:extLst>
                <a:ext uri="{FF2B5EF4-FFF2-40B4-BE49-F238E27FC236}">
                  <a16:creationId xmlns:a16="http://schemas.microsoft.com/office/drawing/2014/main" id="{92368794-C2A3-25B0-A3ED-7370EC149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8237" y="6807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85" name="Oval 1059">
              <a:extLst>
                <a:ext uri="{FF2B5EF4-FFF2-40B4-BE49-F238E27FC236}">
                  <a16:creationId xmlns:a16="http://schemas.microsoft.com/office/drawing/2014/main" id="{400C3D56-817B-5371-A3C7-B548C6432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0462" y="6842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86" name="Oval 1060">
              <a:extLst>
                <a:ext uri="{FF2B5EF4-FFF2-40B4-BE49-F238E27FC236}">
                  <a16:creationId xmlns:a16="http://schemas.microsoft.com/office/drawing/2014/main" id="{DF309087-1113-AC3E-0270-F75361D87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4275" y="6862763"/>
              <a:ext cx="11112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87" name="Oval 1061">
              <a:extLst>
                <a:ext uri="{FF2B5EF4-FFF2-40B4-BE49-F238E27FC236}">
                  <a16:creationId xmlns:a16="http://schemas.microsoft.com/office/drawing/2014/main" id="{610832B1-CCDC-8E6B-40F7-59A4CD139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4912" y="6896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88" name="Oval 1062">
              <a:extLst>
                <a:ext uri="{FF2B5EF4-FFF2-40B4-BE49-F238E27FC236}">
                  <a16:creationId xmlns:a16="http://schemas.microsoft.com/office/drawing/2014/main" id="{7B3510E1-B91B-A6B5-BCAF-F948ADEBE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3587" y="61531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89" name="Oval 1063">
              <a:extLst>
                <a:ext uri="{FF2B5EF4-FFF2-40B4-BE49-F238E27FC236}">
                  <a16:creationId xmlns:a16="http://schemas.microsoft.com/office/drawing/2014/main" id="{DF4901FB-5CC0-2935-65B6-125F98A8F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5175" y="61658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90" name="Oval 1064">
              <a:extLst>
                <a:ext uri="{FF2B5EF4-FFF2-40B4-BE49-F238E27FC236}">
                  <a16:creationId xmlns:a16="http://schemas.microsoft.com/office/drawing/2014/main" id="{86861CD5-7A99-E7B6-1320-772DCAA46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3112" y="6202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91" name="Oval 1065">
              <a:extLst>
                <a:ext uri="{FF2B5EF4-FFF2-40B4-BE49-F238E27FC236}">
                  <a16:creationId xmlns:a16="http://schemas.microsoft.com/office/drawing/2014/main" id="{007E003A-1319-0F31-5793-3CA85F2C9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225" y="6237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92" name="Oval 1066">
              <a:extLst>
                <a:ext uri="{FF2B5EF4-FFF2-40B4-BE49-F238E27FC236}">
                  <a16:creationId xmlns:a16="http://schemas.microsoft.com/office/drawing/2014/main" id="{1599C006-2232-9174-7CFB-23C3B5DF8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0100" y="62674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93" name="Oval 1067">
              <a:extLst>
                <a:ext uri="{FF2B5EF4-FFF2-40B4-BE49-F238E27FC236}">
                  <a16:creationId xmlns:a16="http://schemas.microsoft.com/office/drawing/2014/main" id="{4A9B56A0-9FE8-BA39-8754-A8589A96B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9150" y="6302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94" name="Oval 1068">
              <a:extLst>
                <a:ext uri="{FF2B5EF4-FFF2-40B4-BE49-F238E27FC236}">
                  <a16:creationId xmlns:a16="http://schemas.microsoft.com/office/drawing/2014/main" id="{F43CD643-1F0F-F180-8DA7-9155D705F2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9787" y="6342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95" name="Oval 1069">
              <a:extLst>
                <a:ext uri="{FF2B5EF4-FFF2-40B4-BE49-F238E27FC236}">
                  <a16:creationId xmlns:a16="http://schemas.microsoft.com/office/drawing/2014/main" id="{58F26CF7-0166-169E-BE63-CE2FF68D7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6370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96" name="Oval 1070">
              <a:extLst>
                <a:ext uri="{FF2B5EF4-FFF2-40B4-BE49-F238E27FC236}">
                  <a16:creationId xmlns:a16="http://schemas.microsoft.com/office/drawing/2014/main" id="{8430BE1F-5D8F-5829-88C5-162FAB359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0" y="6410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97" name="Oval 1071">
              <a:extLst>
                <a:ext uri="{FF2B5EF4-FFF2-40B4-BE49-F238E27FC236}">
                  <a16:creationId xmlns:a16="http://schemas.microsoft.com/office/drawing/2014/main" id="{5A37812F-C688-3F84-C457-0FEB0C0D1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4400" y="6459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98" name="Oval 1072">
              <a:extLst>
                <a:ext uri="{FF2B5EF4-FFF2-40B4-BE49-F238E27FC236}">
                  <a16:creationId xmlns:a16="http://schemas.microsoft.com/office/drawing/2014/main" id="{228C327E-C7C5-588F-CF1D-BA1020D08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00" y="649287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99" name="Oval 1073">
              <a:extLst>
                <a:ext uri="{FF2B5EF4-FFF2-40B4-BE49-F238E27FC236}">
                  <a16:creationId xmlns:a16="http://schemas.microsoft.com/office/drawing/2014/main" id="{607C4B97-D8F4-117F-0DED-6B93EA5D65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6787" y="6527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00" name="Oval 1074">
              <a:extLst>
                <a:ext uri="{FF2B5EF4-FFF2-40B4-BE49-F238E27FC236}">
                  <a16:creationId xmlns:a16="http://schemas.microsoft.com/office/drawing/2014/main" id="{B8DC5B67-2EA4-6BD2-3C13-9A1789852F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3775" y="6569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01" name="Oval 1075">
              <a:extLst>
                <a:ext uri="{FF2B5EF4-FFF2-40B4-BE49-F238E27FC236}">
                  <a16:creationId xmlns:a16="http://schemas.microsoft.com/office/drawing/2014/main" id="{AFE2E8E2-57EC-0A63-D581-CAB553D7C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0762" y="660876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02" name="Oval 1076">
              <a:extLst>
                <a:ext uri="{FF2B5EF4-FFF2-40B4-BE49-F238E27FC236}">
                  <a16:creationId xmlns:a16="http://schemas.microsoft.com/office/drawing/2014/main" id="{38A70486-85B2-B071-2D87-BA4BAAFD45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6162" y="66611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03" name="Oval 1077">
              <a:extLst>
                <a:ext uri="{FF2B5EF4-FFF2-40B4-BE49-F238E27FC236}">
                  <a16:creationId xmlns:a16="http://schemas.microsoft.com/office/drawing/2014/main" id="{EF375BB5-DE9B-3D3D-5FEB-CB5DE64CF5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1562" y="6710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04" name="Oval 1078">
              <a:extLst>
                <a:ext uri="{FF2B5EF4-FFF2-40B4-BE49-F238E27FC236}">
                  <a16:creationId xmlns:a16="http://schemas.microsoft.com/office/drawing/2014/main" id="{936CBEF3-7050-9445-E499-BB1556BD82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6962" y="6754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05" name="Oval 1079">
              <a:extLst>
                <a:ext uri="{FF2B5EF4-FFF2-40B4-BE49-F238E27FC236}">
                  <a16:creationId xmlns:a16="http://schemas.microsoft.com/office/drawing/2014/main" id="{05BD94DD-FC39-1048-9CCE-F7E333926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2362" y="6781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06" name="Oval 1080">
              <a:extLst>
                <a:ext uri="{FF2B5EF4-FFF2-40B4-BE49-F238E27FC236}">
                  <a16:creationId xmlns:a16="http://schemas.microsoft.com/office/drawing/2014/main" id="{59D844D2-C990-0D2F-4591-077085E31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6175" y="6810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07" name="Oval 1081">
              <a:extLst>
                <a:ext uri="{FF2B5EF4-FFF2-40B4-BE49-F238E27FC236}">
                  <a16:creationId xmlns:a16="http://schemas.microsoft.com/office/drawing/2014/main" id="{731B1314-9047-A964-3F15-90B15CCCF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7" y="68453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08" name="Oval 1082">
              <a:extLst>
                <a:ext uri="{FF2B5EF4-FFF2-40B4-BE49-F238E27FC236}">
                  <a16:creationId xmlns:a16="http://schemas.microsoft.com/office/drawing/2014/main" id="{D84F3713-095F-7863-D864-7C05200F3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2" y="6877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09" name="Oval 1083">
              <a:extLst>
                <a:ext uri="{FF2B5EF4-FFF2-40B4-BE49-F238E27FC236}">
                  <a16:creationId xmlns:a16="http://schemas.microsoft.com/office/drawing/2014/main" id="{CF44924D-AC55-7DA5-96F8-958908C04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4437" y="6907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10" name="Oval 1084">
              <a:extLst>
                <a:ext uri="{FF2B5EF4-FFF2-40B4-BE49-F238E27FC236}">
                  <a16:creationId xmlns:a16="http://schemas.microsoft.com/office/drawing/2014/main" id="{06070F41-530A-8B13-DFED-AD2FE8097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5" y="6080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11" name="Oval 1085">
              <a:extLst>
                <a:ext uri="{FF2B5EF4-FFF2-40B4-BE49-F238E27FC236}">
                  <a16:creationId xmlns:a16="http://schemas.microsoft.com/office/drawing/2014/main" id="{AE414AA0-604F-CF1A-DCDD-5F0BBECEE2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9612" y="6099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12" name="Oval 1086">
              <a:extLst>
                <a:ext uri="{FF2B5EF4-FFF2-40B4-BE49-F238E27FC236}">
                  <a16:creationId xmlns:a16="http://schemas.microsoft.com/office/drawing/2014/main" id="{212253C1-ACA6-9403-8B86-803FE25F66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9137" y="6137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13" name="Oval 1087">
              <a:extLst>
                <a:ext uri="{FF2B5EF4-FFF2-40B4-BE49-F238E27FC236}">
                  <a16:creationId xmlns:a16="http://schemas.microsoft.com/office/drawing/2014/main" id="{963B8ED0-D44A-6280-EBDB-5931BA60A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3425" y="6176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14" name="Oval 1088">
              <a:extLst>
                <a:ext uri="{FF2B5EF4-FFF2-40B4-BE49-F238E27FC236}">
                  <a16:creationId xmlns:a16="http://schemas.microsoft.com/office/drawing/2014/main" id="{21EE110F-D652-4AA0-6ECD-6C7222E3B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0887" y="6213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15" name="Oval 1089">
              <a:extLst>
                <a:ext uri="{FF2B5EF4-FFF2-40B4-BE49-F238E27FC236}">
                  <a16:creationId xmlns:a16="http://schemas.microsoft.com/office/drawing/2014/main" id="{08213E97-C780-11EB-AF33-6954198F5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3112" y="6245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16" name="Oval 1090">
              <a:extLst>
                <a:ext uri="{FF2B5EF4-FFF2-40B4-BE49-F238E27FC236}">
                  <a16:creationId xmlns:a16="http://schemas.microsoft.com/office/drawing/2014/main" id="{F775CF8D-0421-E4A4-9F57-44CC8EED1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8512" y="6288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17" name="Oval 1091">
              <a:extLst>
                <a:ext uri="{FF2B5EF4-FFF2-40B4-BE49-F238E27FC236}">
                  <a16:creationId xmlns:a16="http://schemas.microsoft.com/office/drawing/2014/main" id="{F710FF51-8F8F-3F15-91A5-873B26701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3912" y="633888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18" name="Oval 1093">
              <a:extLst>
                <a:ext uri="{FF2B5EF4-FFF2-40B4-BE49-F238E27FC236}">
                  <a16:creationId xmlns:a16="http://schemas.microsoft.com/office/drawing/2014/main" id="{A5BCC779-14B2-D572-F135-510E18EE1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2488" y="6376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19" name="Oval 1094">
              <a:extLst>
                <a:ext uri="{FF2B5EF4-FFF2-40B4-BE49-F238E27FC236}">
                  <a16:creationId xmlns:a16="http://schemas.microsoft.com/office/drawing/2014/main" id="{C214B3B0-1E4C-8903-E47A-D3DEDD19B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1063" y="64119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20" name="Oval 1095">
              <a:extLst>
                <a:ext uri="{FF2B5EF4-FFF2-40B4-BE49-F238E27FC236}">
                  <a16:creationId xmlns:a16="http://schemas.microsoft.com/office/drawing/2014/main" id="{F9AE42DD-3E39-5399-BBEA-867215ED02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1225" y="6457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21" name="Oval 1096">
              <a:extLst>
                <a:ext uri="{FF2B5EF4-FFF2-40B4-BE49-F238E27FC236}">
                  <a16:creationId xmlns:a16="http://schemas.microsoft.com/office/drawing/2014/main" id="{73458FDA-FB78-C828-104C-C1F1ED5AE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00" y="650716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22" name="Oval 1097">
              <a:extLst>
                <a:ext uri="{FF2B5EF4-FFF2-40B4-BE49-F238E27FC236}">
                  <a16:creationId xmlns:a16="http://schemas.microsoft.com/office/drawing/2014/main" id="{8A402F9F-13E3-7176-1F0E-F8D682141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9963" y="654685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23" name="Oval 1098">
              <a:extLst>
                <a:ext uri="{FF2B5EF4-FFF2-40B4-BE49-F238E27FC236}">
                  <a16:creationId xmlns:a16="http://schemas.microsoft.com/office/drawing/2014/main" id="{764A5E97-AE16-15AC-A1D7-9B928BDB9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8538" y="6586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24" name="Oval 1099">
              <a:extLst>
                <a:ext uri="{FF2B5EF4-FFF2-40B4-BE49-F238E27FC236}">
                  <a16:creationId xmlns:a16="http://schemas.microsoft.com/office/drawing/2014/main" id="{487D3938-EE54-52A3-2093-701F9A1B4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7113" y="6630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25" name="Oval 1100">
              <a:extLst>
                <a:ext uri="{FF2B5EF4-FFF2-40B4-BE49-F238E27FC236}">
                  <a16:creationId xmlns:a16="http://schemas.microsoft.com/office/drawing/2014/main" id="{0B5781FD-2078-7AE9-F1D4-0D1CF0960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0" y="667385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26" name="Oval 1101">
              <a:extLst>
                <a:ext uri="{FF2B5EF4-FFF2-40B4-BE49-F238E27FC236}">
                  <a16:creationId xmlns:a16="http://schemas.microsoft.com/office/drawing/2014/main" id="{3027A2AD-D8E9-0551-3CE0-FC99BA4A3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1088" y="6719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27" name="Oval 1102">
              <a:extLst>
                <a:ext uri="{FF2B5EF4-FFF2-40B4-BE49-F238E27FC236}">
                  <a16:creationId xmlns:a16="http://schemas.microsoft.com/office/drawing/2014/main" id="{0DC88334-D7FE-0406-3506-7A6D1B2A4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488" y="67532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28" name="Oval 1103">
              <a:extLst>
                <a:ext uri="{FF2B5EF4-FFF2-40B4-BE49-F238E27FC236}">
                  <a16:creationId xmlns:a16="http://schemas.microsoft.com/office/drawing/2014/main" id="{836522B6-28EF-CE01-AD2A-4E2327389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1888" y="6786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29" name="Oval 1104">
              <a:extLst>
                <a:ext uri="{FF2B5EF4-FFF2-40B4-BE49-F238E27FC236}">
                  <a16:creationId xmlns:a16="http://schemas.microsoft.com/office/drawing/2014/main" id="{D37E8367-B72D-3D7B-925B-DDBF94193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7288" y="6826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30" name="Oval 1105">
              <a:extLst>
                <a:ext uri="{FF2B5EF4-FFF2-40B4-BE49-F238E27FC236}">
                  <a16:creationId xmlns:a16="http://schemas.microsoft.com/office/drawing/2014/main" id="{896DA9C9-6409-BDC3-37E0-4E29CB39F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1100" y="6872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31" name="Oval 1106">
              <a:extLst>
                <a:ext uri="{FF2B5EF4-FFF2-40B4-BE49-F238E27FC236}">
                  <a16:creationId xmlns:a16="http://schemas.microsoft.com/office/drawing/2014/main" id="{C50D5362-1CCE-22CF-E473-3A4A91A8A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3325" y="690403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32" name="Oval 1107">
              <a:extLst>
                <a:ext uri="{FF2B5EF4-FFF2-40B4-BE49-F238E27FC236}">
                  <a16:creationId xmlns:a16="http://schemas.microsoft.com/office/drawing/2014/main" id="{F9305006-DFBC-2924-C9BB-334709930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6113" y="5997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33" name="Oval 1108">
              <a:extLst>
                <a:ext uri="{FF2B5EF4-FFF2-40B4-BE49-F238E27FC236}">
                  <a16:creationId xmlns:a16="http://schemas.microsoft.com/office/drawing/2014/main" id="{95D3F7A5-B835-2BE5-F5F0-FC50776D9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9288" y="6022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34" name="Oval 1109">
              <a:extLst>
                <a:ext uri="{FF2B5EF4-FFF2-40B4-BE49-F238E27FC236}">
                  <a16:creationId xmlns:a16="http://schemas.microsoft.com/office/drawing/2014/main" id="{A7580AEC-3720-F50A-EC6E-76BCD25C5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0" y="6057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35" name="Oval 1110">
              <a:extLst>
                <a:ext uri="{FF2B5EF4-FFF2-40B4-BE49-F238E27FC236}">
                  <a16:creationId xmlns:a16="http://schemas.microsoft.com/office/drawing/2014/main" id="{3B28E3BA-A5C3-F909-17BF-A4FF8331D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6275" y="6099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36" name="Oval 1111">
              <a:extLst>
                <a:ext uri="{FF2B5EF4-FFF2-40B4-BE49-F238E27FC236}">
                  <a16:creationId xmlns:a16="http://schemas.microsoft.com/office/drawing/2014/main" id="{E928A3A3-83F1-7F15-EFC6-68FFAFFE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8500" y="6154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37" name="Oval 1112">
              <a:extLst>
                <a:ext uri="{FF2B5EF4-FFF2-40B4-BE49-F238E27FC236}">
                  <a16:creationId xmlns:a16="http://schemas.microsoft.com/office/drawing/2014/main" id="{19648BF2-40C8-AD81-75FA-E6376D31E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3900" y="6196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38" name="Oval 1113">
              <a:extLst>
                <a:ext uri="{FF2B5EF4-FFF2-40B4-BE49-F238E27FC236}">
                  <a16:creationId xmlns:a16="http://schemas.microsoft.com/office/drawing/2014/main" id="{DC297DB0-BA62-7CC3-7786-453EB1F83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4063" y="6240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39" name="Oval 1114">
              <a:extLst>
                <a:ext uri="{FF2B5EF4-FFF2-40B4-BE49-F238E27FC236}">
                  <a16:creationId xmlns:a16="http://schemas.microsoft.com/office/drawing/2014/main" id="{FC92AA64-4D13-1501-E5F2-66696BBFCE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225" y="629920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40" name="Oval 1115">
              <a:extLst>
                <a:ext uri="{FF2B5EF4-FFF2-40B4-BE49-F238E27FC236}">
                  <a16:creationId xmlns:a16="http://schemas.microsoft.com/office/drawing/2014/main" id="{010247F4-52B9-1CA1-178D-FFFBACFB79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5975" y="6337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41" name="Oval 1116">
              <a:extLst>
                <a:ext uri="{FF2B5EF4-FFF2-40B4-BE49-F238E27FC236}">
                  <a16:creationId xmlns:a16="http://schemas.microsoft.com/office/drawing/2014/main" id="{31BEEFD0-DCCE-AC40-6BF7-F44BEE3DE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9313" y="6378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42" name="Oval 1117">
              <a:extLst>
                <a:ext uri="{FF2B5EF4-FFF2-40B4-BE49-F238E27FC236}">
                  <a16:creationId xmlns:a16="http://schemas.microsoft.com/office/drawing/2014/main" id="{38196744-5830-EE40-E4A5-43E1D90FEF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1063" y="6419851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43" name="Oval 1118">
              <a:extLst>
                <a:ext uri="{FF2B5EF4-FFF2-40B4-BE49-F238E27FC236}">
                  <a16:creationId xmlns:a16="http://schemas.microsoft.com/office/drawing/2014/main" id="{8E5AFBC7-BF91-52D3-36CB-3D1A027671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4400" y="6481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44" name="Oval 1119">
              <a:extLst>
                <a:ext uri="{FF2B5EF4-FFF2-40B4-BE49-F238E27FC236}">
                  <a16:creationId xmlns:a16="http://schemas.microsoft.com/office/drawing/2014/main" id="{EB628BF7-7C68-7FA3-AADD-9531DB181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6150" y="6530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45" name="Oval 1120">
              <a:extLst>
                <a:ext uri="{FF2B5EF4-FFF2-40B4-BE49-F238E27FC236}">
                  <a16:creationId xmlns:a16="http://schemas.microsoft.com/office/drawing/2014/main" id="{6D470426-D416-836E-6D3F-0C5C50DD0E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6313" y="6570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46" name="Oval 1121">
              <a:extLst>
                <a:ext uri="{FF2B5EF4-FFF2-40B4-BE49-F238E27FC236}">
                  <a16:creationId xmlns:a16="http://schemas.microsoft.com/office/drawing/2014/main" id="{555356B2-6C3D-FFC3-74FB-35D1F3E64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6475" y="6604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47" name="Oval 1122">
              <a:extLst>
                <a:ext uri="{FF2B5EF4-FFF2-40B4-BE49-F238E27FC236}">
                  <a16:creationId xmlns:a16="http://schemas.microsoft.com/office/drawing/2014/main" id="{90A747DF-8CA1-05BD-13ED-4F03D6344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6638" y="6643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48" name="Oval 1123">
              <a:extLst>
                <a:ext uri="{FF2B5EF4-FFF2-40B4-BE49-F238E27FC236}">
                  <a16:creationId xmlns:a16="http://schemas.microsoft.com/office/drawing/2014/main" id="{8BB3E9A0-A299-B27D-A448-6614B6C8E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3" y="6692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49" name="Oval 1124">
              <a:extLst>
                <a:ext uri="{FF2B5EF4-FFF2-40B4-BE49-F238E27FC236}">
                  <a16:creationId xmlns:a16="http://schemas.microsoft.com/office/drawing/2014/main" id="{50A376C2-6231-A1AE-BD84-58B00D861F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2200" y="6740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50" name="Oval 1125">
              <a:extLst>
                <a:ext uri="{FF2B5EF4-FFF2-40B4-BE49-F238E27FC236}">
                  <a16:creationId xmlns:a16="http://schemas.microsoft.com/office/drawing/2014/main" id="{420D86DC-7ED4-ED76-5256-28DD753C6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9188" y="6767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51" name="Oval 1126">
              <a:extLst>
                <a:ext uri="{FF2B5EF4-FFF2-40B4-BE49-F238E27FC236}">
                  <a16:creationId xmlns:a16="http://schemas.microsoft.com/office/drawing/2014/main" id="{B2EDD8A2-8BA1-90E2-2730-D94D85AFAC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4588" y="6802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52" name="Oval 1127">
              <a:extLst>
                <a:ext uri="{FF2B5EF4-FFF2-40B4-BE49-F238E27FC236}">
                  <a16:creationId xmlns:a16="http://schemas.microsoft.com/office/drawing/2014/main" id="{79411264-0D94-6D33-5C5E-DFEEAEC7C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8" y="6861176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53" name="Oval 1128">
              <a:extLst>
                <a:ext uri="{FF2B5EF4-FFF2-40B4-BE49-F238E27FC236}">
                  <a16:creationId xmlns:a16="http://schemas.microsoft.com/office/drawing/2014/main" id="{9C9783BE-BFCF-FC26-7CD5-19B1B2DD1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3800" y="68897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54" name="Oval 1129">
              <a:extLst>
                <a:ext uri="{FF2B5EF4-FFF2-40B4-BE49-F238E27FC236}">
                  <a16:creationId xmlns:a16="http://schemas.microsoft.com/office/drawing/2014/main" id="{CEC59247-D902-6C63-A05E-6935D1D99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6263" y="5922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55" name="Oval 1130">
              <a:extLst>
                <a:ext uri="{FF2B5EF4-FFF2-40B4-BE49-F238E27FC236}">
                  <a16:creationId xmlns:a16="http://schemas.microsoft.com/office/drawing/2014/main" id="{74AE4DDA-8E6F-B2CE-B164-EB5CDA7C3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5" y="5948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56" name="Oval 1131">
              <a:extLst>
                <a:ext uri="{FF2B5EF4-FFF2-40B4-BE49-F238E27FC236}">
                  <a16:creationId xmlns:a16="http://schemas.microsoft.com/office/drawing/2014/main" id="{0335F8EA-5887-45F9-489C-B6F7E80AD5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3725" y="5984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57" name="Oval 1132">
              <a:extLst>
                <a:ext uri="{FF2B5EF4-FFF2-40B4-BE49-F238E27FC236}">
                  <a16:creationId xmlns:a16="http://schemas.microsoft.com/office/drawing/2014/main" id="{1812268D-7ADB-39B7-51B2-04F98CADB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4363" y="6032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58" name="Oval 1133">
              <a:extLst>
                <a:ext uri="{FF2B5EF4-FFF2-40B4-BE49-F238E27FC236}">
                  <a16:creationId xmlns:a16="http://schemas.microsoft.com/office/drawing/2014/main" id="{B9352D9B-FFAD-09FF-50BC-07C58D4315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350" y="6092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59" name="Oval 1134">
              <a:extLst>
                <a:ext uri="{FF2B5EF4-FFF2-40B4-BE49-F238E27FC236}">
                  <a16:creationId xmlns:a16="http://schemas.microsoft.com/office/drawing/2014/main" id="{9C233FDE-E569-3BC3-D868-4CD799B43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3100" y="61468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60" name="Oval 1135">
              <a:extLst>
                <a:ext uri="{FF2B5EF4-FFF2-40B4-BE49-F238E27FC236}">
                  <a16:creationId xmlns:a16="http://schemas.microsoft.com/office/drawing/2014/main" id="{7B4E99EA-6A83-6C57-3DAF-05E91824E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5" y="62007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61" name="Oval 1136">
              <a:extLst>
                <a:ext uri="{FF2B5EF4-FFF2-40B4-BE49-F238E27FC236}">
                  <a16:creationId xmlns:a16="http://schemas.microsoft.com/office/drawing/2014/main" id="{AED67513-1B3D-BCEF-3291-550F9C4812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2950" y="6249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62" name="Oval 1137">
              <a:extLst>
                <a:ext uri="{FF2B5EF4-FFF2-40B4-BE49-F238E27FC236}">
                  <a16:creationId xmlns:a16="http://schemas.microsoft.com/office/drawing/2014/main" id="{BEB6587D-698A-7262-BEE7-AAD67C7447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9463" y="6300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63" name="Oval 1138">
              <a:extLst>
                <a:ext uri="{FF2B5EF4-FFF2-40B4-BE49-F238E27FC236}">
                  <a16:creationId xmlns:a16="http://schemas.microsoft.com/office/drawing/2014/main" id="{B687574D-2247-03F0-A59B-62D9EEC7D3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5975" y="6359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64" name="Oval 1139">
              <a:extLst>
                <a:ext uri="{FF2B5EF4-FFF2-40B4-BE49-F238E27FC236}">
                  <a16:creationId xmlns:a16="http://schemas.microsoft.com/office/drawing/2014/main" id="{876C4A22-C50C-8F34-DD84-47C4B65C0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2488" y="6403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65" name="Oval 1140">
              <a:extLst>
                <a:ext uri="{FF2B5EF4-FFF2-40B4-BE49-F238E27FC236}">
                  <a16:creationId xmlns:a16="http://schemas.microsoft.com/office/drawing/2014/main" id="{34BB9000-8FC1-05D3-4B49-147FB8C114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0" y="6459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66" name="Oval 1141">
              <a:extLst>
                <a:ext uri="{FF2B5EF4-FFF2-40B4-BE49-F238E27FC236}">
                  <a16:creationId xmlns:a16="http://schemas.microsoft.com/office/drawing/2014/main" id="{24218D0B-A74B-3D9C-C618-9CBD97FEB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2338" y="6494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67" name="Oval 1142">
              <a:extLst>
                <a:ext uri="{FF2B5EF4-FFF2-40B4-BE49-F238E27FC236}">
                  <a16:creationId xmlns:a16="http://schemas.microsoft.com/office/drawing/2014/main" id="{5B870E1E-33F7-C922-DA69-7D04FBBF8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5675" y="6545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68" name="Oval 1143">
              <a:extLst>
                <a:ext uri="{FF2B5EF4-FFF2-40B4-BE49-F238E27FC236}">
                  <a16:creationId xmlns:a16="http://schemas.microsoft.com/office/drawing/2014/main" id="{316F87EC-55F6-BF82-8174-56D35E733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425" y="659606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69" name="Oval 1144">
              <a:extLst>
                <a:ext uri="{FF2B5EF4-FFF2-40B4-BE49-F238E27FC236}">
                  <a16:creationId xmlns:a16="http://schemas.microsoft.com/office/drawing/2014/main" id="{6B3C5DBA-80A3-7C2C-9452-B99D44C97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9175" y="6638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70" name="Oval 1145">
              <a:extLst>
                <a:ext uri="{FF2B5EF4-FFF2-40B4-BE49-F238E27FC236}">
                  <a16:creationId xmlns:a16="http://schemas.microsoft.com/office/drawing/2014/main" id="{85DD26E4-CD46-0389-A53B-970F6145C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9338" y="6684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71" name="Oval 1146">
              <a:extLst>
                <a:ext uri="{FF2B5EF4-FFF2-40B4-BE49-F238E27FC236}">
                  <a16:creationId xmlns:a16="http://schemas.microsoft.com/office/drawing/2014/main" id="{70363422-5CB6-412C-4C14-FED87FFA3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7913" y="6732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72" name="Oval 1147">
              <a:extLst>
                <a:ext uri="{FF2B5EF4-FFF2-40B4-BE49-F238E27FC236}">
                  <a16:creationId xmlns:a16="http://schemas.microsoft.com/office/drawing/2014/main" id="{3DCB4CF7-9D8B-A3AE-E7C7-85236B578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488" y="6751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73" name="Oval 1148">
              <a:extLst>
                <a:ext uri="{FF2B5EF4-FFF2-40B4-BE49-F238E27FC236}">
                  <a16:creationId xmlns:a16="http://schemas.microsoft.com/office/drawing/2014/main" id="{F6F1EDD0-9C72-F5EE-6D90-AB0C18B35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783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74" name="Oval 1149">
              <a:extLst>
                <a:ext uri="{FF2B5EF4-FFF2-40B4-BE49-F238E27FC236}">
                  <a16:creationId xmlns:a16="http://schemas.microsoft.com/office/drawing/2014/main" id="{60FF5B0F-6992-8819-F144-D4DFB8817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8875" y="6845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75" name="Oval 1150">
              <a:extLst>
                <a:ext uri="{FF2B5EF4-FFF2-40B4-BE49-F238E27FC236}">
                  <a16:creationId xmlns:a16="http://schemas.microsoft.com/office/drawing/2014/main" id="{7A271318-3825-DC5D-8D0E-98B1AE2F0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4275" y="6877051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76" name="Oval 1151">
              <a:extLst>
                <a:ext uri="{FF2B5EF4-FFF2-40B4-BE49-F238E27FC236}">
                  <a16:creationId xmlns:a16="http://schemas.microsoft.com/office/drawing/2014/main" id="{9006A923-57B0-7B75-C985-B93F1EC29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8475" y="5842001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77" name="Oval 1152">
              <a:extLst>
                <a:ext uri="{FF2B5EF4-FFF2-40B4-BE49-F238E27FC236}">
                  <a16:creationId xmlns:a16="http://schemas.microsoft.com/office/drawing/2014/main" id="{9D1C3DF9-9AFD-2F8A-B977-E01040884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3238" y="5872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78" name="Oval 1153">
              <a:extLst>
                <a:ext uri="{FF2B5EF4-FFF2-40B4-BE49-F238E27FC236}">
                  <a16:creationId xmlns:a16="http://schemas.microsoft.com/office/drawing/2014/main" id="{02B0D705-612F-F3FC-1B76-3F1DEF2CC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0700" y="5915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79" name="Oval 1154">
              <a:extLst>
                <a:ext uri="{FF2B5EF4-FFF2-40B4-BE49-F238E27FC236}">
                  <a16:creationId xmlns:a16="http://schemas.microsoft.com/office/drawing/2014/main" id="{FBD3BA6D-8D89-BE66-D1BA-2ECD5841EB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07688" y="5980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0" name="Oval 1155">
              <a:extLst>
                <a:ext uri="{FF2B5EF4-FFF2-40B4-BE49-F238E27FC236}">
                  <a16:creationId xmlns:a16="http://schemas.microsoft.com/office/drawing/2014/main" id="{E816A847-D3FA-4D94-9B05-A5F2A75DB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5" y="6038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1" name="Oval 1156">
              <a:extLst>
                <a:ext uri="{FF2B5EF4-FFF2-40B4-BE49-F238E27FC236}">
                  <a16:creationId xmlns:a16="http://schemas.microsoft.com/office/drawing/2014/main" id="{C2E30F50-529F-8065-4A7D-31A1901BF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9125" y="6096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2" name="Oval 1157">
              <a:extLst>
                <a:ext uri="{FF2B5EF4-FFF2-40B4-BE49-F238E27FC236}">
                  <a16:creationId xmlns:a16="http://schemas.microsoft.com/office/drawing/2014/main" id="{88F7018D-B852-76AC-D079-FED078416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0" y="614680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3" name="Oval 1158">
              <a:extLst>
                <a:ext uri="{FF2B5EF4-FFF2-40B4-BE49-F238E27FC236}">
                  <a16:creationId xmlns:a16="http://schemas.microsoft.com/office/drawing/2014/main" id="{1994F9F3-4ACB-D9F0-E80E-8977AED47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1675" y="6205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4" name="Oval 1159">
              <a:extLst>
                <a:ext uri="{FF2B5EF4-FFF2-40B4-BE49-F238E27FC236}">
                  <a16:creationId xmlns:a16="http://schemas.microsoft.com/office/drawing/2014/main" id="{208E0750-1511-8DD0-B960-AD6A284965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2950" y="6264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5" name="Oval 1160">
              <a:extLst>
                <a:ext uri="{FF2B5EF4-FFF2-40B4-BE49-F238E27FC236}">
                  <a16:creationId xmlns:a16="http://schemas.microsoft.com/office/drawing/2014/main" id="{BAF4D68F-6054-75F2-1EEE-60CCC6713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225" y="6323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6" name="Oval 1161">
              <a:extLst>
                <a:ext uri="{FF2B5EF4-FFF2-40B4-BE49-F238E27FC236}">
                  <a16:creationId xmlns:a16="http://schemas.microsoft.com/office/drawing/2014/main" id="{BBB9B621-89A5-5DD6-A5B1-9E9A92D74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3913" y="638016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7" name="Oval 1162">
              <a:extLst>
                <a:ext uri="{FF2B5EF4-FFF2-40B4-BE49-F238E27FC236}">
                  <a16:creationId xmlns:a16="http://schemas.microsoft.com/office/drawing/2014/main" id="{EAEFCA28-076C-7260-9FF0-2F8FFA185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6432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8" name="Oval 1163">
              <a:extLst>
                <a:ext uri="{FF2B5EF4-FFF2-40B4-BE49-F238E27FC236}">
                  <a16:creationId xmlns:a16="http://schemas.microsoft.com/office/drawing/2014/main" id="{A056F242-DFAF-B7A1-BE7B-E341C248F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0113" y="6465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89" name="Oval 1164">
              <a:extLst>
                <a:ext uri="{FF2B5EF4-FFF2-40B4-BE49-F238E27FC236}">
                  <a16:creationId xmlns:a16="http://schemas.microsoft.com/office/drawing/2014/main" id="{DA49B2B3-BCE2-673A-2451-DEFCB8F9D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6625" y="6518276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90" name="Oval 1165">
              <a:extLst>
                <a:ext uri="{FF2B5EF4-FFF2-40B4-BE49-F238E27FC236}">
                  <a16:creationId xmlns:a16="http://schemas.microsoft.com/office/drawing/2014/main" id="{28708DCE-3E7E-159A-511F-9348E11BC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1550" y="657383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91" name="Oval 1166">
              <a:extLst>
                <a:ext uri="{FF2B5EF4-FFF2-40B4-BE49-F238E27FC236}">
                  <a16:creationId xmlns:a16="http://schemas.microsoft.com/office/drawing/2014/main" id="{0DAB6D23-B5B4-76DF-255A-84160D6323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3300" y="66262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92" name="Oval 1167">
              <a:extLst>
                <a:ext uri="{FF2B5EF4-FFF2-40B4-BE49-F238E27FC236}">
                  <a16:creationId xmlns:a16="http://schemas.microsoft.com/office/drawing/2014/main" id="{4CD0DA55-D433-1F61-AC6D-8C8FB4DF6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5050" y="6667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93" name="Oval 1168">
              <a:extLst>
                <a:ext uri="{FF2B5EF4-FFF2-40B4-BE49-F238E27FC236}">
                  <a16:creationId xmlns:a16="http://schemas.microsoft.com/office/drawing/2014/main" id="{8CB3D893-A1E6-71BA-D980-20721FE0E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3" y="6715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94" name="Oval 1169">
              <a:extLst>
                <a:ext uri="{FF2B5EF4-FFF2-40B4-BE49-F238E27FC236}">
                  <a16:creationId xmlns:a16="http://schemas.microsoft.com/office/drawing/2014/main" id="{47DA75FB-8BC6-C9F0-0ABD-833077AF8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3788" y="67452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95" name="Oval 1170">
              <a:extLst>
                <a:ext uri="{FF2B5EF4-FFF2-40B4-BE49-F238E27FC236}">
                  <a16:creationId xmlns:a16="http://schemas.microsoft.com/office/drawing/2014/main" id="{B3D66FFB-8CCE-18E8-4E4F-9807EA36B6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2363" y="6778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96" name="Oval 1171">
              <a:extLst>
                <a:ext uri="{FF2B5EF4-FFF2-40B4-BE49-F238E27FC236}">
                  <a16:creationId xmlns:a16="http://schemas.microsoft.com/office/drawing/2014/main" id="{C1890D40-1605-D730-A948-AA5FBA3FD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0" y="6824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97" name="Oval 1172">
              <a:extLst>
                <a:ext uri="{FF2B5EF4-FFF2-40B4-BE49-F238E27FC236}">
                  <a16:creationId xmlns:a16="http://schemas.microsoft.com/office/drawing/2014/main" id="{04A30715-3519-B078-D599-F235FA83F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4750" y="6865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98" name="Oval 1173">
              <a:extLst>
                <a:ext uri="{FF2B5EF4-FFF2-40B4-BE49-F238E27FC236}">
                  <a16:creationId xmlns:a16="http://schemas.microsoft.com/office/drawing/2014/main" id="{781ED78D-545F-131B-FF23-22BBEDF730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0150" y="690721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99" name="Oval 1174">
              <a:extLst>
                <a:ext uri="{FF2B5EF4-FFF2-40B4-BE49-F238E27FC236}">
                  <a16:creationId xmlns:a16="http://schemas.microsoft.com/office/drawing/2014/main" id="{36D576DC-A6C5-6128-E9D6-0131FC37C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6400" y="5759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00" name="Oval 1175">
              <a:extLst>
                <a:ext uri="{FF2B5EF4-FFF2-40B4-BE49-F238E27FC236}">
                  <a16:creationId xmlns:a16="http://schemas.microsoft.com/office/drawing/2014/main" id="{16497122-A505-383E-BBEB-8EF9FD775B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74338" y="579278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01" name="Oval 1176">
              <a:extLst>
                <a:ext uri="{FF2B5EF4-FFF2-40B4-BE49-F238E27FC236}">
                  <a16:creationId xmlns:a16="http://schemas.microsoft.com/office/drawing/2014/main" id="{747F4151-010D-5464-495E-42C5A653D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98150" y="5840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02" name="Oval 1177">
              <a:extLst>
                <a:ext uri="{FF2B5EF4-FFF2-40B4-BE49-F238E27FC236}">
                  <a16:creationId xmlns:a16="http://schemas.microsoft.com/office/drawing/2014/main" id="{0492DCB1-BAF1-36B4-0B61-53DD93915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3075" y="590550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03" name="Oval 1178">
              <a:extLst>
                <a:ext uri="{FF2B5EF4-FFF2-40B4-BE49-F238E27FC236}">
                  <a16:creationId xmlns:a16="http://schemas.microsoft.com/office/drawing/2014/main" id="{2EF14102-986C-9ACE-1AC1-1C7B641F0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74350" y="5981701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04" name="Oval 1179">
              <a:extLst>
                <a:ext uri="{FF2B5EF4-FFF2-40B4-BE49-F238E27FC236}">
                  <a16:creationId xmlns:a16="http://schemas.microsoft.com/office/drawing/2014/main" id="{50FBAED9-C29C-762F-7051-8F9C97388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1975" y="60277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05" name="Oval 1180">
              <a:extLst>
                <a:ext uri="{FF2B5EF4-FFF2-40B4-BE49-F238E27FC236}">
                  <a16:creationId xmlns:a16="http://schemas.microsoft.com/office/drawing/2014/main" id="{DD7828B5-C169-5A96-1BB3-A4494F93E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1188" y="6099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06" name="Oval 1181">
              <a:extLst>
                <a:ext uri="{FF2B5EF4-FFF2-40B4-BE49-F238E27FC236}">
                  <a16:creationId xmlns:a16="http://schemas.microsoft.com/office/drawing/2014/main" id="{C657AF93-2211-A1C5-F262-9E424CD711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0" y="6173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07" name="Oval 1182">
              <a:extLst>
                <a:ext uri="{FF2B5EF4-FFF2-40B4-BE49-F238E27FC236}">
                  <a16:creationId xmlns:a16="http://schemas.microsoft.com/office/drawing/2014/main" id="{79E81A4F-AE57-9C1C-2209-F9A0B7F83A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5" y="6237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08" name="Oval 1183">
              <a:extLst>
                <a:ext uri="{FF2B5EF4-FFF2-40B4-BE49-F238E27FC236}">
                  <a16:creationId xmlns:a16="http://schemas.microsoft.com/office/drawing/2014/main" id="{02746D95-D57E-A201-1AAF-C9F5F8AFA1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4063" y="6294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09" name="Oval 1184">
              <a:extLst>
                <a:ext uri="{FF2B5EF4-FFF2-40B4-BE49-F238E27FC236}">
                  <a16:creationId xmlns:a16="http://schemas.microsoft.com/office/drawing/2014/main" id="{EEA178FD-D5BE-3896-222C-824BDD6F54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8513" y="6350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10" name="Oval 1185">
              <a:extLst>
                <a:ext uri="{FF2B5EF4-FFF2-40B4-BE49-F238E27FC236}">
                  <a16:creationId xmlns:a16="http://schemas.microsoft.com/office/drawing/2014/main" id="{DE00BDA3-AC41-72D1-C20F-FD9A8F64A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9788" y="6407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11" name="Oval 1186">
              <a:extLst>
                <a:ext uri="{FF2B5EF4-FFF2-40B4-BE49-F238E27FC236}">
                  <a16:creationId xmlns:a16="http://schemas.microsoft.com/office/drawing/2014/main" id="{F0E7E536-C69D-9300-CDBD-32D303D8C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1063" y="645636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12" name="Oval 1187">
              <a:extLst>
                <a:ext uri="{FF2B5EF4-FFF2-40B4-BE49-F238E27FC236}">
                  <a16:creationId xmlns:a16="http://schemas.microsoft.com/office/drawing/2014/main" id="{A9D48FB5-D943-9852-5D74-C3D886527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9163" y="650240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13" name="Oval 1188">
              <a:extLst>
                <a:ext uri="{FF2B5EF4-FFF2-40B4-BE49-F238E27FC236}">
                  <a16:creationId xmlns:a16="http://schemas.microsoft.com/office/drawing/2014/main" id="{0CBA8498-CF4D-BDC0-9DBE-B22FAA917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4088" y="654526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14" name="Oval 1189">
              <a:extLst>
                <a:ext uri="{FF2B5EF4-FFF2-40B4-BE49-F238E27FC236}">
                  <a16:creationId xmlns:a16="http://schemas.microsoft.com/office/drawing/2014/main" id="{3E04EF9A-116C-81BC-B9F8-F4B5E2B21B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9013" y="6605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15" name="Oval 1190">
              <a:extLst>
                <a:ext uri="{FF2B5EF4-FFF2-40B4-BE49-F238E27FC236}">
                  <a16:creationId xmlns:a16="http://schemas.microsoft.com/office/drawing/2014/main" id="{2DB28494-C816-0793-2032-B036D08D5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2350" y="6646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16" name="Oval 1191">
              <a:extLst>
                <a:ext uri="{FF2B5EF4-FFF2-40B4-BE49-F238E27FC236}">
                  <a16:creationId xmlns:a16="http://schemas.microsoft.com/office/drawing/2014/main" id="{728D5814-65B0-B0D4-233B-6AD17DE8E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0" y="66976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17" name="Oval 1192">
              <a:extLst>
                <a:ext uri="{FF2B5EF4-FFF2-40B4-BE49-F238E27FC236}">
                  <a16:creationId xmlns:a16="http://schemas.microsoft.com/office/drawing/2014/main" id="{8BE938B2-05D8-88B3-27B5-1BADC1685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3" y="6740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18" name="Oval 1193">
              <a:extLst>
                <a:ext uri="{FF2B5EF4-FFF2-40B4-BE49-F238E27FC236}">
                  <a16:creationId xmlns:a16="http://schemas.microsoft.com/office/drawing/2014/main" id="{617FF6F8-7E33-9C5F-8C1B-9F1EFE3A6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2838" y="6772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19" name="Oval 1194">
              <a:extLst>
                <a:ext uri="{FF2B5EF4-FFF2-40B4-BE49-F238E27FC236}">
                  <a16:creationId xmlns:a16="http://schemas.microsoft.com/office/drawing/2014/main" id="{7DF86D28-6A9D-C40A-19C2-45EA40CD4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9825" y="6807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20" name="Oval 1195">
              <a:extLst>
                <a:ext uri="{FF2B5EF4-FFF2-40B4-BE49-F238E27FC236}">
                  <a16:creationId xmlns:a16="http://schemas.microsoft.com/office/drawing/2014/main" id="{C3EA6492-88D7-74F2-3546-5B0F7A40A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6813" y="6848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21" name="Oval 1196">
              <a:extLst>
                <a:ext uri="{FF2B5EF4-FFF2-40B4-BE49-F238E27FC236}">
                  <a16:creationId xmlns:a16="http://schemas.microsoft.com/office/drawing/2014/main" id="{E7B299B6-A662-9E11-A1AC-65F1136DA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3" y="6888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22" name="Oval 1197">
              <a:extLst>
                <a:ext uri="{FF2B5EF4-FFF2-40B4-BE49-F238E27FC236}">
                  <a16:creationId xmlns:a16="http://schemas.microsoft.com/office/drawing/2014/main" id="{04B67C80-5063-D7C4-F418-C1A6A87EB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0038" y="5646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23" name="Oval 1198">
              <a:extLst>
                <a:ext uri="{FF2B5EF4-FFF2-40B4-BE49-F238E27FC236}">
                  <a16:creationId xmlns:a16="http://schemas.microsoft.com/office/drawing/2014/main" id="{D20E14F0-4A93-EDCC-24FD-4BD96D0823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1150" y="5672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24" name="Oval 1199">
              <a:extLst>
                <a:ext uri="{FF2B5EF4-FFF2-40B4-BE49-F238E27FC236}">
                  <a16:creationId xmlns:a16="http://schemas.microsoft.com/office/drawing/2014/main" id="{99091874-1C53-712A-FC62-7144138F7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2900" y="5745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25" name="Oval 1200">
              <a:extLst>
                <a:ext uri="{FF2B5EF4-FFF2-40B4-BE49-F238E27FC236}">
                  <a16:creationId xmlns:a16="http://schemas.microsoft.com/office/drawing/2014/main" id="{BD48B572-A03B-5746-1B07-6865BB3043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50525" y="5838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26" name="Oval 1201">
              <a:extLst>
                <a:ext uri="{FF2B5EF4-FFF2-40B4-BE49-F238E27FC236}">
                  <a16:creationId xmlns:a16="http://schemas.microsoft.com/office/drawing/2014/main" id="{49A9B89F-DAAE-6F8D-A35C-8443309A7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06088" y="591661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27" name="Oval 1202">
              <a:extLst>
                <a:ext uri="{FF2B5EF4-FFF2-40B4-BE49-F238E27FC236}">
                  <a16:creationId xmlns:a16="http://schemas.microsoft.com/office/drawing/2014/main" id="{76B4D7CF-6386-31DE-4F4F-C740F07A4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3238" y="59753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28" name="Oval 1203">
              <a:extLst>
                <a:ext uri="{FF2B5EF4-FFF2-40B4-BE49-F238E27FC236}">
                  <a16:creationId xmlns:a16="http://schemas.microsoft.com/office/drawing/2014/main" id="{DECD3AEE-08B0-8531-E1B4-62E2FE31F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1975" y="6062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29" name="Oval 1204">
              <a:extLst>
                <a:ext uri="{FF2B5EF4-FFF2-40B4-BE49-F238E27FC236}">
                  <a16:creationId xmlns:a16="http://schemas.microsoft.com/office/drawing/2014/main" id="{73F59FD3-E74F-36CA-B931-FCACF15AD7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9125" y="6143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30" name="Oval 1205">
              <a:extLst>
                <a:ext uri="{FF2B5EF4-FFF2-40B4-BE49-F238E27FC236}">
                  <a16:creationId xmlns:a16="http://schemas.microsoft.com/office/drawing/2014/main" id="{7D8A9FB8-8177-8F90-E8FB-1ECF085EFE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3100" y="6203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31" name="Oval 1206">
              <a:extLst>
                <a:ext uri="{FF2B5EF4-FFF2-40B4-BE49-F238E27FC236}">
                  <a16:creationId xmlns:a16="http://schemas.microsoft.com/office/drawing/2014/main" id="{7580BE9A-B8DF-993E-251B-CBA1D809D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3900" y="62658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32" name="Oval 1207">
              <a:extLst>
                <a:ext uri="{FF2B5EF4-FFF2-40B4-BE49-F238E27FC236}">
                  <a16:creationId xmlns:a16="http://schemas.microsoft.com/office/drawing/2014/main" id="{297A4483-391F-D63A-85DF-8706DB4EA7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3113" y="6323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33" name="Oval 1208">
              <a:extLst>
                <a:ext uri="{FF2B5EF4-FFF2-40B4-BE49-F238E27FC236}">
                  <a16:creationId xmlns:a16="http://schemas.microsoft.com/office/drawing/2014/main" id="{DDBF4A9A-47C2-734D-FA35-BC9AB57A7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9150" y="6384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34" name="Oval 1209">
              <a:extLst>
                <a:ext uri="{FF2B5EF4-FFF2-40B4-BE49-F238E27FC236}">
                  <a16:creationId xmlns:a16="http://schemas.microsoft.com/office/drawing/2014/main" id="{6A4BE9FE-B9AD-6875-BB62-27805A9595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643413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35" name="Oval 1210">
              <a:extLst>
                <a:ext uri="{FF2B5EF4-FFF2-40B4-BE49-F238E27FC236}">
                  <a16:creationId xmlns:a16="http://schemas.microsoft.com/office/drawing/2014/main" id="{2FA1F905-3435-19E4-AACF-9146E277EC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1700" y="6480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36" name="Oval 1211">
              <a:extLst>
                <a:ext uri="{FF2B5EF4-FFF2-40B4-BE49-F238E27FC236}">
                  <a16:creationId xmlns:a16="http://schemas.microsoft.com/office/drawing/2014/main" id="{121EFC6F-A8D1-C93F-5DD8-961F1AF09D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00" y="6534151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37" name="Oval 1212">
              <a:extLst>
                <a:ext uri="{FF2B5EF4-FFF2-40B4-BE49-F238E27FC236}">
                  <a16:creationId xmlns:a16="http://schemas.microsoft.com/office/drawing/2014/main" id="{07440141-4395-05F8-C09D-1487EDE0B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6313" y="65817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38" name="Oval 1213">
              <a:extLst>
                <a:ext uri="{FF2B5EF4-FFF2-40B4-BE49-F238E27FC236}">
                  <a16:creationId xmlns:a16="http://schemas.microsoft.com/office/drawing/2014/main" id="{64BEC8D2-36E1-CE3F-7867-01369DF7E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1238" y="6627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39" name="Oval 1214">
              <a:extLst>
                <a:ext uri="{FF2B5EF4-FFF2-40B4-BE49-F238E27FC236}">
                  <a16:creationId xmlns:a16="http://schemas.microsoft.com/office/drawing/2014/main" id="{AA9DB28C-ABAB-65E8-3E90-1F463315CB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4575" y="6683376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40" name="Oval 1215">
              <a:extLst>
                <a:ext uri="{FF2B5EF4-FFF2-40B4-BE49-F238E27FC236}">
                  <a16:creationId xmlns:a16="http://schemas.microsoft.com/office/drawing/2014/main" id="{F170EDA1-00C9-D55D-CADA-82E415A82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4738" y="6732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41" name="Oval 1216">
              <a:extLst>
                <a:ext uri="{FF2B5EF4-FFF2-40B4-BE49-F238E27FC236}">
                  <a16:creationId xmlns:a16="http://schemas.microsoft.com/office/drawing/2014/main" id="{0A79A3F5-7DD5-E2B6-AB5D-E1380DC6E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4900" y="67691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42" name="Oval 1217">
              <a:extLst>
                <a:ext uri="{FF2B5EF4-FFF2-40B4-BE49-F238E27FC236}">
                  <a16:creationId xmlns:a16="http://schemas.microsoft.com/office/drawing/2014/main" id="{4D145F98-749B-DB78-8DF3-158BCE5F13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796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43" name="Oval 1218">
              <a:extLst>
                <a:ext uri="{FF2B5EF4-FFF2-40B4-BE49-F238E27FC236}">
                  <a16:creationId xmlns:a16="http://schemas.microsoft.com/office/drawing/2014/main" id="{879CE02D-1357-90AA-DC9F-3D7FE535D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0463" y="6840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44" name="Oval 1219">
              <a:extLst>
                <a:ext uri="{FF2B5EF4-FFF2-40B4-BE49-F238E27FC236}">
                  <a16:creationId xmlns:a16="http://schemas.microsoft.com/office/drawing/2014/main" id="{065EA4EA-A28A-AA5D-44DF-F5B7EE961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5863" y="6875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45" name="Oval 1220">
              <a:extLst>
                <a:ext uri="{FF2B5EF4-FFF2-40B4-BE49-F238E27FC236}">
                  <a16:creationId xmlns:a16="http://schemas.microsoft.com/office/drawing/2014/main" id="{AC787B4A-C005-BA7B-08E1-B9E78BBF1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8275" y="5505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46" name="Oval 1221">
              <a:extLst>
                <a:ext uri="{FF2B5EF4-FFF2-40B4-BE49-F238E27FC236}">
                  <a16:creationId xmlns:a16="http://schemas.microsoft.com/office/drawing/2014/main" id="{F59483D8-59DD-4499-FE65-4577BF696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7325" y="5534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47" name="Oval 1222">
              <a:extLst>
                <a:ext uri="{FF2B5EF4-FFF2-40B4-BE49-F238E27FC236}">
                  <a16:creationId xmlns:a16="http://schemas.microsoft.com/office/drawing/2014/main" id="{33590E99-D226-A3F7-F3BD-6084CFFFC2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4950" y="5646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48" name="Oval 1223">
              <a:extLst>
                <a:ext uri="{FF2B5EF4-FFF2-40B4-BE49-F238E27FC236}">
                  <a16:creationId xmlns:a16="http://schemas.microsoft.com/office/drawing/2014/main" id="{189928C5-CCC9-CDDD-57B1-D493EE8FE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0038" y="5770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49" name="Oval 1224">
              <a:extLst>
                <a:ext uri="{FF2B5EF4-FFF2-40B4-BE49-F238E27FC236}">
                  <a16:creationId xmlns:a16="http://schemas.microsoft.com/office/drawing/2014/main" id="{9FFB5D07-D376-6038-3E18-097F7E197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33063" y="5843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50" name="Oval 1225">
              <a:extLst>
                <a:ext uri="{FF2B5EF4-FFF2-40B4-BE49-F238E27FC236}">
                  <a16:creationId xmlns:a16="http://schemas.microsoft.com/office/drawing/2014/main" id="{74C65882-E1BD-4F8E-BBAF-EDC36A1B1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06088" y="5927726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51" name="Oval 1226">
              <a:extLst>
                <a:ext uri="{FF2B5EF4-FFF2-40B4-BE49-F238E27FC236}">
                  <a16:creationId xmlns:a16="http://schemas.microsoft.com/office/drawing/2014/main" id="{B594330D-68DE-4C8D-F46E-B84BF4A90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74350" y="6026151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52" name="Oval 1227">
              <a:extLst>
                <a:ext uri="{FF2B5EF4-FFF2-40B4-BE49-F238E27FC236}">
                  <a16:creationId xmlns:a16="http://schemas.microsoft.com/office/drawing/2014/main" id="{E1BFF91A-7102-E870-939A-441385EEF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5" y="6103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53" name="Oval 1228">
              <a:extLst>
                <a:ext uri="{FF2B5EF4-FFF2-40B4-BE49-F238E27FC236}">
                  <a16:creationId xmlns:a16="http://schemas.microsoft.com/office/drawing/2014/main" id="{4B627EE9-C151-54E9-A7DA-B807ACA7CD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350" y="6175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54" name="Oval 1229">
              <a:extLst>
                <a:ext uri="{FF2B5EF4-FFF2-40B4-BE49-F238E27FC236}">
                  <a16:creationId xmlns:a16="http://schemas.microsoft.com/office/drawing/2014/main" id="{8188E374-9D81-CC36-57E0-D18058527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8500" y="6242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55" name="Oval 1230">
              <a:extLst>
                <a:ext uri="{FF2B5EF4-FFF2-40B4-BE49-F238E27FC236}">
                  <a16:creationId xmlns:a16="http://schemas.microsoft.com/office/drawing/2014/main" id="{78DC3FEC-FC22-F4BE-CA2F-08121F3B9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0888" y="6305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56" name="Oval 1231">
              <a:extLst>
                <a:ext uri="{FF2B5EF4-FFF2-40B4-BE49-F238E27FC236}">
                  <a16:creationId xmlns:a16="http://schemas.microsoft.com/office/drawing/2014/main" id="{AD977FCE-C447-7489-A788-8D05A5AFE5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0100" y="6364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57" name="Oval 1232">
              <a:extLst>
                <a:ext uri="{FF2B5EF4-FFF2-40B4-BE49-F238E27FC236}">
                  <a16:creationId xmlns:a16="http://schemas.microsoft.com/office/drawing/2014/main" id="{95D75933-CACB-8C7C-D15D-F15E65C3F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6138" y="6413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58" name="Oval 1233">
              <a:extLst>
                <a:ext uri="{FF2B5EF4-FFF2-40B4-BE49-F238E27FC236}">
                  <a16:creationId xmlns:a16="http://schemas.microsoft.com/office/drawing/2014/main" id="{199A470A-2AAF-906C-34C7-A6BEFA945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0" y="6459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59" name="Oval 1234">
              <a:extLst>
                <a:ext uri="{FF2B5EF4-FFF2-40B4-BE49-F238E27FC236}">
                  <a16:creationId xmlns:a16="http://schemas.microsoft.com/office/drawing/2014/main" id="{1915C8B9-46F3-D733-B32C-D391DA2E1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8688" y="6511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60" name="Oval 1235">
              <a:extLst>
                <a:ext uri="{FF2B5EF4-FFF2-40B4-BE49-F238E27FC236}">
                  <a16:creationId xmlns:a16="http://schemas.microsoft.com/office/drawing/2014/main" id="{7EEC51BF-AA38-EE7B-1B05-4464B1A405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6788" y="6562726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61" name="Oval 1236">
              <a:extLst>
                <a:ext uri="{FF2B5EF4-FFF2-40B4-BE49-F238E27FC236}">
                  <a16:creationId xmlns:a16="http://schemas.microsoft.com/office/drawing/2014/main" id="{1826CF66-E4D6-FC2A-F590-940164C3CF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1713" y="6618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62" name="Oval 1237">
              <a:extLst>
                <a:ext uri="{FF2B5EF4-FFF2-40B4-BE49-F238E27FC236}">
                  <a16:creationId xmlns:a16="http://schemas.microsoft.com/office/drawing/2014/main" id="{340A5845-1D95-89EA-8FCC-4EDC28618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5050" y="6669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63" name="Oval 1238">
              <a:extLst>
                <a:ext uri="{FF2B5EF4-FFF2-40B4-BE49-F238E27FC236}">
                  <a16:creationId xmlns:a16="http://schemas.microsoft.com/office/drawing/2014/main" id="{778CEAFF-340C-6E4B-ED2A-6DC84F4F19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6800" y="6716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64" name="Oval 1239">
              <a:extLst>
                <a:ext uri="{FF2B5EF4-FFF2-40B4-BE49-F238E27FC236}">
                  <a16:creationId xmlns:a16="http://schemas.microsoft.com/office/drawing/2014/main" id="{5779AC50-1E80-C458-B0AB-7AD479124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6963" y="6756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65" name="Oval 1240">
              <a:extLst>
                <a:ext uri="{FF2B5EF4-FFF2-40B4-BE49-F238E27FC236}">
                  <a16:creationId xmlns:a16="http://schemas.microsoft.com/office/drawing/2014/main" id="{D125521D-E579-C5EA-B95E-6A267203D4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7125" y="6791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66" name="Oval 1241">
              <a:extLst>
                <a:ext uri="{FF2B5EF4-FFF2-40B4-BE49-F238E27FC236}">
                  <a16:creationId xmlns:a16="http://schemas.microsoft.com/office/drawing/2014/main" id="{A4F6323A-1B6E-3506-55EC-B400E20D9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4113" y="6842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67" name="Oval 1242">
              <a:extLst>
                <a:ext uri="{FF2B5EF4-FFF2-40B4-BE49-F238E27FC236}">
                  <a16:creationId xmlns:a16="http://schemas.microsoft.com/office/drawing/2014/main" id="{DC0E1AD2-B59C-6F45-8C4A-1C9CF9FE1F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1100" y="68802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68" name="Oval 1243">
              <a:extLst>
                <a:ext uri="{FF2B5EF4-FFF2-40B4-BE49-F238E27FC236}">
                  <a16:creationId xmlns:a16="http://schemas.microsoft.com/office/drawing/2014/main" id="{B8D7DE2A-A5CB-7C84-0451-815B5B76D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0000" y="5330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69" name="Oval 1244">
              <a:extLst>
                <a:ext uri="{FF2B5EF4-FFF2-40B4-BE49-F238E27FC236}">
                  <a16:creationId xmlns:a16="http://schemas.microsoft.com/office/drawing/2014/main" id="{47E6C57C-9544-A9E6-D6B9-0818E8858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90163" y="5394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70" name="Oval 1245">
              <a:extLst>
                <a:ext uri="{FF2B5EF4-FFF2-40B4-BE49-F238E27FC236}">
                  <a16:creationId xmlns:a16="http://schemas.microsoft.com/office/drawing/2014/main" id="{17132E8A-8578-BE56-8E12-A2ED022CF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7950" y="5540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71" name="Oval 1246">
              <a:extLst>
                <a:ext uri="{FF2B5EF4-FFF2-40B4-BE49-F238E27FC236}">
                  <a16:creationId xmlns:a16="http://schemas.microsoft.com/office/drawing/2014/main" id="{EDC0DC89-5843-1C67-A66D-0B7363E05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3200" y="56784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72" name="Oval 1247">
              <a:extLst>
                <a:ext uri="{FF2B5EF4-FFF2-40B4-BE49-F238E27FC236}">
                  <a16:creationId xmlns:a16="http://schemas.microsoft.com/office/drawing/2014/main" id="{08EC3BE8-7BF4-C2AE-E2A2-15F56393F3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0038" y="5783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73" name="Oval 1248">
              <a:extLst>
                <a:ext uri="{FF2B5EF4-FFF2-40B4-BE49-F238E27FC236}">
                  <a16:creationId xmlns:a16="http://schemas.microsoft.com/office/drawing/2014/main" id="{1C5DF684-1812-5AD6-7F82-C55435B09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50525" y="5886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74" name="Oval 1249">
              <a:extLst>
                <a:ext uri="{FF2B5EF4-FFF2-40B4-BE49-F238E27FC236}">
                  <a16:creationId xmlns:a16="http://schemas.microsoft.com/office/drawing/2014/main" id="{5021CBA1-81F2-AD7F-5212-B249D5DA4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3075" y="5994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75" name="Oval 1250">
              <a:extLst>
                <a:ext uri="{FF2B5EF4-FFF2-40B4-BE49-F238E27FC236}">
                  <a16:creationId xmlns:a16="http://schemas.microsoft.com/office/drawing/2014/main" id="{3397A13E-D04A-CDC9-2BE8-59BF329FCC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07688" y="6065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76" name="Oval 1251">
              <a:extLst>
                <a:ext uri="{FF2B5EF4-FFF2-40B4-BE49-F238E27FC236}">
                  <a16:creationId xmlns:a16="http://schemas.microsoft.com/office/drawing/2014/main" id="{07BF2F3D-DFE0-1064-36DC-9BB247B3C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4363" y="6140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77" name="Oval 1252">
              <a:extLst>
                <a:ext uri="{FF2B5EF4-FFF2-40B4-BE49-F238E27FC236}">
                  <a16:creationId xmlns:a16="http://schemas.microsoft.com/office/drawing/2014/main" id="{2F5831F8-339A-EDD6-75B5-CFF217C9C4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6275" y="6211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78" name="Oval 1253">
              <a:extLst>
                <a:ext uri="{FF2B5EF4-FFF2-40B4-BE49-F238E27FC236}">
                  <a16:creationId xmlns:a16="http://schemas.microsoft.com/office/drawing/2014/main" id="{6497CB14-035C-BFAD-8607-4DB1B5A99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3425" y="6286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79" name="Oval 1254">
              <a:extLst>
                <a:ext uri="{FF2B5EF4-FFF2-40B4-BE49-F238E27FC236}">
                  <a16:creationId xmlns:a16="http://schemas.microsoft.com/office/drawing/2014/main" id="{AD8EC81E-B20C-E3AB-D277-8EA3F95FDA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225" y="635158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80" name="Oval 1255">
              <a:extLst>
                <a:ext uri="{FF2B5EF4-FFF2-40B4-BE49-F238E27FC236}">
                  <a16:creationId xmlns:a16="http://schemas.microsoft.com/office/drawing/2014/main" id="{DC17F876-DC58-A006-6754-91A82B74E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1850" y="6397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81" name="Oval 1256">
              <a:extLst>
                <a:ext uri="{FF2B5EF4-FFF2-40B4-BE49-F238E27FC236}">
                  <a16:creationId xmlns:a16="http://schemas.microsoft.com/office/drawing/2014/main" id="{52504425-FBEB-E90B-40F6-204046607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6300" y="64516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82" name="Oval 1257">
              <a:extLst>
                <a:ext uri="{FF2B5EF4-FFF2-40B4-BE49-F238E27FC236}">
                  <a16:creationId xmlns:a16="http://schemas.microsoft.com/office/drawing/2014/main" id="{38F855CB-680E-98BA-6D68-F957022FF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9163" y="6502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83" name="Oval 1258">
              <a:extLst>
                <a:ext uri="{FF2B5EF4-FFF2-40B4-BE49-F238E27FC236}">
                  <a16:creationId xmlns:a16="http://schemas.microsoft.com/office/drawing/2014/main" id="{5B2618D6-7775-1A6B-B58A-0958AF500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7263" y="656113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84" name="Oval 1259">
              <a:extLst>
                <a:ext uri="{FF2B5EF4-FFF2-40B4-BE49-F238E27FC236}">
                  <a16:creationId xmlns:a16="http://schemas.microsoft.com/office/drawing/2014/main" id="{413AE6EB-0157-BBF5-C03A-1087E6B40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3775" y="66167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85" name="Oval 1260">
              <a:extLst>
                <a:ext uri="{FF2B5EF4-FFF2-40B4-BE49-F238E27FC236}">
                  <a16:creationId xmlns:a16="http://schemas.microsoft.com/office/drawing/2014/main" id="{3AB63FE6-37DF-63C6-0606-234C10911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8700" y="6657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86" name="Oval 1261">
              <a:extLst>
                <a:ext uri="{FF2B5EF4-FFF2-40B4-BE49-F238E27FC236}">
                  <a16:creationId xmlns:a16="http://schemas.microsoft.com/office/drawing/2014/main" id="{270E74B9-2485-61EF-9526-36F91864D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0450" y="6704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87" name="Oval 1262">
              <a:extLst>
                <a:ext uri="{FF2B5EF4-FFF2-40B4-BE49-F238E27FC236}">
                  <a16:creationId xmlns:a16="http://schemas.microsoft.com/office/drawing/2014/main" id="{A942B57C-F44A-8CE6-7D34-E40D7F64B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2200" y="6746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88" name="Oval 1263">
              <a:extLst>
                <a:ext uri="{FF2B5EF4-FFF2-40B4-BE49-F238E27FC236}">
                  <a16:creationId xmlns:a16="http://schemas.microsoft.com/office/drawing/2014/main" id="{B599D822-4F2B-12B1-182E-EC9A5CB46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0775" y="6788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89" name="Oval 1264">
              <a:extLst>
                <a:ext uri="{FF2B5EF4-FFF2-40B4-BE49-F238E27FC236}">
                  <a16:creationId xmlns:a16="http://schemas.microsoft.com/office/drawing/2014/main" id="{6B1AB54D-53FC-A689-D8C8-E954FB56F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0" y="6837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90" name="Oval 1265">
              <a:extLst>
                <a:ext uri="{FF2B5EF4-FFF2-40B4-BE49-F238E27FC236}">
                  <a16:creationId xmlns:a16="http://schemas.microsoft.com/office/drawing/2014/main" id="{AB437DF7-6B5D-D0C8-EB52-4E66FA143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6338" y="6872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91" name="Oval 1266">
              <a:extLst>
                <a:ext uri="{FF2B5EF4-FFF2-40B4-BE49-F238E27FC236}">
                  <a16:creationId xmlns:a16="http://schemas.microsoft.com/office/drawing/2014/main" id="{4B5B41A2-58B3-AC34-ED23-69FE4363A4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1738" y="6905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92" name="Oval 1267">
              <a:extLst>
                <a:ext uri="{FF2B5EF4-FFF2-40B4-BE49-F238E27FC236}">
                  <a16:creationId xmlns:a16="http://schemas.microsoft.com/office/drawing/2014/main" id="{494CCE0A-A618-B719-03DD-F8175D115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1875" y="5053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93" name="Oval 1268">
              <a:extLst>
                <a:ext uri="{FF2B5EF4-FFF2-40B4-BE49-F238E27FC236}">
                  <a16:creationId xmlns:a16="http://schemas.microsoft.com/office/drawing/2014/main" id="{8E4530BB-79EC-8324-4758-4A2A190FA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6963" y="5167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94" name="Oval 1269">
              <a:extLst>
                <a:ext uri="{FF2B5EF4-FFF2-40B4-BE49-F238E27FC236}">
                  <a16:creationId xmlns:a16="http://schemas.microsoft.com/office/drawing/2014/main" id="{ACA53DF7-DAA1-2755-47D4-1DFB2DF3E3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25075" y="5392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95" name="Oval 1270">
              <a:extLst>
                <a:ext uri="{FF2B5EF4-FFF2-40B4-BE49-F238E27FC236}">
                  <a16:creationId xmlns:a16="http://schemas.microsoft.com/office/drawing/2014/main" id="{9FCFAA4B-455C-CCE0-AED8-06DF3EB0B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7950" y="5597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96" name="Oval 1271">
              <a:extLst>
                <a:ext uri="{FF2B5EF4-FFF2-40B4-BE49-F238E27FC236}">
                  <a16:creationId xmlns:a16="http://schemas.microsoft.com/office/drawing/2014/main" id="{C4F75B1B-A578-8883-F25E-2454B6D5D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4950" y="5734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97" name="Oval 1272">
              <a:extLst>
                <a:ext uri="{FF2B5EF4-FFF2-40B4-BE49-F238E27FC236}">
                  <a16:creationId xmlns:a16="http://schemas.microsoft.com/office/drawing/2014/main" id="{5C56B2E8-9BDC-1A86-A05D-6C7AD1F54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2900" y="5849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98" name="Oval 1273">
              <a:extLst>
                <a:ext uri="{FF2B5EF4-FFF2-40B4-BE49-F238E27FC236}">
                  <a16:creationId xmlns:a16="http://schemas.microsoft.com/office/drawing/2014/main" id="{D4A722DC-6D9B-49CD-2FC9-498890E71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98150" y="5951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99" name="Oval 1274">
              <a:extLst>
                <a:ext uri="{FF2B5EF4-FFF2-40B4-BE49-F238E27FC236}">
                  <a16:creationId xmlns:a16="http://schemas.microsoft.com/office/drawing/2014/main" id="{80682452-9B39-2F81-22FA-F55C90AD0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0700" y="6046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00" name="Oval 1275">
              <a:extLst>
                <a:ext uri="{FF2B5EF4-FFF2-40B4-BE49-F238E27FC236}">
                  <a16:creationId xmlns:a16="http://schemas.microsoft.com/office/drawing/2014/main" id="{5291008A-78C5-D12F-FE35-398772088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3725" y="61198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01" name="Oval 1276">
              <a:extLst>
                <a:ext uri="{FF2B5EF4-FFF2-40B4-BE49-F238E27FC236}">
                  <a16:creationId xmlns:a16="http://schemas.microsoft.com/office/drawing/2014/main" id="{77F35DB5-882D-C21F-DB3D-CF2D62797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0" y="6192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02" name="Oval 1277">
              <a:extLst>
                <a:ext uri="{FF2B5EF4-FFF2-40B4-BE49-F238E27FC236}">
                  <a16:creationId xmlns:a16="http://schemas.microsoft.com/office/drawing/2014/main" id="{4AE374A3-A170-50D6-C8A4-4902022DF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9138" y="6270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03" name="Oval 1278">
              <a:extLst>
                <a:ext uri="{FF2B5EF4-FFF2-40B4-BE49-F238E27FC236}">
                  <a16:creationId xmlns:a16="http://schemas.microsoft.com/office/drawing/2014/main" id="{E116D4B8-3BCC-EBF1-6349-B833B7FCC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3113" y="6330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04" name="Oval 1279">
              <a:extLst>
                <a:ext uri="{FF2B5EF4-FFF2-40B4-BE49-F238E27FC236}">
                  <a16:creationId xmlns:a16="http://schemas.microsoft.com/office/drawing/2014/main" id="{9A5F3D82-4FF2-A08E-4311-11377A9443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2325" y="6380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05" name="Oval 1280">
              <a:extLst>
                <a:ext uri="{FF2B5EF4-FFF2-40B4-BE49-F238E27FC236}">
                  <a16:creationId xmlns:a16="http://schemas.microsoft.com/office/drawing/2014/main" id="{56DE8999-1EF1-151E-DF9E-D6F23532F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8363" y="6438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06" name="Oval 1281">
              <a:extLst>
                <a:ext uri="{FF2B5EF4-FFF2-40B4-BE49-F238E27FC236}">
                  <a16:creationId xmlns:a16="http://schemas.microsoft.com/office/drawing/2014/main" id="{CAC8E144-ECA3-A3B7-B931-8FAF9D6C1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1225" y="64992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07" name="Oval 1282">
              <a:extLst>
                <a:ext uri="{FF2B5EF4-FFF2-40B4-BE49-F238E27FC236}">
                  <a16:creationId xmlns:a16="http://schemas.microsoft.com/office/drawing/2014/main" id="{4145CD76-35D4-AE47-95FA-0266B200E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0913" y="6556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08" name="Oval 1283">
              <a:extLst>
                <a:ext uri="{FF2B5EF4-FFF2-40B4-BE49-F238E27FC236}">
                  <a16:creationId xmlns:a16="http://schemas.microsoft.com/office/drawing/2014/main" id="{EDECB802-D0A7-B606-63F3-920E73A38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425" y="660558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09" name="Oval 1284">
              <a:extLst>
                <a:ext uri="{FF2B5EF4-FFF2-40B4-BE49-F238E27FC236}">
                  <a16:creationId xmlns:a16="http://schemas.microsoft.com/office/drawing/2014/main" id="{1ACEEF01-F7A3-BAAA-7FBC-FA7CCEA9C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3938" y="6646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10" name="Oval 1285">
              <a:extLst>
                <a:ext uri="{FF2B5EF4-FFF2-40B4-BE49-F238E27FC236}">
                  <a16:creationId xmlns:a16="http://schemas.microsoft.com/office/drawing/2014/main" id="{1457E239-4954-90DA-0549-D648636D73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7275" y="6691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11" name="Oval 1286">
              <a:extLst>
                <a:ext uri="{FF2B5EF4-FFF2-40B4-BE49-F238E27FC236}">
                  <a16:creationId xmlns:a16="http://schemas.microsoft.com/office/drawing/2014/main" id="{73D6083B-2508-F5AC-2800-9E1BFE727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7438" y="6745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12" name="Oval 1287">
              <a:extLst>
                <a:ext uri="{FF2B5EF4-FFF2-40B4-BE49-F238E27FC236}">
                  <a16:creationId xmlns:a16="http://schemas.microsoft.com/office/drawing/2014/main" id="{7554B6F0-2E21-AFC7-87F1-C9F8F899F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7600" y="6792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13" name="Oval 1288">
              <a:extLst>
                <a:ext uri="{FF2B5EF4-FFF2-40B4-BE49-F238E27FC236}">
                  <a16:creationId xmlns:a16="http://schemas.microsoft.com/office/drawing/2014/main" id="{416ECF6A-768E-0C70-88C6-19C87E73E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6175" y="6834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14" name="Oval 1289">
              <a:extLst>
                <a:ext uri="{FF2B5EF4-FFF2-40B4-BE49-F238E27FC236}">
                  <a16:creationId xmlns:a16="http://schemas.microsoft.com/office/drawing/2014/main" id="{11A96D40-91D8-C654-959F-1C22B44B8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3163" y="685800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15" name="Oval 1290">
              <a:extLst>
                <a:ext uri="{FF2B5EF4-FFF2-40B4-BE49-F238E27FC236}">
                  <a16:creationId xmlns:a16="http://schemas.microsoft.com/office/drawing/2014/main" id="{AE126C7C-38EB-A4A5-2BE6-5496AAAB66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0150" y="6892926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16" name="Oval 1291">
              <a:extLst>
                <a:ext uri="{FF2B5EF4-FFF2-40B4-BE49-F238E27FC236}">
                  <a16:creationId xmlns:a16="http://schemas.microsoft.com/office/drawing/2014/main" id="{3C3F47CB-90F4-F50C-B1D8-F59707B8C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3888" y="4811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17" name="Oval 1292">
              <a:extLst>
                <a:ext uri="{FF2B5EF4-FFF2-40B4-BE49-F238E27FC236}">
                  <a16:creationId xmlns:a16="http://schemas.microsoft.com/office/drawing/2014/main" id="{9DB23783-3CEA-0316-326A-F2EA7BC332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7088" y="4914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18" name="Oval 1294">
              <a:extLst>
                <a:ext uri="{FF2B5EF4-FFF2-40B4-BE49-F238E27FC236}">
                  <a16:creationId xmlns:a16="http://schemas.microsoft.com/office/drawing/2014/main" id="{3241BEA3-368E-3043-6D09-B03D01EB6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6963" y="5233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19" name="Oval 1295">
              <a:extLst>
                <a:ext uri="{FF2B5EF4-FFF2-40B4-BE49-F238E27FC236}">
                  <a16:creationId xmlns:a16="http://schemas.microsoft.com/office/drawing/2014/main" id="{30F75686-2AF6-7CFE-B580-E76D82435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90163" y="5513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20" name="Oval 1296">
              <a:extLst>
                <a:ext uri="{FF2B5EF4-FFF2-40B4-BE49-F238E27FC236}">
                  <a16:creationId xmlns:a16="http://schemas.microsoft.com/office/drawing/2014/main" id="{017AA269-E67E-46E0-7A92-4C6B8AD5D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7325" y="5683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21" name="Oval 1297">
              <a:extLst>
                <a:ext uri="{FF2B5EF4-FFF2-40B4-BE49-F238E27FC236}">
                  <a16:creationId xmlns:a16="http://schemas.microsoft.com/office/drawing/2014/main" id="{CAD1F145-54BD-0557-EE4D-6FBE09783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1150" y="5810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22" name="Oval 1298">
              <a:extLst>
                <a:ext uri="{FF2B5EF4-FFF2-40B4-BE49-F238E27FC236}">
                  <a16:creationId xmlns:a16="http://schemas.microsoft.com/office/drawing/2014/main" id="{E466209A-E7BB-047E-41A3-AF6C75D670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74338" y="590867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23" name="Oval 1299">
              <a:extLst>
                <a:ext uri="{FF2B5EF4-FFF2-40B4-BE49-F238E27FC236}">
                  <a16:creationId xmlns:a16="http://schemas.microsoft.com/office/drawing/2014/main" id="{82481AC4-6CD7-9490-9AC6-A3CA458B4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3238" y="6011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24" name="Oval 1300">
              <a:extLst>
                <a:ext uri="{FF2B5EF4-FFF2-40B4-BE49-F238E27FC236}">
                  <a16:creationId xmlns:a16="http://schemas.microsoft.com/office/drawing/2014/main" id="{FBF24E97-F446-EC19-261D-2D4C1E3925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5" y="6108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25" name="Oval 1301">
              <a:extLst>
                <a:ext uri="{FF2B5EF4-FFF2-40B4-BE49-F238E27FC236}">
                  <a16:creationId xmlns:a16="http://schemas.microsoft.com/office/drawing/2014/main" id="{B7B86871-9207-5327-6B07-F57B8140A7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9288" y="6188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26" name="Oval 1302">
              <a:extLst>
                <a:ext uri="{FF2B5EF4-FFF2-40B4-BE49-F238E27FC236}">
                  <a16:creationId xmlns:a16="http://schemas.microsoft.com/office/drawing/2014/main" id="{9614EC0E-DEBF-D813-1CE4-494733CE6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9613" y="6257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27" name="Oval 1303">
              <a:extLst>
                <a:ext uri="{FF2B5EF4-FFF2-40B4-BE49-F238E27FC236}">
                  <a16:creationId xmlns:a16="http://schemas.microsoft.com/office/drawing/2014/main" id="{DB6FB2DF-CEF1-8C3B-5E7E-57B42F5A72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5175" y="6318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28" name="Oval 1304">
              <a:extLst>
                <a:ext uri="{FF2B5EF4-FFF2-40B4-BE49-F238E27FC236}">
                  <a16:creationId xmlns:a16="http://schemas.microsoft.com/office/drawing/2014/main" id="{58AA414C-8871-65DC-89D2-6BD57BA1E7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5975" y="63785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29" name="Oval 1305">
              <a:extLst>
                <a:ext uri="{FF2B5EF4-FFF2-40B4-BE49-F238E27FC236}">
                  <a16:creationId xmlns:a16="http://schemas.microsoft.com/office/drawing/2014/main" id="{17171ACD-0C81-930E-9843-4E1BFB39CA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6438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30" name="Oval 1306">
              <a:extLst>
                <a:ext uri="{FF2B5EF4-FFF2-40B4-BE49-F238E27FC236}">
                  <a16:creationId xmlns:a16="http://schemas.microsoft.com/office/drawing/2014/main" id="{FF70324C-7317-47CB-839F-4AD22F930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6463" y="6496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31" name="Oval 1307">
              <a:extLst>
                <a:ext uri="{FF2B5EF4-FFF2-40B4-BE49-F238E27FC236}">
                  <a16:creationId xmlns:a16="http://schemas.microsoft.com/office/drawing/2014/main" id="{B60FCA5E-89BE-1158-4F72-380F20D6A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7738" y="65468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32" name="Oval 1308">
              <a:extLst>
                <a:ext uri="{FF2B5EF4-FFF2-40B4-BE49-F238E27FC236}">
                  <a16:creationId xmlns:a16="http://schemas.microsoft.com/office/drawing/2014/main" id="{EB314517-E3BA-D7C7-62B4-1B1AE9BDDD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250" y="6588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33" name="Oval 1309">
              <a:extLst>
                <a:ext uri="{FF2B5EF4-FFF2-40B4-BE49-F238E27FC236}">
                  <a16:creationId xmlns:a16="http://schemas.microsoft.com/office/drawing/2014/main" id="{A6B8ACFA-69A9-9DA5-5879-5887F73D9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0763" y="6640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34" name="Oval 1310">
              <a:extLst>
                <a:ext uri="{FF2B5EF4-FFF2-40B4-BE49-F238E27FC236}">
                  <a16:creationId xmlns:a16="http://schemas.microsoft.com/office/drawing/2014/main" id="{E7F42D7E-8F54-2679-BEED-1E1181941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0" y="6688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35" name="Oval 1311">
              <a:extLst>
                <a:ext uri="{FF2B5EF4-FFF2-40B4-BE49-F238E27FC236}">
                  <a16:creationId xmlns:a16="http://schemas.microsoft.com/office/drawing/2014/main" id="{268E135A-79C9-D04A-5762-10CE830FE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5850" y="6731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36" name="Oval 1312">
              <a:extLst>
                <a:ext uri="{FF2B5EF4-FFF2-40B4-BE49-F238E27FC236}">
                  <a16:creationId xmlns:a16="http://schemas.microsoft.com/office/drawing/2014/main" id="{177F35B9-4498-8B45-7D34-C54328E6D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6013" y="6778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37" name="Oval 1313">
              <a:extLst>
                <a:ext uri="{FF2B5EF4-FFF2-40B4-BE49-F238E27FC236}">
                  <a16:creationId xmlns:a16="http://schemas.microsoft.com/office/drawing/2014/main" id="{482F1BD3-8F2A-5A47-8E0E-ABC4101FD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4588" y="6827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38" name="Oval 1314">
              <a:extLst>
                <a:ext uri="{FF2B5EF4-FFF2-40B4-BE49-F238E27FC236}">
                  <a16:creationId xmlns:a16="http://schemas.microsoft.com/office/drawing/2014/main" id="{62413C63-8795-4E82-2DDD-D86A6134A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858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39" name="Oval 1315">
              <a:extLst>
                <a:ext uri="{FF2B5EF4-FFF2-40B4-BE49-F238E27FC236}">
                  <a16:creationId xmlns:a16="http://schemas.microsoft.com/office/drawing/2014/main" id="{81668B91-4F90-ED69-05AA-08C864055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896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40" name="Line 1316">
              <a:extLst>
                <a:ext uri="{FF2B5EF4-FFF2-40B4-BE49-F238E27FC236}">
                  <a16:creationId xmlns:a16="http://schemas.microsoft.com/office/drawing/2014/main" id="{36AFB343-5A5E-443C-E35C-F4C32D9219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473450"/>
              <a:ext cx="2720975" cy="3441700"/>
            </a:xfrm>
            <a:prstGeom prst="line">
              <a:avLst/>
            </a:prstGeom>
            <a:noFill/>
            <a:ln w="3175" cap="flat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41" name="Freeform 1317">
              <a:extLst>
                <a:ext uri="{FF2B5EF4-FFF2-40B4-BE49-F238E27FC236}">
                  <a16:creationId xmlns:a16="http://schemas.microsoft.com/office/drawing/2014/main" id="{7DD5F83F-BED3-AF3A-519B-1A0D7F6EF4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2800" y="4797425"/>
              <a:ext cx="41275" cy="41275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42" name="Freeform 1318">
              <a:extLst>
                <a:ext uri="{FF2B5EF4-FFF2-40B4-BE49-F238E27FC236}">
                  <a16:creationId xmlns:a16="http://schemas.microsoft.com/office/drawing/2014/main" id="{135834D0-A5D5-A8BA-7988-0D7452B1E0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0788" y="5153025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9"/>
                    <a:pt x="69" y="139"/>
                  </a:cubicBezTo>
                  <a:cubicBezTo>
                    <a:pt x="108" y="139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43" name="Freeform 1319">
              <a:extLst>
                <a:ext uri="{FF2B5EF4-FFF2-40B4-BE49-F238E27FC236}">
                  <a16:creationId xmlns:a16="http://schemas.microsoft.com/office/drawing/2014/main" id="{49A6F376-D662-7138-62E7-9498E6F84B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348913" y="5526088"/>
              <a:ext cx="41275" cy="41275"/>
            </a:xfrm>
            <a:custGeom>
              <a:avLst/>
              <a:gdLst>
                <a:gd name="T0" fmla="*/ 70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70 w 139"/>
                <a:gd name="T7" fmla="*/ 128 h 139"/>
                <a:gd name="T8" fmla="*/ 11 w 139"/>
                <a:gd name="T9" fmla="*/ 69 h 139"/>
                <a:gd name="T10" fmla="*/ 70 w 139"/>
                <a:gd name="T11" fmla="*/ 11 h 139"/>
                <a:gd name="T12" fmla="*/ 70 w 139"/>
                <a:gd name="T13" fmla="*/ 0 h 139"/>
                <a:gd name="T14" fmla="*/ 0 w 139"/>
                <a:gd name="T15" fmla="*/ 69 h 139"/>
                <a:gd name="T16" fmla="*/ 70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70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70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70" y="11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9"/>
                    <a:pt x="70" y="139"/>
                  </a:cubicBezTo>
                  <a:cubicBezTo>
                    <a:pt x="108" y="139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44" name="Freeform 1320">
              <a:extLst>
                <a:ext uri="{FF2B5EF4-FFF2-40B4-BE49-F238E27FC236}">
                  <a16:creationId xmlns:a16="http://schemas.microsoft.com/office/drawing/2014/main" id="{C797A0D4-E893-0448-2F97-B2D2272927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18775" y="5756275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45" name="Freeform 1321">
              <a:extLst>
                <a:ext uri="{FF2B5EF4-FFF2-40B4-BE49-F238E27FC236}">
                  <a16:creationId xmlns:a16="http://schemas.microsoft.com/office/drawing/2014/main" id="{030DF9CE-3B61-3061-FD0B-4C3D40F2ED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48950" y="5902325"/>
              <a:ext cx="41275" cy="41275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70 h 139"/>
                <a:gd name="T4" fmla="*/ 128 w 138"/>
                <a:gd name="T5" fmla="*/ 70 h 139"/>
                <a:gd name="T6" fmla="*/ 69 w 138"/>
                <a:gd name="T7" fmla="*/ 128 h 139"/>
                <a:gd name="T8" fmla="*/ 10 w 138"/>
                <a:gd name="T9" fmla="*/ 70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70 h 139"/>
                <a:gd name="T16" fmla="*/ 69 w 138"/>
                <a:gd name="T17" fmla="*/ 139 h 139"/>
                <a:gd name="T18" fmla="*/ 138 w 138"/>
                <a:gd name="T19" fmla="*/ 70 h 139"/>
                <a:gd name="T20" fmla="*/ 138 w 138"/>
                <a:gd name="T21" fmla="*/ 70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1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1" y="128"/>
                    <a:pt x="69" y="128"/>
                  </a:cubicBezTo>
                  <a:cubicBezTo>
                    <a:pt x="36" y="128"/>
                    <a:pt x="10" y="102"/>
                    <a:pt x="10" y="70"/>
                  </a:cubicBezTo>
                  <a:cubicBezTo>
                    <a:pt x="10" y="37"/>
                    <a:pt x="36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7" y="139"/>
                    <a:pt x="138" y="108"/>
                    <a:pt x="138" y="70"/>
                  </a:cubicBezTo>
                  <a:lnTo>
                    <a:pt x="138" y="70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46" name="Freeform 1322">
              <a:extLst>
                <a:ext uri="{FF2B5EF4-FFF2-40B4-BE49-F238E27FC236}">
                  <a16:creationId xmlns:a16="http://schemas.microsoft.com/office/drawing/2014/main" id="{48CADF1D-13E4-E7A7-4BA7-3918E1E682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56900" y="6013450"/>
              <a:ext cx="41275" cy="42863"/>
            </a:xfrm>
            <a:custGeom>
              <a:avLst/>
              <a:gdLst>
                <a:gd name="T0" fmla="*/ 70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70 w 139"/>
                <a:gd name="T7" fmla="*/ 128 h 139"/>
                <a:gd name="T8" fmla="*/ 11 w 139"/>
                <a:gd name="T9" fmla="*/ 70 h 139"/>
                <a:gd name="T10" fmla="*/ 70 w 139"/>
                <a:gd name="T11" fmla="*/ 11 h 139"/>
                <a:gd name="T12" fmla="*/ 70 w 139"/>
                <a:gd name="T13" fmla="*/ 0 h 139"/>
                <a:gd name="T14" fmla="*/ 0 w 139"/>
                <a:gd name="T15" fmla="*/ 70 h 139"/>
                <a:gd name="T16" fmla="*/ 70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70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70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70" y="11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70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47" name="Freeform 1323">
              <a:extLst>
                <a:ext uri="{FF2B5EF4-FFF2-40B4-BE49-F238E27FC236}">
                  <a16:creationId xmlns:a16="http://schemas.microsoft.com/office/drawing/2014/main" id="{EBACAFC5-F421-E5E8-17C1-1C84FF4A03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47388" y="6132513"/>
              <a:ext cx="41275" cy="39688"/>
            </a:xfrm>
            <a:custGeom>
              <a:avLst/>
              <a:gdLst>
                <a:gd name="T0" fmla="*/ 69 w 138"/>
                <a:gd name="T1" fmla="*/ 10 h 138"/>
                <a:gd name="T2" fmla="*/ 128 w 138"/>
                <a:gd name="T3" fmla="*/ 69 h 138"/>
                <a:gd name="T4" fmla="*/ 128 w 138"/>
                <a:gd name="T5" fmla="*/ 69 h 138"/>
                <a:gd name="T6" fmla="*/ 69 w 138"/>
                <a:gd name="T7" fmla="*/ 128 h 138"/>
                <a:gd name="T8" fmla="*/ 10 w 138"/>
                <a:gd name="T9" fmla="*/ 69 h 138"/>
                <a:gd name="T10" fmla="*/ 69 w 138"/>
                <a:gd name="T11" fmla="*/ 10 h 138"/>
                <a:gd name="T12" fmla="*/ 69 w 138"/>
                <a:gd name="T13" fmla="*/ 0 h 138"/>
                <a:gd name="T14" fmla="*/ 0 w 138"/>
                <a:gd name="T15" fmla="*/ 69 h 138"/>
                <a:gd name="T16" fmla="*/ 69 w 138"/>
                <a:gd name="T17" fmla="*/ 138 h 138"/>
                <a:gd name="T18" fmla="*/ 138 w 138"/>
                <a:gd name="T19" fmla="*/ 69 h 138"/>
                <a:gd name="T20" fmla="*/ 138 w 138"/>
                <a:gd name="T21" fmla="*/ 69 h 138"/>
                <a:gd name="T22" fmla="*/ 69 w 138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8">
                  <a:moveTo>
                    <a:pt x="69" y="10"/>
                  </a:moveTo>
                  <a:cubicBezTo>
                    <a:pt x="101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1" y="128"/>
                    <a:pt x="69" y="128"/>
                  </a:cubicBezTo>
                  <a:cubicBezTo>
                    <a:pt x="37" y="128"/>
                    <a:pt x="10" y="101"/>
                    <a:pt x="10" y="69"/>
                  </a:cubicBezTo>
                  <a:cubicBezTo>
                    <a:pt x="10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7" y="138"/>
                    <a:pt x="138" y="107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48" name="Freeform 1324">
              <a:extLst>
                <a:ext uri="{FF2B5EF4-FFF2-40B4-BE49-F238E27FC236}">
                  <a16:creationId xmlns:a16="http://schemas.microsoft.com/office/drawing/2014/main" id="{B22807EF-755B-8927-B1F3-5F642CEA09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25175" y="6235700"/>
              <a:ext cx="41275" cy="41275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2" y="128"/>
                    <a:pt x="69" y="128"/>
                  </a:cubicBezTo>
                  <a:cubicBezTo>
                    <a:pt x="37" y="128"/>
                    <a:pt x="11" y="101"/>
                    <a:pt x="11" y="69"/>
                  </a:cubicBezTo>
                  <a:cubicBezTo>
                    <a:pt x="11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49" name="Freeform 1325">
              <a:extLst>
                <a:ext uri="{FF2B5EF4-FFF2-40B4-BE49-F238E27FC236}">
                  <a16:creationId xmlns:a16="http://schemas.microsoft.com/office/drawing/2014/main" id="{1053A499-B584-EDC3-1053-D81AEA31DE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95025" y="6323013"/>
              <a:ext cx="41275" cy="41275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69 h 139"/>
                <a:gd name="T4" fmla="*/ 128 w 138"/>
                <a:gd name="T5" fmla="*/ 69 h 139"/>
                <a:gd name="T6" fmla="*/ 69 w 138"/>
                <a:gd name="T7" fmla="*/ 128 h 139"/>
                <a:gd name="T8" fmla="*/ 10 w 138"/>
                <a:gd name="T9" fmla="*/ 69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69 h 139"/>
                <a:gd name="T16" fmla="*/ 69 w 138"/>
                <a:gd name="T17" fmla="*/ 139 h 139"/>
                <a:gd name="T18" fmla="*/ 138 w 138"/>
                <a:gd name="T19" fmla="*/ 69 h 139"/>
                <a:gd name="T20" fmla="*/ 138 w 138"/>
                <a:gd name="T21" fmla="*/ 69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1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1" y="128"/>
                    <a:pt x="69" y="128"/>
                  </a:cubicBezTo>
                  <a:cubicBezTo>
                    <a:pt x="37" y="128"/>
                    <a:pt x="10" y="102"/>
                    <a:pt x="10" y="69"/>
                  </a:cubicBezTo>
                  <a:cubicBezTo>
                    <a:pt x="10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9"/>
                    <a:pt x="69" y="139"/>
                  </a:cubicBezTo>
                  <a:cubicBezTo>
                    <a:pt x="107" y="139"/>
                    <a:pt x="138" y="107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50" name="Freeform 1326">
              <a:extLst>
                <a:ext uri="{FF2B5EF4-FFF2-40B4-BE49-F238E27FC236}">
                  <a16:creationId xmlns:a16="http://schemas.microsoft.com/office/drawing/2014/main" id="{00B11C7B-A1A6-0BEA-DB7B-D5325439B5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56938" y="6397625"/>
              <a:ext cx="41275" cy="41275"/>
            </a:xfrm>
            <a:custGeom>
              <a:avLst/>
              <a:gdLst>
                <a:gd name="T0" fmla="*/ 69 w 138"/>
                <a:gd name="T1" fmla="*/ 10 h 138"/>
                <a:gd name="T2" fmla="*/ 128 w 138"/>
                <a:gd name="T3" fmla="*/ 69 h 138"/>
                <a:gd name="T4" fmla="*/ 128 w 138"/>
                <a:gd name="T5" fmla="*/ 69 h 138"/>
                <a:gd name="T6" fmla="*/ 69 w 138"/>
                <a:gd name="T7" fmla="*/ 128 h 138"/>
                <a:gd name="T8" fmla="*/ 10 w 138"/>
                <a:gd name="T9" fmla="*/ 69 h 138"/>
                <a:gd name="T10" fmla="*/ 69 w 138"/>
                <a:gd name="T11" fmla="*/ 10 h 138"/>
                <a:gd name="T12" fmla="*/ 69 w 138"/>
                <a:gd name="T13" fmla="*/ 0 h 138"/>
                <a:gd name="T14" fmla="*/ 0 w 138"/>
                <a:gd name="T15" fmla="*/ 69 h 138"/>
                <a:gd name="T16" fmla="*/ 69 w 138"/>
                <a:gd name="T17" fmla="*/ 138 h 138"/>
                <a:gd name="T18" fmla="*/ 138 w 138"/>
                <a:gd name="T19" fmla="*/ 69 h 138"/>
                <a:gd name="T20" fmla="*/ 138 w 138"/>
                <a:gd name="T21" fmla="*/ 69 h 138"/>
                <a:gd name="T22" fmla="*/ 69 w 138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8">
                  <a:moveTo>
                    <a:pt x="69" y="10"/>
                  </a:moveTo>
                  <a:cubicBezTo>
                    <a:pt x="101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1" y="128"/>
                    <a:pt x="69" y="128"/>
                  </a:cubicBezTo>
                  <a:cubicBezTo>
                    <a:pt x="36" y="128"/>
                    <a:pt x="10" y="101"/>
                    <a:pt x="10" y="69"/>
                  </a:cubicBezTo>
                  <a:cubicBezTo>
                    <a:pt x="10" y="37"/>
                    <a:pt x="36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7" y="138"/>
                    <a:pt x="138" y="107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51" name="Freeform 1327">
              <a:extLst>
                <a:ext uri="{FF2B5EF4-FFF2-40B4-BE49-F238E27FC236}">
                  <a16:creationId xmlns:a16="http://schemas.microsoft.com/office/drawing/2014/main" id="{41297B0D-58DE-D01C-B5BB-0AA68B50F8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12500" y="6478588"/>
              <a:ext cx="41275" cy="41275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70 h 139"/>
                <a:gd name="T4" fmla="*/ 128 w 138"/>
                <a:gd name="T5" fmla="*/ 70 h 139"/>
                <a:gd name="T6" fmla="*/ 69 w 138"/>
                <a:gd name="T7" fmla="*/ 128 h 139"/>
                <a:gd name="T8" fmla="*/ 10 w 138"/>
                <a:gd name="T9" fmla="*/ 70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70 h 139"/>
                <a:gd name="T16" fmla="*/ 69 w 138"/>
                <a:gd name="T17" fmla="*/ 139 h 139"/>
                <a:gd name="T18" fmla="*/ 138 w 138"/>
                <a:gd name="T19" fmla="*/ 70 h 139"/>
                <a:gd name="T20" fmla="*/ 138 w 138"/>
                <a:gd name="T21" fmla="*/ 70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1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1" y="128"/>
                    <a:pt x="69" y="128"/>
                  </a:cubicBezTo>
                  <a:cubicBezTo>
                    <a:pt x="37" y="128"/>
                    <a:pt x="10" y="102"/>
                    <a:pt x="10" y="70"/>
                  </a:cubicBezTo>
                  <a:cubicBezTo>
                    <a:pt x="10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7" y="139"/>
                    <a:pt x="138" y="108"/>
                    <a:pt x="138" y="70"/>
                  </a:cubicBezTo>
                  <a:lnTo>
                    <a:pt x="138" y="70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52" name="Freeform 1328">
              <a:extLst>
                <a:ext uri="{FF2B5EF4-FFF2-40B4-BE49-F238E27FC236}">
                  <a16:creationId xmlns:a16="http://schemas.microsoft.com/office/drawing/2014/main" id="{B7501576-4225-D72E-F90D-AA042AFCB6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63300" y="6535738"/>
              <a:ext cx="42862" cy="41275"/>
            </a:xfrm>
            <a:custGeom>
              <a:avLst/>
              <a:gdLst>
                <a:gd name="T0" fmla="*/ 70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70 w 139"/>
                <a:gd name="T7" fmla="*/ 128 h 139"/>
                <a:gd name="T8" fmla="*/ 11 w 139"/>
                <a:gd name="T9" fmla="*/ 70 h 139"/>
                <a:gd name="T10" fmla="*/ 70 w 139"/>
                <a:gd name="T11" fmla="*/ 11 h 139"/>
                <a:gd name="T12" fmla="*/ 70 w 139"/>
                <a:gd name="T13" fmla="*/ 0 h 139"/>
                <a:gd name="T14" fmla="*/ 0 w 139"/>
                <a:gd name="T15" fmla="*/ 70 h 139"/>
                <a:gd name="T16" fmla="*/ 70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70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70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70" y="11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70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53" name="Freeform 1329">
              <a:extLst>
                <a:ext uri="{FF2B5EF4-FFF2-40B4-BE49-F238E27FC236}">
                  <a16:creationId xmlns:a16="http://schemas.microsoft.com/office/drawing/2014/main" id="{BFE9EACC-CD61-B72F-6923-1A74BC8014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10925" y="6615113"/>
              <a:ext cx="41275" cy="41275"/>
            </a:xfrm>
            <a:custGeom>
              <a:avLst/>
              <a:gdLst>
                <a:gd name="T0" fmla="*/ 70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70 w 139"/>
                <a:gd name="T7" fmla="*/ 128 h 138"/>
                <a:gd name="T8" fmla="*/ 11 w 139"/>
                <a:gd name="T9" fmla="*/ 69 h 138"/>
                <a:gd name="T10" fmla="*/ 70 w 139"/>
                <a:gd name="T11" fmla="*/ 10 h 138"/>
                <a:gd name="T12" fmla="*/ 70 w 139"/>
                <a:gd name="T13" fmla="*/ 0 h 138"/>
                <a:gd name="T14" fmla="*/ 0 w 139"/>
                <a:gd name="T15" fmla="*/ 69 h 138"/>
                <a:gd name="T16" fmla="*/ 70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70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70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0"/>
                    <a:pt x="70" y="10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70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54" name="Freeform 1330">
              <a:extLst>
                <a:ext uri="{FF2B5EF4-FFF2-40B4-BE49-F238E27FC236}">
                  <a16:creationId xmlns:a16="http://schemas.microsoft.com/office/drawing/2014/main" id="{94E40CED-703F-EB2C-36D5-0F6B673DEE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55375" y="6688138"/>
              <a:ext cx="41275" cy="41275"/>
            </a:xfrm>
            <a:custGeom>
              <a:avLst/>
              <a:gdLst>
                <a:gd name="T0" fmla="*/ 69 w 138"/>
                <a:gd name="T1" fmla="*/ 10 h 138"/>
                <a:gd name="T2" fmla="*/ 128 w 138"/>
                <a:gd name="T3" fmla="*/ 69 h 138"/>
                <a:gd name="T4" fmla="*/ 128 w 138"/>
                <a:gd name="T5" fmla="*/ 69 h 138"/>
                <a:gd name="T6" fmla="*/ 69 w 138"/>
                <a:gd name="T7" fmla="*/ 128 h 138"/>
                <a:gd name="T8" fmla="*/ 10 w 138"/>
                <a:gd name="T9" fmla="*/ 69 h 138"/>
                <a:gd name="T10" fmla="*/ 69 w 138"/>
                <a:gd name="T11" fmla="*/ 10 h 138"/>
                <a:gd name="T12" fmla="*/ 69 w 138"/>
                <a:gd name="T13" fmla="*/ 0 h 138"/>
                <a:gd name="T14" fmla="*/ 0 w 138"/>
                <a:gd name="T15" fmla="*/ 69 h 138"/>
                <a:gd name="T16" fmla="*/ 69 w 138"/>
                <a:gd name="T17" fmla="*/ 138 h 138"/>
                <a:gd name="T18" fmla="*/ 138 w 138"/>
                <a:gd name="T19" fmla="*/ 69 h 138"/>
                <a:gd name="T20" fmla="*/ 138 w 138"/>
                <a:gd name="T21" fmla="*/ 69 h 138"/>
                <a:gd name="T22" fmla="*/ 69 w 138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8">
                  <a:moveTo>
                    <a:pt x="69" y="10"/>
                  </a:moveTo>
                  <a:cubicBezTo>
                    <a:pt x="101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1" y="128"/>
                    <a:pt x="69" y="128"/>
                  </a:cubicBezTo>
                  <a:cubicBezTo>
                    <a:pt x="37" y="128"/>
                    <a:pt x="10" y="101"/>
                    <a:pt x="10" y="69"/>
                  </a:cubicBezTo>
                  <a:cubicBezTo>
                    <a:pt x="10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7" y="138"/>
                    <a:pt x="138" y="107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55" name="Freeform 1331">
              <a:extLst>
                <a:ext uri="{FF2B5EF4-FFF2-40B4-BE49-F238E27FC236}">
                  <a16:creationId xmlns:a16="http://schemas.microsoft.com/office/drawing/2014/main" id="{BF5827CB-EBAF-98EA-1673-59A3E1EA6F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95063" y="6750050"/>
              <a:ext cx="41275" cy="41275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70 h 139"/>
                <a:gd name="T4" fmla="*/ 128 w 138"/>
                <a:gd name="T5" fmla="*/ 70 h 139"/>
                <a:gd name="T6" fmla="*/ 69 w 138"/>
                <a:gd name="T7" fmla="*/ 128 h 139"/>
                <a:gd name="T8" fmla="*/ 10 w 138"/>
                <a:gd name="T9" fmla="*/ 70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70 h 139"/>
                <a:gd name="T16" fmla="*/ 69 w 138"/>
                <a:gd name="T17" fmla="*/ 139 h 139"/>
                <a:gd name="T18" fmla="*/ 138 w 138"/>
                <a:gd name="T19" fmla="*/ 70 h 139"/>
                <a:gd name="T20" fmla="*/ 138 w 138"/>
                <a:gd name="T21" fmla="*/ 70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1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1" y="128"/>
                    <a:pt x="69" y="128"/>
                  </a:cubicBezTo>
                  <a:cubicBezTo>
                    <a:pt x="37" y="128"/>
                    <a:pt x="10" y="102"/>
                    <a:pt x="10" y="70"/>
                  </a:cubicBezTo>
                  <a:cubicBezTo>
                    <a:pt x="10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7" y="139"/>
                    <a:pt x="138" y="108"/>
                    <a:pt x="138" y="70"/>
                  </a:cubicBezTo>
                  <a:lnTo>
                    <a:pt x="138" y="70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56" name="Freeform 1332">
              <a:extLst>
                <a:ext uri="{FF2B5EF4-FFF2-40B4-BE49-F238E27FC236}">
                  <a16:creationId xmlns:a16="http://schemas.microsoft.com/office/drawing/2014/main" id="{1CBFEFD4-7818-E24A-3CC6-C5B671D5CF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33163" y="6818313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57" name="Freeform 1333">
              <a:extLst>
                <a:ext uri="{FF2B5EF4-FFF2-40B4-BE49-F238E27FC236}">
                  <a16:creationId xmlns:a16="http://schemas.microsoft.com/office/drawing/2014/main" id="{B670D28D-F762-15DA-1923-C32492D7B5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69675" y="6875463"/>
              <a:ext cx="39687" cy="41275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69 h 139"/>
                <a:gd name="T4" fmla="*/ 128 w 138"/>
                <a:gd name="T5" fmla="*/ 69 h 139"/>
                <a:gd name="T6" fmla="*/ 69 w 138"/>
                <a:gd name="T7" fmla="*/ 128 h 139"/>
                <a:gd name="T8" fmla="*/ 10 w 138"/>
                <a:gd name="T9" fmla="*/ 69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69 h 139"/>
                <a:gd name="T16" fmla="*/ 69 w 138"/>
                <a:gd name="T17" fmla="*/ 139 h 139"/>
                <a:gd name="T18" fmla="*/ 138 w 138"/>
                <a:gd name="T19" fmla="*/ 69 h 139"/>
                <a:gd name="T20" fmla="*/ 138 w 138"/>
                <a:gd name="T21" fmla="*/ 69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0" y="102"/>
                    <a:pt x="10" y="69"/>
                  </a:cubicBezTo>
                  <a:cubicBezTo>
                    <a:pt x="10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7" y="139"/>
                    <a:pt x="138" y="108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58" name="Line 1334">
              <a:extLst>
                <a:ext uri="{FF2B5EF4-FFF2-40B4-BE49-F238E27FC236}">
                  <a16:creationId xmlns:a16="http://schemas.microsoft.com/office/drawing/2014/main" id="{9B394527-36C3-C74E-DEEC-4A698E88EB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58250" y="3467100"/>
              <a:ext cx="2560637" cy="3448050"/>
            </a:xfrm>
            <a:prstGeom prst="line">
              <a:avLst/>
            </a:prstGeom>
            <a:noFill/>
            <a:ln w="3175" cap="flat">
              <a:solidFill>
                <a:srgbClr val="0059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59" name="Freeform 1335">
              <a:extLst>
                <a:ext uri="{FF2B5EF4-FFF2-40B4-BE49-F238E27FC236}">
                  <a16:creationId xmlns:a16="http://schemas.microsoft.com/office/drawing/2014/main" id="{55893F29-0503-2378-A9A3-6B83921CF7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10738" y="4914900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60" name="Freeform 1336">
              <a:extLst>
                <a:ext uri="{FF2B5EF4-FFF2-40B4-BE49-F238E27FC236}">
                  <a16:creationId xmlns:a16="http://schemas.microsoft.com/office/drawing/2014/main" id="{0C25F078-271A-EE4C-C690-A89EA2D39A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7138" y="539432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61" name="Freeform 1337">
              <a:extLst>
                <a:ext uri="{FF2B5EF4-FFF2-40B4-BE49-F238E27FC236}">
                  <a16:creationId xmlns:a16="http://schemas.microsoft.com/office/drawing/2014/main" id="{5225FAED-1337-3B0D-B503-F9D52EB5A3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356850" y="5659438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62" name="Freeform 1338">
              <a:extLst>
                <a:ext uri="{FF2B5EF4-FFF2-40B4-BE49-F238E27FC236}">
                  <a16:creationId xmlns:a16="http://schemas.microsoft.com/office/drawing/2014/main" id="{B3A8C466-5FE6-3AE7-A49F-ABF845BA78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5125" y="5835650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63" name="Freeform 1339">
              <a:extLst>
                <a:ext uri="{FF2B5EF4-FFF2-40B4-BE49-F238E27FC236}">
                  <a16:creationId xmlns:a16="http://schemas.microsoft.com/office/drawing/2014/main" id="{140515AE-9D19-3BBC-15E4-89B394E3BD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56888" y="597852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64" name="Freeform 1340">
              <a:extLst>
                <a:ext uri="{FF2B5EF4-FFF2-40B4-BE49-F238E27FC236}">
                  <a16:creationId xmlns:a16="http://schemas.microsoft.com/office/drawing/2014/main" id="{82F494E5-4A83-BAB4-FC45-8777A1EBFC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63250" y="6094413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65" name="Freeform 1341">
              <a:extLst>
                <a:ext uri="{FF2B5EF4-FFF2-40B4-BE49-F238E27FC236}">
                  <a16:creationId xmlns:a16="http://schemas.microsoft.com/office/drawing/2014/main" id="{100B0E15-3376-B34F-052D-856F13B7DE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53738" y="620712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66" name="Freeform 1342">
              <a:extLst>
                <a:ext uri="{FF2B5EF4-FFF2-40B4-BE49-F238E27FC236}">
                  <a16:creationId xmlns:a16="http://schemas.microsoft.com/office/drawing/2014/main" id="{DD3C5EF8-883D-0EE7-F167-DBF290F27C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33113" y="6294438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67" name="Freeform 1343">
              <a:extLst>
                <a:ext uri="{FF2B5EF4-FFF2-40B4-BE49-F238E27FC236}">
                  <a16:creationId xmlns:a16="http://schemas.microsoft.com/office/drawing/2014/main" id="{A355679C-194B-01DB-3689-A4EA2AB334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02963" y="6361113"/>
              <a:ext cx="25400" cy="26988"/>
            </a:xfrm>
            <a:custGeom>
              <a:avLst/>
              <a:gdLst>
                <a:gd name="T0" fmla="*/ 0 w 16"/>
                <a:gd name="T1" fmla="*/ 0 h 17"/>
                <a:gd name="T2" fmla="*/ 16 w 16"/>
                <a:gd name="T3" fmla="*/ 17 h 17"/>
                <a:gd name="T4" fmla="*/ 0 w 16"/>
                <a:gd name="T5" fmla="*/ 17 h 17"/>
                <a:gd name="T6" fmla="*/ 16 w 16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7">
                  <a:moveTo>
                    <a:pt x="0" y="0"/>
                  </a:moveTo>
                  <a:lnTo>
                    <a:pt x="16" y="17"/>
                  </a:lnTo>
                  <a:moveTo>
                    <a:pt x="0" y="17"/>
                  </a:moveTo>
                  <a:lnTo>
                    <a:pt x="16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68" name="Freeform 1344">
              <a:extLst>
                <a:ext uri="{FF2B5EF4-FFF2-40B4-BE49-F238E27FC236}">
                  <a16:creationId xmlns:a16="http://schemas.microsoft.com/office/drawing/2014/main" id="{89F22079-845E-6B47-DD50-C887F2B827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64875" y="6456363"/>
              <a:ext cx="25400" cy="26988"/>
            </a:xfrm>
            <a:custGeom>
              <a:avLst/>
              <a:gdLst>
                <a:gd name="T0" fmla="*/ 0 w 16"/>
                <a:gd name="T1" fmla="*/ 0 h 17"/>
                <a:gd name="T2" fmla="*/ 16 w 16"/>
                <a:gd name="T3" fmla="*/ 17 h 17"/>
                <a:gd name="T4" fmla="*/ 0 w 16"/>
                <a:gd name="T5" fmla="*/ 17 h 17"/>
                <a:gd name="T6" fmla="*/ 16 w 16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7">
                  <a:moveTo>
                    <a:pt x="0" y="0"/>
                  </a:moveTo>
                  <a:lnTo>
                    <a:pt x="16" y="17"/>
                  </a:lnTo>
                  <a:moveTo>
                    <a:pt x="0" y="17"/>
                  </a:moveTo>
                  <a:lnTo>
                    <a:pt x="16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69" name="Freeform 1345">
              <a:extLst>
                <a:ext uri="{FF2B5EF4-FFF2-40B4-BE49-F238E27FC236}">
                  <a16:creationId xmlns:a16="http://schemas.microsoft.com/office/drawing/2014/main" id="{40523827-C5E3-BC1D-537A-15426A93CA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20438" y="653097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70" name="Freeform 1346">
              <a:extLst>
                <a:ext uri="{FF2B5EF4-FFF2-40B4-BE49-F238E27FC236}">
                  <a16:creationId xmlns:a16="http://schemas.microsoft.com/office/drawing/2014/main" id="{CBA94DCF-53CA-4830-1972-68B3496650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71238" y="658812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71" name="Freeform 1347">
              <a:extLst>
                <a:ext uri="{FF2B5EF4-FFF2-40B4-BE49-F238E27FC236}">
                  <a16:creationId xmlns:a16="http://schemas.microsoft.com/office/drawing/2014/main" id="{E57B2224-300D-89E7-3D10-2D84EAE4C0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18863" y="664527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72" name="Freeform 1348">
              <a:extLst>
                <a:ext uri="{FF2B5EF4-FFF2-40B4-BE49-F238E27FC236}">
                  <a16:creationId xmlns:a16="http://schemas.microsoft.com/office/drawing/2014/main" id="{85E4A217-DD5E-E333-F3E1-B81F95EEBA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61725" y="6713538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73" name="Freeform 1349">
              <a:extLst>
                <a:ext uri="{FF2B5EF4-FFF2-40B4-BE49-F238E27FC236}">
                  <a16:creationId xmlns:a16="http://schemas.microsoft.com/office/drawing/2014/main" id="{B78E9BDD-3653-F467-13F8-7684CB701D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03000" y="6764338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74" name="Freeform 1350">
              <a:extLst>
                <a:ext uri="{FF2B5EF4-FFF2-40B4-BE49-F238E27FC236}">
                  <a16:creationId xmlns:a16="http://schemas.microsoft.com/office/drawing/2014/main" id="{E6EC6F80-BFE7-8974-A0B2-445B7D223E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41100" y="6815138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75" name="Freeform 1351">
              <a:extLst>
                <a:ext uri="{FF2B5EF4-FFF2-40B4-BE49-F238E27FC236}">
                  <a16:creationId xmlns:a16="http://schemas.microsoft.com/office/drawing/2014/main" id="{8741198F-5B98-770D-B01E-82577C8736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76025" y="687387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76" name="Line 1352">
              <a:extLst>
                <a:ext uri="{FF2B5EF4-FFF2-40B4-BE49-F238E27FC236}">
                  <a16:creationId xmlns:a16="http://schemas.microsoft.com/office/drawing/2014/main" id="{257A1023-3417-D3F8-E6AB-44DA8457A1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630613"/>
              <a:ext cx="2719387" cy="3284538"/>
            </a:xfrm>
            <a:prstGeom prst="line">
              <a:avLst/>
            </a:prstGeom>
            <a:noFill/>
            <a:ln w="3175" cap="flat">
              <a:solidFill>
                <a:srgbClr val="59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77" name="Oval 1353">
              <a:extLst>
                <a:ext uri="{FF2B5EF4-FFF2-40B4-BE49-F238E27FC236}">
                  <a16:creationId xmlns:a16="http://schemas.microsoft.com/office/drawing/2014/main" id="{CED498AB-6A18-9A3E-365C-9EE92AE29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3888" y="484505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78" name="Oval 1354">
              <a:extLst>
                <a:ext uri="{FF2B5EF4-FFF2-40B4-BE49-F238E27FC236}">
                  <a16:creationId xmlns:a16="http://schemas.microsoft.com/office/drawing/2014/main" id="{088C02FC-1E89-7E0E-DAA5-38750B19F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1875" y="5148263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79" name="Oval 1355">
              <a:extLst>
                <a:ext uri="{FF2B5EF4-FFF2-40B4-BE49-F238E27FC236}">
                  <a16:creationId xmlns:a16="http://schemas.microsoft.com/office/drawing/2014/main" id="{9A69011E-6305-568E-0620-93DEDE56F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0000" y="546893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80" name="Oval 1356">
              <a:extLst>
                <a:ext uri="{FF2B5EF4-FFF2-40B4-BE49-F238E27FC236}">
                  <a16:creationId xmlns:a16="http://schemas.microsoft.com/office/drawing/2014/main" id="{46FC8F2C-0A70-34E9-79CD-9DECE3D76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8275" y="565943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81" name="Oval 1357">
              <a:extLst>
                <a:ext uri="{FF2B5EF4-FFF2-40B4-BE49-F238E27FC236}">
                  <a16:creationId xmlns:a16="http://schemas.microsoft.com/office/drawing/2014/main" id="{FE6E8AAF-0519-3D42-9FED-D5B553AA3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0038" y="58007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82" name="Oval 1358">
              <a:extLst>
                <a:ext uri="{FF2B5EF4-FFF2-40B4-BE49-F238E27FC236}">
                  <a16:creationId xmlns:a16="http://schemas.microsoft.com/office/drawing/2014/main" id="{2A71A9B9-43AD-F319-4EAF-B378EF02D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6400" y="5911850"/>
              <a:ext cx="12700" cy="14288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83" name="Oval 1359">
              <a:extLst>
                <a:ext uri="{FF2B5EF4-FFF2-40B4-BE49-F238E27FC236}">
                  <a16:creationId xmlns:a16="http://schemas.microsoft.com/office/drawing/2014/main" id="{38B804A7-F2D1-CB81-A50B-1155632C8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8475" y="6010275"/>
              <a:ext cx="11112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84" name="Oval 1360">
              <a:extLst>
                <a:ext uri="{FF2B5EF4-FFF2-40B4-BE49-F238E27FC236}">
                  <a16:creationId xmlns:a16="http://schemas.microsoft.com/office/drawing/2014/main" id="{B1169664-8ECE-DD5A-2167-BDADFA2119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6263" y="610870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85" name="Oval 1361">
              <a:extLst>
                <a:ext uri="{FF2B5EF4-FFF2-40B4-BE49-F238E27FC236}">
                  <a16:creationId xmlns:a16="http://schemas.microsoft.com/office/drawing/2014/main" id="{C76A26EB-CB10-AE14-8AA9-DF2500F5D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6113" y="61817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86" name="Oval 1362">
              <a:extLst>
                <a:ext uri="{FF2B5EF4-FFF2-40B4-BE49-F238E27FC236}">
                  <a16:creationId xmlns:a16="http://schemas.microsoft.com/office/drawing/2014/main" id="{699F3F4E-98CD-1773-4C76-607F6522E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5" y="6249988"/>
              <a:ext cx="12700" cy="14288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87" name="Oval 1363">
              <a:extLst>
                <a:ext uri="{FF2B5EF4-FFF2-40B4-BE49-F238E27FC236}">
                  <a16:creationId xmlns:a16="http://schemas.microsoft.com/office/drawing/2014/main" id="{4508D9A3-6075-CB5F-4DD0-41B55CD0E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3588" y="631507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88" name="Oval 1364">
              <a:extLst>
                <a:ext uri="{FF2B5EF4-FFF2-40B4-BE49-F238E27FC236}">
                  <a16:creationId xmlns:a16="http://schemas.microsoft.com/office/drawing/2014/main" id="{25FF2626-548E-DF52-17BB-24D9170A2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4388" y="637857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89" name="Oval 1365">
              <a:extLst>
                <a:ext uri="{FF2B5EF4-FFF2-40B4-BE49-F238E27FC236}">
                  <a16:creationId xmlns:a16="http://schemas.microsoft.com/office/drawing/2014/main" id="{EEDEDE4C-8C81-8734-EBEC-A4A42048E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64357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90" name="Oval 1366">
              <a:extLst>
                <a:ext uri="{FF2B5EF4-FFF2-40B4-BE49-F238E27FC236}">
                  <a16:creationId xmlns:a16="http://schemas.microsoft.com/office/drawing/2014/main" id="{A657292E-D5B2-7AF5-7A99-198A31DD2F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4875" y="648493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91" name="Oval 1367">
              <a:extLst>
                <a:ext uri="{FF2B5EF4-FFF2-40B4-BE49-F238E27FC236}">
                  <a16:creationId xmlns:a16="http://schemas.microsoft.com/office/drawing/2014/main" id="{40BDD06F-36BB-0E62-AB37-36C5E2DFAC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6150" y="654050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92" name="Oval 1368">
              <a:extLst>
                <a:ext uri="{FF2B5EF4-FFF2-40B4-BE49-F238E27FC236}">
                  <a16:creationId xmlns:a16="http://schemas.microsoft.com/office/drawing/2014/main" id="{DCA646F8-11CA-784A-5590-C46F12E7F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250" y="659447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93" name="Oval 1369">
              <a:extLst>
                <a:ext uri="{FF2B5EF4-FFF2-40B4-BE49-F238E27FC236}">
                  <a16:creationId xmlns:a16="http://schemas.microsoft.com/office/drawing/2014/main" id="{BF2FFFF0-15A3-F998-74E6-07EFC4A1F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9175" y="6634163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94" name="Oval 1370">
              <a:extLst>
                <a:ext uri="{FF2B5EF4-FFF2-40B4-BE49-F238E27FC236}">
                  <a16:creationId xmlns:a16="http://schemas.microsoft.com/office/drawing/2014/main" id="{2975EB00-3AB9-68C2-5E75-9C6672537F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2513" y="668337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95" name="Oval 1371">
              <a:extLst>
                <a:ext uri="{FF2B5EF4-FFF2-40B4-BE49-F238E27FC236}">
                  <a16:creationId xmlns:a16="http://schemas.microsoft.com/office/drawing/2014/main" id="{F8CD0455-35EA-794B-E754-BC0964AFE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3" y="672465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96" name="Oval 1372">
              <a:extLst>
                <a:ext uri="{FF2B5EF4-FFF2-40B4-BE49-F238E27FC236}">
                  <a16:creationId xmlns:a16="http://schemas.microsoft.com/office/drawing/2014/main" id="{6A6CBEDD-ED65-72BC-A08E-8DA5A308C3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4425" y="67786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97" name="Oval 1373">
              <a:extLst>
                <a:ext uri="{FF2B5EF4-FFF2-40B4-BE49-F238E27FC236}">
                  <a16:creationId xmlns:a16="http://schemas.microsoft.com/office/drawing/2014/main" id="{A931F03E-C41C-06B8-7975-1A8C9F5F3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3000" y="682148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98" name="Oval 1374">
              <a:extLst>
                <a:ext uri="{FF2B5EF4-FFF2-40B4-BE49-F238E27FC236}">
                  <a16:creationId xmlns:a16="http://schemas.microsoft.com/office/drawing/2014/main" id="{9F6834B2-4616-F17A-5BCD-81ED474BA4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84847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99" name="Oval 1375">
              <a:extLst>
                <a:ext uri="{FF2B5EF4-FFF2-40B4-BE49-F238E27FC236}">
                  <a16:creationId xmlns:a16="http://schemas.microsoft.com/office/drawing/2014/main" id="{3CA3BC4B-2205-14F2-B620-5DABB8DDB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900863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00" name="Line 1376">
              <a:extLst>
                <a:ext uri="{FF2B5EF4-FFF2-40B4-BE49-F238E27FC236}">
                  <a16:creationId xmlns:a16="http://schemas.microsoft.com/office/drawing/2014/main" id="{5BF2B019-827F-6971-A3D0-FA8DA1BB02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654425"/>
              <a:ext cx="2687637" cy="3260725"/>
            </a:xfrm>
            <a:prstGeom prst="line">
              <a:avLst/>
            </a:prstGeom>
            <a:noFill/>
            <a:ln w="3175" cap="flat">
              <a:solidFill>
                <a:srgbClr val="00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01" name="Oval 1377">
              <a:extLst>
                <a:ext uri="{FF2B5EF4-FFF2-40B4-BE49-F238E27FC236}">
                  <a16:creationId xmlns:a16="http://schemas.microsoft.com/office/drawing/2014/main" id="{D1A8AFFA-0C55-D138-4C78-80D6E8778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3888" y="481171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02" name="Oval 1378">
              <a:extLst>
                <a:ext uri="{FF2B5EF4-FFF2-40B4-BE49-F238E27FC236}">
                  <a16:creationId xmlns:a16="http://schemas.microsoft.com/office/drawing/2014/main" id="{C3D8DE93-A559-9051-F12C-CFC7F77EB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1875" y="505301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03" name="Oval 1379">
              <a:extLst>
                <a:ext uri="{FF2B5EF4-FFF2-40B4-BE49-F238E27FC236}">
                  <a16:creationId xmlns:a16="http://schemas.microsoft.com/office/drawing/2014/main" id="{DEB2BDD2-A8D9-61CA-6A95-BA8F834493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0000" y="533082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04" name="Oval 1380">
              <a:extLst>
                <a:ext uri="{FF2B5EF4-FFF2-40B4-BE49-F238E27FC236}">
                  <a16:creationId xmlns:a16="http://schemas.microsoft.com/office/drawing/2014/main" id="{B8DD188C-C468-9376-690C-EAF9DF54F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8275" y="550545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05" name="Oval 1381">
              <a:extLst>
                <a:ext uri="{FF2B5EF4-FFF2-40B4-BE49-F238E27FC236}">
                  <a16:creationId xmlns:a16="http://schemas.microsoft.com/office/drawing/2014/main" id="{D58ED5C9-8CAA-236D-392C-2F54A27CE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0038" y="564673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06" name="Oval 1382">
              <a:extLst>
                <a:ext uri="{FF2B5EF4-FFF2-40B4-BE49-F238E27FC236}">
                  <a16:creationId xmlns:a16="http://schemas.microsoft.com/office/drawing/2014/main" id="{18A4C466-697C-E621-3FE0-E5C46CC4F2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6400" y="575945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07" name="Oval 1383">
              <a:extLst>
                <a:ext uri="{FF2B5EF4-FFF2-40B4-BE49-F238E27FC236}">
                  <a16:creationId xmlns:a16="http://schemas.microsoft.com/office/drawing/2014/main" id="{C5F3B827-113D-2781-0D37-B91E19557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8475" y="5842000"/>
              <a:ext cx="11112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08" name="Oval 1384">
              <a:extLst>
                <a:ext uri="{FF2B5EF4-FFF2-40B4-BE49-F238E27FC236}">
                  <a16:creationId xmlns:a16="http://schemas.microsoft.com/office/drawing/2014/main" id="{041BAB40-FC8B-ED69-3F12-EEAE4E6570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6263" y="59229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09" name="Oval 1385">
              <a:extLst>
                <a:ext uri="{FF2B5EF4-FFF2-40B4-BE49-F238E27FC236}">
                  <a16:creationId xmlns:a16="http://schemas.microsoft.com/office/drawing/2014/main" id="{410FBC1D-639F-BB46-CE72-541629BDE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6113" y="599757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10" name="Oval 1386">
              <a:extLst>
                <a:ext uri="{FF2B5EF4-FFF2-40B4-BE49-F238E27FC236}">
                  <a16:creationId xmlns:a16="http://schemas.microsoft.com/office/drawing/2014/main" id="{CC4436BB-AC78-5874-5087-385868218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5" y="608012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11" name="Oval 1387">
              <a:extLst>
                <a:ext uri="{FF2B5EF4-FFF2-40B4-BE49-F238E27FC236}">
                  <a16:creationId xmlns:a16="http://schemas.microsoft.com/office/drawing/2014/main" id="{82770DB1-ADE1-5680-E687-679D9CA51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3588" y="615315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12" name="Oval 1388">
              <a:extLst>
                <a:ext uri="{FF2B5EF4-FFF2-40B4-BE49-F238E27FC236}">
                  <a16:creationId xmlns:a16="http://schemas.microsoft.com/office/drawing/2014/main" id="{4AA681DC-01BF-6DCA-9C52-D119BADDB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4388" y="621188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13" name="Oval 1389">
              <a:extLst>
                <a:ext uri="{FF2B5EF4-FFF2-40B4-BE49-F238E27FC236}">
                  <a16:creationId xmlns:a16="http://schemas.microsoft.com/office/drawing/2014/main" id="{4C52484C-A3A4-053C-5F6F-FFDD73045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626745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14" name="Oval 1390">
              <a:extLst>
                <a:ext uri="{FF2B5EF4-FFF2-40B4-BE49-F238E27FC236}">
                  <a16:creationId xmlns:a16="http://schemas.microsoft.com/office/drawing/2014/main" id="{C43FF338-5D24-8358-426D-E32345E17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4875" y="63293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15" name="Oval 1391">
              <a:extLst>
                <a:ext uri="{FF2B5EF4-FFF2-40B4-BE49-F238E27FC236}">
                  <a16:creationId xmlns:a16="http://schemas.microsoft.com/office/drawing/2014/main" id="{D4217324-8E98-46ED-167D-EE9BAF59D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6150" y="63801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16" name="Oval 1392">
              <a:extLst>
                <a:ext uri="{FF2B5EF4-FFF2-40B4-BE49-F238E27FC236}">
                  <a16:creationId xmlns:a16="http://schemas.microsoft.com/office/drawing/2014/main" id="{7BFC9F83-BD9A-644C-ED8C-B60533211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250" y="642937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17" name="Oval 1393">
              <a:extLst>
                <a:ext uri="{FF2B5EF4-FFF2-40B4-BE49-F238E27FC236}">
                  <a16:creationId xmlns:a16="http://schemas.microsoft.com/office/drawing/2014/main" id="{9ECCF588-1450-1756-8F64-5CEA9D347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9175" y="64817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18" name="Oval 1394">
              <a:extLst>
                <a:ext uri="{FF2B5EF4-FFF2-40B4-BE49-F238E27FC236}">
                  <a16:creationId xmlns:a16="http://schemas.microsoft.com/office/drawing/2014/main" id="{A1754657-3E54-BB3A-345C-A232877ED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2513" y="6532563"/>
              <a:ext cx="12700" cy="14288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19" name="Oval 1395">
              <a:extLst>
                <a:ext uri="{FF2B5EF4-FFF2-40B4-BE49-F238E27FC236}">
                  <a16:creationId xmlns:a16="http://schemas.microsoft.com/office/drawing/2014/main" id="{D2E759B1-0D2E-5FF1-253E-908703C57D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3" y="657701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20" name="Oval 1396">
              <a:extLst>
                <a:ext uri="{FF2B5EF4-FFF2-40B4-BE49-F238E27FC236}">
                  <a16:creationId xmlns:a16="http://schemas.microsoft.com/office/drawing/2014/main" id="{8873676E-375D-6414-939F-2FA817D01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4425" y="661670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21" name="Oval 1397">
              <a:extLst>
                <a:ext uri="{FF2B5EF4-FFF2-40B4-BE49-F238E27FC236}">
                  <a16:creationId xmlns:a16="http://schemas.microsoft.com/office/drawing/2014/main" id="{CED1D017-3D92-DC80-6C61-FAC3C39EA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3000" y="665321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22" name="Oval 1398">
              <a:extLst>
                <a:ext uri="{FF2B5EF4-FFF2-40B4-BE49-F238E27FC236}">
                  <a16:creationId xmlns:a16="http://schemas.microsoft.com/office/drawing/2014/main" id="{88429F4E-EFD9-9CA1-D183-756450BD7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70083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23" name="Oval 1399">
              <a:extLst>
                <a:ext uri="{FF2B5EF4-FFF2-40B4-BE49-F238E27FC236}">
                  <a16:creationId xmlns:a16="http://schemas.microsoft.com/office/drawing/2014/main" id="{D6D3A6A4-5648-1A49-F022-A442EE519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73258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24" name="Oval 1400">
              <a:extLst>
                <a:ext uri="{FF2B5EF4-FFF2-40B4-BE49-F238E27FC236}">
                  <a16:creationId xmlns:a16="http://schemas.microsoft.com/office/drawing/2014/main" id="{A1C74488-9925-59B7-0159-8120FFEAC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2375" y="676910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25" name="Oval 1401">
              <a:extLst>
                <a:ext uri="{FF2B5EF4-FFF2-40B4-BE49-F238E27FC236}">
                  <a16:creationId xmlns:a16="http://schemas.microsoft.com/office/drawing/2014/main" id="{F5BB4843-4CFB-1079-2D6E-21DE4DDDE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6188" y="680561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26" name="Oval 1402">
              <a:extLst>
                <a:ext uri="{FF2B5EF4-FFF2-40B4-BE49-F238E27FC236}">
                  <a16:creationId xmlns:a16="http://schemas.microsoft.com/office/drawing/2014/main" id="{C38B129F-FC05-8876-E6B7-9132B36804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8413" y="6831013"/>
              <a:ext cx="14287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27" name="Oval 1403">
              <a:extLst>
                <a:ext uri="{FF2B5EF4-FFF2-40B4-BE49-F238E27FC236}">
                  <a16:creationId xmlns:a16="http://schemas.microsoft.com/office/drawing/2014/main" id="{A788192F-6D58-5FF2-9C0E-BC8A78BF1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2225" y="6854825"/>
              <a:ext cx="11112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28" name="Oval 1404">
              <a:extLst>
                <a:ext uri="{FF2B5EF4-FFF2-40B4-BE49-F238E27FC236}">
                  <a16:creationId xmlns:a16="http://schemas.microsoft.com/office/drawing/2014/main" id="{78C51E10-C75F-E5CB-0202-B7DC93D8F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2863" y="688340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29" name="Oval 1405">
              <a:extLst>
                <a:ext uri="{FF2B5EF4-FFF2-40B4-BE49-F238E27FC236}">
                  <a16:creationId xmlns:a16="http://schemas.microsoft.com/office/drawing/2014/main" id="{B76E6CE3-22B5-9318-946C-E0A319D12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3500" y="69008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30" name="Line 1406">
              <a:extLst>
                <a:ext uri="{FF2B5EF4-FFF2-40B4-BE49-F238E27FC236}">
                  <a16:creationId xmlns:a16="http://schemas.microsoft.com/office/drawing/2014/main" id="{A3E18CFD-286B-6541-5182-1E326FEB03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541713"/>
              <a:ext cx="2827337" cy="3373438"/>
            </a:xfrm>
            <a:prstGeom prst="line">
              <a:avLst/>
            </a:prstGeom>
            <a:noFill/>
            <a:ln w="3175" cap="flat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31" name="Rectangle 1407">
              <a:extLst>
                <a:ext uri="{FF2B5EF4-FFF2-40B4-BE49-F238E27FC236}">
                  <a16:creationId xmlns:a16="http://schemas.microsoft.com/office/drawing/2014/main" id="{529BAB40-A5A2-A1C4-D4D5-2C0312E972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5150" y="3776663"/>
              <a:ext cx="615950" cy="4111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32" name="Rectangle 1408">
              <a:extLst>
                <a:ext uri="{FF2B5EF4-FFF2-40B4-BE49-F238E27FC236}">
                  <a16:creationId xmlns:a16="http://schemas.microsoft.com/office/drawing/2014/main" id="{98FEB877-D21F-9CE0-CB7E-CDC459267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0575" y="3795713"/>
              <a:ext cx="90487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all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533" name="Oval 1409">
              <a:extLst>
                <a:ext uri="{FF2B5EF4-FFF2-40B4-BE49-F238E27FC236}">
                  <a16:creationId xmlns:a16="http://schemas.microsoft.com/office/drawing/2014/main" id="{2A9E9A34-1F5C-A975-FC19-BEB8F2387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4688" y="38195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34" name="Rectangle 1410">
              <a:extLst>
                <a:ext uri="{FF2B5EF4-FFF2-40B4-BE49-F238E27FC236}">
                  <a16:creationId xmlns:a16="http://schemas.microsoft.com/office/drawing/2014/main" id="{787BB7F7-5ECA-EFCD-581B-AD5634F73F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0575" y="3878263"/>
              <a:ext cx="38576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diag oppsign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535" name="Freeform 1411">
              <a:extLst>
                <a:ext uri="{FF2B5EF4-FFF2-40B4-BE49-F238E27FC236}">
                  <a16:creationId xmlns:a16="http://schemas.microsoft.com/office/drawing/2014/main" id="{83C65207-2FE7-5185-076B-8E3496B94AE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20400" y="3883025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36" name="Rectangle 1412">
              <a:extLst>
                <a:ext uri="{FF2B5EF4-FFF2-40B4-BE49-F238E27FC236}">
                  <a16:creationId xmlns:a16="http://schemas.microsoft.com/office/drawing/2014/main" id="{0D272611-E7AB-4CF1-740B-19C57F94DA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0575" y="3954463"/>
              <a:ext cx="433387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diag samesign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537" name="Freeform 1413">
              <a:extLst>
                <a:ext uri="{FF2B5EF4-FFF2-40B4-BE49-F238E27FC236}">
                  <a16:creationId xmlns:a16="http://schemas.microsoft.com/office/drawing/2014/main" id="{8DC4519B-6B69-B38B-7ACB-5054D26A14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26750" y="3968750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38" name="Rectangle 1414">
              <a:extLst>
                <a:ext uri="{FF2B5EF4-FFF2-40B4-BE49-F238E27FC236}">
                  <a16:creationId xmlns:a16="http://schemas.microsoft.com/office/drawing/2014/main" id="{EDE38F90-E42A-4973-AB05-81DEA1BC5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0575" y="4035425"/>
              <a:ext cx="133350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vert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539" name="Oval 1415">
              <a:extLst>
                <a:ext uri="{FF2B5EF4-FFF2-40B4-BE49-F238E27FC236}">
                  <a16:creationId xmlns:a16="http://schemas.microsoft.com/office/drawing/2014/main" id="{1901A48A-C032-72B1-645D-EA7713B66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4688" y="405447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40" name="Rectangle 1416">
              <a:extLst>
                <a:ext uri="{FF2B5EF4-FFF2-40B4-BE49-F238E27FC236}">
                  <a16:creationId xmlns:a16="http://schemas.microsoft.com/office/drawing/2014/main" id="{E014F82B-4757-BA04-E1FC-5CBDB182C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0575" y="4111625"/>
              <a:ext cx="1619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horiz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541" name="Oval 1417">
              <a:extLst>
                <a:ext uri="{FF2B5EF4-FFF2-40B4-BE49-F238E27FC236}">
                  <a16:creationId xmlns:a16="http://schemas.microsoft.com/office/drawing/2014/main" id="{CB8113F1-8408-0238-C20C-6EDDE7BEE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4688" y="413385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42" name="Rectangle 1418">
              <a:extLst>
                <a:ext uri="{FF2B5EF4-FFF2-40B4-BE49-F238E27FC236}">
                  <a16:creationId xmlns:a16="http://schemas.microsoft.com/office/drawing/2014/main" id="{3B41B2E2-26E2-653B-52B3-D917B64258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5150" y="3776663"/>
              <a:ext cx="615950" cy="411163"/>
            </a:xfrm>
            <a:prstGeom prst="rect">
              <a:avLst/>
            </a:prstGeom>
            <a:noFill/>
            <a:ln w="3175" cap="flat">
              <a:solidFill>
                <a:srgbClr val="26262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43" name="Rectangle 1419">
              <a:extLst>
                <a:ext uri="{FF2B5EF4-FFF2-40B4-BE49-F238E27FC236}">
                  <a16:creationId xmlns:a16="http://schemas.microsoft.com/office/drawing/2014/main" id="{55B93B23-E0AC-20FA-BD65-92907A8FB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7063" y="7243763"/>
              <a:ext cx="3346450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Penn Natural Images log NRorig=[16  32] pad=1 whiten=per view (subj wtd) marg=1 pxlmean 0 roimean 1 cosbell 1 gen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544" name="Rectangle 1420">
              <a:extLst>
                <a:ext uri="{FF2B5EF4-FFF2-40B4-BE49-F238E27FC236}">
                  <a16:creationId xmlns:a16="http://schemas.microsoft.com/office/drawing/2014/main" id="{1D159060-A0C6-18E2-F2D2-FC0A4891D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7063" y="7081838"/>
              <a:ext cx="452437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std (N=2 R=64)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7546" name="TextBox 7545">
            <a:extLst>
              <a:ext uri="{FF2B5EF4-FFF2-40B4-BE49-F238E27FC236}">
                <a16:creationId xmlns:a16="http://schemas.microsoft.com/office/drawing/2014/main" id="{5D52ACC7-3068-0416-0F0B-A88FE37D1070}"/>
              </a:ext>
            </a:extLst>
          </p:cNvPr>
          <p:cNvSpPr txBox="1"/>
          <p:nvPr/>
        </p:nvSpPr>
        <p:spPr>
          <a:xfrm>
            <a:off x="424899" y="5889295"/>
            <a:ext cx="23282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Slope for bone -3.247 [-3.286 -3.209]</a:t>
            </a:r>
          </a:p>
        </p:txBody>
      </p:sp>
      <p:sp>
        <p:nvSpPr>
          <p:cNvPr id="7547" name="TextBox 7546">
            <a:extLst>
              <a:ext uri="{FF2B5EF4-FFF2-40B4-BE49-F238E27FC236}">
                <a16:creationId xmlns:a16="http://schemas.microsoft.com/office/drawing/2014/main" id="{F0AB33FF-D02B-AD3E-78F4-EEFF4C03C107}"/>
              </a:ext>
            </a:extLst>
          </p:cNvPr>
          <p:cNvSpPr txBox="1"/>
          <p:nvPr/>
        </p:nvSpPr>
        <p:spPr>
          <a:xfrm>
            <a:off x="3211168" y="5976731"/>
            <a:ext cx="23282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Slope for bone interior -2.899  [-2.939 -2.858]</a:t>
            </a:r>
          </a:p>
        </p:txBody>
      </p:sp>
      <p:sp>
        <p:nvSpPr>
          <p:cNvPr id="7548" name="TextBox 7547">
            <a:extLst>
              <a:ext uri="{FF2B5EF4-FFF2-40B4-BE49-F238E27FC236}">
                <a16:creationId xmlns:a16="http://schemas.microsoft.com/office/drawing/2014/main" id="{5BB5472C-E2AB-9BEB-0D40-D613517F6987}"/>
              </a:ext>
            </a:extLst>
          </p:cNvPr>
          <p:cNvSpPr txBox="1"/>
          <p:nvPr/>
        </p:nvSpPr>
        <p:spPr>
          <a:xfrm>
            <a:off x="5539409" y="5976731"/>
            <a:ext cx="23282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Slope for </a:t>
            </a:r>
            <a:r>
              <a:rPr lang="en-US" dirty="0" err="1"/>
              <a:t>scint</a:t>
            </a:r>
            <a:r>
              <a:rPr lang="en-US" dirty="0"/>
              <a:t> -3.623 [-3.657 -3.590]</a:t>
            </a:r>
          </a:p>
        </p:txBody>
      </p:sp>
      <p:sp>
        <p:nvSpPr>
          <p:cNvPr id="7549" name="TextBox 7548">
            <a:extLst>
              <a:ext uri="{FF2B5EF4-FFF2-40B4-BE49-F238E27FC236}">
                <a16:creationId xmlns:a16="http://schemas.microsoft.com/office/drawing/2014/main" id="{EEE685ED-B113-F791-2967-B30111037E5B}"/>
              </a:ext>
            </a:extLst>
          </p:cNvPr>
          <p:cNvSpPr txBox="1"/>
          <p:nvPr/>
        </p:nvSpPr>
        <p:spPr>
          <a:xfrm>
            <a:off x="8378687" y="6488668"/>
            <a:ext cx="3451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Brackets are 95% confidence limits</a:t>
            </a:r>
          </a:p>
        </p:txBody>
      </p:sp>
      <p:sp>
        <p:nvSpPr>
          <p:cNvPr id="7550" name="TextBox 7549">
            <a:extLst>
              <a:ext uri="{FF2B5EF4-FFF2-40B4-BE49-F238E27FC236}">
                <a16:creationId xmlns:a16="http://schemas.microsoft.com/office/drawing/2014/main" id="{2D7E639B-E708-597C-A61F-83E088825EFF}"/>
              </a:ext>
            </a:extLst>
          </p:cNvPr>
          <p:cNvSpPr txBox="1"/>
          <p:nvPr/>
        </p:nvSpPr>
        <p:spPr>
          <a:xfrm>
            <a:off x="8378687" y="5803084"/>
            <a:ext cx="24748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Slope for </a:t>
            </a:r>
            <a:r>
              <a:rPr lang="en-US" dirty="0" err="1"/>
              <a:t>nat</a:t>
            </a:r>
            <a:r>
              <a:rPr lang="en-US" dirty="0"/>
              <a:t> </a:t>
            </a:r>
            <a:r>
              <a:rPr lang="en-US" dirty="0" err="1"/>
              <a:t>imgs</a:t>
            </a:r>
            <a:endParaRPr lang="en-US" dirty="0"/>
          </a:p>
          <a:p>
            <a:r>
              <a:rPr lang="en-US" dirty="0"/>
              <a:t>-2.733 [-2.759 -2.706]</a:t>
            </a:r>
          </a:p>
        </p:txBody>
      </p:sp>
    </p:spTree>
    <p:extLst>
      <p:ext uri="{BB962C8B-B14F-4D97-AF65-F5344CB8AC3E}">
        <p14:creationId xmlns:p14="http://schemas.microsoft.com/office/powerpoint/2010/main" val="1518633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2" name="TextBox 2861">
            <a:extLst>
              <a:ext uri="{FF2B5EF4-FFF2-40B4-BE49-F238E27FC236}">
                <a16:creationId xmlns:a16="http://schemas.microsoft.com/office/drawing/2014/main" id="{11B38BAE-555B-AA0A-A9C4-DA0E2005F2BB}"/>
              </a:ext>
            </a:extLst>
          </p:cNvPr>
          <p:cNvSpPr txBox="1"/>
          <p:nvPr/>
        </p:nvSpPr>
        <p:spPr>
          <a:xfrm>
            <a:off x="427654" y="79138"/>
            <a:ext cx="10374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bone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D0430-FD88-406B-AB97-58D53124578F}"/>
              </a:ext>
            </a:extLst>
          </p:cNvPr>
          <p:cNvSpPr txBox="1"/>
          <p:nvPr/>
        </p:nvSpPr>
        <p:spPr>
          <a:xfrm>
            <a:off x="2035689" y="58822"/>
            <a:ext cx="886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[</a:t>
            </a:r>
            <a:r>
              <a:rPr lang="en-US" dirty="0" err="1"/>
              <a:t>bone|bonesubs|scin</a:t>
            </a:r>
            <a:r>
              <a:rPr lang="en-US" dirty="0"/>
              <a:t>]_spec_n2_r64_[23|30]jan2023_[</a:t>
            </a:r>
            <a:r>
              <a:rPr lang="en-US" dirty="0" err="1"/>
              <a:t>heatmap|dotplot_tweaked.emf</a:t>
            </a:r>
            <a:endParaRPr lang="en-US" dirty="0"/>
          </a:p>
        </p:txBody>
      </p:sp>
      <p:grpSp>
        <p:nvGrpSpPr>
          <p:cNvPr id="472" name="Group 471">
            <a:extLst>
              <a:ext uri="{FF2B5EF4-FFF2-40B4-BE49-F238E27FC236}">
                <a16:creationId xmlns:a16="http://schemas.microsoft.com/office/drawing/2014/main" id="{C8AFE74E-9573-F976-A202-68720E41DAAD}"/>
              </a:ext>
            </a:extLst>
          </p:cNvPr>
          <p:cNvGrpSpPr/>
          <p:nvPr/>
        </p:nvGrpSpPr>
        <p:grpSpPr>
          <a:xfrm>
            <a:off x="1308100" y="962818"/>
            <a:ext cx="4598988" cy="3986213"/>
            <a:chOff x="-214313" y="1292225"/>
            <a:chExt cx="4598988" cy="3986213"/>
          </a:xfrm>
        </p:grpSpPr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EE18BC18-B916-F914-A263-A3243C97B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362" y="1820863"/>
              <a:ext cx="3040063" cy="30432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Rectangle 8">
              <a:extLst>
                <a:ext uri="{FF2B5EF4-FFF2-40B4-BE49-F238E27FC236}">
                  <a16:creationId xmlns:a16="http://schemas.microsoft.com/office/drawing/2014/main" id="{4A7AAEBF-E730-AA51-300F-9119BF9FB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7075" y="1292225"/>
              <a:ext cx="88106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std (avg per subj)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033" name="Picture 9">
              <a:extLst>
                <a:ext uri="{FF2B5EF4-FFF2-40B4-BE49-F238E27FC236}">
                  <a16:creationId xmlns:a16="http://schemas.microsoft.com/office/drawing/2014/main" id="{2392EA63-D09B-AC88-B3DB-0CB432710D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8362" y="1820863"/>
              <a:ext cx="3040063" cy="304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Line 10">
              <a:extLst>
                <a:ext uri="{FF2B5EF4-FFF2-40B4-BE49-F238E27FC236}">
                  <a16:creationId xmlns:a16="http://schemas.microsoft.com/office/drawing/2014/main" id="{75CF0B9F-9EC9-4A96-76FD-E272BB15E6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8362" y="4864100"/>
              <a:ext cx="30400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11">
              <a:extLst>
                <a:ext uri="{FF2B5EF4-FFF2-40B4-BE49-F238E27FC236}">
                  <a16:creationId xmlns:a16="http://schemas.microsoft.com/office/drawing/2014/main" id="{09617990-49E6-E8B2-D43C-7796A9A041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8362" y="1820863"/>
              <a:ext cx="30400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Line 12">
              <a:extLst>
                <a:ext uri="{FF2B5EF4-FFF2-40B4-BE49-F238E27FC236}">
                  <a16:creationId xmlns:a16="http://schemas.microsoft.com/office/drawing/2014/main" id="{20DDEE13-6507-6C1E-7DFA-7899CAB684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8362" y="4833938"/>
              <a:ext cx="0" cy="301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Line 13">
              <a:extLst>
                <a:ext uri="{FF2B5EF4-FFF2-40B4-BE49-F238E27FC236}">
                  <a16:creationId xmlns:a16="http://schemas.microsoft.com/office/drawing/2014/main" id="{AA0C6308-0574-1C9F-7B2E-ADCFAA073C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87600" y="4833938"/>
              <a:ext cx="0" cy="301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Line 14">
              <a:extLst>
                <a:ext uri="{FF2B5EF4-FFF2-40B4-BE49-F238E27FC236}">
                  <a16:creationId xmlns:a16="http://schemas.microsoft.com/office/drawing/2014/main" id="{B2E2272B-E7FC-EABF-9931-E74F09D454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08425" y="4833938"/>
              <a:ext cx="0" cy="301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Line 15">
              <a:extLst>
                <a:ext uri="{FF2B5EF4-FFF2-40B4-BE49-F238E27FC236}">
                  <a16:creationId xmlns:a16="http://schemas.microsoft.com/office/drawing/2014/main" id="{BB457D9A-2978-5369-C14C-23535FDF1A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8362" y="1820863"/>
              <a:ext cx="0" cy="317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16">
              <a:extLst>
                <a:ext uri="{FF2B5EF4-FFF2-40B4-BE49-F238E27FC236}">
                  <a16:creationId xmlns:a16="http://schemas.microsoft.com/office/drawing/2014/main" id="{6925098A-0BA3-544C-1EDC-43E93F58FA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7600" y="1820863"/>
              <a:ext cx="0" cy="317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Line 17">
              <a:extLst>
                <a:ext uri="{FF2B5EF4-FFF2-40B4-BE49-F238E27FC236}">
                  <a16:creationId xmlns:a16="http://schemas.microsoft.com/office/drawing/2014/main" id="{B4BD14AA-FED1-DDE8-2199-647D778C1F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8425" y="1820863"/>
              <a:ext cx="0" cy="317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Rectangle 18">
              <a:extLst>
                <a:ext uri="{FF2B5EF4-FFF2-40B4-BE49-F238E27FC236}">
                  <a16:creationId xmlns:a16="http://schemas.microsoft.com/office/drawing/2014/main" id="{855F4166-7BC5-A725-7ED2-20E8ECDB7D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350" y="4902200"/>
              <a:ext cx="27146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-0.25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Rectangle 19">
              <a:extLst>
                <a:ext uri="{FF2B5EF4-FFF2-40B4-BE49-F238E27FC236}">
                  <a16:creationId xmlns:a16="http://schemas.microsoft.com/office/drawing/2014/main" id="{2D23D4BC-6570-0B17-C5F7-7BD2F1DFD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1400" y="4902200"/>
              <a:ext cx="21431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   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Rectangle 20">
              <a:extLst>
                <a:ext uri="{FF2B5EF4-FFF2-40B4-BE49-F238E27FC236}">
                  <a16:creationId xmlns:a16="http://schemas.microsoft.com/office/drawing/2014/main" id="{881E61EA-82FE-2060-2FE8-5250B97F1B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8412" y="4902200"/>
              <a:ext cx="266700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0.25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Rectangle 21">
              <a:extLst>
                <a:ext uri="{FF2B5EF4-FFF2-40B4-BE49-F238E27FC236}">
                  <a16:creationId xmlns:a16="http://schemas.microsoft.com/office/drawing/2014/main" id="{AAA53038-3CD9-D62F-47E9-E468812BDB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4225" y="5026025"/>
              <a:ext cx="72866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cycles per pixel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Line 22">
              <a:extLst>
                <a:ext uri="{FF2B5EF4-FFF2-40B4-BE49-F238E27FC236}">
                  <a16:creationId xmlns:a16="http://schemas.microsoft.com/office/drawing/2014/main" id="{2C5D09BA-FC90-5EFE-585E-AC60C65D4B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8362" y="1820863"/>
              <a:ext cx="0" cy="3043238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Line 23">
              <a:extLst>
                <a:ext uri="{FF2B5EF4-FFF2-40B4-BE49-F238E27FC236}">
                  <a16:creationId xmlns:a16="http://schemas.microsoft.com/office/drawing/2014/main" id="{90AA07B6-F703-DB97-9A05-3D26D4DE94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08425" y="1820863"/>
              <a:ext cx="0" cy="3043238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Line 24">
              <a:extLst>
                <a:ext uri="{FF2B5EF4-FFF2-40B4-BE49-F238E27FC236}">
                  <a16:creationId xmlns:a16="http://schemas.microsoft.com/office/drawing/2014/main" id="{1B00C08B-6CA9-28B9-1C7D-0995CB8B37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8362" y="3343275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Line 25">
              <a:extLst>
                <a:ext uri="{FF2B5EF4-FFF2-40B4-BE49-F238E27FC236}">
                  <a16:creationId xmlns:a16="http://schemas.microsoft.com/office/drawing/2014/main" id="{B25E9E95-8316-9E33-2FC8-963616CAAB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8362" y="1820863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Line 26">
              <a:extLst>
                <a:ext uri="{FF2B5EF4-FFF2-40B4-BE49-F238E27FC236}">
                  <a16:creationId xmlns:a16="http://schemas.microsoft.com/office/drawing/2014/main" id="{CA264CB5-4684-8B04-1D6B-90BC5C325D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78262" y="3343275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Line 27">
              <a:extLst>
                <a:ext uri="{FF2B5EF4-FFF2-40B4-BE49-F238E27FC236}">
                  <a16:creationId xmlns:a16="http://schemas.microsoft.com/office/drawing/2014/main" id="{448C1A9C-0F0B-8507-77E7-6A051E8245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78262" y="1820863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8">
              <a:extLst>
                <a:ext uri="{FF2B5EF4-FFF2-40B4-BE49-F238E27FC236}">
                  <a16:creationId xmlns:a16="http://schemas.microsoft.com/office/drawing/2014/main" id="{FA21CD2D-CB34-817E-F166-CDE8BB65F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387" y="3295650"/>
              <a:ext cx="21431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   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Rectangle 29">
              <a:extLst>
                <a:ext uri="{FF2B5EF4-FFF2-40B4-BE49-F238E27FC236}">
                  <a16:creationId xmlns:a16="http://schemas.microsoft.com/office/drawing/2014/main" id="{07EFF2BC-FD50-9387-7B49-19CB183C81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762" y="1774825"/>
              <a:ext cx="266700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0.25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Rectangle 30">
              <a:extLst>
                <a:ext uri="{FF2B5EF4-FFF2-40B4-BE49-F238E27FC236}">
                  <a16:creationId xmlns:a16="http://schemas.microsoft.com/office/drawing/2014/main" id="{FC5E0D9D-5497-EC20-44BE-73FFA9006BF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23875" y="3559175"/>
              <a:ext cx="95250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Rectangle 31">
              <a:extLst>
                <a:ext uri="{FF2B5EF4-FFF2-40B4-BE49-F238E27FC236}">
                  <a16:creationId xmlns:a16="http://schemas.microsoft.com/office/drawing/2014/main" id="{8AD16FE6-FF0D-B324-649A-04D469FBB5C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25462" y="3513138"/>
              <a:ext cx="90488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y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32">
              <a:extLst>
                <a:ext uri="{FF2B5EF4-FFF2-40B4-BE49-F238E27FC236}">
                  <a16:creationId xmlns:a16="http://schemas.microsoft.com/office/drawing/2014/main" id="{82F98ECE-37E3-B8B2-9E37-90611A9F547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23875" y="3459163"/>
              <a:ext cx="95250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Rectangle 33">
              <a:extLst>
                <a:ext uri="{FF2B5EF4-FFF2-40B4-BE49-F238E27FC236}">
                  <a16:creationId xmlns:a16="http://schemas.microsoft.com/office/drawing/2014/main" id="{106078FC-C591-3B8A-BDFA-D5AA7F262F8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38162" y="3421063"/>
              <a:ext cx="66675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Rectangle 34">
              <a:extLst>
                <a:ext uri="{FF2B5EF4-FFF2-40B4-BE49-F238E27FC236}">
                  <a16:creationId xmlns:a16="http://schemas.microsoft.com/office/drawing/2014/main" id="{532E454D-B059-8267-4AC0-168460F8448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20700" y="3379788"/>
              <a:ext cx="10001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Rectangle 35">
              <a:extLst>
                <a:ext uri="{FF2B5EF4-FFF2-40B4-BE49-F238E27FC236}">
                  <a16:creationId xmlns:a16="http://schemas.microsoft.com/office/drawing/2014/main" id="{DAD92386-26AB-3AFE-C305-EDFFB6E512C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23875" y="3321050"/>
              <a:ext cx="95250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3" name="Rectangle 36">
              <a:extLst>
                <a:ext uri="{FF2B5EF4-FFF2-40B4-BE49-F238E27FC236}">
                  <a16:creationId xmlns:a16="http://schemas.microsoft.com/office/drawing/2014/main" id="{AAF2CCED-6412-95C8-DAE5-F54AED6312D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34987" y="3284538"/>
              <a:ext cx="71438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Rectangle 37">
              <a:extLst>
                <a:ext uri="{FF2B5EF4-FFF2-40B4-BE49-F238E27FC236}">
                  <a16:creationId xmlns:a16="http://schemas.microsoft.com/office/drawing/2014/main" id="{D6067BDF-41D1-E923-3609-92B445ADC4B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20700" y="3251200"/>
              <a:ext cx="10001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" name="Rectangle 38">
              <a:extLst>
                <a:ext uri="{FF2B5EF4-FFF2-40B4-BE49-F238E27FC236}">
                  <a16:creationId xmlns:a16="http://schemas.microsoft.com/office/drawing/2014/main" id="{26F13D2A-5DEF-3708-AEFB-3DC32A91B8D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20700" y="3194050"/>
              <a:ext cx="10001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Rectangle 39">
              <a:extLst>
                <a:ext uri="{FF2B5EF4-FFF2-40B4-BE49-F238E27FC236}">
                  <a16:creationId xmlns:a16="http://schemas.microsoft.com/office/drawing/2014/main" id="{080895BA-8267-6E4D-FB38-EC86C3504F6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33400" y="3149600"/>
              <a:ext cx="76200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" name="Rectangle 40">
              <a:extLst>
                <a:ext uri="{FF2B5EF4-FFF2-40B4-BE49-F238E27FC236}">
                  <a16:creationId xmlns:a16="http://schemas.microsoft.com/office/drawing/2014/main" id="{AFCC0E95-A5B5-0B73-C232-285D4B923EC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34987" y="3117850"/>
              <a:ext cx="71438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Rectangle 41">
              <a:extLst>
                <a:ext uri="{FF2B5EF4-FFF2-40B4-BE49-F238E27FC236}">
                  <a16:creationId xmlns:a16="http://schemas.microsoft.com/office/drawing/2014/main" id="{EA1E0274-62F0-D173-9A3B-5364DC4F690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20700" y="3089275"/>
              <a:ext cx="10001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9" name="Rectangle 42">
              <a:extLst>
                <a:ext uri="{FF2B5EF4-FFF2-40B4-BE49-F238E27FC236}">
                  <a16:creationId xmlns:a16="http://schemas.microsoft.com/office/drawing/2014/main" id="{C054ACED-909D-4500-5D94-770B5E1C9A5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38162" y="3048000"/>
              <a:ext cx="66675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i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0" name="Rectangle 43">
              <a:extLst>
                <a:ext uri="{FF2B5EF4-FFF2-40B4-BE49-F238E27FC236}">
                  <a16:creationId xmlns:a16="http://schemas.microsoft.com/office/drawing/2014/main" id="{DC96EA52-6E9F-DE18-24B3-589AD70A661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25462" y="3011488"/>
              <a:ext cx="90488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x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1" name="Rectangle 44">
              <a:extLst>
                <a:ext uri="{FF2B5EF4-FFF2-40B4-BE49-F238E27FC236}">
                  <a16:creationId xmlns:a16="http://schemas.microsoft.com/office/drawing/2014/main" id="{0DEE25A9-42A3-1A0E-CFAA-7F60BCE001F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20700" y="2963863"/>
              <a:ext cx="10001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Rectangle 45">
              <a:extLst>
                <a:ext uri="{FF2B5EF4-FFF2-40B4-BE49-F238E27FC236}">
                  <a16:creationId xmlns:a16="http://schemas.microsoft.com/office/drawing/2014/main" id="{F82D775C-B32E-3586-F002-41BF2A86C56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538162" y="2928938"/>
              <a:ext cx="66675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" name="Line 46">
              <a:extLst>
                <a:ext uri="{FF2B5EF4-FFF2-40B4-BE49-F238E27FC236}">
                  <a16:creationId xmlns:a16="http://schemas.microsoft.com/office/drawing/2014/main" id="{90D5156B-CE12-86C0-64B6-4F404672B2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0825" y="4864100"/>
              <a:ext cx="10001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Line 47">
              <a:extLst>
                <a:ext uri="{FF2B5EF4-FFF2-40B4-BE49-F238E27FC236}">
                  <a16:creationId xmlns:a16="http://schemas.microsoft.com/office/drawing/2014/main" id="{2C54B341-8059-9BCE-FFB4-1A7ECEB33A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0825" y="1820863"/>
              <a:ext cx="10001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Line 48">
              <a:extLst>
                <a:ext uri="{FF2B5EF4-FFF2-40B4-BE49-F238E27FC236}">
                  <a16:creationId xmlns:a16="http://schemas.microsoft.com/office/drawing/2014/main" id="{0D1A46D1-4D26-301A-85B4-E752C54864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60825" y="1820863"/>
              <a:ext cx="0" cy="3043238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Line 49">
              <a:extLst>
                <a:ext uri="{FF2B5EF4-FFF2-40B4-BE49-F238E27FC236}">
                  <a16:creationId xmlns:a16="http://schemas.microsoft.com/office/drawing/2014/main" id="{81DBA994-F948-796E-1BB3-F15B788052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0837" y="1820863"/>
              <a:ext cx="0" cy="3043238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1074" name="Picture 50">
              <a:extLst>
                <a:ext uri="{FF2B5EF4-FFF2-40B4-BE49-F238E27FC236}">
                  <a16:creationId xmlns:a16="http://schemas.microsoft.com/office/drawing/2014/main" id="{76918B33-0ADB-DD00-8D26-2DDE5FEFFE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60825" y="1820863"/>
              <a:ext cx="100013" cy="304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7" name="Line 51">
              <a:extLst>
                <a:ext uri="{FF2B5EF4-FFF2-40B4-BE49-F238E27FC236}">
                  <a16:creationId xmlns:a16="http://schemas.microsoft.com/office/drawing/2014/main" id="{0211EA06-0A0E-C3B6-EEDA-6833C2E2FE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0837" y="1820863"/>
              <a:ext cx="0" cy="3043238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Line 52">
              <a:extLst>
                <a:ext uri="{FF2B5EF4-FFF2-40B4-BE49-F238E27FC236}">
                  <a16:creationId xmlns:a16="http://schemas.microsoft.com/office/drawing/2014/main" id="{AEB3018B-7FCE-148D-A20C-87174B43A6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30675" y="4864100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Line 53">
              <a:extLst>
                <a:ext uri="{FF2B5EF4-FFF2-40B4-BE49-F238E27FC236}">
                  <a16:creationId xmlns:a16="http://schemas.microsoft.com/office/drawing/2014/main" id="{25E14A19-C73A-DE15-0F56-560395C847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30675" y="4587875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Line 54">
              <a:extLst>
                <a:ext uri="{FF2B5EF4-FFF2-40B4-BE49-F238E27FC236}">
                  <a16:creationId xmlns:a16="http://schemas.microsoft.com/office/drawing/2014/main" id="{060DFDC3-B4D8-AD89-FFC0-C032AFA458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30675" y="4310063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Line 55">
              <a:extLst>
                <a:ext uri="{FF2B5EF4-FFF2-40B4-BE49-F238E27FC236}">
                  <a16:creationId xmlns:a16="http://schemas.microsoft.com/office/drawing/2014/main" id="{29C49A6B-B249-825F-1274-10DC9ED373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30675" y="4033838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Line 56">
              <a:extLst>
                <a:ext uri="{FF2B5EF4-FFF2-40B4-BE49-F238E27FC236}">
                  <a16:creationId xmlns:a16="http://schemas.microsoft.com/office/drawing/2014/main" id="{3FAE5E47-9A87-1D8B-E536-42F780CB38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30675" y="3757613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Line 57">
              <a:extLst>
                <a:ext uri="{FF2B5EF4-FFF2-40B4-BE49-F238E27FC236}">
                  <a16:creationId xmlns:a16="http://schemas.microsoft.com/office/drawing/2014/main" id="{5FDE0563-7207-5058-8248-DC2BECE4F4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30675" y="3481388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8" name="Line 58">
              <a:extLst>
                <a:ext uri="{FF2B5EF4-FFF2-40B4-BE49-F238E27FC236}">
                  <a16:creationId xmlns:a16="http://schemas.microsoft.com/office/drawing/2014/main" id="{BB44A221-EB27-EF91-81AB-94BF26FCC7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30675" y="3205163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9" name="Line 59">
              <a:extLst>
                <a:ext uri="{FF2B5EF4-FFF2-40B4-BE49-F238E27FC236}">
                  <a16:creationId xmlns:a16="http://schemas.microsoft.com/office/drawing/2014/main" id="{91E911C4-FB7C-1EF6-B922-D7EF1EA144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30675" y="2927350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" name="Line 60">
              <a:extLst>
                <a:ext uri="{FF2B5EF4-FFF2-40B4-BE49-F238E27FC236}">
                  <a16:creationId xmlns:a16="http://schemas.microsoft.com/office/drawing/2014/main" id="{7DED7AAE-01CF-E9CA-46CE-76773531D5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30675" y="2651125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" name="Line 61">
              <a:extLst>
                <a:ext uri="{FF2B5EF4-FFF2-40B4-BE49-F238E27FC236}">
                  <a16:creationId xmlns:a16="http://schemas.microsoft.com/office/drawing/2014/main" id="{13FE7AE0-E7D6-B786-EE08-D9E7349D40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30675" y="2374900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2" name="Line 62">
              <a:extLst>
                <a:ext uri="{FF2B5EF4-FFF2-40B4-BE49-F238E27FC236}">
                  <a16:creationId xmlns:a16="http://schemas.microsoft.com/office/drawing/2014/main" id="{E88B457A-51F2-E1FF-61BC-79FB21D28D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30675" y="2098675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3" name="Line 63">
              <a:extLst>
                <a:ext uri="{FF2B5EF4-FFF2-40B4-BE49-F238E27FC236}">
                  <a16:creationId xmlns:a16="http://schemas.microsoft.com/office/drawing/2014/main" id="{0E9EE53B-5059-3805-B4F1-9486647E05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30675" y="1820863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" name="Rectangle 64">
              <a:extLst>
                <a:ext uri="{FF2B5EF4-FFF2-40B4-BE49-F238E27FC236}">
                  <a16:creationId xmlns:a16="http://schemas.microsoft.com/office/drawing/2014/main" id="{0D8C3C99-D964-0976-47FF-45EC68989A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9412" y="4816475"/>
              <a:ext cx="1190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5" name="Rectangle 65">
              <a:extLst>
                <a:ext uri="{FF2B5EF4-FFF2-40B4-BE49-F238E27FC236}">
                  <a16:creationId xmlns:a16="http://schemas.microsoft.com/office/drawing/2014/main" id="{305C0A9A-9D3F-B648-75E6-FD1C9B16B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9412" y="4540250"/>
              <a:ext cx="1952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-2.5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6" name="Rectangle 66">
              <a:extLst>
                <a:ext uri="{FF2B5EF4-FFF2-40B4-BE49-F238E27FC236}">
                  <a16:creationId xmlns:a16="http://schemas.microsoft.com/office/drawing/2014/main" id="{3EA4304A-43FD-E1D0-71E4-279EB9B8E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9412" y="4262438"/>
              <a:ext cx="1190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7" name="Rectangle 67">
              <a:extLst>
                <a:ext uri="{FF2B5EF4-FFF2-40B4-BE49-F238E27FC236}">
                  <a16:creationId xmlns:a16="http://schemas.microsoft.com/office/drawing/2014/main" id="{406845A5-7E18-9D4A-83AF-A82B1E667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9412" y="3986213"/>
              <a:ext cx="1952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-1.5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8" name="Rectangle 68">
              <a:extLst>
                <a:ext uri="{FF2B5EF4-FFF2-40B4-BE49-F238E27FC236}">
                  <a16:creationId xmlns:a16="http://schemas.microsoft.com/office/drawing/2014/main" id="{57DB4DF6-CCEA-FD8C-16EA-57BBFE434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9412" y="3709988"/>
              <a:ext cx="1190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9" name="Rectangle 69">
              <a:extLst>
                <a:ext uri="{FF2B5EF4-FFF2-40B4-BE49-F238E27FC236}">
                  <a16:creationId xmlns:a16="http://schemas.microsoft.com/office/drawing/2014/main" id="{32839D06-DF97-C1BC-FCDB-4230CA940A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9412" y="3433763"/>
              <a:ext cx="1952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-0.5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0" name="Rectangle 70">
              <a:extLst>
                <a:ext uri="{FF2B5EF4-FFF2-40B4-BE49-F238E27FC236}">
                  <a16:creationId xmlns:a16="http://schemas.microsoft.com/office/drawing/2014/main" id="{99EC7277-838C-094D-498E-C8D1598181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9412" y="3157538"/>
              <a:ext cx="90488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1" name="Rectangle 71">
              <a:extLst>
                <a:ext uri="{FF2B5EF4-FFF2-40B4-BE49-F238E27FC236}">
                  <a16:creationId xmlns:a16="http://schemas.microsoft.com/office/drawing/2014/main" id="{1C236493-EC98-2D66-5992-04C7F19E3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9412" y="2879725"/>
              <a:ext cx="166688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2" name="Rectangle 72">
              <a:extLst>
                <a:ext uri="{FF2B5EF4-FFF2-40B4-BE49-F238E27FC236}">
                  <a16:creationId xmlns:a16="http://schemas.microsoft.com/office/drawing/2014/main" id="{F59A12DA-0F0E-E299-3D98-254672B6F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9412" y="2603500"/>
              <a:ext cx="90488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3" name="Rectangle 73">
              <a:extLst>
                <a:ext uri="{FF2B5EF4-FFF2-40B4-BE49-F238E27FC236}">
                  <a16:creationId xmlns:a16="http://schemas.microsoft.com/office/drawing/2014/main" id="{CB62C9CD-4544-5502-CE64-11FDF78CE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9412" y="2327275"/>
              <a:ext cx="166688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4" name="Rectangle 74">
              <a:extLst>
                <a:ext uri="{FF2B5EF4-FFF2-40B4-BE49-F238E27FC236}">
                  <a16:creationId xmlns:a16="http://schemas.microsoft.com/office/drawing/2014/main" id="{B3AC17BF-6434-2F8B-5F96-FEC7570B89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9412" y="2051050"/>
              <a:ext cx="90488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5" name="Rectangle 75">
              <a:extLst>
                <a:ext uri="{FF2B5EF4-FFF2-40B4-BE49-F238E27FC236}">
                  <a16:creationId xmlns:a16="http://schemas.microsoft.com/office/drawing/2014/main" id="{FB664949-AEB7-1195-20EE-23919FAC98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9412" y="1774825"/>
              <a:ext cx="166688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6" name="Line 76">
              <a:extLst>
                <a:ext uri="{FF2B5EF4-FFF2-40B4-BE49-F238E27FC236}">
                  <a16:creationId xmlns:a16="http://schemas.microsoft.com/office/drawing/2014/main" id="{B6B575FF-FA71-3372-8A14-A1661580A6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0825" y="1820863"/>
              <a:ext cx="10001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7" name="Line 77">
              <a:extLst>
                <a:ext uri="{FF2B5EF4-FFF2-40B4-BE49-F238E27FC236}">
                  <a16:creationId xmlns:a16="http://schemas.microsoft.com/office/drawing/2014/main" id="{B4098B41-F9B6-525B-AFC9-A86E84E5E1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0825" y="4864100"/>
              <a:ext cx="10001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8" name="Line 78">
              <a:extLst>
                <a:ext uri="{FF2B5EF4-FFF2-40B4-BE49-F238E27FC236}">
                  <a16:creationId xmlns:a16="http://schemas.microsoft.com/office/drawing/2014/main" id="{92344E28-4540-5EF8-4700-22A91A126B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60825" y="1820863"/>
              <a:ext cx="0" cy="3043238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9" name="Line 79">
              <a:extLst>
                <a:ext uri="{FF2B5EF4-FFF2-40B4-BE49-F238E27FC236}">
                  <a16:creationId xmlns:a16="http://schemas.microsoft.com/office/drawing/2014/main" id="{0667F001-9436-1E44-947B-35990A7D8A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0837" y="1820863"/>
              <a:ext cx="0" cy="3043238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0" name="Rectangle 80">
              <a:extLst>
                <a:ext uri="{FF2B5EF4-FFF2-40B4-BE49-F238E27FC236}">
                  <a16:creationId xmlns:a16="http://schemas.microsoft.com/office/drawing/2014/main" id="{684378D8-E557-3A13-4415-F676A95FEE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14313" y="5192713"/>
              <a:ext cx="2597150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bonedatabase pad=1 whiten=per view (subj wtd) marg=1 pxlmean 0 roimean 1 cosbell 1 gen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1" name="Rectangle 81">
              <a:extLst>
                <a:ext uri="{FF2B5EF4-FFF2-40B4-BE49-F238E27FC236}">
                  <a16:creationId xmlns:a16="http://schemas.microsoft.com/office/drawing/2014/main" id="{45B7E43E-7AA0-D07C-A8C3-0E9E1753C2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14313" y="5030788"/>
              <a:ext cx="452438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std (N=2 R=64)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3501" name="Group 3500">
            <a:extLst>
              <a:ext uri="{FF2B5EF4-FFF2-40B4-BE49-F238E27FC236}">
                <a16:creationId xmlns:a16="http://schemas.microsoft.com/office/drawing/2014/main" id="{8DB520BF-CFBF-1078-B271-AFEEF4B30CD6}"/>
              </a:ext>
            </a:extLst>
          </p:cNvPr>
          <p:cNvGrpSpPr/>
          <p:nvPr/>
        </p:nvGrpSpPr>
        <p:grpSpPr>
          <a:xfrm>
            <a:off x="6969125" y="1344613"/>
            <a:ext cx="3717926" cy="3862387"/>
            <a:chOff x="6969125" y="1344613"/>
            <a:chExt cx="3717926" cy="3862387"/>
          </a:xfrm>
        </p:grpSpPr>
        <p:sp>
          <p:nvSpPr>
            <p:cNvPr id="3303" name="Line 88">
              <a:extLst>
                <a:ext uri="{FF2B5EF4-FFF2-40B4-BE49-F238E27FC236}">
                  <a16:creationId xmlns:a16="http://schemas.microsoft.com/office/drawing/2014/main" id="{3F8A6BB0-8E26-377A-35AA-B7B2693AB4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4792663"/>
              <a:ext cx="32607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04" name="Line 89">
              <a:extLst>
                <a:ext uri="{FF2B5EF4-FFF2-40B4-BE49-F238E27FC236}">
                  <a16:creationId xmlns:a16="http://schemas.microsoft.com/office/drawing/2014/main" id="{F635DF05-0E0B-02B1-7456-3138EED291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1344613"/>
              <a:ext cx="32607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05" name="Line 90">
              <a:extLst>
                <a:ext uri="{FF2B5EF4-FFF2-40B4-BE49-F238E27FC236}">
                  <a16:creationId xmlns:a16="http://schemas.microsoft.com/office/drawing/2014/main" id="{C5604760-F967-512D-5210-55CB880009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20000" y="4757738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06" name="Line 91">
              <a:extLst>
                <a:ext uri="{FF2B5EF4-FFF2-40B4-BE49-F238E27FC236}">
                  <a16:creationId xmlns:a16="http://schemas.microsoft.com/office/drawing/2014/main" id="{9B88F436-1EF8-A406-0075-BD40094705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24988" y="4757738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07" name="Line 92">
              <a:extLst>
                <a:ext uri="{FF2B5EF4-FFF2-40B4-BE49-F238E27FC236}">
                  <a16:creationId xmlns:a16="http://schemas.microsoft.com/office/drawing/2014/main" id="{B032E828-AE04-0A5A-A5CB-9C860794F1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0000" y="1344613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08" name="Line 93">
              <a:extLst>
                <a:ext uri="{FF2B5EF4-FFF2-40B4-BE49-F238E27FC236}">
                  <a16:creationId xmlns:a16="http://schemas.microsoft.com/office/drawing/2014/main" id="{ADDD4CF3-E930-C046-5E14-09E3E47251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24988" y="1344613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09" name="Line 94">
              <a:extLst>
                <a:ext uri="{FF2B5EF4-FFF2-40B4-BE49-F238E27FC236}">
                  <a16:creationId xmlns:a16="http://schemas.microsoft.com/office/drawing/2014/main" id="{9FBCD628-245D-A798-BC8B-B36FAD53C0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45375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10" name="Line 95">
              <a:extLst>
                <a:ext uri="{FF2B5EF4-FFF2-40B4-BE49-F238E27FC236}">
                  <a16:creationId xmlns:a16="http://schemas.microsoft.com/office/drawing/2014/main" id="{A9754099-5F2E-EC3C-169C-C257DB05A2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37450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11" name="Line 96">
              <a:extLst>
                <a:ext uri="{FF2B5EF4-FFF2-40B4-BE49-F238E27FC236}">
                  <a16:creationId xmlns:a16="http://schemas.microsoft.com/office/drawing/2014/main" id="{674B88C0-ECD4-79CD-B3BE-6767F83033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20000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12" name="Line 97">
              <a:extLst>
                <a:ext uri="{FF2B5EF4-FFF2-40B4-BE49-F238E27FC236}">
                  <a16:creationId xmlns:a16="http://schemas.microsoft.com/office/drawing/2014/main" id="{B3DA5299-1EF1-0A8F-BFF4-4654E3DB85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64513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13" name="Line 98">
              <a:extLst>
                <a:ext uri="{FF2B5EF4-FFF2-40B4-BE49-F238E27FC236}">
                  <a16:creationId xmlns:a16="http://schemas.microsoft.com/office/drawing/2014/main" id="{FD67CE54-B02E-1A9C-D48C-709378A418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82013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14" name="Line 99">
              <a:extLst>
                <a:ext uri="{FF2B5EF4-FFF2-40B4-BE49-F238E27FC236}">
                  <a16:creationId xmlns:a16="http://schemas.microsoft.com/office/drawing/2014/main" id="{72AB7F77-6E3F-8E61-BD49-9C26A293B4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07438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15" name="Line 100">
              <a:extLst>
                <a:ext uri="{FF2B5EF4-FFF2-40B4-BE49-F238E27FC236}">
                  <a16:creationId xmlns:a16="http://schemas.microsoft.com/office/drawing/2014/main" id="{A8DBA38C-9A39-78B2-17F5-2F03E04633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82063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16" name="Line 101">
              <a:extLst>
                <a:ext uri="{FF2B5EF4-FFF2-40B4-BE49-F238E27FC236}">
                  <a16:creationId xmlns:a16="http://schemas.microsoft.com/office/drawing/2014/main" id="{EDCC8E49-A087-D856-C4E3-003883F90D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024938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17" name="Line 102">
              <a:extLst>
                <a:ext uri="{FF2B5EF4-FFF2-40B4-BE49-F238E27FC236}">
                  <a16:creationId xmlns:a16="http://schemas.microsoft.com/office/drawing/2014/main" id="{4B41684E-1F93-1E5F-4823-4EF0750AE7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45588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18" name="Line 103">
              <a:extLst>
                <a:ext uri="{FF2B5EF4-FFF2-40B4-BE49-F238E27FC236}">
                  <a16:creationId xmlns:a16="http://schemas.microsoft.com/office/drawing/2014/main" id="{4A5338EB-6EFD-F16F-5B06-540224340C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50363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19" name="Line 104">
              <a:extLst>
                <a:ext uri="{FF2B5EF4-FFF2-40B4-BE49-F238E27FC236}">
                  <a16:creationId xmlns:a16="http://schemas.microsoft.com/office/drawing/2014/main" id="{6B30C1CC-6674-469E-A44C-B3679A54F7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42438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20" name="Line 105">
              <a:extLst>
                <a:ext uri="{FF2B5EF4-FFF2-40B4-BE49-F238E27FC236}">
                  <a16:creationId xmlns:a16="http://schemas.microsoft.com/office/drawing/2014/main" id="{B28EB0E2-AE69-E551-C888-BEBC92F4D3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24988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21" name="Line 106">
              <a:extLst>
                <a:ext uri="{FF2B5EF4-FFF2-40B4-BE49-F238E27FC236}">
                  <a16:creationId xmlns:a16="http://schemas.microsoft.com/office/drawing/2014/main" id="{67757451-96BB-DC33-A52C-44EBBD218A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969500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22" name="Line 107">
              <a:extLst>
                <a:ext uri="{FF2B5EF4-FFF2-40B4-BE49-F238E27FC236}">
                  <a16:creationId xmlns:a16="http://schemas.microsoft.com/office/drawing/2014/main" id="{2D463E42-436A-EC9D-F15F-AB42B7DB4F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287000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23" name="Line 108">
              <a:extLst>
                <a:ext uri="{FF2B5EF4-FFF2-40B4-BE49-F238E27FC236}">
                  <a16:creationId xmlns:a16="http://schemas.microsoft.com/office/drawing/2014/main" id="{D159099B-A6AD-BEC5-1441-9FB786A47D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12425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24" name="Line 109">
              <a:extLst>
                <a:ext uri="{FF2B5EF4-FFF2-40B4-BE49-F238E27FC236}">
                  <a16:creationId xmlns:a16="http://schemas.microsoft.com/office/drawing/2014/main" id="{00A16B4E-B89E-E753-4238-7C0B591881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87050" y="4775200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25" name="Line 110">
              <a:extLst>
                <a:ext uri="{FF2B5EF4-FFF2-40B4-BE49-F238E27FC236}">
                  <a16:creationId xmlns:a16="http://schemas.microsoft.com/office/drawing/2014/main" id="{696A24F8-345F-8444-45E5-221C0F7A02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45375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26" name="Line 111">
              <a:extLst>
                <a:ext uri="{FF2B5EF4-FFF2-40B4-BE49-F238E27FC236}">
                  <a16:creationId xmlns:a16="http://schemas.microsoft.com/office/drawing/2014/main" id="{5AB8861C-1B4A-6602-4DC7-F30D8F61A1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37450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27" name="Line 112">
              <a:extLst>
                <a:ext uri="{FF2B5EF4-FFF2-40B4-BE49-F238E27FC236}">
                  <a16:creationId xmlns:a16="http://schemas.microsoft.com/office/drawing/2014/main" id="{AA1F45DA-2BCC-E94C-9242-D60B7C9752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0000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28" name="Line 113">
              <a:extLst>
                <a:ext uri="{FF2B5EF4-FFF2-40B4-BE49-F238E27FC236}">
                  <a16:creationId xmlns:a16="http://schemas.microsoft.com/office/drawing/2014/main" id="{76649DBD-E82D-755A-7770-4117B1BEBB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4513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29" name="Line 114">
              <a:extLst>
                <a:ext uri="{FF2B5EF4-FFF2-40B4-BE49-F238E27FC236}">
                  <a16:creationId xmlns:a16="http://schemas.microsoft.com/office/drawing/2014/main" id="{0B7583C5-1D61-8A69-C411-98BBA670D2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2013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30" name="Line 115">
              <a:extLst>
                <a:ext uri="{FF2B5EF4-FFF2-40B4-BE49-F238E27FC236}">
                  <a16:creationId xmlns:a16="http://schemas.microsoft.com/office/drawing/2014/main" id="{B37BA816-60BC-4ACE-8556-21EE19A345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7438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31" name="Line 116">
              <a:extLst>
                <a:ext uri="{FF2B5EF4-FFF2-40B4-BE49-F238E27FC236}">
                  <a16:creationId xmlns:a16="http://schemas.microsoft.com/office/drawing/2014/main" id="{DC609664-7767-33B4-8EA4-C61B3873E3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82063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32" name="Line 117">
              <a:extLst>
                <a:ext uri="{FF2B5EF4-FFF2-40B4-BE49-F238E27FC236}">
                  <a16:creationId xmlns:a16="http://schemas.microsoft.com/office/drawing/2014/main" id="{2B0CCC6E-831F-B39D-03E0-FC4A131C54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24938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33" name="Line 118">
              <a:extLst>
                <a:ext uri="{FF2B5EF4-FFF2-40B4-BE49-F238E27FC236}">
                  <a16:creationId xmlns:a16="http://schemas.microsoft.com/office/drawing/2014/main" id="{A3322857-4331-73FD-0500-821E030A7F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5588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34" name="Line 119">
              <a:extLst>
                <a:ext uri="{FF2B5EF4-FFF2-40B4-BE49-F238E27FC236}">
                  <a16:creationId xmlns:a16="http://schemas.microsoft.com/office/drawing/2014/main" id="{4B508153-F6E7-3AAA-3BDD-A9416ACB5A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50363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35" name="Line 120">
              <a:extLst>
                <a:ext uri="{FF2B5EF4-FFF2-40B4-BE49-F238E27FC236}">
                  <a16:creationId xmlns:a16="http://schemas.microsoft.com/office/drawing/2014/main" id="{6B965773-D085-8B61-FD73-A42FB46ACA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42438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36" name="Line 121">
              <a:extLst>
                <a:ext uri="{FF2B5EF4-FFF2-40B4-BE49-F238E27FC236}">
                  <a16:creationId xmlns:a16="http://schemas.microsoft.com/office/drawing/2014/main" id="{71201D3C-376D-6559-4D83-3BE4332906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24988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37" name="Line 122">
              <a:extLst>
                <a:ext uri="{FF2B5EF4-FFF2-40B4-BE49-F238E27FC236}">
                  <a16:creationId xmlns:a16="http://schemas.microsoft.com/office/drawing/2014/main" id="{A734A229-A4F0-F03E-ACA2-DE6D7759E1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69500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38" name="Line 123">
              <a:extLst>
                <a:ext uri="{FF2B5EF4-FFF2-40B4-BE49-F238E27FC236}">
                  <a16:creationId xmlns:a16="http://schemas.microsoft.com/office/drawing/2014/main" id="{24178ADA-94B6-2AFA-DD38-2330A2AE10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87000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39" name="Line 124">
              <a:extLst>
                <a:ext uri="{FF2B5EF4-FFF2-40B4-BE49-F238E27FC236}">
                  <a16:creationId xmlns:a16="http://schemas.microsoft.com/office/drawing/2014/main" id="{A60C8EF1-4BAD-A73A-8BCB-8C948EC414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12425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40" name="Line 125">
              <a:extLst>
                <a:ext uri="{FF2B5EF4-FFF2-40B4-BE49-F238E27FC236}">
                  <a16:creationId xmlns:a16="http://schemas.microsoft.com/office/drawing/2014/main" id="{3DC69E9B-2FC7-1F57-D6F8-C6E39D859F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87050" y="1344613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41" name="Rectangle 126">
              <a:extLst>
                <a:ext uri="{FF2B5EF4-FFF2-40B4-BE49-F238E27FC236}">
                  <a16:creationId xmlns:a16="http://schemas.microsoft.com/office/drawing/2014/main" id="{1D7B2DD8-541A-55D8-8DD8-C136F462C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9675" y="4840288"/>
              <a:ext cx="100013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42" name="Rectangle 127">
              <a:extLst>
                <a:ext uri="{FF2B5EF4-FFF2-40B4-BE49-F238E27FC236}">
                  <a16:creationId xmlns:a16="http://schemas.microsoft.com/office/drawing/2014/main" id="{67CB6F82-CE17-59D7-335C-1E197FAAA2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113" y="4821238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43" name="Rectangle 128">
              <a:extLst>
                <a:ext uri="{FF2B5EF4-FFF2-40B4-BE49-F238E27FC236}">
                  <a16:creationId xmlns:a16="http://schemas.microsoft.com/office/drawing/2014/main" id="{4829B349-BB61-2D97-30F9-966EAE377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1488" y="4840288"/>
              <a:ext cx="100013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44" name="Rectangle 129">
              <a:extLst>
                <a:ext uri="{FF2B5EF4-FFF2-40B4-BE49-F238E27FC236}">
                  <a16:creationId xmlns:a16="http://schemas.microsoft.com/office/drawing/2014/main" id="{98AA6543-32F0-ABC6-F823-5AB7EA4A6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2925" y="4821238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45" name="Rectangle 130">
              <a:extLst>
                <a:ext uri="{FF2B5EF4-FFF2-40B4-BE49-F238E27FC236}">
                  <a16:creationId xmlns:a16="http://schemas.microsoft.com/office/drawing/2014/main" id="{7C2BBF9A-3F95-960B-4938-DD9882FAC5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1888" y="4930775"/>
              <a:ext cx="728663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cycles per pixel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46" name="Line 131">
              <a:extLst>
                <a:ext uri="{FF2B5EF4-FFF2-40B4-BE49-F238E27FC236}">
                  <a16:creationId xmlns:a16="http://schemas.microsoft.com/office/drawing/2014/main" id="{EDBEA71B-1107-A0B1-8AE1-27452224B4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26325" y="1344613"/>
              <a:ext cx="0" cy="34480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47" name="Line 132">
              <a:extLst>
                <a:ext uri="{FF2B5EF4-FFF2-40B4-BE49-F238E27FC236}">
                  <a16:creationId xmlns:a16="http://schemas.microsoft.com/office/drawing/2014/main" id="{39E27A05-1195-A848-28B4-0496EE3005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87050" y="1344613"/>
              <a:ext cx="0" cy="34480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48" name="Line 133">
              <a:extLst>
                <a:ext uri="{FF2B5EF4-FFF2-40B4-BE49-F238E27FC236}">
                  <a16:creationId xmlns:a16="http://schemas.microsoft.com/office/drawing/2014/main" id="{BFDE0876-F47B-48F6-7B62-241B23F628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4792663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49" name="Line 134">
              <a:extLst>
                <a:ext uri="{FF2B5EF4-FFF2-40B4-BE49-F238E27FC236}">
                  <a16:creationId xmlns:a16="http://schemas.microsoft.com/office/drawing/2014/main" id="{2DCA40EC-4060-5206-F651-FA48E54ED4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4165600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50" name="Line 135">
              <a:extLst>
                <a:ext uri="{FF2B5EF4-FFF2-40B4-BE49-F238E27FC236}">
                  <a16:creationId xmlns:a16="http://schemas.microsoft.com/office/drawing/2014/main" id="{772CC578-75D1-3DB3-9568-905BEAE40E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538538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51" name="Line 136">
              <a:extLst>
                <a:ext uri="{FF2B5EF4-FFF2-40B4-BE49-F238E27FC236}">
                  <a16:creationId xmlns:a16="http://schemas.microsoft.com/office/drawing/2014/main" id="{8BD9B82D-14EC-4AB3-5217-3E1549395A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911475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52" name="Line 137">
              <a:extLst>
                <a:ext uri="{FF2B5EF4-FFF2-40B4-BE49-F238E27FC236}">
                  <a16:creationId xmlns:a16="http://schemas.microsoft.com/office/drawing/2014/main" id="{754C305E-9180-6485-D764-245E30E4DA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284413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53" name="Line 138">
              <a:extLst>
                <a:ext uri="{FF2B5EF4-FFF2-40B4-BE49-F238E27FC236}">
                  <a16:creationId xmlns:a16="http://schemas.microsoft.com/office/drawing/2014/main" id="{42E910F9-3E48-13C6-CF05-A61EF730C7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1658938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54" name="Line 139">
              <a:extLst>
                <a:ext uri="{FF2B5EF4-FFF2-40B4-BE49-F238E27FC236}">
                  <a16:creationId xmlns:a16="http://schemas.microsoft.com/office/drawing/2014/main" id="{8A8A991A-A93D-D45B-E62F-E2455DDAA4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52125" y="4792663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55" name="Line 140">
              <a:extLst>
                <a:ext uri="{FF2B5EF4-FFF2-40B4-BE49-F238E27FC236}">
                  <a16:creationId xmlns:a16="http://schemas.microsoft.com/office/drawing/2014/main" id="{A5B0B7D6-C10D-0128-33D6-4B94840E4F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52125" y="4165600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56" name="Line 141">
              <a:extLst>
                <a:ext uri="{FF2B5EF4-FFF2-40B4-BE49-F238E27FC236}">
                  <a16:creationId xmlns:a16="http://schemas.microsoft.com/office/drawing/2014/main" id="{F74B4173-3651-D43E-C3D1-D4FE2339FF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52125" y="3538538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57" name="Line 142">
              <a:extLst>
                <a:ext uri="{FF2B5EF4-FFF2-40B4-BE49-F238E27FC236}">
                  <a16:creationId xmlns:a16="http://schemas.microsoft.com/office/drawing/2014/main" id="{E0432612-4D51-295B-E200-C5BD74C8B2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52125" y="2911475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58" name="Line 143">
              <a:extLst>
                <a:ext uri="{FF2B5EF4-FFF2-40B4-BE49-F238E27FC236}">
                  <a16:creationId xmlns:a16="http://schemas.microsoft.com/office/drawing/2014/main" id="{C18EBA0F-FC2F-B97A-1FC2-EF70933981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52125" y="2284413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59" name="Line 144">
              <a:extLst>
                <a:ext uri="{FF2B5EF4-FFF2-40B4-BE49-F238E27FC236}">
                  <a16:creationId xmlns:a16="http://schemas.microsoft.com/office/drawing/2014/main" id="{4B338D37-7BFE-51E4-F2AA-7E902AEF23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52125" y="1658938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60" name="Line 145">
              <a:extLst>
                <a:ext uri="{FF2B5EF4-FFF2-40B4-BE49-F238E27FC236}">
                  <a16:creationId xmlns:a16="http://schemas.microsoft.com/office/drawing/2014/main" id="{45F431BC-A35D-5096-8D25-234F541D7C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479266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61" name="Line 146">
              <a:extLst>
                <a:ext uri="{FF2B5EF4-FFF2-40B4-BE49-F238E27FC236}">
                  <a16:creationId xmlns:a16="http://schemas.microsoft.com/office/drawing/2014/main" id="{B8EB6768-51E9-7259-47DB-030084F84F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460375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62" name="Line 147">
              <a:extLst>
                <a:ext uri="{FF2B5EF4-FFF2-40B4-BE49-F238E27FC236}">
                  <a16:creationId xmlns:a16="http://schemas.microsoft.com/office/drawing/2014/main" id="{67C67726-EDCD-E214-5621-D586699AAF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449262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63" name="Line 148">
              <a:extLst>
                <a:ext uri="{FF2B5EF4-FFF2-40B4-BE49-F238E27FC236}">
                  <a16:creationId xmlns:a16="http://schemas.microsoft.com/office/drawing/2014/main" id="{6DAB0BAB-68A4-EE5C-D472-29AA274753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441483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64" name="Line 149">
              <a:extLst>
                <a:ext uri="{FF2B5EF4-FFF2-40B4-BE49-F238E27FC236}">
                  <a16:creationId xmlns:a16="http://schemas.microsoft.com/office/drawing/2014/main" id="{EEFEA659-32D9-D6BA-1F8C-0FAC71C2E0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435451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65" name="Line 150">
              <a:extLst>
                <a:ext uri="{FF2B5EF4-FFF2-40B4-BE49-F238E27FC236}">
                  <a16:creationId xmlns:a16="http://schemas.microsoft.com/office/drawing/2014/main" id="{B28741FD-BC73-A295-8463-EC3F84F461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430530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66" name="Line 151">
              <a:extLst>
                <a:ext uri="{FF2B5EF4-FFF2-40B4-BE49-F238E27FC236}">
                  <a16:creationId xmlns:a16="http://schemas.microsoft.com/office/drawing/2014/main" id="{EA6F12D5-4BC1-FDAB-DFF7-7BA790ACD6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426243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67" name="Line 152">
              <a:extLst>
                <a:ext uri="{FF2B5EF4-FFF2-40B4-BE49-F238E27FC236}">
                  <a16:creationId xmlns:a16="http://schemas.microsoft.com/office/drawing/2014/main" id="{9AF43BD4-231B-4D4C-9B87-CB2D109B1D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422592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68" name="Line 153">
              <a:extLst>
                <a:ext uri="{FF2B5EF4-FFF2-40B4-BE49-F238E27FC236}">
                  <a16:creationId xmlns:a16="http://schemas.microsoft.com/office/drawing/2014/main" id="{A448A320-9C2D-3FF4-ABF9-587F7991A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41941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69" name="Line 154">
              <a:extLst>
                <a:ext uri="{FF2B5EF4-FFF2-40B4-BE49-F238E27FC236}">
                  <a16:creationId xmlns:a16="http://schemas.microsoft.com/office/drawing/2014/main" id="{9E5D3B5D-F876-186A-E4AC-78AF59547B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416560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70" name="Line 155">
              <a:extLst>
                <a:ext uri="{FF2B5EF4-FFF2-40B4-BE49-F238E27FC236}">
                  <a16:creationId xmlns:a16="http://schemas.microsoft.com/office/drawing/2014/main" id="{7FA168B4-E470-144B-5397-5A136647DD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97668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71" name="Line 156">
              <a:extLst>
                <a:ext uri="{FF2B5EF4-FFF2-40B4-BE49-F238E27FC236}">
                  <a16:creationId xmlns:a16="http://schemas.microsoft.com/office/drawing/2014/main" id="{74C237B7-09F6-0265-E594-20CF5A70E9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86715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72" name="Line 157">
              <a:extLst>
                <a:ext uri="{FF2B5EF4-FFF2-40B4-BE49-F238E27FC236}">
                  <a16:creationId xmlns:a16="http://schemas.microsoft.com/office/drawing/2014/main" id="{787E697B-65AC-11B9-3462-A2E25F514A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7877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73" name="Line 158">
              <a:extLst>
                <a:ext uri="{FF2B5EF4-FFF2-40B4-BE49-F238E27FC236}">
                  <a16:creationId xmlns:a16="http://schemas.microsoft.com/office/drawing/2014/main" id="{3A2026F7-E7AB-D773-71EA-0C5C0BF5A9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72745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74" name="Line 159">
              <a:extLst>
                <a:ext uri="{FF2B5EF4-FFF2-40B4-BE49-F238E27FC236}">
                  <a16:creationId xmlns:a16="http://schemas.microsoft.com/office/drawing/2014/main" id="{9255762F-697A-9AAB-40B1-D338119B8E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67823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75" name="Line 160">
              <a:extLst>
                <a:ext uri="{FF2B5EF4-FFF2-40B4-BE49-F238E27FC236}">
                  <a16:creationId xmlns:a16="http://schemas.microsoft.com/office/drawing/2014/main" id="{838B70BB-F8DD-EFE1-E71C-5E7BC3E68B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6353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76" name="Line 161">
              <a:extLst>
                <a:ext uri="{FF2B5EF4-FFF2-40B4-BE49-F238E27FC236}">
                  <a16:creationId xmlns:a16="http://schemas.microsoft.com/office/drawing/2014/main" id="{A01F4BE8-FF4F-3BF3-2786-9606D111DE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59886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77" name="Line 162">
              <a:extLst>
                <a:ext uri="{FF2B5EF4-FFF2-40B4-BE49-F238E27FC236}">
                  <a16:creationId xmlns:a16="http://schemas.microsoft.com/office/drawing/2014/main" id="{C8308ECD-F4FD-2240-D873-6AF4970FD8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56711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78" name="Line 163">
              <a:extLst>
                <a:ext uri="{FF2B5EF4-FFF2-40B4-BE49-F238E27FC236}">
                  <a16:creationId xmlns:a16="http://schemas.microsoft.com/office/drawing/2014/main" id="{033F4A4E-4AF6-C590-233F-775515A289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53853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79" name="Line 164">
              <a:extLst>
                <a:ext uri="{FF2B5EF4-FFF2-40B4-BE49-F238E27FC236}">
                  <a16:creationId xmlns:a16="http://schemas.microsoft.com/office/drawing/2014/main" id="{4B192869-CE42-827C-1041-B58CF55F2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34962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80" name="Line 165">
              <a:extLst>
                <a:ext uri="{FF2B5EF4-FFF2-40B4-BE49-F238E27FC236}">
                  <a16:creationId xmlns:a16="http://schemas.microsoft.com/office/drawing/2014/main" id="{434F9B1A-C5CC-E3AA-84F6-E58A09EB89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24008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81" name="Line 166">
              <a:extLst>
                <a:ext uri="{FF2B5EF4-FFF2-40B4-BE49-F238E27FC236}">
                  <a16:creationId xmlns:a16="http://schemas.microsoft.com/office/drawing/2014/main" id="{DE62494F-5DF9-7119-07B5-08D354A761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16230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82" name="Line 167">
              <a:extLst>
                <a:ext uri="{FF2B5EF4-FFF2-40B4-BE49-F238E27FC236}">
                  <a16:creationId xmlns:a16="http://schemas.microsoft.com/office/drawing/2014/main" id="{6BBA539E-9C2F-43EC-BA65-43259DE8EE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10038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83" name="Line 168">
              <a:extLst>
                <a:ext uri="{FF2B5EF4-FFF2-40B4-BE49-F238E27FC236}">
                  <a16:creationId xmlns:a16="http://schemas.microsoft.com/office/drawing/2014/main" id="{568D71BF-1866-C9E7-D928-EB6C081B0B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0511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84" name="Line 169">
              <a:extLst>
                <a:ext uri="{FF2B5EF4-FFF2-40B4-BE49-F238E27FC236}">
                  <a16:creationId xmlns:a16="http://schemas.microsoft.com/office/drawing/2014/main" id="{2F594747-DF48-591B-8DEA-6385D49EB8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300831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85" name="Line 170">
              <a:extLst>
                <a:ext uri="{FF2B5EF4-FFF2-40B4-BE49-F238E27FC236}">
                  <a16:creationId xmlns:a16="http://schemas.microsoft.com/office/drawing/2014/main" id="{C8877DD6-FD8C-DBDF-8C56-B1F0C98A96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97338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86" name="Line 171">
              <a:extLst>
                <a:ext uri="{FF2B5EF4-FFF2-40B4-BE49-F238E27FC236}">
                  <a16:creationId xmlns:a16="http://schemas.microsoft.com/office/drawing/2014/main" id="{4D9DEAA2-C6DC-D45B-A596-1CA7E21BA3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94005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87" name="Line 172">
              <a:extLst>
                <a:ext uri="{FF2B5EF4-FFF2-40B4-BE49-F238E27FC236}">
                  <a16:creationId xmlns:a16="http://schemas.microsoft.com/office/drawing/2014/main" id="{7F41BEAE-FCE8-C712-9048-F60675C641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9114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88" name="Line 173">
              <a:extLst>
                <a:ext uri="{FF2B5EF4-FFF2-40B4-BE49-F238E27FC236}">
                  <a16:creationId xmlns:a16="http://schemas.microsoft.com/office/drawing/2014/main" id="{C0A14A6D-C9E0-DEA2-9BA7-0872012833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72415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89" name="Line 174">
              <a:extLst>
                <a:ext uri="{FF2B5EF4-FFF2-40B4-BE49-F238E27FC236}">
                  <a16:creationId xmlns:a16="http://schemas.microsoft.com/office/drawing/2014/main" id="{1882AF32-D666-9943-E058-42284BB672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61302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90" name="Line 175">
              <a:extLst>
                <a:ext uri="{FF2B5EF4-FFF2-40B4-BE49-F238E27FC236}">
                  <a16:creationId xmlns:a16="http://schemas.microsoft.com/office/drawing/2014/main" id="{A31957CD-D4EE-D1BA-E2AB-FA63D89D2F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53523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91" name="Line 176">
              <a:extLst>
                <a:ext uri="{FF2B5EF4-FFF2-40B4-BE49-F238E27FC236}">
                  <a16:creationId xmlns:a16="http://schemas.microsoft.com/office/drawing/2014/main" id="{653E63D3-3275-1026-0F87-D8B6E85866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47332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92" name="Line 177">
              <a:extLst>
                <a:ext uri="{FF2B5EF4-FFF2-40B4-BE49-F238E27FC236}">
                  <a16:creationId xmlns:a16="http://schemas.microsoft.com/office/drawing/2014/main" id="{CBDE32F2-FD04-B23F-99CA-80E7562001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42411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93" name="Line 178">
              <a:extLst>
                <a:ext uri="{FF2B5EF4-FFF2-40B4-BE49-F238E27FC236}">
                  <a16:creationId xmlns:a16="http://schemas.microsoft.com/office/drawing/2014/main" id="{01CB0CC0-1C21-F645-55F7-435F682E69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38283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94" name="Line 179">
              <a:extLst>
                <a:ext uri="{FF2B5EF4-FFF2-40B4-BE49-F238E27FC236}">
                  <a16:creationId xmlns:a16="http://schemas.microsoft.com/office/drawing/2014/main" id="{40AE759A-4A57-B175-A4A9-6E4A91185B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34632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95" name="Line 180">
              <a:extLst>
                <a:ext uri="{FF2B5EF4-FFF2-40B4-BE49-F238E27FC236}">
                  <a16:creationId xmlns:a16="http://schemas.microsoft.com/office/drawing/2014/main" id="{2747D342-9E28-7ABA-B494-53C262857A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3145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96" name="Line 181">
              <a:extLst>
                <a:ext uri="{FF2B5EF4-FFF2-40B4-BE49-F238E27FC236}">
                  <a16:creationId xmlns:a16="http://schemas.microsoft.com/office/drawing/2014/main" id="{2E3948A9-C079-2709-0368-AC91A4E8F8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28441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97" name="Line 182">
              <a:extLst>
                <a:ext uri="{FF2B5EF4-FFF2-40B4-BE49-F238E27FC236}">
                  <a16:creationId xmlns:a16="http://schemas.microsoft.com/office/drawing/2014/main" id="{59041C4F-FEB4-CD47-A34F-4A5D0A58B2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09708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98" name="Line 183">
              <a:extLst>
                <a:ext uri="{FF2B5EF4-FFF2-40B4-BE49-F238E27FC236}">
                  <a16:creationId xmlns:a16="http://schemas.microsoft.com/office/drawing/2014/main" id="{A632D833-2845-6ACF-F6E1-7010F9A3C2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198596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99" name="Line 184">
              <a:extLst>
                <a:ext uri="{FF2B5EF4-FFF2-40B4-BE49-F238E27FC236}">
                  <a16:creationId xmlns:a16="http://schemas.microsoft.com/office/drawing/2014/main" id="{EDFB389B-F492-7B78-D2AE-77785382F6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19081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00" name="Line 185">
              <a:extLst>
                <a:ext uri="{FF2B5EF4-FFF2-40B4-BE49-F238E27FC236}">
                  <a16:creationId xmlns:a16="http://schemas.microsoft.com/office/drawing/2014/main" id="{81A1C584-FFD2-12D9-1390-B1812F0086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184626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01" name="Line 186">
              <a:extLst>
                <a:ext uri="{FF2B5EF4-FFF2-40B4-BE49-F238E27FC236}">
                  <a16:creationId xmlns:a16="http://schemas.microsoft.com/office/drawing/2014/main" id="{F68F87B2-D56C-6E36-41D9-4D455FE83F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179705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02" name="Line 187">
              <a:extLst>
                <a:ext uri="{FF2B5EF4-FFF2-40B4-BE49-F238E27FC236}">
                  <a16:creationId xmlns:a16="http://schemas.microsoft.com/office/drawing/2014/main" id="{8BFAA24A-44A2-2D15-C33C-316625E4E2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17557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03" name="Line 188">
              <a:extLst>
                <a:ext uri="{FF2B5EF4-FFF2-40B4-BE49-F238E27FC236}">
                  <a16:creationId xmlns:a16="http://schemas.microsoft.com/office/drawing/2014/main" id="{34066906-0A34-7C8C-D163-46030F6894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171926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04" name="Line 189">
              <a:extLst>
                <a:ext uri="{FF2B5EF4-FFF2-40B4-BE49-F238E27FC236}">
                  <a16:creationId xmlns:a16="http://schemas.microsoft.com/office/drawing/2014/main" id="{315D7A34-059D-EF72-4A89-1E1A0835F6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168751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05" name="Line 190">
              <a:extLst>
                <a:ext uri="{FF2B5EF4-FFF2-40B4-BE49-F238E27FC236}">
                  <a16:creationId xmlns:a16="http://schemas.microsoft.com/office/drawing/2014/main" id="{84CDFF6E-A5A8-6DE9-CCA4-C7D6203A5D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165893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06" name="Line 191">
              <a:extLst>
                <a:ext uri="{FF2B5EF4-FFF2-40B4-BE49-F238E27FC236}">
                  <a16:creationId xmlns:a16="http://schemas.microsoft.com/office/drawing/2014/main" id="{8A374E0E-70E3-338B-6E35-57182F6D4C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147002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07" name="Line 192">
              <a:extLst>
                <a:ext uri="{FF2B5EF4-FFF2-40B4-BE49-F238E27FC236}">
                  <a16:creationId xmlns:a16="http://schemas.microsoft.com/office/drawing/2014/main" id="{9E757D1F-03E4-F072-D626-6F4FECC238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135890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08" name="Line 193">
              <a:extLst>
                <a:ext uri="{FF2B5EF4-FFF2-40B4-BE49-F238E27FC236}">
                  <a16:creationId xmlns:a16="http://schemas.microsoft.com/office/drawing/2014/main" id="{FB8AE94E-F108-EA27-1514-6DE3EA76D4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479266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09" name="Line 194">
              <a:extLst>
                <a:ext uri="{FF2B5EF4-FFF2-40B4-BE49-F238E27FC236}">
                  <a16:creationId xmlns:a16="http://schemas.microsoft.com/office/drawing/2014/main" id="{E80935E0-8C6B-41A8-8BD0-9736D9970D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460375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10" name="Line 195">
              <a:extLst>
                <a:ext uri="{FF2B5EF4-FFF2-40B4-BE49-F238E27FC236}">
                  <a16:creationId xmlns:a16="http://schemas.microsoft.com/office/drawing/2014/main" id="{16A1C41D-4660-4B2F-B3DA-C7C3C9D2AA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449262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11" name="Line 196">
              <a:extLst>
                <a:ext uri="{FF2B5EF4-FFF2-40B4-BE49-F238E27FC236}">
                  <a16:creationId xmlns:a16="http://schemas.microsoft.com/office/drawing/2014/main" id="{186E42E3-6205-3471-2C20-7CD18ED9A5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441483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12" name="Line 197">
              <a:extLst>
                <a:ext uri="{FF2B5EF4-FFF2-40B4-BE49-F238E27FC236}">
                  <a16:creationId xmlns:a16="http://schemas.microsoft.com/office/drawing/2014/main" id="{68D221C9-93EC-8388-9504-AE009F145D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435451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13" name="Line 198">
              <a:extLst>
                <a:ext uri="{FF2B5EF4-FFF2-40B4-BE49-F238E27FC236}">
                  <a16:creationId xmlns:a16="http://schemas.microsoft.com/office/drawing/2014/main" id="{80268AC8-9BC4-1A09-ABB7-771B78D9E3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430530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14" name="Line 199">
              <a:extLst>
                <a:ext uri="{FF2B5EF4-FFF2-40B4-BE49-F238E27FC236}">
                  <a16:creationId xmlns:a16="http://schemas.microsoft.com/office/drawing/2014/main" id="{7E565D0F-DCC1-1D18-A5B5-FB69E10B5A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426243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15" name="Line 200">
              <a:extLst>
                <a:ext uri="{FF2B5EF4-FFF2-40B4-BE49-F238E27FC236}">
                  <a16:creationId xmlns:a16="http://schemas.microsoft.com/office/drawing/2014/main" id="{11EC1A55-0859-92E0-A036-37DE7B05BD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422592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16" name="Line 201">
              <a:extLst>
                <a:ext uri="{FF2B5EF4-FFF2-40B4-BE49-F238E27FC236}">
                  <a16:creationId xmlns:a16="http://schemas.microsoft.com/office/drawing/2014/main" id="{AAC2E535-779A-3A2F-59E4-8E76D0EB25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41941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17" name="Line 202">
              <a:extLst>
                <a:ext uri="{FF2B5EF4-FFF2-40B4-BE49-F238E27FC236}">
                  <a16:creationId xmlns:a16="http://schemas.microsoft.com/office/drawing/2014/main" id="{25E31757-D379-8367-2078-0614D8EE6A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416560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18" name="Line 203">
              <a:extLst>
                <a:ext uri="{FF2B5EF4-FFF2-40B4-BE49-F238E27FC236}">
                  <a16:creationId xmlns:a16="http://schemas.microsoft.com/office/drawing/2014/main" id="{D6337C8E-25A1-533C-14AF-91BE4E17B3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97668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19" name="Line 204">
              <a:extLst>
                <a:ext uri="{FF2B5EF4-FFF2-40B4-BE49-F238E27FC236}">
                  <a16:creationId xmlns:a16="http://schemas.microsoft.com/office/drawing/2014/main" id="{4F7BFBAA-7C7F-41AE-48D4-E336985B25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86715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20" name="Line 205">
              <a:extLst>
                <a:ext uri="{FF2B5EF4-FFF2-40B4-BE49-F238E27FC236}">
                  <a16:creationId xmlns:a16="http://schemas.microsoft.com/office/drawing/2014/main" id="{25661FFF-322F-2CCF-8A29-9A9E400AF8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7877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21" name="Line 206">
              <a:extLst>
                <a:ext uri="{FF2B5EF4-FFF2-40B4-BE49-F238E27FC236}">
                  <a16:creationId xmlns:a16="http://schemas.microsoft.com/office/drawing/2014/main" id="{782A2A27-C04A-F618-184B-B0DA03FABC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72745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22" name="Line 207">
              <a:extLst>
                <a:ext uri="{FF2B5EF4-FFF2-40B4-BE49-F238E27FC236}">
                  <a16:creationId xmlns:a16="http://schemas.microsoft.com/office/drawing/2014/main" id="{C216F89F-F517-C4C3-C0DC-BBDAD3669A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67823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23" name="Line 208">
              <a:extLst>
                <a:ext uri="{FF2B5EF4-FFF2-40B4-BE49-F238E27FC236}">
                  <a16:creationId xmlns:a16="http://schemas.microsoft.com/office/drawing/2014/main" id="{DA7940E0-E54F-4D0A-39CD-D923263535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6353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24" name="Line 209">
              <a:extLst>
                <a:ext uri="{FF2B5EF4-FFF2-40B4-BE49-F238E27FC236}">
                  <a16:creationId xmlns:a16="http://schemas.microsoft.com/office/drawing/2014/main" id="{6B08E6CD-F74A-FD20-C6F4-31F86DFD81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59886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25" name="Line 210">
              <a:extLst>
                <a:ext uri="{FF2B5EF4-FFF2-40B4-BE49-F238E27FC236}">
                  <a16:creationId xmlns:a16="http://schemas.microsoft.com/office/drawing/2014/main" id="{12B40B4C-CD39-65B7-82DA-F32F726280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56711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26" name="Line 211">
              <a:extLst>
                <a:ext uri="{FF2B5EF4-FFF2-40B4-BE49-F238E27FC236}">
                  <a16:creationId xmlns:a16="http://schemas.microsoft.com/office/drawing/2014/main" id="{12A23773-DA6B-C84D-884A-C6158DC17B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53853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27" name="Line 212">
              <a:extLst>
                <a:ext uri="{FF2B5EF4-FFF2-40B4-BE49-F238E27FC236}">
                  <a16:creationId xmlns:a16="http://schemas.microsoft.com/office/drawing/2014/main" id="{DF8740A4-8562-BE60-63A5-5200826065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34962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28" name="Line 213">
              <a:extLst>
                <a:ext uri="{FF2B5EF4-FFF2-40B4-BE49-F238E27FC236}">
                  <a16:creationId xmlns:a16="http://schemas.microsoft.com/office/drawing/2014/main" id="{61E99A66-DF3C-7D27-34BD-6E9766A15B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24008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29" name="Line 214">
              <a:extLst>
                <a:ext uri="{FF2B5EF4-FFF2-40B4-BE49-F238E27FC236}">
                  <a16:creationId xmlns:a16="http://schemas.microsoft.com/office/drawing/2014/main" id="{76C9E9E6-BC83-AA41-869E-96E060A95D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16230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30" name="Line 215">
              <a:extLst>
                <a:ext uri="{FF2B5EF4-FFF2-40B4-BE49-F238E27FC236}">
                  <a16:creationId xmlns:a16="http://schemas.microsoft.com/office/drawing/2014/main" id="{D2E3C9BE-91BA-5804-B51E-004EAF76DD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10038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31" name="Line 216">
              <a:extLst>
                <a:ext uri="{FF2B5EF4-FFF2-40B4-BE49-F238E27FC236}">
                  <a16:creationId xmlns:a16="http://schemas.microsoft.com/office/drawing/2014/main" id="{40D1F3D0-DFC9-5E20-F700-C9192008BC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0511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32" name="Line 217">
              <a:extLst>
                <a:ext uri="{FF2B5EF4-FFF2-40B4-BE49-F238E27FC236}">
                  <a16:creationId xmlns:a16="http://schemas.microsoft.com/office/drawing/2014/main" id="{5E90F783-EF2F-545F-0322-B2EA09B3B7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300831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33" name="Line 218">
              <a:extLst>
                <a:ext uri="{FF2B5EF4-FFF2-40B4-BE49-F238E27FC236}">
                  <a16:creationId xmlns:a16="http://schemas.microsoft.com/office/drawing/2014/main" id="{85C8D6C0-62C9-D613-7679-36D67E4DF8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297338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34" name="Line 219">
              <a:extLst>
                <a:ext uri="{FF2B5EF4-FFF2-40B4-BE49-F238E27FC236}">
                  <a16:creationId xmlns:a16="http://schemas.microsoft.com/office/drawing/2014/main" id="{45CBC1E3-D66C-0654-3AA4-A05CE555B9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294005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35" name="Line 220">
              <a:extLst>
                <a:ext uri="{FF2B5EF4-FFF2-40B4-BE49-F238E27FC236}">
                  <a16:creationId xmlns:a16="http://schemas.microsoft.com/office/drawing/2014/main" id="{3B1BBFD4-A96D-E9A2-37CD-69B9150DBF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29114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36" name="Line 221">
              <a:extLst>
                <a:ext uri="{FF2B5EF4-FFF2-40B4-BE49-F238E27FC236}">
                  <a16:creationId xmlns:a16="http://schemas.microsoft.com/office/drawing/2014/main" id="{A329A887-C6FA-989F-A6C8-E3EB7AB86E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272415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37" name="Line 222">
              <a:extLst>
                <a:ext uri="{FF2B5EF4-FFF2-40B4-BE49-F238E27FC236}">
                  <a16:creationId xmlns:a16="http://schemas.microsoft.com/office/drawing/2014/main" id="{6A04ECA0-8239-466A-24F5-A87BFD006F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261302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38" name="Line 223">
              <a:extLst>
                <a:ext uri="{FF2B5EF4-FFF2-40B4-BE49-F238E27FC236}">
                  <a16:creationId xmlns:a16="http://schemas.microsoft.com/office/drawing/2014/main" id="{89A27423-5515-EC8C-E345-50A2B828F0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253523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39" name="Line 224">
              <a:extLst>
                <a:ext uri="{FF2B5EF4-FFF2-40B4-BE49-F238E27FC236}">
                  <a16:creationId xmlns:a16="http://schemas.microsoft.com/office/drawing/2014/main" id="{9E009DB1-EC28-19C2-9004-C928ADCCB3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247332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40" name="Line 225">
              <a:extLst>
                <a:ext uri="{FF2B5EF4-FFF2-40B4-BE49-F238E27FC236}">
                  <a16:creationId xmlns:a16="http://schemas.microsoft.com/office/drawing/2014/main" id="{FB93AE16-7DC8-9888-B83B-407AA1BEC9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242411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41" name="Line 226">
              <a:extLst>
                <a:ext uri="{FF2B5EF4-FFF2-40B4-BE49-F238E27FC236}">
                  <a16:creationId xmlns:a16="http://schemas.microsoft.com/office/drawing/2014/main" id="{30571E76-14FE-23BF-1176-16E5D0CC2D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238283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42" name="Line 227">
              <a:extLst>
                <a:ext uri="{FF2B5EF4-FFF2-40B4-BE49-F238E27FC236}">
                  <a16:creationId xmlns:a16="http://schemas.microsoft.com/office/drawing/2014/main" id="{BFB7C38E-24DD-7F14-5B9F-28BEB59D51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234632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43" name="Line 228">
              <a:extLst>
                <a:ext uri="{FF2B5EF4-FFF2-40B4-BE49-F238E27FC236}">
                  <a16:creationId xmlns:a16="http://schemas.microsoft.com/office/drawing/2014/main" id="{EE78AE3F-2F72-D90A-5CF0-73517B6CF2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23145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44" name="Line 229">
              <a:extLst>
                <a:ext uri="{FF2B5EF4-FFF2-40B4-BE49-F238E27FC236}">
                  <a16:creationId xmlns:a16="http://schemas.microsoft.com/office/drawing/2014/main" id="{3F680A7E-5F64-09FF-3C6D-8EA6C9E35A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228441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45" name="Line 230">
              <a:extLst>
                <a:ext uri="{FF2B5EF4-FFF2-40B4-BE49-F238E27FC236}">
                  <a16:creationId xmlns:a16="http://schemas.microsoft.com/office/drawing/2014/main" id="{0343C934-D489-FC93-0C9F-056F3AA9EB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209708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46" name="Line 231">
              <a:extLst>
                <a:ext uri="{FF2B5EF4-FFF2-40B4-BE49-F238E27FC236}">
                  <a16:creationId xmlns:a16="http://schemas.microsoft.com/office/drawing/2014/main" id="{38B3F330-4EAB-8775-74CC-2F55E6220F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198596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47" name="Line 232">
              <a:extLst>
                <a:ext uri="{FF2B5EF4-FFF2-40B4-BE49-F238E27FC236}">
                  <a16:creationId xmlns:a16="http://schemas.microsoft.com/office/drawing/2014/main" id="{7FED44BE-F7E9-220B-F460-71AFC0EA1B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19081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48" name="Line 233">
              <a:extLst>
                <a:ext uri="{FF2B5EF4-FFF2-40B4-BE49-F238E27FC236}">
                  <a16:creationId xmlns:a16="http://schemas.microsoft.com/office/drawing/2014/main" id="{08CA7A0D-186C-A632-EE5A-DC7F2DE3B5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184626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49" name="Line 234">
              <a:extLst>
                <a:ext uri="{FF2B5EF4-FFF2-40B4-BE49-F238E27FC236}">
                  <a16:creationId xmlns:a16="http://schemas.microsoft.com/office/drawing/2014/main" id="{B928B220-5009-723D-3318-6874D4E3C0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179705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50" name="Line 235">
              <a:extLst>
                <a:ext uri="{FF2B5EF4-FFF2-40B4-BE49-F238E27FC236}">
                  <a16:creationId xmlns:a16="http://schemas.microsoft.com/office/drawing/2014/main" id="{F51EB32B-A922-5666-6767-FE9FD42278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175577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51" name="Line 236">
              <a:extLst>
                <a:ext uri="{FF2B5EF4-FFF2-40B4-BE49-F238E27FC236}">
                  <a16:creationId xmlns:a16="http://schemas.microsoft.com/office/drawing/2014/main" id="{8CECC27A-47A9-373D-5132-096F8A6981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171926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52" name="Line 237">
              <a:extLst>
                <a:ext uri="{FF2B5EF4-FFF2-40B4-BE49-F238E27FC236}">
                  <a16:creationId xmlns:a16="http://schemas.microsoft.com/office/drawing/2014/main" id="{5D8F0540-18C0-CEEC-D530-79DBBF6D91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1687513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53" name="Line 238">
              <a:extLst>
                <a:ext uri="{FF2B5EF4-FFF2-40B4-BE49-F238E27FC236}">
                  <a16:creationId xmlns:a16="http://schemas.microsoft.com/office/drawing/2014/main" id="{4FB10574-BD45-B959-22CD-106AECD97E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1658938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54" name="Line 239">
              <a:extLst>
                <a:ext uri="{FF2B5EF4-FFF2-40B4-BE49-F238E27FC236}">
                  <a16:creationId xmlns:a16="http://schemas.microsoft.com/office/drawing/2014/main" id="{00564B0A-980C-BCCE-FC14-93F754716B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1470025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55" name="Line 240">
              <a:extLst>
                <a:ext uri="{FF2B5EF4-FFF2-40B4-BE49-F238E27FC236}">
                  <a16:creationId xmlns:a16="http://schemas.microsoft.com/office/drawing/2014/main" id="{BF7C79BD-FB2A-1445-1D1F-BD75EB2C30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69588" y="1358900"/>
              <a:ext cx="174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56" name="Rectangle 241">
              <a:extLst>
                <a:ext uri="{FF2B5EF4-FFF2-40B4-BE49-F238E27FC236}">
                  <a16:creationId xmlns:a16="http://schemas.microsoft.com/office/drawing/2014/main" id="{79A91774-BC0F-849D-C7D0-8451357572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3450" y="4768850"/>
              <a:ext cx="100013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57" name="Rectangle 242">
              <a:extLst>
                <a:ext uri="{FF2B5EF4-FFF2-40B4-BE49-F238E27FC236}">
                  <a16:creationId xmlns:a16="http://schemas.microsoft.com/office/drawing/2014/main" id="{12F35FB3-4A12-0960-390C-B46F91EFF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4888" y="4749800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58" name="Rectangle 243">
              <a:extLst>
                <a:ext uri="{FF2B5EF4-FFF2-40B4-BE49-F238E27FC236}">
                  <a16:creationId xmlns:a16="http://schemas.microsoft.com/office/drawing/2014/main" id="{97965B37-2A85-F7DE-8FF3-698D9D88D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3450" y="4143375"/>
              <a:ext cx="100013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59" name="Rectangle 244">
              <a:extLst>
                <a:ext uri="{FF2B5EF4-FFF2-40B4-BE49-F238E27FC236}">
                  <a16:creationId xmlns:a16="http://schemas.microsoft.com/office/drawing/2014/main" id="{81326254-1A2B-7640-61F9-4476629F0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4888" y="4124325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60" name="Rectangle 245">
              <a:extLst>
                <a:ext uri="{FF2B5EF4-FFF2-40B4-BE49-F238E27FC236}">
                  <a16:creationId xmlns:a16="http://schemas.microsoft.com/office/drawing/2014/main" id="{39DC3CD2-953F-2380-3D83-8397DD022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3450" y="3514725"/>
              <a:ext cx="100013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61" name="Rectangle 246">
              <a:extLst>
                <a:ext uri="{FF2B5EF4-FFF2-40B4-BE49-F238E27FC236}">
                  <a16:creationId xmlns:a16="http://schemas.microsoft.com/office/drawing/2014/main" id="{E2C6453B-D36B-81D2-5580-73473A6D3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4888" y="3495675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62" name="Rectangle 247">
              <a:extLst>
                <a:ext uri="{FF2B5EF4-FFF2-40B4-BE49-F238E27FC236}">
                  <a16:creationId xmlns:a16="http://schemas.microsoft.com/office/drawing/2014/main" id="{22BF467E-6E74-CD4E-DA15-FC5F94E3AF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2500" y="2889250"/>
              <a:ext cx="100013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63" name="Rectangle 248">
              <a:extLst>
                <a:ext uri="{FF2B5EF4-FFF2-40B4-BE49-F238E27FC236}">
                  <a16:creationId xmlns:a16="http://schemas.microsoft.com/office/drawing/2014/main" id="{A7FD69AA-C958-3C90-99E5-7CD11F386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3938" y="2870200"/>
              <a:ext cx="61913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64" name="Rectangle 249">
              <a:extLst>
                <a:ext uri="{FF2B5EF4-FFF2-40B4-BE49-F238E27FC236}">
                  <a16:creationId xmlns:a16="http://schemas.microsoft.com/office/drawing/2014/main" id="{FAD9C059-4EB4-20F6-FE12-4CC52DDBB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2500" y="2260600"/>
              <a:ext cx="100013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65" name="Rectangle 250">
              <a:extLst>
                <a:ext uri="{FF2B5EF4-FFF2-40B4-BE49-F238E27FC236}">
                  <a16:creationId xmlns:a16="http://schemas.microsoft.com/office/drawing/2014/main" id="{C3462305-ADD8-B146-18F2-28C429AAB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3938" y="2241550"/>
              <a:ext cx="61913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66" name="Rectangle 251">
              <a:extLst>
                <a:ext uri="{FF2B5EF4-FFF2-40B4-BE49-F238E27FC236}">
                  <a16:creationId xmlns:a16="http://schemas.microsoft.com/office/drawing/2014/main" id="{1999A755-DF95-ED20-D530-A7098D0D3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2500" y="1635125"/>
              <a:ext cx="100013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67" name="Rectangle 252">
              <a:extLst>
                <a:ext uri="{FF2B5EF4-FFF2-40B4-BE49-F238E27FC236}">
                  <a16:creationId xmlns:a16="http://schemas.microsoft.com/office/drawing/2014/main" id="{65C06BAC-FD2A-8BC2-D86E-D5BC0A58C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3938" y="1616075"/>
              <a:ext cx="61913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68" name="Rectangle 253">
              <a:extLst>
                <a:ext uri="{FF2B5EF4-FFF2-40B4-BE49-F238E27FC236}">
                  <a16:creationId xmlns:a16="http://schemas.microsoft.com/office/drawing/2014/main" id="{4B5E30B3-BC82-AAE0-EFE0-7733598D798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173913" y="3070225"/>
              <a:ext cx="100012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69" name="Rectangle 254">
              <a:extLst>
                <a:ext uri="{FF2B5EF4-FFF2-40B4-BE49-F238E27FC236}">
                  <a16:creationId xmlns:a16="http://schemas.microsoft.com/office/drawing/2014/main" id="{9E2E93F3-C35E-99CA-2E76-BE5A394B1F7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173913" y="3017838"/>
              <a:ext cx="100012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o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70" name="Rectangle 255">
              <a:extLst>
                <a:ext uri="{FF2B5EF4-FFF2-40B4-BE49-F238E27FC236}">
                  <a16:creationId xmlns:a16="http://schemas.microsoft.com/office/drawing/2014/main" id="{896B90A1-5C81-8160-D935-33BC9D6612F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169150" y="2959100"/>
              <a:ext cx="109537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w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71" name="Rectangle 256">
              <a:extLst>
                <a:ext uri="{FF2B5EF4-FFF2-40B4-BE49-F238E27FC236}">
                  <a16:creationId xmlns:a16="http://schemas.microsoft.com/office/drawing/2014/main" id="{CF5A6F06-A975-2404-83CF-C00A702142F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173913" y="2901950"/>
              <a:ext cx="100012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72" name="Rectangle 257">
              <a:extLst>
                <a:ext uri="{FF2B5EF4-FFF2-40B4-BE49-F238E27FC236}">
                  <a16:creationId xmlns:a16="http://schemas.microsoft.com/office/drawing/2014/main" id="{FC62938A-E454-E6EC-161F-E8D463FDB6E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186613" y="2867025"/>
              <a:ext cx="76200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73" name="Oval 258">
              <a:extLst>
                <a:ext uri="{FF2B5EF4-FFF2-40B4-BE49-F238E27FC236}">
                  <a16:creationId xmlns:a16="http://schemas.microsoft.com/office/drawing/2014/main" id="{33D5534A-4285-D59E-BD97-5254671AA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9975" y="2489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74" name="Oval 259">
              <a:extLst>
                <a:ext uri="{FF2B5EF4-FFF2-40B4-BE49-F238E27FC236}">
                  <a16:creationId xmlns:a16="http://schemas.microsoft.com/office/drawing/2014/main" id="{31EA3929-2C10-3F7D-5E1D-0BE9281B18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4488" y="2971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75" name="Oval 260">
              <a:extLst>
                <a:ext uri="{FF2B5EF4-FFF2-40B4-BE49-F238E27FC236}">
                  <a16:creationId xmlns:a16="http://schemas.microsoft.com/office/drawing/2014/main" id="{796C2689-AE39-305D-CDCC-F6C282BCA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1988" y="3382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76" name="Oval 261">
              <a:extLst>
                <a:ext uri="{FF2B5EF4-FFF2-40B4-BE49-F238E27FC236}">
                  <a16:creationId xmlns:a16="http://schemas.microsoft.com/office/drawing/2014/main" id="{204A0936-9B41-A64F-3429-F1698FBAA5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7413" y="3578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77" name="Oval 262">
              <a:extLst>
                <a:ext uri="{FF2B5EF4-FFF2-40B4-BE49-F238E27FC236}">
                  <a16:creationId xmlns:a16="http://schemas.microsoft.com/office/drawing/2014/main" id="{A930DD0A-D869-98EC-9C86-F9B869173A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2038" y="3776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78" name="Oval 263">
              <a:extLst>
                <a:ext uri="{FF2B5EF4-FFF2-40B4-BE49-F238E27FC236}">
                  <a16:creationId xmlns:a16="http://schemas.microsoft.com/office/drawing/2014/main" id="{24A77117-7E2B-3DDE-1EB8-D5C260B3A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4913" y="3921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79" name="Oval 264">
              <a:extLst>
                <a:ext uri="{FF2B5EF4-FFF2-40B4-BE49-F238E27FC236}">
                  <a16:creationId xmlns:a16="http://schemas.microsoft.com/office/drawing/2014/main" id="{E497C861-CE3D-0C64-809D-3DAF2D582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5563" y="4043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0" name="Oval 265">
              <a:extLst>
                <a:ext uri="{FF2B5EF4-FFF2-40B4-BE49-F238E27FC236}">
                  <a16:creationId xmlns:a16="http://schemas.microsoft.com/office/drawing/2014/main" id="{AB360D6C-D955-91A7-D963-F36C5D6244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0338" y="4152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1" name="Oval 266">
              <a:extLst>
                <a:ext uri="{FF2B5EF4-FFF2-40B4-BE49-F238E27FC236}">
                  <a16:creationId xmlns:a16="http://schemas.microsoft.com/office/drawing/2014/main" id="{9A1245AB-520C-1325-FC72-2421D8213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2413" y="4243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2" name="Oval 267">
              <a:extLst>
                <a:ext uri="{FF2B5EF4-FFF2-40B4-BE49-F238E27FC236}">
                  <a16:creationId xmlns:a16="http://schemas.microsoft.com/office/drawing/2014/main" id="{78ED2311-41D9-E82E-BFFD-2EAF8FB4B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4963" y="4308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3" name="Oval 268">
              <a:extLst>
                <a:ext uri="{FF2B5EF4-FFF2-40B4-BE49-F238E27FC236}">
                  <a16:creationId xmlns:a16="http://schemas.microsoft.com/office/drawing/2014/main" id="{7784C10E-FBE7-DC90-6D3B-3E481F3CC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1163" y="4389438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4" name="Oval 269">
              <a:extLst>
                <a:ext uri="{FF2B5EF4-FFF2-40B4-BE49-F238E27FC236}">
                  <a16:creationId xmlns:a16="http://schemas.microsoft.com/office/drawing/2014/main" id="{C99904D4-B2BA-AF9D-4B20-68AF19F64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7838" y="4487863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5" name="Oval 270">
              <a:extLst>
                <a:ext uri="{FF2B5EF4-FFF2-40B4-BE49-F238E27FC236}">
                  <a16:creationId xmlns:a16="http://schemas.microsoft.com/office/drawing/2014/main" id="{B0FC1D6E-D5EA-355A-D9DA-CC5DF486F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1338" y="4548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6" name="Oval 271">
              <a:extLst>
                <a:ext uri="{FF2B5EF4-FFF2-40B4-BE49-F238E27FC236}">
                  <a16:creationId xmlns:a16="http://schemas.microsoft.com/office/drawing/2014/main" id="{D2D091D3-537F-28B5-EA2A-9BBA52E57E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0075" y="4613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7" name="Oval 272">
              <a:extLst>
                <a:ext uri="{FF2B5EF4-FFF2-40B4-BE49-F238E27FC236}">
                  <a16:creationId xmlns:a16="http://schemas.microsoft.com/office/drawing/2014/main" id="{3C68A07F-A2C8-C15F-88E4-4B1B0125E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4050" y="4660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8" name="Oval 273">
              <a:extLst>
                <a:ext uri="{FF2B5EF4-FFF2-40B4-BE49-F238E27FC236}">
                  <a16:creationId xmlns:a16="http://schemas.microsoft.com/office/drawing/2014/main" id="{E53B1BDB-5D92-E885-BE31-0C1A9780B1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4850" y="4695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89" name="Oval 274">
              <a:extLst>
                <a:ext uri="{FF2B5EF4-FFF2-40B4-BE49-F238E27FC236}">
                  <a16:creationId xmlns:a16="http://schemas.microsoft.com/office/drawing/2014/main" id="{328DEB9C-F448-2C26-EA7C-C8FBE84FF7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2475" y="4748213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90" name="Oval 275">
              <a:extLst>
                <a:ext uri="{FF2B5EF4-FFF2-40B4-BE49-F238E27FC236}">
                  <a16:creationId xmlns:a16="http://schemas.microsoft.com/office/drawing/2014/main" id="{8D211C3A-2EB5-92BE-3428-863E67925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9975" y="2278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91" name="Oval 276">
              <a:extLst>
                <a:ext uri="{FF2B5EF4-FFF2-40B4-BE49-F238E27FC236}">
                  <a16:creationId xmlns:a16="http://schemas.microsoft.com/office/drawing/2014/main" id="{9E2C4676-B7F6-E6DD-14DE-C1EF1FCCA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3025" y="2501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92" name="Oval 277">
              <a:extLst>
                <a:ext uri="{FF2B5EF4-FFF2-40B4-BE49-F238E27FC236}">
                  <a16:creationId xmlns:a16="http://schemas.microsoft.com/office/drawing/2014/main" id="{CCBF5A4C-1536-6968-6011-FE040FC93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1800" y="30353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93" name="Oval 278">
              <a:extLst>
                <a:ext uri="{FF2B5EF4-FFF2-40B4-BE49-F238E27FC236}">
                  <a16:creationId xmlns:a16="http://schemas.microsoft.com/office/drawing/2014/main" id="{52A2D26F-7946-DA41-14B7-F9867CAAD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3263" y="3409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94" name="Oval 279">
              <a:extLst>
                <a:ext uri="{FF2B5EF4-FFF2-40B4-BE49-F238E27FC236}">
                  <a16:creationId xmlns:a16="http://schemas.microsoft.com/office/drawing/2014/main" id="{0295C59B-6049-3913-4BE1-36B3FE86B7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1225" y="3622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95" name="Oval 280">
              <a:extLst>
                <a:ext uri="{FF2B5EF4-FFF2-40B4-BE49-F238E27FC236}">
                  <a16:creationId xmlns:a16="http://schemas.microsoft.com/office/drawing/2014/main" id="{9889776F-E32F-2E21-52A5-EB75BCC40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7913" y="3778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96" name="Oval 281">
              <a:extLst>
                <a:ext uri="{FF2B5EF4-FFF2-40B4-BE49-F238E27FC236}">
                  <a16:creationId xmlns:a16="http://schemas.microsoft.com/office/drawing/2014/main" id="{FBD4A243-4906-E876-4C41-597010980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025" y="3916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97" name="Oval 282">
              <a:extLst>
                <a:ext uri="{FF2B5EF4-FFF2-40B4-BE49-F238E27FC236}">
                  <a16:creationId xmlns:a16="http://schemas.microsoft.com/office/drawing/2014/main" id="{6D0AAE71-B16C-21A4-85B6-49C67D76B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3500" y="4033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98" name="Oval 283">
              <a:extLst>
                <a:ext uri="{FF2B5EF4-FFF2-40B4-BE49-F238E27FC236}">
                  <a16:creationId xmlns:a16="http://schemas.microsoft.com/office/drawing/2014/main" id="{17BF4A9F-C01D-1376-66B5-CF3DF5F6D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6688" y="41338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99" name="Oval 284">
              <a:extLst>
                <a:ext uri="{FF2B5EF4-FFF2-40B4-BE49-F238E27FC236}">
                  <a16:creationId xmlns:a16="http://schemas.microsoft.com/office/drawing/2014/main" id="{37B4352D-ABA9-9D4B-BB3E-3B8931FE6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7175" y="4216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00" name="Oval 286">
              <a:extLst>
                <a:ext uri="{FF2B5EF4-FFF2-40B4-BE49-F238E27FC236}">
                  <a16:creationId xmlns:a16="http://schemas.microsoft.com/office/drawing/2014/main" id="{DD0A0F58-FAB2-78B5-6F13-7F9638DEEC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9726" y="4284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01" name="Oval 287">
              <a:extLst>
                <a:ext uri="{FF2B5EF4-FFF2-40B4-BE49-F238E27FC236}">
                  <a16:creationId xmlns:a16="http://schemas.microsoft.com/office/drawing/2014/main" id="{958BEA6F-4330-04A8-359C-DD11ED295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4338" y="4378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02" name="Oval 288">
              <a:extLst>
                <a:ext uri="{FF2B5EF4-FFF2-40B4-BE49-F238E27FC236}">
                  <a16:creationId xmlns:a16="http://schemas.microsoft.com/office/drawing/2014/main" id="{4295AA38-A786-7A27-D4D6-3CD04A917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1013" y="4471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03" name="Oval 289">
              <a:extLst>
                <a:ext uri="{FF2B5EF4-FFF2-40B4-BE49-F238E27FC236}">
                  <a16:creationId xmlns:a16="http://schemas.microsoft.com/office/drawing/2014/main" id="{E422E28D-B42E-65EA-A71E-A1CE865B8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2926" y="4540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04" name="Oval 290">
              <a:extLst>
                <a:ext uri="{FF2B5EF4-FFF2-40B4-BE49-F238E27FC236}">
                  <a16:creationId xmlns:a16="http://schemas.microsoft.com/office/drawing/2014/main" id="{3446E88D-5942-155D-CAF9-E3791355F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1663" y="4605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05" name="Oval 291">
              <a:extLst>
                <a:ext uri="{FF2B5EF4-FFF2-40B4-BE49-F238E27FC236}">
                  <a16:creationId xmlns:a16="http://schemas.microsoft.com/office/drawing/2014/main" id="{854DCA5B-DCB3-0BE1-6FC0-8F17BA10E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5638" y="4659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06" name="Oval 292">
              <a:extLst>
                <a:ext uri="{FF2B5EF4-FFF2-40B4-BE49-F238E27FC236}">
                  <a16:creationId xmlns:a16="http://schemas.microsoft.com/office/drawing/2014/main" id="{65F7EFC8-4856-A725-FAA7-0E1ED9C835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4851" y="4700588"/>
              <a:ext cx="14288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07" name="Oval 293">
              <a:extLst>
                <a:ext uri="{FF2B5EF4-FFF2-40B4-BE49-F238E27FC236}">
                  <a16:creationId xmlns:a16="http://schemas.microsoft.com/office/drawing/2014/main" id="{DC391608-A7FB-7A94-E7E1-8D6B68DA66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2476" y="47148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08" name="Oval 294">
              <a:extLst>
                <a:ext uri="{FF2B5EF4-FFF2-40B4-BE49-F238E27FC236}">
                  <a16:creationId xmlns:a16="http://schemas.microsoft.com/office/drawing/2014/main" id="{44E8CBCF-4C11-F355-81ED-B830BD544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6926" y="4781550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09" name="Oval 295">
              <a:extLst>
                <a:ext uri="{FF2B5EF4-FFF2-40B4-BE49-F238E27FC236}">
                  <a16:creationId xmlns:a16="http://schemas.microsoft.com/office/drawing/2014/main" id="{9F101FDD-2CC4-5372-074B-401CD3F9D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4488" y="2633663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10" name="Oval 296">
              <a:extLst>
                <a:ext uri="{FF2B5EF4-FFF2-40B4-BE49-F238E27FC236}">
                  <a16:creationId xmlns:a16="http://schemas.microsoft.com/office/drawing/2014/main" id="{521678DA-C6CB-E03B-761E-AAA3A5A31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1801" y="2828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11" name="Oval 297">
              <a:extLst>
                <a:ext uri="{FF2B5EF4-FFF2-40B4-BE49-F238E27FC236}">
                  <a16:creationId xmlns:a16="http://schemas.microsoft.com/office/drawing/2014/main" id="{E4376391-8166-3268-ADEB-31ED1B05B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5951" y="3182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12" name="Oval 298">
              <a:extLst>
                <a:ext uri="{FF2B5EF4-FFF2-40B4-BE49-F238E27FC236}">
                  <a16:creationId xmlns:a16="http://schemas.microsoft.com/office/drawing/2014/main" id="{2789CF8B-E364-4FA8-DCC6-ED55BEFC2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6451" y="3497263"/>
              <a:ext cx="12700" cy="11112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13" name="Oval 299">
              <a:extLst>
                <a:ext uri="{FF2B5EF4-FFF2-40B4-BE49-F238E27FC236}">
                  <a16:creationId xmlns:a16="http://schemas.microsoft.com/office/drawing/2014/main" id="{257D11D4-B298-9708-E172-08F1BF4893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4726" y="3700463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14" name="Oval 300">
              <a:extLst>
                <a:ext uri="{FF2B5EF4-FFF2-40B4-BE49-F238E27FC236}">
                  <a16:creationId xmlns:a16="http://schemas.microsoft.com/office/drawing/2014/main" id="{2C4CE11E-D5C3-193D-0BDB-FC686D6F7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0776" y="38798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15" name="Oval 301">
              <a:extLst>
                <a:ext uri="{FF2B5EF4-FFF2-40B4-BE49-F238E27FC236}">
                  <a16:creationId xmlns:a16="http://schemas.microsoft.com/office/drawing/2014/main" id="{2ADB3EC8-7881-646D-2EC4-DFBC4EDA8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6188" y="4011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16" name="Oval 302">
              <a:extLst>
                <a:ext uri="{FF2B5EF4-FFF2-40B4-BE49-F238E27FC236}">
                  <a16:creationId xmlns:a16="http://schemas.microsoft.com/office/drawing/2014/main" id="{BF3896D5-C6CC-1CB9-0737-66D13E6330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313" y="4098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17" name="Oval 303">
              <a:extLst>
                <a:ext uri="{FF2B5EF4-FFF2-40B4-BE49-F238E27FC236}">
                  <a16:creationId xmlns:a16="http://schemas.microsoft.com/office/drawing/2014/main" id="{1E888737-9F20-E985-57FF-CFDAAB8EB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4151" y="4183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18" name="Oval 304">
              <a:extLst>
                <a:ext uri="{FF2B5EF4-FFF2-40B4-BE49-F238E27FC236}">
                  <a16:creationId xmlns:a16="http://schemas.microsoft.com/office/drawing/2014/main" id="{14F1DE8E-1B95-B014-3092-16D48C756D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1463" y="4251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19" name="Oval 305">
              <a:extLst>
                <a:ext uri="{FF2B5EF4-FFF2-40B4-BE49-F238E27FC236}">
                  <a16:creationId xmlns:a16="http://schemas.microsoft.com/office/drawing/2014/main" id="{846CDF67-6BF5-63E1-3F5A-15E3B8451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0838" y="4316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20" name="Oval 306">
              <a:extLst>
                <a:ext uri="{FF2B5EF4-FFF2-40B4-BE49-F238E27FC236}">
                  <a16:creationId xmlns:a16="http://schemas.microsoft.com/office/drawing/2014/main" id="{E0AE286E-044A-7BCE-933A-870157C2D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3863" y="4373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21" name="Oval 307">
              <a:extLst>
                <a:ext uri="{FF2B5EF4-FFF2-40B4-BE49-F238E27FC236}">
                  <a16:creationId xmlns:a16="http://schemas.microsoft.com/office/drawing/2014/main" id="{CF154C8B-7B3B-C0D3-682E-A8738A471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8951" y="44323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22" name="Oval 308">
              <a:extLst>
                <a:ext uri="{FF2B5EF4-FFF2-40B4-BE49-F238E27FC236}">
                  <a16:creationId xmlns:a16="http://schemas.microsoft.com/office/drawing/2014/main" id="{D1300C8A-7914-FD60-73B8-15175C492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0863" y="4522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23" name="Oval 309">
              <a:extLst>
                <a:ext uri="{FF2B5EF4-FFF2-40B4-BE49-F238E27FC236}">
                  <a16:creationId xmlns:a16="http://schemas.microsoft.com/office/drawing/2014/main" id="{CF945119-0FF8-C628-807C-1442436F7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8013" y="4606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24" name="Oval 310">
              <a:extLst>
                <a:ext uri="{FF2B5EF4-FFF2-40B4-BE49-F238E27FC236}">
                  <a16:creationId xmlns:a16="http://schemas.microsoft.com/office/drawing/2014/main" id="{465EC173-46B0-735C-CAF4-1348E7211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0401" y="4652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25" name="Oval 311">
              <a:extLst>
                <a:ext uri="{FF2B5EF4-FFF2-40B4-BE49-F238E27FC236}">
                  <a16:creationId xmlns:a16="http://schemas.microsoft.com/office/drawing/2014/main" id="{3C8B343A-0A9B-FFCE-B66A-9DBD4C393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613" y="47148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26" name="Oval 312">
              <a:extLst>
                <a:ext uri="{FF2B5EF4-FFF2-40B4-BE49-F238E27FC236}">
                  <a16:creationId xmlns:a16="http://schemas.microsoft.com/office/drawing/2014/main" id="{0FBDCB9D-0CDB-E2C5-5F4B-4E108B1D2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7238" y="4752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27" name="Oval 313">
              <a:extLst>
                <a:ext uri="{FF2B5EF4-FFF2-40B4-BE49-F238E27FC236}">
                  <a16:creationId xmlns:a16="http://schemas.microsoft.com/office/drawing/2014/main" id="{ED94D4FD-441A-C200-4C58-1BD0379E4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1988" y="3014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28" name="Oval 314">
              <a:extLst>
                <a:ext uri="{FF2B5EF4-FFF2-40B4-BE49-F238E27FC236}">
                  <a16:creationId xmlns:a16="http://schemas.microsoft.com/office/drawing/2014/main" id="{728A06E7-6618-2B9B-0CBA-8AD880ED3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3263" y="3187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29" name="Oval 315">
              <a:extLst>
                <a:ext uri="{FF2B5EF4-FFF2-40B4-BE49-F238E27FC236}">
                  <a16:creationId xmlns:a16="http://schemas.microsoft.com/office/drawing/2014/main" id="{39978DCB-06AE-F99D-16BD-687E6CE40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6451" y="3454400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30" name="Oval 316">
              <a:extLst>
                <a:ext uri="{FF2B5EF4-FFF2-40B4-BE49-F238E27FC236}">
                  <a16:creationId xmlns:a16="http://schemas.microsoft.com/office/drawing/2014/main" id="{5235D985-E081-81B3-64EB-26EE8314A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3451" y="3624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31" name="Oval 317">
              <a:extLst>
                <a:ext uri="{FF2B5EF4-FFF2-40B4-BE49-F238E27FC236}">
                  <a16:creationId xmlns:a16="http://schemas.microsoft.com/office/drawing/2014/main" id="{12C58138-169A-E9AE-4FF1-D7B9FB557F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2038" y="3768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32" name="Oval 318">
              <a:extLst>
                <a:ext uri="{FF2B5EF4-FFF2-40B4-BE49-F238E27FC236}">
                  <a16:creationId xmlns:a16="http://schemas.microsoft.com/office/drawing/2014/main" id="{C238024D-836E-EC82-4CEF-49113521FE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2688" y="3933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33" name="Oval 319">
              <a:extLst>
                <a:ext uri="{FF2B5EF4-FFF2-40B4-BE49-F238E27FC236}">
                  <a16:creationId xmlns:a16="http://schemas.microsoft.com/office/drawing/2014/main" id="{D7201D6F-565B-70AD-8B80-D30ED38E4A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2226" y="4064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34" name="Oval 320">
              <a:extLst>
                <a:ext uri="{FF2B5EF4-FFF2-40B4-BE49-F238E27FC236}">
                  <a16:creationId xmlns:a16="http://schemas.microsoft.com/office/drawing/2014/main" id="{6AD30028-683E-2099-A492-22B5FECA1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2238" y="4160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35" name="Oval 321">
              <a:extLst>
                <a:ext uri="{FF2B5EF4-FFF2-40B4-BE49-F238E27FC236}">
                  <a16:creationId xmlns:a16="http://schemas.microsoft.com/office/drawing/2014/main" id="{969B464C-2700-609F-FA07-D99F79B13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2726" y="4262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36" name="Oval 322">
              <a:extLst>
                <a:ext uri="{FF2B5EF4-FFF2-40B4-BE49-F238E27FC236}">
                  <a16:creationId xmlns:a16="http://schemas.microsoft.com/office/drawing/2014/main" id="{73A34DB0-8860-7223-A89E-1238D1662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5276" y="4337050"/>
              <a:ext cx="11113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37" name="Oval 323">
              <a:extLst>
                <a:ext uri="{FF2B5EF4-FFF2-40B4-BE49-F238E27FC236}">
                  <a16:creationId xmlns:a16="http://schemas.microsoft.com/office/drawing/2014/main" id="{1AF02ECC-4D22-247F-2BEA-F44ED1874A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9888" y="4405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38" name="Oval 324">
              <a:extLst>
                <a:ext uri="{FF2B5EF4-FFF2-40B4-BE49-F238E27FC236}">
                  <a16:creationId xmlns:a16="http://schemas.microsoft.com/office/drawing/2014/main" id="{835A1D88-792B-ECF5-118F-8C973FFC6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8151" y="4457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39" name="Oval 325">
              <a:extLst>
                <a:ext uri="{FF2B5EF4-FFF2-40B4-BE49-F238E27FC236}">
                  <a16:creationId xmlns:a16="http://schemas.microsoft.com/office/drawing/2014/main" id="{7F66228C-5F49-623A-64DF-F2E362E09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1651" y="4502150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40" name="Oval 326">
              <a:extLst>
                <a:ext uri="{FF2B5EF4-FFF2-40B4-BE49-F238E27FC236}">
                  <a16:creationId xmlns:a16="http://schemas.microsoft.com/office/drawing/2014/main" id="{62BDDBC2-9290-C74F-AE6E-838E20CC9A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976" y="4549775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41" name="Oval 327">
              <a:extLst>
                <a:ext uri="{FF2B5EF4-FFF2-40B4-BE49-F238E27FC236}">
                  <a16:creationId xmlns:a16="http://schemas.microsoft.com/office/drawing/2014/main" id="{92EE6CCB-ECF3-EB89-B279-D9C6DA805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7538" y="46291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42" name="Oval 328">
              <a:extLst>
                <a:ext uri="{FF2B5EF4-FFF2-40B4-BE49-F238E27FC236}">
                  <a16:creationId xmlns:a16="http://schemas.microsoft.com/office/drawing/2014/main" id="{44D77406-01E9-04CA-9E7B-15C3AEE90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8338" y="4676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43" name="Oval 329">
              <a:extLst>
                <a:ext uri="{FF2B5EF4-FFF2-40B4-BE49-F238E27FC236}">
                  <a16:creationId xmlns:a16="http://schemas.microsoft.com/office/drawing/2014/main" id="{9CB5E812-D1CE-D761-D07A-B96E87773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7551" y="4760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44" name="Oval 330">
              <a:extLst>
                <a:ext uri="{FF2B5EF4-FFF2-40B4-BE49-F238E27FC236}">
                  <a16:creationId xmlns:a16="http://schemas.microsoft.com/office/drawing/2014/main" id="{334E53C8-12DA-83A0-0A96-8B59DE98F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7413" y="3260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45" name="Oval 331">
              <a:extLst>
                <a:ext uri="{FF2B5EF4-FFF2-40B4-BE49-F238E27FC236}">
                  <a16:creationId xmlns:a16="http://schemas.microsoft.com/office/drawing/2014/main" id="{EB208B88-EC38-5867-D964-9F384CED1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1226" y="3417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46" name="Oval 332">
              <a:extLst>
                <a:ext uri="{FF2B5EF4-FFF2-40B4-BE49-F238E27FC236}">
                  <a16:creationId xmlns:a16="http://schemas.microsoft.com/office/drawing/2014/main" id="{25CBAD5F-38B9-EC88-56E7-3064BF810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4726" y="3603625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47" name="Oval 333">
              <a:extLst>
                <a:ext uri="{FF2B5EF4-FFF2-40B4-BE49-F238E27FC236}">
                  <a16:creationId xmlns:a16="http://schemas.microsoft.com/office/drawing/2014/main" id="{72AAE982-D56C-A844-B457-20653654F8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2038" y="3679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48" name="Oval 334">
              <a:extLst>
                <a:ext uri="{FF2B5EF4-FFF2-40B4-BE49-F238E27FC236}">
                  <a16:creationId xmlns:a16="http://schemas.microsoft.com/office/drawing/2014/main" id="{6E1CD462-8F8E-87AC-B77D-8C29EE503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8876" y="3832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49" name="Oval 335">
              <a:extLst>
                <a:ext uri="{FF2B5EF4-FFF2-40B4-BE49-F238E27FC236}">
                  <a16:creationId xmlns:a16="http://schemas.microsoft.com/office/drawing/2014/main" id="{E2AA538C-893A-D6AC-939B-C232A7760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5713" y="3992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50" name="Oval 336">
              <a:extLst>
                <a:ext uri="{FF2B5EF4-FFF2-40B4-BE49-F238E27FC236}">
                  <a16:creationId xmlns:a16="http://schemas.microsoft.com/office/drawing/2014/main" id="{7C50FFC8-0A43-9C6D-1766-A5EF12610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9376" y="4097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51" name="Oval 337">
              <a:extLst>
                <a:ext uri="{FF2B5EF4-FFF2-40B4-BE49-F238E27FC236}">
                  <a16:creationId xmlns:a16="http://schemas.microsoft.com/office/drawing/2014/main" id="{09E46902-1F5B-5481-C515-C96AC486E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6688" y="41783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52" name="Oval 338">
              <a:extLst>
                <a:ext uri="{FF2B5EF4-FFF2-40B4-BE49-F238E27FC236}">
                  <a16:creationId xmlns:a16="http://schemas.microsoft.com/office/drawing/2014/main" id="{9CC11E6C-62F2-5C9A-3BE8-BEEF9326A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7651" y="42735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53" name="Oval 339">
              <a:extLst>
                <a:ext uri="{FF2B5EF4-FFF2-40B4-BE49-F238E27FC236}">
                  <a16:creationId xmlns:a16="http://schemas.microsoft.com/office/drawing/2014/main" id="{682AB07C-3188-B23F-134D-9227635056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3851" y="4359275"/>
              <a:ext cx="12700" cy="11112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54" name="Oval 340">
              <a:extLst>
                <a:ext uri="{FF2B5EF4-FFF2-40B4-BE49-F238E27FC236}">
                  <a16:creationId xmlns:a16="http://schemas.microsoft.com/office/drawing/2014/main" id="{391CE36A-8BB3-5DDA-63D4-0FEEC2945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3701" y="4419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55" name="Oval 341">
              <a:extLst>
                <a:ext uri="{FF2B5EF4-FFF2-40B4-BE49-F238E27FC236}">
                  <a16:creationId xmlns:a16="http://schemas.microsoft.com/office/drawing/2014/main" id="{BC3238D5-419C-B32A-5A6C-2092490F4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8788" y="4502150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56" name="Oval 342">
              <a:extLst>
                <a:ext uri="{FF2B5EF4-FFF2-40B4-BE49-F238E27FC236}">
                  <a16:creationId xmlns:a16="http://schemas.microsoft.com/office/drawing/2014/main" id="{E6BAAE0B-8A27-7561-2EE4-82DDF14F7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0701" y="4564063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57" name="Oval 343">
              <a:extLst>
                <a:ext uri="{FF2B5EF4-FFF2-40B4-BE49-F238E27FC236}">
                  <a16:creationId xmlns:a16="http://schemas.microsoft.com/office/drawing/2014/main" id="{D3362226-74D4-7297-0277-2619D83487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6263" y="4608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58" name="Oval 344">
              <a:extLst>
                <a:ext uri="{FF2B5EF4-FFF2-40B4-BE49-F238E27FC236}">
                  <a16:creationId xmlns:a16="http://schemas.microsoft.com/office/drawing/2014/main" id="{924B8CF1-F846-CF89-F73C-E563D747A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0238" y="4694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59" name="Oval 345">
              <a:extLst>
                <a:ext uri="{FF2B5EF4-FFF2-40B4-BE49-F238E27FC236}">
                  <a16:creationId xmlns:a16="http://schemas.microsoft.com/office/drawing/2014/main" id="{8D9B2986-7E09-6075-842C-C0BC5CCFA9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1038" y="4725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60" name="Oval 346">
              <a:extLst>
                <a:ext uri="{FF2B5EF4-FFF2-40B4-BE49-F238E27FC236}">
                  <a16:creationId xmlns:a16="http://schemas.microsoft.com/office/drawing/2014/main" id="{64A4B66F-F4D0-DB62-928D-6275C3B67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663" y="4765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61" name="Oval 347">
              <a:extLst>
                <a:ext uri="{FF2B5EF4-FFF2-40B4-BE49-F238E27FC236}">
                  <a16:creationId xmlns:a16="http://schemas.microsoft.com/office/drawing/2014/main" id="{CD6CA18E-1EDD-6685-24E7-791FD29D5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2038" y="3321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62" name="Oval 348">
              <a:extLst>
                <a:ext uri="{FF2B5EF4-FFF2-40B4-BE49-F238E27FC236}">
                  <a16:creationId xmlns:a16="http://schemas.microsoft.com/office/drawing/2014/main" id="{2E33EF23-6B72-6A1D-1C93-34B388AE5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7913" y="3495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63" name="Oval 349">
              <a:extLst>
                <a:ext uri="{FF2B5EF4-FFF2-40B4-BE49-F238E27FC236}">
                  <a16:creationId xmlns:a16="http://schemas.microsoft.com/office/drawing/2014/main" id="{5D713DF4-D35C-FCAB-682D-D4D6644454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0776" y="3709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64" name="Oval 350">
              <a:extLst>
                <a:ext uri="{FF2B5EF4-FFF2-40B4-BE49-F238E27FC236}">
                  <a16:creationId xmlns:a16="http://schemas.microsoft.com/office/drawing/2014/main" id="{06BE53AF-FEA6-9DE2-16B4-1C86DD616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2688" y="3790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65" name="Oval 351">
              <a:extLst>
                <a:ext uri="{FF2B5EF4-FFF2-40B4-BE49-F238E27FC236}">
                  <a16:creationId xmlns:a16="http://schemas.microsoft.com/office/drawing/2014/main" id="{F947DAE5-76FB-AF5C-9720-BF84354BE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5713" y="3786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66" name="Oval 352">
              <a:extLst>
                <a:ext uri="{FF2B5EF4-FFF2-40B4-BE49-F238E27FC236}">
                  <a16:creationId xmlns:a16="http://schemas.microsoft.com/office/drawing/2014/main" id="{3CB135E8-5CE7-4DC8-206D-15D318A6D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3501" y="3984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67" name="Oval 353">
              <a:extLst>
                <a:ext uri="{FF2B5EF4-FFF2-40B4-BE49-F238E27FC236}">
                  <a16:creationId xmlns:a16="http://schemas.microsoft.com/office/drawing/2014/main" id="{A480DBED-EFEC-3735-8E41-5850E4806B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1288" y="41783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68" name="Oval 354">
              <a:extLst>
                <a:ext uri="{FF2B5EF4-FFF2-40B4-BE49-F238E27FC236}">
                  <a16:creationId xmlns:a16="http://schemas.microsoft.com/office/drawing/2014/main" id="{C936AE1C-A7BA-1F0F-3698-328168F8F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7488" y="42354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69" name="Oval 355">
              <a:extLst>
                <a:ext uri="{FF2B5EF4-FFF2-40B4-BE49-F238E27FC236}">
                  <a16:creationId xmlns:a16="http://schemas.microsoft.com/office/drawing/2014/main" id="{F98EB2B2-22E3-53AC-6A98-9EC3ECDBF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0513" y="4291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70" name="Oval 356">
              <a:extLst>
                <a:ext uri="{FF2B5EF4-FFF2-40B4-BE49-F238E27FC236}">
                  <a16:creationId xmlns:a16="http://schemas.microsoft.com/office/drawing/2014/main" id="{78B051D7-BA86-BDBA-0406-A62A56438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8776" y="4378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71" name="Oval 357">
              <a:extLst>
                <a:ext uri="{FF2B5EF4-FFF2-40B4-BE49-F238E27FC236}">
                  <a16:creationId xmlns:a16="http://schemas.microsoft.com/office/drawing/2014/main" id="{835E173D-B16E-C89C-467B-AD895F055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3863" y="4443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72" name="Oval 358">
              <a:extLst>
                <a:ext uri="{FF2B5EF4-FFF2-40B4-BE49-F238E27FC236}">
                  <a16:creationId xmlns:a16="http://schemas.microsoft.com/office/drawing/2014/main" id="{0FD02472-1099-3D08-7DAF-82B2A83BCA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4188" y="44894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73" name="Oval 359">
              <a:extLst>
                <a:ext uri="{FF2B5EF4-FFF2-40B4-BE49-F238E27FC236}">
                  <a16:creationId xmlns:a16="http://schemas.microsoft.com/office/drawing/2014/main" id="{8BB7789B-4B20-DFD2-EDD7-CDD7CDD16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1338" y="4557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74" name="Oval 360">
              <a:extLst>
                <a:ext uri="{FF2B5EF4-FFF2-40B4-BE49-F238E27FC236}">
                  <a16:creationId xmlns:a16="http://schemas.microsoft.com/office/drawing/2014/main" id="{356339F4-CF38-02A5-BC96-4CBA5C896D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5313" y="4627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75" name="Oval 361">
              <a:extLst>
                <a:ext uri="{FF2B5EF4-FFF2-40B4-BE49-F238E27FC236}">
                  <a16:creationId xmlns:a16="http://schemas.microsoft.com/office/drawing/2014/main" id="{7312694E-B760-562E-172A-665EFE522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6113" y="4702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76" name="Oval 362">
              <a:extLst>
                <a:ext uri="{FF2B5EF4-FFF2-40B4-BE49-F238E27FC236}">
                  <a16:creationId xmlns:a16="http://schemas.microsoft.com/office/drawing/2014/main" id="{08F11A39-2F7F-D2D8-15C3-835ABC7A8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5326" y="4741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77" name="Oval 363">
              <a:extLst>
                <a:ext uri="{FF2B5EF4-FFF2-40B4-BE49-F238E27FC236}">
                  <a16:creationId xmlns:a16="http://schemas.microsoft.com/office/drawing/2014/main" id="{415EF9F0-7688-37F0-5A31-2AFB00035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1363" y="4759325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78" name="Oval 364">
              <a:extLst>
                <a:ext uri="{FF2B5EF4-FFF2-40B4-BE49-F238E27FC236}">
                  <a16:creationId xmlns:a16="http://schemas.microsoft.com/office/drawing/2014/main" id="{60A3AAA9-1AD8-71BE-BE12-16BB55CAD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4913" y="3522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79" name="Oval 365">
              <a:extLst>
                <a:ext uri="{FF2B5EF4-FFF2-40B4-BE49-F238E27FC236}">
                  <a16:creationId xmlns:a16="http://schemas.microsoft.com/office/drawing/2014/main" id="{51B7EA27-578E-B9E7-A3B6-7B12CA7A5A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026" y="3627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80" name="Oval 366">
              <a:extLst>
                <a:ext uri="{FF2B5EF4-FFF2-40B4-BE49-F238E27FC236}">
                  <a16:creationId xmlns:a16="http://schemas.microsoft.com/office/drawing/2014/main" id="{67FB9FE1-A515-6448-51B5-854C7E8E0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6188" y="3767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81" name="Oval 367">
              <a:extLst>
                <a:ext uri="{FF2B5EF4-FFF2-40B4-BE49-F238E27FC236}">
                  <a16:creationId xmlns:a16="http://schemas.microsoft.com/office/drawing/2014/main" id="{9B8E684F-CC7A-5564-09CA-8DDF8D00E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2226" y="3881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82" name="Oval 368">
              <a:extLst>
                <a:ext uri="{FF2B5EF4-FFF2-40B4-BE49-F238E27FC236}">
                  <a16:creationId xmlns:a16="http://schemas.microsoft.com/office/drawing/2014/main" id="{613233B5-A4BC-C75A-02F7-998BE100B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9376" y="3856038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83" name="Oval 369">
              <a:extLst>
                <a:ext uri="{FF2B5EF4-FFF2-40B4-BE49-F238E27FC236}">
                  <a16:creationId xmlns:a16="http://schemas.microsoft.com/office/drawing/2014/main" id="{ED94D5A8-E5E2-9264-400F-E9F80728ED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1288" y="3987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84" name="Oval 370">
              <a:extLst>
                <a:ext uri="{FF2B5EF4-FFF2-40B4-BE49-F238E27FC236}">
                  <a16:creationId xmlns:a16="http://schemas.microsoft.com/office/drawing/2014/main" id="{23245FF7-AA1F-6C40-9761-9FB791F58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6376" y="4225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85" name="Oval 371">
              <a:extLst>
                <a:ext uri="{FF2B5EF4-FFF2-40B4-BE49-F238E27FC236}">
                  <a16:creationId xmlns:a16="http://schemas.microsoft.com/office/drawing/2014/main" id="{43365A5B-A9B3-0F22-A21A-406013F8A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1463" y="4310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86" name="Oval 372">
              <a:extLst>
                <a:ext uri="{FF2B5EF4-FFF2-40B4-BE49-F238E27FC236}">
                  <a16:creationId xmlns:a16="http://schemas.microsoft.com/office/drawing/2014/main" id="{88FCB921-64D1-2844-F0A5-24FAAF27D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4963" y="4351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87" name="Oval 373">
              <a:extLst>
                <a:ext uri="{FF2B5EF4-FFF2-40B4-BE49-F238E27FC236}">
                  <a16:creationId xmlns:a16="http://schemas.microsoft.com/office/drawing/2014/main" id="{C46B5822-7E09-1902-C445-76ECB4590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6876" y="4403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88" name="Oval 374">
              <a:extLst>
                <a:ext uri="{FF2B5EF4-FFF2-40B4-BE49-F238E27FC236}">
                  <a16:creationId xmlns:a16="http://schemas.microsoft.com/office/drawing/2014/main" id="{B053FE06-CF9D-0DB3-268F-D9D8FB06FE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5613" y="4479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89" name="Oval 375">
              <a:extLst>
                <a:ext uri="{FF2B5EF4-FFF2-40B4-BE49-F238E27FC236}">
                  <a16:creationId xmlns:a16="http://schemas.microsoft.com/office/drawing/2014/main" id="{9D9B9B92-4ED8-E616-1695-ADEDF7B09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2763" y="4533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90" name="Oval 376">
              <a:extLst>
                <a:ext uri="{FF2B5EF4-FFF2-40B4-BE49-F238E27FC236}">
                  <a16:creationId xmlns:a16="http://schemas.microsoft.com/office/drawing/2014/main" id="{9C854C9B-714F-C894-3DE0-B1B0894BF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6738" y="4608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91" name="Oval 377">
              <a:extLst>
                <a:ext uri="{FF2B5EF4-FFF2-40B4-BE49-F238E27FC236}">
                  <a16:creationId xmlns:a16="http://schemas.microsoft.com/office/drawing/2014/main" id="{62ECFE01-3A54-C228-B90F-8FB339FED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7538" y="4648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92" name="Oval 378">
              <a:extLst>
                <a:ext uri="{FF2B5EF4-FFF2-40B4-BE49-F238E27FC236}">
                  <a16:creationId xmlns:a16="http://schemas.microsoft.com/office/drawing/2014/main" id="{232799D7-4AB9-CC14-E379-E572883B6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5163" y="4687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93" name="Oval 379">
              <a:extLst>
                <a:ext uri="{FF2B5EF4-FFF2-40B4-BE49-F238E27FC236}">
                  <a16:creationId xmlns:a16="http://schemas.microsoft.com/office/drawing/2014/main" id="{F56BA648-A00D-1AD7-E6B5-3BB1656E9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1201" y="4732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94" name="Oval 380">
              <a:extLst>
                <a:ext uri="{FF2B5EF4-FFF2-40B4-BE49-F238E27FC236}">
                  <a16:creationId xmlns:a16="http://schemas.microsoft.com/office/drawing/2014/main" id="{65414740-1939-A274-F38D-21EDB3D38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5563" y="3697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95" name="Oval 381">
              <a:extLst>
                <a:ext uri="{FF2B5EF4-FFF2-40B4-BE49-F238E27FC236}">
                  <a16:creationId xmlns:a16="http://schemas.microsoft.com/office/drawing/2014/main" id="{152D4855-1461-69D9-3AAB-68B2457424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3501" y="3757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96" name="Oval 382">
              <a:extLst>
                <a:ext uri="{FF2B5EF4-FFF2-40B4-BE49-F238E27FC236}">
                  <a16:creationId xmlns:a16="http://schemas.microsoft.com/office/drawing/2014/main" id="{CD18BF7C-1DD7-A56A-EADF-335D6BBDA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313" y="3851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97" name="Oval 383">
              <a:extLst>
                <a:ext uri="{FF2B5EF4-FFF2-40B4-BE49-F238E27FC236}">
                  <a16:creationId xmlns:a16="http://schemas.microsoft.com/office/drawing/2014/main" id="{9E51E992-896F-47C0-14C3-C48FD5BF8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2238" y="3987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98" name="Oval 384">
              <a:extLst>
                <a:ext uri="{FF2B5EF4-FFF2-40B4-BE49-F238E27FC236}">
                  <a16:creationId xmlns:a16="http://schemas.microsoft.com/office/drawing/2014/main" id="{B1B5A4BD-646B-DD54-8A5F-93A46B8FE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6688" y="40798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99" name="Oval 385">
              <a:extLst>
                <a:ext uri="{FF2B5EF4-FFF2-40B4-BE49-F238E27FC236}">
                  <a16:creationId xmlns:a16="http://schemas.microsoft.com/office/drawing/2014/main" id="{626F34F1-107E-1C79-BCD4-1FECA128A7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7488" y="4157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00" name="Oval 386">
              <a:extLst>
                <a:ext uri="{FF2B5EF4-FFF2-40B4-BE49-F238E27FC236}">
                  <a16:creationId xmlns:a16="http://schemas.microsoft.com/office/drawing/2014/main" id="{77E27834-57E0-815D-8886-4162EB8E5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1463" y="4252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01" name="Oval 387">
              <a:extLst>
                <a:ext uri="{FF2B5EF4-FFF2-40B4-BE49-F238E27FC236}">
                  <a16:creationId xmlns:a16="http://schemas.microsoft.com/office/drawing/2014/main" id="{2F8A651D-CB5D-E9CF-7C19-2F48445667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8613" y="4356100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02" name="Oval 388">
              <a:extLst>
                <a:ext uri="{FF2B5EF4-FFF2-40B4-BE49-F238E27FC236}">
                  <a16:creationId xmlns:a16="http://schemas.microsoft.com/office/drawing/2014/main" id="{B9BA2965-397D-4CB7-753F-C1EEB4292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74176" y="4452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03" name="Oval 389">
              <a:extLst>
                <a:ext uri="{FF2B5EF4-FFF2-40B4-BE49-F238E27FC236}">
                  <a16:creationId xmlns:a16="http://schemas.microsoft.com/office/drawing/2014/main" id="{9469D369-A50C-D8F6-DD4A-3424F0B17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8151" y="44767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04" name="Oval 390">
              <a:extLst>
                <a:ext uri="{FF2B5EF4-FFF2-40B4-BE49-F238E27FC236}">
                  <a16:creationId xmlns:a16="http://schemas.microsoft.com/office/drawing/2014/main" id="{8E391CBE-5CEA-6F1B-BBF5-4AF3DC9B0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2126" y="4500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05" name="Oval 391">
              <a:extLst>
                <a:ext uri="{FF2B5EF4-FFF2-40B4-BE49-F238E27FC236}">
                  <a16:creationId xmlns:a16="http://schemas.microsoft.com/office/drawing/2014/main" id="{638F27F4-FB2E-ADCF-2115-8782EFA87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2926" y="4565650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06" name="Oval 392">
              <a:extLst>
                <a:ext uri="{FF2B5EF4-FFF2-40B4-BE49-F238E27FC236}">
                  <a16:creationId xmlns:a16="http://schemas.microsoft.com/office/drawing/2014/main" id="{F762249D-EA0F-E969-A0DF-7A99CBCC2B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3726" y="4646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07" name="Oval 393">
              <a:extLst>
                <a:ext uri="{FF2B5EF4-FFF2-40B4-BE49-F238E27FC236}">
                  <a16:creationId xmlns:a16="http://schemas.microsoft.com/office/drawing/2014/main" id="{EE5D1B7C-0CB8-6E54-2E57-B7C11A2DA2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1351" y="47148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08" name="Oval 394">
              <a:extLst>
                <a:ext uri="{FF2B5EF4-FFF2-40B4-BE49-F238E27FC236}">
                  <a16:creationId xmlns:a16="http://schemas.microsoft.com/office/drawing/2014/main" id="{4F18B243-8DD0-2C48-7858-F13772675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7388" y="4737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09" name="Oval 395">
              <a:extLst>
                <a:ext uri="{FF2B5EF4-FFF2-40B4-BE49-F238E27FC236}">
                  <a16:creationId xmlns:a16="http://schemas.microsoft.com/office/drawing/2014/main" id="{EB9EDD2F-44E1-0A47-70DB-A3BE14D58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0338" y="3790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10" name="Oval 396">
              <a:extLst>
                <a:ext uri="{FF2B5EF4-FFF2-40B4-BE49-F238E27FC236}">
                  <a16:creationId xmlns:a16="http://schemas.microsoft.com/office/drawing/2014/main" id="{A1CFDE3D-54A7-38CF-E57F-F4CD89E2C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6688" y="3889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11" name="Oval 397">
              <a:extLst>
                <a:ext uri="{FF2B5EF4-FFF2-40B4-BE49-F238E27FC236}">
                  <a16:creationId xmlns:a16="http://schemas.microsoft.com/office/drawing/2014/main" id="{B585F0F4-32EE-D9E0-28E1-F1B9E4B4E1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4151" y="3983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12" name="Oval 398">
              <a:extLst>
                <a:ext uri="{FF2B5EF4-FFF2-40B4-BE49-F238E27FC236}">
                  <a16:creationId xmlns:a16="http://schemas.microsoft.com/office/drawing/2014/main" id="{BA09A3DB-81FA-31F9-9038-946E897908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2726" y="40957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13" name="Oval 399">
              <a:extLst>
                <a:ext uri="{FF2B5EF4-FFF2-40B4-BE49-F238E27FC236}">
                  <a16:creationId xmlns:a16="http://schemas.microsoft.com/office/drawing/2014/main" id="{6DBEC585-F43B-53DC-514A-DA7D013BF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7651" y="4191000"/>
              <a:ext cx="12700" cy="11112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14" name="Oval 400">
              <a:extLst>
                <a:ext uri="{FF2B5EF4-FFF2-40B4-BE49-F238E27FC236}">
                  <a16:creationId xmlns:a16="http://schemas.microsoft.com/office/drawing/2014/main" id="{47C58375-3798-F1AF-59CB-3A89D37389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0513" y="4271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15" name="Oval 401">
              <a:extLst>
                <a:ext uri="{FF2B5EF4-FFF2-40B4-BE49-F238E27FC236}">
                  <a16:creationId xmlns:a16="http://schemas.microsoft.com/office/drawing/2014/main" id="{592055B9-7494-DFA9-B349-121C5A7FE2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4963" y="4297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16" name="Oval 402">
              <a:extLst>
                <a:ext uri="{FF2B5EF4-FFF2-40B4-BE49-F238E27FC236}">
                  <a16:creationId xmlns:a16="http://schemas.microsoft.com/office/drawing/2014/main" id="{48366776-82BA-29E4-9CDF-D56D5C5D86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74176" y="4357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17" name="Oval 403">
              <a:extLst>
                <a:ext uri="{FF2B5EF4-FFF2-40B4-BE49-F238E27FC236}">
                  <a16:creationId xmlns:a16="http://schemas.microsoft.com/office/drawing/2014/main" id="{6CD1A8F8-38BF-C4C2-18AD-20B751B31D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1801" y="4471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18" name="Oval 404">
              <a:extLst>
                <a:ext uri="{FF2B5EF4-FFF2-40B4-BE49-F238E27FC236}">
                  <a16:creationId xmlns:a16="http://schemas.microsoft.com/office/drawing/2014/main" id="{2B1FC27A-BBA5-11AF-60F6-06A8A6C8A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1013" y="4560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19" name="Oval 405">
              <a:extLst>
                <a:ext uri="{FF2B5EF4-FFF2-40B4-BE49-F238E27FC236}">
                  <a16:creationId xmlns:a16="http://schemas.microsoft.com/office/drawing/2014/main" id="{B3A9E650-AA7E-77BB-CB40-6ED143A44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0226" y="4610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20" name="Oval 406">
              <a:extLst>
                <a:ext uri="{FF2B5EF4-FFF2-40B4-BE49-F238E27FC236}">
                  <a16:creationId xmlns:a16="http://schemas.microsoft.com/office/drawing/2014/main" id="{21DA091C-5944-2F7D-75CB-002AD8AC1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6263" y="46291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21" name="Oval 407">
              <a:extLst>
                <a:ext uri="{FF2B5EF4-FFF2-40B4-BE49-F238E27FC236}">
                  <a16:creationId xmlns:a16="http://schemas.microsoft.com/office/drawing/2014/main" id="{7FDEB8D0-0ED9-135C-183B-E41B7EADB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2301" y="4619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22" name="Oval 408">
              <a:extLst>
                <a:ext uri="{FF2B5EF4-FFF2-40B4-BE49-F238E27FC236}">
                  <a16:creationId xmlns:a16="http://schemas.microsoft.com/office/drawing/2014/main" id="{A23707A4-95B5-BEC8-4C6D-EBB885DF1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6751" y="4683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23" name="Oval 409">
              <a:extLst>
                <a:ext uri="{FF2B5EF4-FFF2-40B4-BE49-F238E27FC236}">
                  <a16:creationId xmlns:a16="http://schemas.microsoft.com/office/drawing/2014/main" id="{53B8940E-37BC-60A7-271B-5BB8C99FC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613" y="4764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24" name="Oval 410">
              <a:extLst>
                <a:ext uri="{FF2B5EF4-FFF2-40B4-BE49-F238E27FC236}">
                  <a16:creationId xmlns:a16="http://schemas.microsoft.com/office/drawing/2014/main" id="{D600474A-4049-41C4-AE76-7EBD36FC1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2413" y="3863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25" name="Oval 411">
              <a:extLst>
                <a:ext uri="{FF2B5EF4-FFF2-40B4-BE49-F238E27FC236}">
                  <a16:creationId xmlns:a16="http://schemas.microsoft.com/office/drawing/2014/main" id="{0B4EF43E-CD85-F4DD-2E4C-362C451CE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7176" y="3983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26" name="Oval 412">
              <a:extLst>
                <a:ext uri="{FF2B5EF4-FFF2-40B4-BE49-F238E27FC236}">
                  <a16:creationId xmlns:a16="http://schemas.microsoft.com/office/drawing/2014/main" id="{34BA0148-52E2-9ADF-8BB6-82A085692A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1463" y="4071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27" name="Oval 413">
              <a:extLst>
                <a:ext uri="{FF2B5EF4-FFF2-40B4-BE49-F238E27FC236}">
                  <a16:creationId xmlns:a16="http://schemas.microsoft.com/office/drawing/2014/main" id="{CA292018-A378-4C80-0416-0F7062E2BE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5276" y="4219575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28" name="Oval 414">
              <a:extLst>
                <a:ext uri="{FF2B5EF4-FFF2-40B4-BE49-F238E27FC236}">
                  <a16:creationId xmlns:a16="http://schemas.microsoft.com/office/drawing/2014/main" id="{010A1971-D061-A61D-1A0F-B2294D30F6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3851" y="4306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29" name="Oval 415">
              <a:extLst>
                <a:ext uri="{FF2B5EF4-FFF2-40B4-BE49-F238E27FC236}">
                  <a16:creationId xmlns:a16="http://schemas.microsoft.com/office/drawing/2014/main" id="{2E8E0B49-D7ED-B25C-BEB3-5CA0D3DC1D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8776" y="4367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30" name="Oval 416">
              <a:extLst>
                <a:ext uri="{FF2B5EF4-FFF2-40B4-BE49-F238E27FC236}">
                  <a16:creationId xmlns:a16="http://schemas.microsoft.com/office/drawing/2014/main" id="{7A207546-2467-5A75-3510-326CE8486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6876" y="44005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31" name="Oval 417">
              <a:extLst>
                <a:ext uri="{FF2B5EF4-FFF2-40B4-BE49-F238E27FC236}">
                  <a16:creationId xmlns:a16="http://schemas.microsoft.com/office/drawing/2014/main" id="{5E4127E6-C787-EE76-52F8-680E586FB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8151" y="4357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32" name="Oval 418">
              <a:extLst>
                <a:ext uri="{FF2B5EF4-FFF2-40B4-BE49-F238E27FC236}">
                  <a16:creationId xmlns:a16="http://schemas.microsoft.com/office/drawing/2014/main" id="{679519F4-03FB-9375-5970-FF898009E7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1013" y="4462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33" name="Oval 419">
              <a:extLst>
                <a:ext uri="{FF2B5EF4-FFF2-40B4-BE49-F238E27FC236}">
                  <a16:creationId xmlns:a16="http://schemas.microsoft.com/office/drawing/2014/main" id="{103ACCEE-9642-9CDE-D9D8-82018A7E2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5463" y="4570413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34" name="Oval 420">
              <a:extLst>
                <a:ext uri="{FF2B5EF4-FFF2-40B4-BE49-F238E27FC236}">
                  <a16:creationId xmlns:a16="http://schemas.microsoft.com/office/drawing/2014/main" id="{CAE8DC44-4A09-F754-4E00-FE32E67CA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8326" y="4640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35" name="Oval 421">
              <a:extLst>
                <a:ext uri="{FF2B5EF4-FFF2-40B4-BE49-F238E27FC236}">
                  <a16:creationId xmlns:a16="http://schemas.microsoft.com/office/drawing/2014/main" id="{4E20894B-8C8B-6F45-4DC4-3303EED1C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1188" y="4665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36" name="Oval 422">
              <a:extLst>
                <a:ext uri="{FF2B5EF4-FFF2-40B4-BE49-F238E27FC236}">
                  <a16:creationId xmlns:a16="http://schemas.microsoft.com/office/drawing/2014/main" id="{0004BCEE-88FC-DDB4-B93F-00447CD80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4051" y="4664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37" name="Oval 423">
              <a:extLst>
                <a:ext uri="{FF2B5EF4-FFF2-40B4-BE49-F238E27FC236}">
                  <a16:creationId xmlns:a16="http://schemas.microsoft.com/office/drawing/2014/main" id="{84AE566C-058B-E0BF-9E55-C493BDB88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5326" y="4687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38" name="Oval 424">
              <a:extLst>
                <a:ext uri="{FF2B5EF4-FFF2-40B4-BE49-F238E27FC236}">
                  <a16:creationId xmlns:a16="http://schemas.microsoft.com/office/drawing/2014/main" id="{D605F420-FA2C-FD8C-CBA4-F2851DC32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5013" y="4735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39" name="Oval 425">
              <a:extLst>
                <a:ext uri="{FF2B5EF4-FFF2-40B4-BE49-F238E27FC236}">
                  <a16:creationId xmlns:a16="http://schemas.microsoft.com/office/drawing/2014/main" id="{BE8C91C0-4328-8597-64B9-DDF8E83CA0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4963" y="3990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40" name="Oval 426">
              <a:extLst>
                <a:ext uri="{FF2B5EF4-FFF2-40B4-BE49-F238E27FC236}">
                  <a16:creationId xmlns:a16="http://schemas.microsoft.com/office/drawing/2014/main" id="{D545B3DF-193B-B4BD-7FBE-8288FA3BE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9726" y="4059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41" name="Oval 427">
              <a:extLst>
                <a:ext uri="{FF2B5EF4-FFF2-40B4-BE49-F238E27FC236}">
                  <a16:creationId xmlns:a16="http://schemas.microsoft.com/office/drawing/2014/main" id="{AA7AFBAA-E47F-8560-C67E-4556D79BD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0838" y="4130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42" name="Oval 428">
              <a:extLst>
                <a:ext uri="{FF2B5EF4-FFF2-40B4-BE49-F238E27FC236}">
                  <a16:creationId xmlns:a16="http://schemas.microsoft.com/office/drawing/2014/main" id="{6A9F5182-0062-4E9D-47DF-298206D684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9888" y="4257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43" name="Oval 429">
              <a:extLst>
                <a:ext uri="{FF2B5EF4-FFF2-40B4-BE49-F238E27FC236}">
                  <a16:creationId xmlns:a16="http://schemas.microsoft.com/office/drawing/2014/main" id="{5938FABB-11EF-FDE7-7412-6C1C4B7242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3701" y="4370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44" name="Oval 430">
              <a:extLst>
                <a:ext uri="{FF2B5EF4-FFF2-40B4-BE49-F238E27FC236}">
                  <a16:creationId xmlns:a16="http://schemas.microsoft.com/office/drawing/2014/main" id="{D0B2D315-B102-A825-D512-CE2D92E83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3863" y="4418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45" name="Oval 431">
              <a:extLst>
                <a:ext uri="{FF2B5EF4-FFF2-40B4-BE49-F238E27FC236}">
                  <a16:creationId xmlns:a16="http://schemas.microsoft.com/office/drawing/2014/main" id="{E4D6AF7D-72E6-1FB5-567D-DC8BAE133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5613" y="4505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46" name="Oval 432">
              <a:extLst>
                <a:ext uri="{FF2B5EF4-FFF2-40B4-BE49-F238E27FC236}">
                  <a16:creationId xmlns:a16="http://schemas.microsoft.com/office/drawing/2014/main" id="{248A8257-CCFD-966F-2AB2-56BC2FDC0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2126" y="4465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47" name="Oval 433">
              <a:extLst>
                <a:ext uri="{FF2B5EF4-FFF2-40B4-BE49-F238E27FC236}">
                  <a16:creationId xmlns:a16="http://schemas.microsoft.com/office/drawing/2014/main" id="{B7EFC809-0AE6-3C82-BF13-046CA8BFD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0226" y="4572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48" name="Oval 434">
              <a:extLst>
                <a:ext uri="{FF2B5EF4-FFF2-40B4-BE49-F238E27FC236}">
                  <a16:creationId xmlns:a16="http://schemas.microsoft.com/office/drawing/2014/main" id="{C8156E0E-BD2C-04CD-6028-290D583F5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8326" y="4621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49" name="Oval 435">
              <a:extLst>
                <a:ext uri="{FF2B5EF4-FFF2-40B4-BE49-F238E27FC236}">
                  <a16:creationId xmlns:a16="http://schemas.microsoft.com/office/drawing/2014/main" id="{9EABE735-8DA1-3647-5B5A-5919D5A20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8013" y="4673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50" name="Oval 436">
              <a:extLst>
                <a:ext uri="{FF2B5EF4-FFF2-40B4-BE49-F238E27FC236}">
                  <a16:creationId xmlns:a16="http://schemas.microsoft.com/office/drawing/2014/main" id="{5C3C15D4-E80F-C1F6-A053-54F79291E6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6113" y="4689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51" name="Oval 437">
              <a:extLst>
                <a:ext uri="{FF2B5EF4-FFF2-40B4-BE49-F238E27FC236}">
                  <a16:creationId xmlns:a16="http://schemas.microsoft.com/office/drawing/2014/main" id="{EFD55686-353C-E3FC-8262-6FC2839269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5801" y="4732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52" name="Oval 438">
              <a:extLst>
                <a:ext uri="{FF2B5EF4-FFF2-40B4-BE49-F238E27FC236}">
                  <a16:creationId xmlns:a16="http://schemas.microsoft.com/office/drawing/2014/main" id="{AD2327B9-3E57-69CA-C3AB-D9F2F2E89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3901" y="4775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53" name="Oval 439">
              <a:extLst>
                <a:ext uri="{FF2B5EF4-FFF2-40B4-BE49-F238E27FC236}">
                  <a16:creationId xmlns:a16="http://schemas.microsoft.com/office/drawing/2014/main" id="{A239A8E7-4D75-A6D7-B1FD-295D5FFE7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1163" y="4105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54" name="Oval 440">
              <a:extLst>
                <a:ext uri="{FF2B5EF4-FFF2-40B4-BE49-F238E27FC236}">
                  <a16:creationId xmlns:a16="http://schemas.microsoft.com/office/drawing/2014/main" id="{27473EDF-468C-03D1-C802-3991C93CB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4338" y="4170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55" name="Oval 441">
              <a:extLst>
                <a:ext uri="{FF2B5EF4-FFF2-40B4-BE49-F238E27FC236}">
                  <a16:creationId xmlns:a16="http://schemas.microsoft.com/office/drawing/2014/main" id="{EB08A6E8-A03F-A5E7-109F-39B1565DF7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3863" y="4230688"/>
              <a:ext cx="12700" cy="11112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56" name="Oval 442">
              <a:extLst>
                <a:ext uri="{FF2B5EF4-FFF2-40B4-BE49-F238E27FC236}">
                  <a16:creationId xmlns:a16="http://schemas.microsoft.com/office/drawing/2014/main" id="{D3D90D80-ED46-F3DF-1000-A60496681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8151" y="4303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57" name="Oval 443">
              <a:extLst>
                <a:ext uri="{FF2B5EF4-FFF2-40B4-BE49-F238E27FC236}">
                  <a16:creationId xmlns:a16="http://schemas.microsoft.com/office/drawing/2014/main" id="{A798EF92-B41F-2CB0-2BB3-0D0C1058F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8788" y="4403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58" name="Oval 444">
              <a:extLst>
                <a:ext uri="{FF2B5EF4-FFF2-40B4-BE49-F238E27FC236}">
                  <a16:creationId xmlns:a16="http://schemas.microsoft.com/office/drawing/2014/main" id="{A059BD2C-8672-F152-EBB4-AF3D04169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4188" y="4467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59" name="Oval 445">
              <a:extLst>
                <a:ext uri="{FF2B5EF4-FFF2-40B4-BE49-F238E27FC236}">
                  <a16:creationId xmlns:a16="http://schemas.microsoft.com/office/drawing/2014/main" id="{C4CCEBFC-BAB9-3A44-1E97-F4F9AF355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2763" y="4533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60" name="Oval 446">
              <a:extLst>
                <a:ext uri="{FF2B5EF4-FFF2-40B4-BE49-F238E27FC236}">
                  <a16:creationId xmlns:a16="http://schemas.microsoft.com/office/drawing/2014/main" id="{2517BF3E-5EDA-74E9-9816-5FD0F5B37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2926" y="4570413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61" name="Oval 447">
              <a:extLst>
                <a:ext uri="{FF2B5EF4-FFF2-40B4-BE49-F238E27FC236}">
                  <a16:creationId xmlns:a16="http://schemas.microsoft.com/office/drawing/2014/main" id="{10639F2B-B087-D3C4-24D2-E6AADE794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6263" y="4624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62" name="Oval 448">
              <a:extLst>
                <a:ext uri="{FF2B5EF4-FFF2-40B4-BE49-F238E27FC236}">
                  <a16:creationId xmlns:a16="http://schemas.microsoft.com/office/drawing/2014/main" id="{EA4AE47B-DFA1-AC11-2E0E-BC4DDBDE10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1188" y="4627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63" name="Oval 449">
              <a:extLst>
                <a:ext uri="{FF2B5EF4-FFF2-40B4-BE49-F238E27FC236}">
                  <a16:creationId xmlns:a16="http://schemas.microsoft.com/office/drawing/2014/main" id="{3F17A05B-80B7-26C0-7B06-FA1B0F321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6113" y="4724400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64" name="Oval 450">
              <a:extLst>
                <a:ext uri="{FF2B5EF4-FFF2-40B4-BE49-F238E27FC236}">
                  <a16:creationId xmlns:a16="http://schemas.microsoft.com/office/drawing/2014/main" id="{6A13A11F-E0DC-D5F5-30B8-8A33C861E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2626" y="4773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65" name="Oval 451">
              <a:extLst>
                <a:ext uri="{FF2B5EF4-FFF2-40B4-BE49-F238E27FC236}">
                  <a16:creationId xmlns:a16="http://schemas.microsoft.com/office/drawing/2014/main" id="{973BC113-758F-3FF1-3A82-C836B638A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7838" y="4194175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66" name="Oval 452">
              <a:extLst>
                <a:ext uri="{FF2B5EF4-FFF2-40B4-BE49-F238E27FC236}">
                  <a16:creationId xmlns:a16="http://schemas.microsoft.com/office/drawing/2014/main" id="{51509C86-1D6B-7310-9131-7772DABB1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1013" y="4251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67" name="Oval 453">
              <a:extLst>
                <a:ext uri="{FF2B5EF4-FFF2-40B4-BE49-F238E27FC236}">
                  <a16:creationId xmlns:a16="http://schemas.microsoft.com/office/drawing/2014/main" id="{575B627E-4165-2D48-9737-8A323FB42B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8951" y="4308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68" name="Oval 454">
              <a:extLst>
                <a:ext uri="{FF2B5EF4-FFF2-40B4-BE49-F238E27FC236}">
                  <a16:creationId xmlns:a16="http://schemas.microsoft.com/office/drawing/2014/main" id="{00012D15-EB8E-FEAA-B66A-F9D838606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1651" y="4389438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69" name="Oval 455">
              <a:extLst>
                <a:ext uri="{FF2B5EF4-FFF2-40B4-BE49-F238E27FC236}">
                  <a16:creationId xmlns:a16="http://schemas.microsoft.com/office/drawing/2014/main" id="{56BA0AAF-C240-DD03-1CB6-AB792FCFF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0701" y="4479925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70" name="Oval 456">
              <a:extLst>
                <a:ext uri="{FF2B5EF4-FFF2-40B4-BE49-F238E27FC236}">
                  <a16:creationId xmlns:a16="http://schemas.microsoft.com/office/drawing/2014/main" id="{C4F50C26-63D1-DBDB-7DA8-AB6E42DD6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1338" y="4545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71" name="Oval 457">
              <a:extLst>
                <a:ext uri="{FF2B5EF4-FFF2-40B4-BE49-F238E27FC236}">
                  <a16:creationId xmlns:a16="http://schemas.microsoft.com/office/drawing/2014/main" id="{07498CDE-2E01-486A-49F8-4726AEE2E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6738" y="4589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72" name="Oval 458">
              <a:extLst>
                <a:ext uri="{FF2B5EF4-FFF2-40B4-BE49-F238E27FC236}">
                  <a16:creationId xmlns:a16="http://schemas.microsoft.com/office/drawing/2014/main" id="{8C727F5A-EAB8-92F0-F05A-EE1DCE56BA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3726" y="4646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73" name="Oval 459">
              <a:extLst>
                <a:ext uri="{FF2B5EF4-FFF2-40B4-BE49-F238E27FC236}">
                  <a16:creationId xmlns:a16="http://schemas.microsoft.com/office/drawing/2014/main" id="{D375EB59-CEB0-8140-668B-DF2E2FE7D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2301" y="4672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74" name="Oval 460">
              <a:extLst>
                <a:ext uri="{FF2B5EF4-FFF2-40B4-BE49-F238E27FC236}">
                  <a16:creationId xmlns:a16="http://schemas.microsoft.com/office/drawing/2014/main" id="{A1AA5CDD-486C-7A78-CB41-D034498E4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4051" y="46704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75" name="Oval 461">
              <a:extLst>
                <a:ext uri="{FF2B5EF4-FFF2-40B4-BE49-F238E27FC236}">
                  <a16:creationId xmlns:a16="http://schemas.microsoft.com/office/drawing/2014/main" id="{EFE66BE3-68B6-81A1-A641-E6C0B26A6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5801" y="46926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76" name="Oval 462">
              <a:extLst>
                <a:ext uri="{FF2B5EF4-FFF2-40B4-BE49-F238E27FC236}">
                  <a16:creationId xmlns:a16="http://schemas.microsoft.com/office/drawing/2014/main" id="{77A7EBF0-6A65-4CE2-348D-1C55BD9BB6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7551" y="4772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77" name="Oval 463">
              <a:extLst>
                <a:ext uri="{FF2B5EF4-FFF2-40B4-BE49-F238E27FC236}">
                  <a16:creationId xmlns:a16="http://schemas.microsoft.com/office/drawing/2014/main" id="{AA021467-A31E-560C-C1FB-2ED3005082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1338" y="4256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78" name="Oval 464">
              <a:extLst>
                <a:ext uri="{FF2B5EF4-FFF2-40B4-BE49-F238E27FC236}">
                  <a16:creationId xmlns:a16="http://schemas.microsoft.com/office/drawing/2014/main" id="{4A261FCF-89B4-DFFF-F948-34BF28129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2926" y="4308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79" name="Oval 465">
              <a:extLst>
                <a:ext uri="{FF2B5EF4-FFF2-40B4-BE49-F238E27FC236}">
                  <a16:creationId xmlns:a16="http://schemas.microsoft.com/office/drawing/2014/main" id="{60FADB94-A4A0-1B13-9CFB-2901276DA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0863" y="43878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0" name="Oval 466">
              <a:extLst>
                <a:ext uri="{FF2B5EF4-FFF2-40B4-BE49-F238E27FC236}">
                  <a16:creationId xmlns:a16="http://schemas.microsoft.com/office/drawing/2014/main" id="{80D19CAD-5660-4AB6-34E8-371EEB007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976" y="4429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1" name="Oval 467">
              <a:extLst>
                <a:ext uri="{FF2B5EF4-FFF2-40B4-BE49-F238E27FC236}">
                  <a16:creationId xmlns:a16="http://schemas.microsoft.com/office/drawing/2014/main" id="{CCF2CDF5-C72C-D363-BF75-738C70880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6263" y="4470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2" name="Oval 468">
              <a:extLst>
                <a:ext uri="{FF2B5EF4-FFF2-40B4-BE49-F238E27FC236}">
                  <a16:creationId xmlns:a16="http://schemas.microsoft.com/office/drawing/2014/main" id="{27E7E975-5200-6EE8-A6F1-18DB0F71A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5313" y="4602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3" name="Oval 469">
              <a:extLst>
                <a:ext uri="{FF2B5EF4-FFF2-40B4-BE49-F238E27FC236}">
                  <a16:creationId xmlns:a16="http://schemas.microsoft.com/office/drawing/2014/main" id="{009D169E-8F23-6271-5E7B-9780B665D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7538" y="4640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4" name="Oval 470">
              <a:extLst>
                <a:ext uri="{FF2B5EF4-FFF2-40B4-BE49-F238E27FC236}">
                  <a16:creationId xmlns:a16="http://schemas.microsoft.com/office/drawing/2014/main" id="{91071C14-6EFF-F104-2CF3-6DF45D293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1351" y="4695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5" name="Oval 471">
              <a:extLst>
                <a:ext uri="{FF2B5EF4-FFF2-40B4-BE49-F238E27FC236}">
                  <a16:creationId xmlns:a16="http://schemas.microsoft.com/office/drawing/2014/main" id="{45B18884-2619-7CE7-B6EF-B75B56420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6751" y="4749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6" name="Oval 472">
              <a:extLst>
                <a:ext uri="{FF2B5EF4-FFF2-40B4-BE49-F238E27FC236}">
                  <a16:creationId xmlns:a16="http://schemas.microsoft.com/office/drawing/2014/main" id="{F950F199-ABE5-D5A3-89E4-83ADFAFB13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5326" y="4691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7" name="Oval 473">
              <a:extLst>
                <a:ext uri="{FF2B5EF4-FFF2-40B4-BE49-F238E27FC236}">
                  <a16:creationId xmlns:a16="http://schemas.microsoft.com/office/drawing/2014/main" id="{3BE95578-4A9B-1DFC-6F5B-4296FE758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3901" y="4678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8" name="Oval 474">
              <a:extLst>
                <a:ext uri="{FF2B5EF4-FFF2-40B4-BE49-F238E27FC236}">
                  <a16:creationId xmlns:a16="http://schemas.microsoft.com/office/drawing/2014/main" id="{D4E2EF5F-55FF-4EBD-41C3-ED59556432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0076" y="43497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89" name="Oval 475">
              <a:extLst>
                <a:ext uri="{FF2B5EF4-FFF2-40B4-BE49-F238E27FC236}">
                  <a16:creationId xmlns:a16="http://schemas.microsoft.com/office/drawing/2014/main" id="{1F4DD54D-5337-442A-9545-83FF78A8B1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1663" y="4395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90" name="Oval 476">
              <a:extLst>
                <a:ext uri="{FF2B5EF4-FFF2-40B4-BE49-F238E27FC236}">
                  <a16:creationId xmlns:a16="http://schemas.microsoft.com/office/drawing/2014/main" id="{E14AC5A0-CD5B-2D99-B66D-B7CDEB6F9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8013" y="4465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91" name="Oval 477">
              <a:extLst>
                <a:ext uri="{FF2B5EF4-FFF2-40B4-BE49-F238E27FC236}">
                  <a16:creationId xmlns:a16="http://schemas.microsoft.com/office/drawing/2014/main" id="{02FA2361-F132-F7B5-2052-741ED4C2E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7538" y="4483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92" name="Oval 478">
              <a:extLst>
                <a:ext uri="{FF2B5EF4-FFF2-40B4-BE49-F238E27FC236}">
                  <a16:creationId xmlns:a16="http://schemas.microsoft.com/office/drawing/2014/main" id="{FF73289F-B54D-E06A-BD01-F57225ACA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0238" y="4519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93" name="Oval 479">
              <a:extLst>
                <a:ext uri="{FF2B5EF4-FFF2-40B4-BE49-F238E27FC236}">
                  <a16:creationId xmlns:a16="http://schemas.microsoft.com/office/drawing/2014/main" id="{F90C79BD-4762-A8C9-1536-A222142A6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6113" y="4627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94" name="Oval 480">
              <a:extLst>
                <a:ext uri="{FF2B5EF4-FFF2-40B4-BE49-F238E27FC236}">
                  <a16:creationId xmlns:a16="http://schemas.microsoft.com/office/drawing/2014/main" id="{2528AAA0-25D7-0EBE-DE76-6F5BA721B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5163" y="4656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95" name="Oval 481">
              <a:extLst>
                <a:ext uri="{FF2B5EF4-FFF2-40B4-BE49-F238E27FC236}">
                  <a16:creationId xmlns:a16="http://schemas.microsoft.com/office/drawing/2014/main" id="{28F4004C-4CB7-8117-0A97-C20BDEBAD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7388" y="4711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96" name="Oval 482">
              <a:extLst>
                <a:ext uri="{FF2B5EF4-FFF2-40B4-BE49-F238E27FC236}">
                  <a16:creationId xmlns:a16="http://schemas.microsoft.com/office/drawing/2014/main" id="{2FC66162-BAFA-73F4-340D-427FCF2005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7401" y="4778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97" name="Oval 483">
              <a:extLst>
                <a:ext uri="{FF2B5EF4-FFF2-40B4-BE49-F238E27FC236}">
                  <a16:creationId xmlns:a16="http://schemas.microsoft.com/office/drawing/2014/main" id="{47B81175-58A2-59C1-939F-00788F9314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4051" y="4419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98" name="Oval 484">
              <a:extLst>
                <a:ext uri="{FF2B5EF4-FFF2-40B4-BE49-F238E27FC236}">
                  <a16:creationId xmlns:a16="http://schemas.microsoft.com/office/drawing/2014/main" id="{DB4D7B63-FD3B-CB47-56A2-D40045A56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5638" y="4471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99" name="Oval 485">
              <a:extLst>
                <a:ext uri="{FF2B5EF4-FFF2-40B4-BE49-F238E27FC236}">
                  <a16:creationId xmlns:a16="http://schemas.microsoft.com/office/drawing/2014/main" id="{72A7E882-9B2C-A3C1-234C-71A0BA899E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0401" y="4519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00" name="Oval 487">
              <a:extLst>
                <a:ext uri="{FF2B5EF4-FFF2-40B4-BE49-F238E27FC236}">
                  <a16:creationId xmlns:a16="http://schemas.microsoft.com/office/drawing/2014/main" id="{2A5A2DA8-C61F-DE60-7D21-476979841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8338" y="4554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01" name="Oval 488">
              <a:extLst>
                <a:ext uri="{FF2B5EF4-FFF2-40B4-BE49-F238E27FC236}">
                  <a16:creationId xmlns:a16="http://schemas.microsoft.com/office/drawing/2014/main" id="{18E24F2A-8D5B-492E-2AF7-5FD25E817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1038" y="4575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02" name="Oval 489">
              <a:extLst>
                <a:ext uri="{FF2B5EF4-FFF2-40B4-BE49-F238E27FC236}">
                  <a16:creationId xmlns:a16="http://schemas.microsoft.com/office/drawing/2014/main" id="{7061FC0B-66D5-19B5-3828-4DFA7368F3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5326" y="4681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03" name="Oval 490">
              <a:extLst>
                <a:ext uri="{FF2B5EF4-FFF2-40B4-BE49-F238E27FC236}">
                  <a16:creationId xmlns:a16="http://schemas.microsoft.com/office/drawing/2014/main" id="{110CCA24-88FC-72EF-2BB6-386BB3A3F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1201" y="4752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04" name="Oval 491">
              <a:extLst>
                <a:ext uri="{FF2B5EF4-FFF2-40B4-BE49-F238E27FC236}">
                  <a16:creationId xmlns:a16="http://schemas.microsoft.com/office/drawing/2014/main" id="{A168289A-F5F8-400B-77D8-465CC8EAB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0251" y="4760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05" name="Oval 492">
              <a:extLst>
                <a:ext uri="{FF2B5EF4-FFF2-40B4-BE49-F238E27FC236}">
                  <a16:creationId xmlns:a16="http://schemas.microsoft.com/office/drawing/2014/main" id="{FFC7C761-5919-6D14-D21C-A2F7A9E7F8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2326" y="4738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06" name="Oval 493">
              <a:extLst>
                <a:ext uri="{FF2B5EF4-FFF2-40B4-BE49-F238E27FC236}">
                  <a16:creationId xmlns:a16="http://schemas.microsoft.com/office/drawing/2014/main" id="{F8729A16-56C7-837E-984A-50174B41A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4851" y="4491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07" name="Oval 494">
              <a:extLst>
                <a:ext uri="{FF2B5EF4-FFF2-40B4-BE49-F238E27FC236}">
                  <a16:creationId xmlns:a16="http://schemas.microsoft.com/office/drawing/2014/main" id="{9F6B35AD-BF67-467E-9DD7-DF3C03D5B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4851" y="4527551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08" name="Oval 495">
              <a:extLst>
                <a:ext uri="{FF2B5EF4-FFF2-40B4-BE49-F238E27FC236}">
                  <a16:creationId xmlns:a16="http://schemas.microsoft.com/office/drawing/2014/main" id="{6787C826-4BAA-1E2E-D0A9-FF30AE181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613" y="45783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09" name="Oval 496">
              <a:extLst>
                <a:ext uri="{FF2B5EF4-FFF2-40B4-BE49-F238E27FC236}">
                  <a16:creationId xmlns:a16="http://schemas.microsoft.com/office/drawing/2014/main" id="{ECB463F9-635E-0CE8-3FFF-ECFC2CE51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7551" y="4618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10" name="Oval 497">
              <a:extLst>
                <a:ext uri="{FF2B5EF4-FFF2-40B4-BE49-F238E27FC236}">
                  <a16:creationId xmlns:a16="http://schemas.microsoft.com/office/drawing/2014/main" id="{30522D37-3943-DE54-D285-3ED2D732C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663" y="4637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11" name="Oval 498">
              <a:extLst>
                <a:ext uri="{FF2B5EF4-FFF2-40B4-BE49-F238E27FC236}">
                  <a16:creationId xmlns:a16="http://schemas.microsoft.com/office/drawing/2014/main" id="{B7E41FCE-31CE-005A-02D8-FBC1E6AC2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1363" y="4719638"/>
              <a:ext cx="11113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12" name="Oval 499">
              <a:extLst>
                <a:ext uri="{FF2B5EF4-FFF2-40B4-BE49-F238E27FC236}">
                  <a16:creationId xmlns:a16="http://schemas.microsoft.com/office/drawing/2014/main" id="{9B356B1A-D7A0-DB27-F688-36350EB30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5651" y="4768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13" name="Oval 500">
              <a:extLst>
                <a:ext uri="{FF2B5EF4-FFF2-40B4-BE49-F238E27FC236}">
                  <a16:creationId xmlns:a16="http://schemas.microsoft.com/office/drawing/2014/main" id="{7D59331C-C971-8861-9399-084F5527F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2476" y="4565651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14" name="Oval 501">
              <a:extLst>
                <a:ext uri="{FF2B5EF4-FFF2-40B4-BE49-F238E27FC236}">
                  <a16:creationId xmlns:a16="http://schemas.microsoft.com/office/drawing/2014/main" id="{C8D36626-9F99-06A8-968B-E37F0EE6E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2476" y="4587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15" name="Oval 502">
              <a:extLst>
                <a:ext uri="{FF2B5EF4-FFF2-40B4-BE49-F238E27FC236}">
                  <a16:creationId xmlns:a16="http://schemas.microsoft.com/office/drawing/2014/main" id="{37BDD3B2-25A0-3459-E054-4921C4A25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7238" y="46275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16" name="Oval 503">
              <a:extLst>
                <a:ext uri="{FF2B5EF4-FFF2-40B4-BE49-F238E27FC236}">
                  <a16:creationId xmlns:a16="http://schemas.microsoft.com/office/drawing/2014/main" id="{D1F737A4-4AB1-A395-4250-354664752C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53588" y="4684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17" name="Oval 504">
              <a:extLst>
                <a:ext uri="{FF2B5EF4-FFF2-40B4-BE49-F238E27FC236}">
                  <a16:creationId xmlns:a16="http://schemas.microsoft.com/office/drawing/2014/main" id="{C72BF9D5-9666-2087-A1F3-C09412B40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3113" y="4687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18" name="Oval 505">
              <a:extLst>
                <a:ext uri="{FF2B5EF4-FFF2-40B4-BE49-F238E27FC236}">
                  <a16:creationId xmlns:a16="http://schemas.microsoft.com/office/drawing/2014/main" id="{5BFBEC02-931B-B43A-43A3-16F962386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4226" y="4692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19" name="Oval 506">
              <a:extLst>
                <a:ext uri="{FF2B5EF4-FFF2-40B4-BE49-F238E27FC236}">
                  <a16:creationId xmlns:a16="http://schemas.microsoft.com/office/drawing/2014/main" id="{1B319A31-B03C-7AB4-A152-F505047B5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6926" y="4772026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20" name="Oval 507">
              <a:extLst>
                <a:ext uri="{FF2B5EF4-FFF2-40B4-BE49-F238E27FC236}">
                  <a16:creationId xmlns:a16="http://schemas.microsoft.com/office/drawing/2014/main" id="{8F292AD2-5A18-F8BF-03FD-D015D9DD1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6926" y="4619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21" name="Oval 508">
              <a:extLst>
                <a:ext uri="{FF2B5EF4-FFF2-40B4-BE49-F238E27FC236}">
                  <a16:creationId xmlns:a16="http://schemas.microsoft.com/office/drawing/2014/main" id="{3885E08D-8E92-C6FF-584B-7940225C08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6926" y="4657726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22" name="Oval 509">
              <a:extLst>
                <a:ext uri="{FF2B5EF4-FFF2-40B4-BE49-F238E27FC236}">
                  <a16:creationId xmlns:a16="http://schemas.microsoft.com/office/drawing/2014/main" id="{7F7C64B0-B1DC-19F8-CE2A-B6AF9D6A7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1688" y="4708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23" name="Oval 510">
              <a:extLst>
                <a:ext uri="{FF2B5EF4-FFF2-40B4-BE49-F238E27FC236}">
                  <a16:creationId xmlns:a16="http://schemas.microsoft.com/office/drawing/2014/main" id="{AB318C7C-A6CC-FD8F-8C27-E6681D9E3C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6451" y="4756151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24" name="Oval 511">
              <a:extLst>
                <a:ext uri="{FF2B5EF4-FFF2-40B4-BE49-F238E27FC236}">
                  <a16:creationId xmlns:a16="http://schemas.microsoft.com/office/drawing/2014/main" id="{BDB655AB-AF97-4F75-D5B1-E552B3219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5976" y="4741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25" name="Oval 512">
              <a:extLst>
                <a:ext uri="{FF2B5EF4-FFF2-40B4-BE49-F238E27FC236}">
                  <a16:creationId xmlns:a16="http://schemas.microsoft.com/office/drawing/2014/main" id="{D2E70C86-9D28-E029-B12F-98A45171E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5501" y="4745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26" name="Oval 513">
              <a:extLst>
                <a:ext uri="{FF2B5EF4-FFF2-40B4-BE49-F238E27FC236}">
                  <a16:creationId xmlns:a16="http://schemas.microsoft.com/office/drawing/2014/main" id="{BA2A5D5F-C561-1A71-E3C2-492160C1D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8201" y="4668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27" name="Oval 514">
              <a:extLst>
                <a:ext uri="{FF2B5EF4-FFF2-40B4-BE49-F238E27FC236}">
                  <a16:creationId xmlns:a16="http://schemas.microsoft.com/office/drawing/2014/main" id="{6EA5EE0C-CC1B-3436-2CAB-C9EB3A823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9788" y="4700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28" name="Oval 515">
              <a:extLst>
                <a:ext uri="{FF2B5EF4-FFF2-40B4-BE49-F238E27FC236}">
                  <a16:creationId xmlns:a16="http://schemas.microsoft.com/office/drawing/2014/main" id="{FEB8093D-9791-6E22-613F-E7E28A87B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2963" y="4762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29" name="Oval 516">
              <a:extLst>
                <a:ext uri="{FF2B5EF4-FFF2-40B4-BE49-F238E27FC236}">
                  <a16:creationId xmlns:a16="http://schemas.microsoft.com/office/drawing/2014/main" id="{5893B27D-6F40-8D49-E468-DD4CC076D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5663" y="4783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30" name="Oval 517">
              <a:extLst>
                <a:ext uri="{FF2B5EF4-FFF2-40B4-BE49-F238E27FC236}">
                  <a16:creationId xmlns:a16="http://schemas.microsoft.com/office/drawing/2014/main" id="{A739E45A-53C7-2149-FA88-5846DD72A8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9476" y="47355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31" name="Oval 518">
              <a:extLst>
                <a:ext uri="{FF2B5EF4-FFF2-40B4-BE49-F238E27FC236}">
                  <a16:creationId xmlns:a16="http://schemas.microsoft.com/office/drawing/2014/main" id="{771E14D1-64D6-2C61-800B-4DF2380DC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9476" y="4735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32" name="Oval 519">
              <a:extLst>
                <a:ext uri="{FF2B5EF4-FFF2-40B4-BE49-F238E27FC236}">
                  <a16:creationId xmlns:a16="http://schemas.microsoft.com/office/drawing/2014/main" id="{675FD9C0-6398-5804-ABF5-9E56F98E1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2651" y="476885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33" name="Oval 520">
              <a:extLst>
                <a:ext uri="{FF2B5EF4-FFF2-40B4-BE49-F238E27FC236}">
                  <a16:creationId xmlns:a16="http://schemas.microsoft.com/office/drawing/2014/main" id="{B4092771-E53D-DAF7-2D4E-0CCA4DAC2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7576" y="4752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34" name="Oval 521">
              <a:extLst>
                <a:ext uri="{FF2B5EF4-FFF2-40B4-BE49-F238E27FC236}">
                  <a16:creationId xmlns:a16="http://schemas.microsoft.com/office/drawing/2014/main" id="{DCEDF6D2-006A-1CDC-910C-02F10C3D75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7576" y="4779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35" name="Oval 522">
              <a:extLst>
                <a:ext uri="{FF2B5EF4-FFF2-40B4-BE49-F238E27FC236}">
                  <a16:creationId xmlns:a16="http://schemas.microsoft.com/office/drawing/2014/main" id="{75819E89-4267-7560-FF86-D8560D01F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44088" y="4765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36" name="Oval 523">
              <a:extLst>
                <a:ext uri="{FF2B5EF4-FFF2-40B4-BE49-F238E27FC236}">
                  <a16:creationId xmlns:a16="http://schemas.microsoft.com/office/drawing/2014/main" id="{849C3D8B-F690-24FC-E6C0-2A4F0849D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7576" y="4752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37" name="Oval 524">
              <a:extLst>
                <a:ext uri="{FF2B5EF4-FFF2-40B4-BE49-F238E27FC236}">
                  <a16:creationId xmlns:a16="http://schemas.microsoft.com/office/drawing/2014/main" id="{12504BC8-D875-07CB-754C-9264E03FF8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7576" y="4714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38" name="Oval 525">
              <a:extLst>
                <a:ext uri="{FF2B5EF4-FFF2-40B4-BE49-F238E27FC236}">
                  <a16:creationId xmlns:a16="http://schemas.microsoft.com/office/drawing/2014/main" id="{6B738891-4AE7-CD82-7B6E-56A6484A3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10751" y="47371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39" name="Oval 526">
              <a:extLst>
                <a:ext uri="{FF2B5EF4-FFF2-40B4-BE49-F238E27FC236}">
                  <a16:creationId xmlns:a16="http://schemas.microsoft.com/office/drawing/2014/main" id="{888A37C4-DB9B-DB15-A875-746C766C79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9476" y="47355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40" name="Oval 527">
              <a:extLst>
                <a:ext uri="{FF2B5EF4-FFF2-40B4-BE49-F238E27FC236}">
                  <a16:creationId xmlns:a16="http://schemas.microsoft.com/office/drawing/2014/main" id="{6A43D5CA-87E6-4766-820F-C19B742232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9476" y="4692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41" name="Oval 528">
              <a:extLst>
                <a:ext uri="{FF2B5EF4-FFF2-40B4-BE49-F238E27FC236}">
                  <a16:creationId xmlns:a16="http://schemas.microsoft.com/office/drawing/2014/main" id="{ECB43C83-FFBB-7FA5-32E7-8EF40EA956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2651" y="4714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42" name="Oval 529">
              <a:extLst>
                <a:ext uri="{FF2B5EF4-FFF2-40B4-BE49-F238E27FC236}">
                  <a16:creationId xmlns:a16="http://schemas.microsoft.com/office/drawing/2014/main" id="{07F50E07-02CC-CA1E-BAF3-A1C4CF1A5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7413" y="4779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43" name="Oval 530">
              <a:extLst>
                <a:ext uri="{FF2B5EF4-FFF2-40B4-BE49-F238E27FC236}">
                  <a16:creationId xmlns:a16="http://schemas.microsoft.com/office/drawing/2014/main" id="{6D49109A-D383-C050-9B93-6432C1E47A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8201" y="4668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44" name="Oval 531">
              <a:extLst>
                <a:ext uri="{FF2B5EF4-FFF2-40B4-BE49-F238E27FC236}">
                  <a16:creationId xmlns:a16="http://schemas.microsoft.com/office/drawing/2014/main" id="{D6E4580A-F9C8-E25D-C6A1-A4AD56C07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9788" y="4646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45" name="Oval 532">
              <a:extLst>
                <a:ext uri="{FF2B5EF4-FFF2-40B4-BE49-F238E27FC236}">
                  <a16:creationId xmlns:a16="http://schemas.microsoft.com/office/drawing/2014/main" id="{406FC676-D336-AAF9-755B-FE9F57954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2963" y="4714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46" name="Oval 533">
              <a:extLst>
                <a:ext uri="{FF2B5EF4-FFF2-40B4-BE49-F238E27FC236}">
                  <a16:creationId xmlns:a16="http://schemas.microsoft.com/office/drawing/2014/main" id="{03865958-18CE-DCEE-722D-179F8846D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9313" y="4765676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47" name="Oval 534">
              <a:extLst>
                <a:ext uri="{FF2B5EF4-FFF2-40B4-BE49-F238E27FC236}">
                  <a16:creationId xmlns:a16="http://schemas.microsoft.com/office/drawing/2014/main" id="{7044C7C4-90E9-BE47-E0F3-D7800E019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5663" y="4745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48" name="Oval 535">
              <a:extLst>
                <a:ext uri="{FF2B5EF4-FFF2-40B4-BE49-F238E27FC236}">
                  <a16:creationId xmlns:a16="http://schemas.microsoft.com/office/drawing/2014/main" id="{E8ACD16C-0190-9373-178B-0B22EC23E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8" y="4776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49" name="Oval 536">
              <a:extLst>
                <a:ext uri="{FF2B5EF4-FFF2-40B4-BE49-F238E27FC236}">
                  <a16:creationId xmlns:a16="http://schemas.microsoft.com/office/drawing/2014/main" id="{AC45B654-3058-6244-F9B1-7370F85D97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6926" y="4619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50" name="Oval 537">
              <a:extLst>
                <a:ext uri="{FF2B5EF4-FFF2-40B4-BE49-F238E27FC236}">
                  <a16:creationId xmlns:a16="http://schemas.microsoft.com/office/drawing/2014/main" id="{2A9A24D4-9DE8-47E4-F694-2014B9C80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6926" y="4579938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51" name="Oval 538">
              <a:extLst>
                <a:ext uri="{FF2B5EF4-FFF2-40B4-BE49-F238E27FC236}">
                  <a16:creationId xmlns:a16="http://schemas.microsoft.com/office/drawing/2014/main" id="{0EC671E6-993E-EAC3-A2E0-8B4ED77E41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1688" y="4630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52" name="Oval 539">
              <a:extLst>
                <a:ext uri="{FF2B5EF4-FFF2-40B4-BE49-F238E27FC236}">
                  <a16:creationId xmlns:a16="http://schemas.microsoft.com/office/drawing/2014/main" id="{659EB970-0EC4-1F31-1B68-11563B7527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6451" y="4697413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53" name="Oval 540">
              <a:extLst>
                <a:ext uri="{FF2B5EF4-FFF2-40B4-BE49-F238E27FC236}">
                  <a16:creationId xmlns:a16="http://schemas.microsoft.com/office/drawing/2014/main" id="{5B8EFC66-C404-2A13-DB0D-51CA3A3BE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5976" y="47053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54" name="Oval 541">
              <a:extLst>
                <a:ext uri="{FF2B5EF4-FFF2-40B4-BE49-F238E27FC236}">
                  <a16:creationId xmlns:a16="http://schemas.microsoft.com/office/drawing/2014/main" id="{0C844E75-D84B-9123-1F9D-07F3CCD0E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5501" y="4745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55" name="Oval 542">
              <a:extLst>
                <a:ext uri="{FF2B5EF4-FFF2-40B4-BE49-F238E27FC236}">
                  <a16:creationId xmlns:a16="http://schemas.microsoft.com/office/drawing/2014/main" id="{C4CD7103-0B5F-063D-55E5-BDD4FA7737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8201" y="4767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56" name="Oval 543">
              <a:extLst>
                <a:ext uri="{FF2B5EF4-FFF2-40B4-BE49-F238E27FC236}">
                  <a16:creationId xmlns:a16="http://schemas.microsoft.com/office/drawing/2014/main" id="{36E09E14-C12A-16AF-7147-2C33E087B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2476" y="4565651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57" name="Oval 544">
              <a:extLst>
                <a:ext uri="{FF2B5EF4-FFF2-40B4-BE49-F238E27FC236}">
                  <a16:creationId xmlns:a16="http://schemas.microsoft.com/office/drawing/2014/main" id="{74F591C8-637D-5B8F-2C9D-15D0E2150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2476" y="4518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58" name="Oval 545">
              <a:extLst>
                <a:ext uri="{FF2B5EF4-FFF2-40B4-BE49-F238E27FC236}">
                  <a16:creationId xmlns:a16="http://schemas.microsoft.com/office/drawing/2014/main" id="{B243C7A2-98BF-DEA7-D9E6-1AD6DFC93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7238" y="4592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59" name="Oval 546">
              <a:extLst>
                <a:ext uri="{FF2B5EF4-FFF2-40B4-BE49-F238E27FC236}">
                  <a16:creationId xmlns:a16="http://schemas.microsoft.com/office/drawing/2014/main" id="{0C4D1903-E528-FC48-BC08-49E6FA2296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53588" y="4708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60" name="Oval 547">
              <a:extLst>
                <a:ext uri="{FF2B5EF4-FFF2-40B4-BE49-F238E27FC236}">
                  <a16:creationId xmlns:a16="http://schemas.microsoft.com/office/drawing/2014/main" id="{A516A569-63E8-9A5E-977C-3BC9ECE88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3113" y="4718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61" name="Oval 548">
              <a:extLst>
                <a:ext uri="{FF2B5EF4-FFF2-40B4-BE49-F238E27FC236}">
                  <a16:creationId xmlns:a16="http://schemas.microsoft.com/office/drawing/2014/main" id="{D2C3D16F-60D7-C8E5-AE40-8AAC0C9E8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4226" y="4746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62" name="Oval 549">
              <a:extLst>
                <a:ext uri="{FF2B5EF4-FFF2-40B4-BE49-F238E27FC236}">
                  <a16:creationId xmlns:a16="http://schemas.microsoft.com/office/drawing/2014/main" id="{FFA41274-1A8E-1E39-AEF5-D0CCD6D30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6926" y="4746626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63" name="Oval 550">
              <a:extLst>
                <a:ext uri="{FF2B5EF4-FFF2-40B4-BE49-F238E27FC236}">
                  <a16:creationId xmlns:a16="http://schemas.microsoft.com/office/drawing/2014/main" id="{23463D40-4CFC-A0A0-89F7-F1AB54702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4851" y="4491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64" name="Oval 551">
              <a:extLst>
                <a:ext uri="{FF2B5EF4-FFF2-40B4-BE49-F238E27FC236}">
                  <a16:creationId xmlns:a16="http://schemas.microsoft.com/office/drawing/2014/main" id="{E8154BC0-4CB5-BF88-B13A-CE4C34B5E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4851" y="4435476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65" name="Oval 552">
              <a:extLst>
                <a:ext uri="{FF2B5EF4-FFF2-40B4-BE49-F238E27FC236}">
                  <a16:creationId xmlns:a16="http://schemas.microsoft.com/office/drawing/2014/main" id="{745F6985-79B7-D8DE-D5D5-C90CC48A1F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613" y="4540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66" name="Oval 553">
              <a:extLst>
                <a:ext uri="{FF2B5EF4-FFF2-40B4-BE49-F238E27FC236}">
                  <a16:creationId xmlns:a16="http://schemas.microsoft.com/office/drawing/2014/main" id="{7130A8FE-53C1-76BC-4648-698B878DA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7551" y="4648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67" name="Oval 554">
              <a:extLst>
                <a:ext uri="{FF2B5EF4-FFF2-40B4-BE49-F238E27FC236}">
                  <a16:creationId xmlns:a16="http://schemas.microsoft.com/office/drawing/2014/main" id="{94F415DD-4FB0-52BA-94FC-0F7C75089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663" y="4683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68" name="Oval 555">
              <a:extLst>
                <a:ext uri="{FF2B5EF4-FFF2-40B4-BE49-F238E27FC236}">
                  <a16:creationId xmlns:a16="http://schemas.microsoft.com/office/drawing/2014/main" id="{062B05D8-B454-1067-3F30-A5799FECD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1363" y="4702176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69" name="Oval 556">
              <a:extLst>
                <a:ext uri="{FF2B5EF4-FFF2-40B4-BE49-F238E27FC236}">
                  <a16:creationId xmlns:a16="http://schemas.microsoft.com/office/drawing/2014/main" id="{ECF748C8-3FC8-C953-8423-971A0CF6AA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5651" y="47053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70" name="Oval 557">
              <a:extLst>
                <a:ext uri="{FF2B5EF4-FFF2-40B4-BE49-F238E27FC236}">
                  <a16:creationId xmlns:a16="http://schemas.microsoft.com/office/drawing/2014/main" id="{E9F1AA86-F251-CB87-6BE9-BB407CB80F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3113" y="4740276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71" name="Oval 558">
              <a:extLst>
                <a:ext uri="{FF2B5EF4-FFF2-40B4-BE49-F238E27FC236}">
                  <a16:creationId xmlns:a16="http://schemas.microsoft.com/office/drawing/2014/main" id="{03718657-0E88-B94E-8733-D6974C737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2163" y="4724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72" name="Oval 559">
              <a:extLst>
                <a:ext uri="{FF2B5EF4-FFF2-40B4-BE49-F238E27FC236}">
                  <a16:creationId xmlns:a16="http://schemas.microsoft.com/office/drawing/2014/main" id="{25A72161-7C5A-539B-1BE8-1C44D4A0C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4051" y="44196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73" name="Oval 560">
              <a:extLst>
                <a:ext uri="{FF2B5EF4-FFF2-40B4-BE49-F238E27FC236}">
                  <a16:creationId xmlns:a16="http://schemas.microsoft.com/office/drawing/2014/main" id="{49AF7DE4-4971-6DB9-4137-1CF5F3C338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5638" y="4357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74" name="Oval 561">
              <a:extLst>
                <a:ext uri="{FF2B5EF4-FFF2-40B4-BE49-F238E27FC236}">
                  <a16:creationId xmlns:a16="http://schemas.microsoft.com/office/drawing/2014/main" id="{9B4A10D7-2BAC-9463-CB94-61BAA143E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0401" y="44672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75" name="Oval 562">
              <a:extLst>
                <a:ext uri="{FF2B5EF4-FFF2-40B4-BE49-F238E27FC236}">
                  <a16:creationId xmlns:a16="http://schemas.microsoft.com/office/drawing/2014/main" id="{9ADC340E-0B3D-B118-2514-8227475FC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8338" y="4583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76" name="Oval 563">
              <a:extLst>
                <a:ext uri="{FF2B5EF4-FFF2-40B4-BE49-F238E27FC236}">
                  <a16:creationId xmlns:a16="http://schemas.microsoft.com/office/drawing/2014/main" id="{E276DBB5-37D1-1651-A96D-EB0BD3DE4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1038" y="4654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77" name="Oval 564">
              <a:extLst>
                <a:ext uri="{FF2B5EF4-FFF2-40B4-BE49-F238E27FC236}">
                  <a16:creationId xmlns:a16="http://schemas.microsoft.com/office/drawing/2014/main" id="{83CA903D-42F9-32D0-2690-E4BCD3925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5326" y="4649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78" name="Oval 565">
              <a:extLst>
                <a:ext uri="{FF2B5EF4-FFF2-40B4-BE49-F238E27FC236}">
                  <a16:creationId xmlns:a16="http://schemas.microsoft.com/office/drawing/2014/main" id="{E7A4D48B-E64C-C30F-A484-DBD9F29CF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1201" y="4654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79" name="Oval 566">
              <a:extLst>
                <a:ext uri="{FF2B5EF4-FFF2-40B4-BE49-F238E27FC236}">
                  <a16:creationId xmlns:a16="http://schemas.microsoft.com/office/drawing/2014/main" id="{7F1A1695-44BC-6696-514E-1862455EF3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0251" y="4645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80" name="Oval 567">
              <a:extLst>
                <a:ext uri="{FF2B5EF4-FFF2-40B4-BE49-F238E27FC236}">
                  <a16:creationId xmlns:a16="http://schemas.microsoft.com/office/drawing/2014/main" id="{7B00D994-8238-AE1F-9021-9AF43D0F5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2476" y="4687888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81" name="Oval 568">
              <a:extLst>
                <a:ext uri="{FF2B5EF4-FFF2-40B4-BE49-F238E27FC236}">
                  <a16:creationId xmlns:a16="http://schemas.microsoft.com/office/drawing/2014/main" id="{7B524F17-A50E-62AA-22C0-124C5EA369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3126" y="4691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82" name="Oval 569">
              <a:extLst>
                <a:ext uri="{FF2B5EF4-FFF2-40B4-BE49-F238E27FC236}">
                  <a16:creationId xmlns:a16="http://schemas.microsoft.com/office/drawing/2014/main" id="{E68273E0-45CF-71FD-C0C5-7D8A111DF2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8526" y="4692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83" name="Oval 570">
              <a:extLst>
                <a:ext uri="{FF2B5EF4-FFF2-40B4-BE49-F238E27FC236}">
                  <a16:creationId xmlns:a16="http://schemas.microsoft.com/office/drawing/2014/main" id="{82948259-B2DF-111A-C943-9780C9ED9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0076" y="43497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84" name="Oval 571">
              <a:extLst>
                <a:ext uri="{FF2B5EF4-FFF2-40B4-BE49-F238E27FC236}">
                  <a16:creationId xmlns:a16="http://schemas.microsoft.com/office/drawing/2014/main" id="{61FA3CD8-6D54-DCF7-0F21-4D40F18A2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1663" y="42926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85" name="Oval 572">
              <a:extLst>
                <a:ext uri="{FF2B5EF4-FFF2-40B4-BE49-F238E27FC236}">
                  <a16:creationId xmlns:a16="http://schemas.microsoft.com/office/drawing/2014/main" id="{E4AEA092-0879-532B-9C25-2745B9029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8013" y="4394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86" name="Oval 573">
              <a:extLst>
                <a:ext uri="{FF2B5EF4-FFF2-40B4-BE49-F238E27FC236}">
                  <a16:creationId xmlns:a16="http://schemas.microsoft.com/office/drawing/2014/main" id="{CB03B959-4EF9-2616-9D1F-4BBA0E44D0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7538" y="4506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87" name="Oval 574">
              <a:extLst>
                <a:ext uri="{FF2B5EF4-FFF2-40B4-BE49-F238E27FC236}">
                  <a16:creationId xmlns:a16="http://schemas.microsoft.com/office/drawing/2014/main" id="{B02388A6-1814-D9F0-B57C-A308E7BEC8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0238" y="4552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88" name="Oval 575">
              <a:extLst>
                <a:ext uri="{FF2B5EF4-FFF2-40B4-BE49-F238E27FC236}">
                  <a16:creationId xmlns:a16="http://schemas.microsoft.com/office/drawing/2014/main" id="{497BBE61-19B3-98A2-41D7-0D245DBFC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6113" y="4581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89" name="Oval 576">
              <a:extLst>
                <a:ext uri="{FF2B5EF4-FFF2-40B4-BE49-F238E27FC236}">
                  <a16:creationId xmlns:a16="http://schemas.microsoft.com/office/drawing/2014/main" id="{911A8627-72AD-2194-55F0-314FC5DDA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5163" y="4586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90" name="Oval 577">
              <a:extLst>
                <a:ext uri="{FF2B5EF4-FFF2-40B4-BE49-F238E27FC236}">
                  <a16:creationId xmlns:a16="http://schemas.microsoft.com/office/drawing/2014/main" id="{B907A5E1-6218-BAC6-FD16-64F42C475D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7388" y="45847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91" name="Oval 578">
              <a:extLst>
                <a:ext uri="{FF2B5EF4-FFF2-40B4-BE49-F238E27FC236}">
                  <a16:creationId xmlns:a16="http://schemas.microsoft.com/office/drawing/2014/main" id="{439ACC5D-3F5E-12AB-7792-986209971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613" y="4686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92" name="Oval 579">
              <a:extLst>
                <a:ext uri="{FF2B5EF4-FFF2-40B4-BE49-F238E27FC236}">
                  <a16:creationId xmlns:a16="http://schemas.microsoft.com/office/drawing/2014/main" id="{048EF736-679C-D64C-36E3-53DC47105E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5013" y="4770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93" name="Oval 580">
              <a:extLst>
                <a:ext uri="{FF2B5EF4-FFF2-40B4-BE49-F238E27FC236}">
                  <a16:creationId xmlns:a16="http://schemas.microsoft.com/office/drawing/2014/main" id="{5600E86E-29E9-4661-347A-A27EAA4394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5976" y="4725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94" name="Oval 581">
              <a:extLst>
                <a:ext uri="{FF2B5EF4-FFF2-40B4-BE49-F238E27FC236}">
                  <a16:creationId xmlns:a16="http://schemas.microsoft.com/office/drawing/2014/main" id="{3D946225-D77D-807C-E1AC-407DF974F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2963" y="4587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95" name="Oval 582">
              <a:extLst>
                <a:ext uri="{FF2B5EF4-FFF2-40B4-BE49-F238E27FC236}">
                  <a16:creationId xmlns:a16="http://schemas.microsoft.com/office/drawing/2014/main" id="{18355592-1FA9-9013-BCAA-53C00FDB3B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1538" y="4767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96" name="Oval 583">
              <a:extLst>
                <a:ext uri="{FF2B5EF4-FFF2-40B4-BE49-F238E27FC236}">
                  <a16:creationId xmlns:a16="http://schemas.microsoft.com/office/drawing/2014/main" id="{DA9679A8-609A-4AA4-4A61-AD546D4C9F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1338" y="4256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97" name="Oval 584">
              <a:extLst>
                <a:ext uri="{FF2B5EF4-FFF2-40B4-BE49-F238E27FC236}">
                  <a16:creationId xmlns:a16="http://schemas.microsoft.com/office/drawing/2014/main" id="{54AF1AC3-AD7F-790B-D92D-234EA22DD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2926" y="4244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98" name="Oval 585">
              <a:extLst>
                <a:ext uri="{FF2B5EF4-FFF2-40B4-BE49-F238E27FC236}">
                  <a16:creationId xmlns:a16="http://schemas.microsoft.com/office/drawing/2014/main" id="{C6CF768A-3B1B-0099-C6B1-455CAFF95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0863" y="4373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99" name="Oval 586">
              <a:extLst>
                <a:ext uri="{FF2B5EF4-FFF2-40B4-BE49-F238E27FC236}">
                  <a16:creationId xmlns:a16="http://schemas.microsoft.com/office/drawing/2014/main" id="{56BA7958-C99F-0051-25F1-908FF3059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976" y="4470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00" name="Oval 587">
              <a:extLst>
                <a:ext uri="{FF2B5EF4-FFF2-40B4-BE49-F238E27FC236}">
                  <a16:creationId xmlns:a16="http://schemas.microsoft.com/office/drawing/2014/main" id="{35881074-42DC-3E4E-3BA9-3F268DCCE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6263" y="4497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01" name="Oval 588">
              <a:extLst>
                <a:ext uri="{FF2B5EF4-FFF2-40B4-BE49-F238E27FC236}">
                  <a16:creationId xmlns:a16="http://schemas.microsoft.com/office/drawing/2014/main" id="{6A3CB33C-5FDC-FB74-8CF3-DDC02DBD3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5313" y="4529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02" name="Oval 589">
              <a:extLst>
                <a:ext uri="{FF2B5EF4-FFF2-40B4-BE49-F238E27FC236}">
                  <a16:creationId xmlns:a16="http://schemas.microsoft.com/office/drawing/2014/main" id="{30EE59AD-E55D-26E5-86EC-CC3664AACD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7538" y="4516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03" name="Oval 590">
              <a:extLst>
                <a:ext uri="{FF2B5EF4-FFF2-40B4-BE49-F238E27FC236}">
                  <a16:creationId xmlns:a16="http://schemas.microsoft.com/office/drawing/2014/main" id="{003FBBD5-C517-91EC-4F8C-0C3136FC0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1351" y="4575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04" name="Oval 591">
              <a:extLst>
                <a:ext uri="{FF2B5EF4-FFF2-40B4-BE49-F238E27FC236}">
                  <a16:creationId xmlns:a16="http://schemas.microsoft.com/office/drawing/2014/main" id="{085D6DD6-D4B2-002E-4C30-FABC66AAD1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6751" y="4648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05" name="Oval 592">
              <a:extLst>
                <a:ext uri="{FF2B5EF4-FFF2-40B4-BE49-F238E27FC236}">
                  <a16:creationId xmlns:a16="http://schemas.microsoft.com/office/drawing/2014/main" id="{E809D6C1-2F8C-1728-D00C-4A646E14A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5326" y="46704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06" name="Oval 593">
              <a:extLst>
                <a:ext uri="{FF2B5EF4-FFF2-40B4-BE49-F238E27FC236}">
                  <a16:creationId xmlns:a16="http://schemas.microsoft.com/office/drawing/2014/main" id="{940B20ED-8CF2-9A16-C16F-F341DAE811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3901" y="4681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07" name="Oval 594">
              <a:extLst>
                <a:ext uri="{FF2B5EF4-FFF2-40B4-BE49-F238E27FC236}">
                  <a16:creationId xmlns:a16="http://schemas.microsoft.com/office/drawing/2014/main" id="{011628E1-F53C-5CA6-9D0F-050DFF72E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2476" y="4581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08" name="Oval 595">
              <a:extLst>
                <a:ext uri="{FF2B5EF4-FFF2-40B4-BE49-F238E27FC236}">
                  <a16:creationId xmlns:a16="http://schemas.microsoft.com/office/drawing/2014/main" id="{F5866611-5D92-D91F-C42A-7E2C79DC24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2638" y="4583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09" name="Oval 596">
              <a:extLst>
                <a:ext uri="{FF2B5EF4-FFF2-40B4-BE49-F238E27FC236}">
                  <a16:creationId xmlns:a16="http://schemas.microsoft.com/office/drawing/2014/main" id="{E1617329-1511-C65E-6AE6-09488DE57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2801" y="474345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10" name="Oval 597">
              <a:extLst>
                <a:ext uri="{FF2B5EF4-FFF2-40B4-BE49-F238E27FC236}">
                  <a16:creationId xmlns:a16="http://schemas.microsoft.com/office/drawing/2014/main" id="{0A93F170-8904-2F07-8852-39EB7C551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7838" y="4194176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11" name="Oval 598">
              <a:extLst>
                <a:ext uri="{FF2B5EF4-FFF2-40B4-BE49-F238E27FC236}">
                  <a16:creationId xmlns:a16="http://schemas.microsoft.com/office/drawing/2014/main" id="{46914414-6825-C0EC-1F40-359ACDFBD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1013" y="42132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12" name="Oval 599">
              <a:extLst>
                <a:ext uri="{FF2B5EF4-FFF2-40B4-BE49-F238E27FC236}">
                  <a16:creationId xmlns:a16="http://schemas.microsoft.com/office/drawing/2014/main" id="{61B10A27-1D58-8886-0B6D-07FFECBF0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8951" y="4311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13" name="Oval 600">
              <a:extLst>
                <a:ext uri="{FF2B5EF4-FFF2-40B4-BE49-F238E27FC236}">
                  <a16:creationId xmlns:a16="http://schemas.microsoft.com/office/drawing/2014/main" id="{F767F27A-E224-ABE1-3035-41164EC780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1651" y="4375151"/>
              <a:ext cx="14288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14" name="Oval 601">
              <a:extLst>
                <a:ext uri="{FF2B5EF4-FFF2-40B4-BE49-F238E27FC236}">
                  <a16:creationId xmlns:a16="http://schemas.microsoft.com/office/drawing/2014/main" id="{2394677F-92D3-A7E7-2C2F-5F08AA239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0701" y="4451351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15" name="Oval 602">
              <a:extLst>
                <a:ext uri="{FF2B5EF4-FFF2-40B4-BE49-F238E27FC236}">
                  <a16:creationId xmlns:a16="http://schemas.microsoft.com/office/drawing/2014/main" id="{1A7EB1CA-AAD2-24EB-23AA-2A074C12E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1338" y="4489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16" name="Oval 603">
              <a:extLst>
                <a:ext uri="{FF2B5EF4-FFF2-40B4-BE49-F238E27FC236}">
                  <a16:creationId xmlns:a16="http://schemas.microsoft.com/office/drawing/2014/main" id="{5149B36D-C420-C893-06E9-0F26D2EB0E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6738" y="4464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17" name="Oval 604">
              <a:extLst>
                <a:ext uri="{FF2B5EF4-FFF2-40B4-BE49-F238E27FC236}">
                  <a16:creationId xmlns:a16="http://schemas.microsoft.com/office/drawing/2014/main" id="{ED9AF8E8-774A-74B5-D0AD-C44FEA2A29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3726" y="453866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18" name="Oval 605">
              <a:extLst>
                <a:ext uri="{FF2B5EF4-FFF2-40B4-BE49-F238E27FC236}">
                  <a16:creationId xmlns:a16="http://schemas.microsoft.com/office/drawing/2014/main" id="{71BFBC90-BBE4-8F2D-A7C5-2919097424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2301" y="4581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19" name="Oval 606">
              <a:extLst>
                <a:ext uri="{FF2B5EF4-FFF2-40B4-BE49-F238E27FC236}">
                  <a16:creationId xmlns:a16="http://schemas.microsoft.com/office/drawing/2014/main" id="{A9A56FA8-85D7-DD59-3EE1-32886684F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4051" y="4595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20" name="Oval 607">
              <a:extLst>
                <a:ext uri="{FF2B5EF4-FFF2-40B4-BE49-F238E27FC236}">
                  <a16:creationId xmlns:a16="http://schemas.microsoft.com/office/drawing/2014/main" id="{AE9862D4-391A-8046-4523-B23178B5A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5801" y="4595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21" name="Oval 608">
              <a:extLst>
                <a:ext uri="{FF2B5EF4-FFF2-40B4-BE49-F238E27FC236}">
                  <a16:creationId xmlns:a16="http://schemas.microsoft.com/office/drawing/2014/main" id="{70EB16C1-257C-C19D-9352-E3916E75B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7551" y="44148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22" name="Oval 609">
              <a:extLst>
                <a:ext uri="{FF2B5EF4-FFF2-40B4-BE49-F238E27FC236}">
                  <a16:creationId xmlns:a16="http://schemas.microsoft.com/office/drawing/2014/main" id="{1F3130D0-7EE4-DB9D-E3D9-998432902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0888" y="4557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23" name="Oval 610">
              <a:extLst>
                <a:ext uri="{FF2B5EF4-FFF2-40B4-BE49-F238E27FC236}">
                  <a16:creationId xmlns:a16="http://schemas.microsoft.com/office/drawing/2014/main" id="{E90D2958-AD09-FB1D-5CA7-EFB9A90FCA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1163" y="4105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24" name="Oval 611">
              <a:extLst>
                <a:ext uri="{FF2B5EF4-FFF2-40B4-BE49-F238E27FC236}">
                  <a16:creationId xmlns:a16="http://schemas.microsoft.com/office/drawing/2014/main" id="{E7043E0C-1566-21D1-A00C-E9E58F0B3A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4338" y="4129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25" name="Oval 612">
              <a:extLst>
                <a:ext uri="{FF2B5EF4-FFF2-40B4-BE49-F238E27FC236}">
                  <a16:creationId xmlns:a16="http://schemas.microsoft.com/office/drawing/2014/main" id="{BA0E37A9-E55A-26AA-E268-CA1D5DF7A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3863" y="4251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26" name="Oval 613">
              <a:extLst>
                <a:ext uri="{FF2B5EF4-FFF2-40B4-BE49-F238E27FC236}">
                  <a16:creationId xmlns:a16="http://schemas.microsoft.com/office/drawing/2014/main" id="{BB7336C9-51ED-1AD2-831F-23EAA97D6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8151" y="43227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27" name="Oval 614">
              <a:extLst>
                <a:ext uri="{FF2B5EF4-FFF2-40B4-BE49-F238E27FC236}">
                  <a16:creationId xmlns:a16="http://schemas.microsoft.com/office/drawing/2014/main" id="{4FE6AC64-DF78-8C95-13D1-E2C11A6A9E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8788" y="4381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28" name="Oval 615">
              <a:extLst>
                <a:ext uri="{FF2B5EF4-FFF2-40B4-BE49-F238E27FC236}">
                  <a16:creationId xmlns:a16="http://schemas.microsoft.com/office/drawing/2014/main" id="{27294A3A-1464-F26A-D9E1-4416010813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4188" y="440848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29" name="Oval 616">
              <a:extLst>
                <a:ext uri="{FF2B5EF4-FFF2-40B4-BE49-F238E27FC236}">
                  <a16:creationId xmlns:a16="http://schemas.microsoft.com/office/drawing/2014/main" id="{A8DD543A-09C3-B203-0795-F7291F0AF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2763" y="4413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30" name="Oval 617">
              <a:extLst>
                <a:ext uri="{FF2B5EF4-FFF2-40B4-BE49-F238E27FC236}">
                  <a16:creationId xmlns:a16="http://schemas.microsoft.com/office/drawing/2014/main" id="{33F42446-8523-56A4-D394-A64CE3C77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2926" y="44577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31" name="Oval 618">
              <a:extLst>
                <a:ext uri="{FF2B5EF4-FFF2-40B4-BE49-F238E27FC236}">
                  <a16:creationId xmlns:a16="http://schemas.microsoft.com/office/drawing/2014/main" id="{DE64B9DE-B65E-35B8-4A7C-16A851D2F6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6263" y="44767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32" name="Oval 619">
              <a:extLst>
                <a:ext uri="{FF2B5EF4-FFF2-40B4-BE49-F238E27FC236}">
                  <a16:creationId xmlns:a16="http://schemas.microsoft.com/office/drawing/2014/main" id="{BD736893-DE14-C91A-EEAF-4AB1DECC2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1188" y="4497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33" name="Oval 620">
              <a:extLst>
                <a:ext uri="{FF2B5EF4-FFF2-40B4-BE49-F238E27FC236}">
                  <a16:creationId xmlns:a16="http://schemas.microsoft.com/office/drawing/2014/main" id="{51B5E7CA-4048-9AB3-D16C-E107FFE8F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6113" y="4502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34" name="Oval 621">
              <a:extLst>
                <a:ext uri="{FF2B5EF4-FFF2-40B4-BE49-F238E27FC236}">
                  <a16:creationId xmlns:a16="http://schemas.microsoft.com/office/drawing/2014/main" id="{1FCF456F-40EE-C2AB-E0A3-E9C0A59064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2626" y="4583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35" name="Oval 622">
              <a:extLst>
                <a:ext uri="{FF2B5EF4-FFF2-40B4-BE49-F238E27FC236}">
                  <a16:creationId xmlns:a16="http://schemas.microsoft.com/office/drawing/2014/main" id="{6D0BC118-61E3-EF10-8787-FF981D3D3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7551" y="4733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36" name="Oval 623">
              <a:extLst>
                <a:ext uri="{FF2B5EF4-FFF2-40B4-BE49-F238E27FC236}">
                  <a16:creationId xmlns:a16="http://schemas.microsoft.com/office/drawing/2014/main" id="{F07B9A84-B65B-6AB1-B4C0-4CC9AC9627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4963" y="3990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37" name="Oval 624">
              <a:extLst>
                <a:ext uri="{FF2B5EF4-FFF2-40B4-BE49-F238E27FC236}">
                  <a16:creationId xmlns:a16="http://schemas.microsoft.com/office/drawing/2014/main" id="{CD73EFA6-98B7-4C3D-2D0A-42721D0A9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9726" y="3981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38" name="Oval 625">
              <a:extLst>
                <a:ext uri="{FF2B5EF4-FFF2-40B4-BE49-F238E27FC236}">
                  <a16:creationId xmlns:a16="http://schemas.microsoft.com/office/drawing/2014/main" id="{447E0A40-1CED-69F7-807B-E5DAC2584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0838" y="4144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39" name="Oval 626">
              <a:extLst>
                <a:ext uri="{FF2B5EF4-FFF2-40B4-BE49-F238E27FC236}">
                  <a16:creationId xmlns:a16="http://schemas.microsoft.com/office/drawing/2014/main" id="{1634F17E-76D8-F4BB-B4C3-6D5FA431D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9888" y="4249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40" name="Oval 627">
              <a:extLst>
                <a:ext uri="{FF2B5EF4-FFF2-40B4-BE49-F238E27FC236}">
                  <a16:creationId xmlns:a16="http://schemas.microsoft.com/office/drawing/2014/main" id="{A72D41E8-188E-0EF4-FB0D-9E44A81A5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3701" y="4316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41" name="Oval 628">
              <a:extLst>
                <a:ext uri="{FF2B5EF4-FFF2-40B4-BE49-F238E27FC236}">
                  <a16:creationId xmlns:a16="http://schemas.microsoft.com/office/drawing/2014/main" id="{C6000B7E-CE73-F64F-7F1E-E4EA36929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3863" y="4335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42" name="Oval 629">
              <a:extLst>
                <a:ext uri="{FF2B5EF4-FFF2-40B4-BE49-F238E27FC236}">
                  <a16:creationId xmlns:a16="http://schemas.microsoft.com/office/drawing/2014/main" id="{9A079CFD-2AEB-81AA-D024-F9D162915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5613" y="4373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43" name="Oval 630">
              <a:extLst>
                <a:ext uri="{FF2B5EF4-FFF2-40B4-BE49-F238E27FC236}">
                  <a16:creationId xmlns:a16="http://schemas.microsoft.com/office/drawing/2014/main" id="{8A87DBF9-60FB-D8DA-E837-997A9579EC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2126" y="4376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44" name="Oval 631">
              <a:extLst>
                <a:ext uri="{FF2B5EF4-FFF2-40B4-BE49-F238E27FC236}">
                  <a16:creationId xmlns:a16="http://schemas.microsoft.com/office/drawing/2014/main" id="{D0B421B5-BA63-9653-AD5F-716CA6FCF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0226" y="44227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45" name="Oval 632">
              <a:extLst>
                <a:ext uri="{FF2B5EF4-FFF2-40B4-BE49-F238E27FC236}">
                  <a16:creationId xmlns:a16="http://schemas.microsoft.com/office/drawing/2014/main" id="{9604EA93-32C2-7613-E927-D9C203A6C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8326" y="4376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46" name="Oval 633">
              <a:extLst>
                <a:ext uri="{FF2B5EF4-FFF2-40B4-BE49-F238E27FC236}">
                  <a16:creationId xmlns:a16="http://schemas.microsoft.com/office/drawing/2014/main" id="{74C089EB-E7C8-55F9-B777-BC250428E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8013" y="4446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47" name="Oval 634">
              <a:extLst>
                <a:ext uri="{FF2B5EF4-FFF2-40B4-BE49-F238E27FC236}">
                  <a16:creationId xmlns:a16="http://schemas.microsoft.com/office/drawing/2014/main" id="{5B6BB8F8-0CC3-6498-5589-F5DBE4B6B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6113" y="4695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48" name="Oval 635">
              <a:extLst>
                <a:ext uri="{FF2B5EF4-FFF2-40B4-BE49-F238E27FC236}">
                  <a16:creationId xmlns:a16="http://schemas.microsoft.com/office/drawing/2014/main" id="{6AC184E8-42DB-9651-E011-176076BD7A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5801" y="47736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49" name="Oval 636">
              <a:extLst>
                <a:ext uri="{FF2B5EF4-FFF2-40B4-BE49-F238E27FC236}">
                  <a16:creationId xmlns:a16="http://schemas.microsoft.com/office/drawing/2014/main" id="{277D1FC5-6C2F-D440-42BB-3700B4692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2413" y="3863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50" name="Oval 637">
              <a:extLst>
                <a:ext uri="{FF2B5EF4-FFF2-40B4-BE49-F238E27FC236}">
                  <a16:creationId xmlns:a16="http://schemas.microsoft.com/office/drawing/2014/main" id="{DC7F0E4F-51E9-BEA9-505B-361A42594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7176" y="3886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51" name="Oval 638">
              <a:extLst>
                <a:ext uri="{FF2B5EF4-FFF2-40B4-BE49-F238E27FC236}">
                  <a16:creationId xmlns:a16="http://schemas.microsoft.com/office/drawing/2014/main" id="{6523995C-08A5-3202-193D-82EA9FC07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1463" y="4064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52" name="Oval 639">
              <a:extLst>
                <a:ext uri="{FF2B5EF4-FFF2-40B4-BE49-F238E27FC236}">
                  <a16:creationId xmlns:a16="http://schemas.microsoft.com/office/drawing/2014/main" id="{4EB1207E-3AA6-667C-5393-9361036C1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5276" y="4160838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53" name="Oval 640">
              <a:extLst>
                <a:ext uri="{FF2B5EF4-FFF2-40B4-BE49-F238E27FC236}">
                  <a16:creationId xmlns:a16="http://schemas.microsoft.com/office/drawing/2014/main" id="{C9CB9F16-4F59-987B-1FD7-D5DA9083CC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3851" y="4235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54" name="Oval 641">
              <a:extLst>
                <a:ext uri="{FF2B5EF4-FFF2-40B4-BE49-F238E27FC236}">
                  <a16:creationId xmlns:a16="http://schemas.microsoft.com/office/drawing/2014/main" id="{96CE80C3-BAEC-A53A-8DF7-E877648E8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8776" y="4257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55" name="Oval 642">
              <a:extLst>
                <a:ext uri="{FF2B5EF4-FFF2-40B4-BE49-F238E27FC236}">
                  <a16:creationId xmlns:a16="http://schemas.microsoft.com/office/drawing/2014/main" id="{6D9AAD97-870E-B326-FB31-AABA5E0C6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6876" y="4267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56" name="Oval 643">
              <a:extLst>
                <a:ext uri="{FF2B5EF4-FFF2-40B4-BE49-F238E27FC236}">
                  <a16:creationId xmlns:a16="http://schemas.microsoft.com/office/drawing/2014/main" id="{56845A3E-D44D-8466-81C1-79FCADDA32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8151" y="4310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57" name="Oval 644">
              <a:extLst>
                <a:ext uri="{FF2B5EF4-FFF2-40B4-BE49-F238E27FC236}">
                  <a16:creationId xmlns:a16="http://schemas.microsoft.com/office/drawing/2014/main" id="{4BC97B84-C6F4-8DEA-D246-7411AECD3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1013" y="4340226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58" name="Oval 645">
              <a:extLst>
                <a:ext uri="{FF2B5EF4-FFF2-40B4-BE49-F238E27FC236}">
                  <a16:creationId xmlns:a16="http://schemas.microsoft.com/office/drawing/2014/main" id="{CB035D5C-4C1F-FD7F-0CC6-6C605D1A0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5463" y="44767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59" name="Oval 646">
              <a:extLst>
                <a:ext uri="{FF2B5EF4-FFF2-40B4-BE49-F238E27FC236}">
                  <a16:creationId xmlns:a16="http://schemas.microsoft.com/office/drawing/2014/main" id="{AAE08308-1047-F88A-A375-7C0677415C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8326" y="46037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60" name="Oval 647">
              <a:extLst>
                <a:ext uri="{FF2B5EF4-FFF2-40B4-BE49-F238E27FC236}">
                  <a16:creationId xmlns:a16="http://schemas.microsoft.com/office/drawing/2014/main" id="{2205B3F4-69A0-A3C5-6E5B-BE070AA0B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1188" y="4703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61" name="Oval 648">
              <a:extLst>
                <a:ext uri="{FF2B5EF4-FFF2-40B4-BE49-F238E27FC236}">
                  <a16:creationId xmlns:a16="http://schemas.microsoft.com/office/drawing/2014/main" id="{CC02FAC2-E5B8-D806-3762-F6ABC42DB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4051" y="474345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62" name="Oval 649">
              <a:extLst>
                <a:ext uri="{FF2B5EF4-FFF2-40B4-BE49-F238E27FC236}">
                  <a16:creationId xmlns:a16="http://schemas.microsoft.com/office/drawing/2014/main" id="{F21E3002-00C0-844E-0A12-EEA04D30A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5326" y="4732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63" name="Oval 650">
              <a:extLst>
                <a:ext uri="{FF2B5EF4-FFF2-40B4-BE49-F238E27FC236}">
                  <a16:creationId xmlns:a16="http://schemas.microsoft.com/office/drawing/2014/main" id="{8D4FB770-1E96-DA2A-89F2-747B3F69B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0338" y="3790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64" name="Oval 651">
              <a:extLst>
                <a:ext uri="{FF2B5EF4-FFF2-40B4-BE49-F238E27FC236}">
                  <a16:creationId xmlns:a16="http://schemas.microsoft.com/office/drawing/2014/main" id="{682050FD-F0CA-027F-6A90-4AB2B8A1D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6688" y="38322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65" name="Oval 652">
              <a:extLst>
                <a:ext uri="{FF2B5EF4-FFF2-40B4-BE49-F238E27FC236}">
                  <a16:creationId xmlns:a16="http://schemas.microsoft.com/office/drawing/2014/main" id="{DAD71EE5-8652-ABF2-F271-BEA899261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4151" y="4003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66" name="Oval 653">
              <a:extLst>
                <a:ext uri="{FF2B5EF4-FFF2-40B4-BE49-F238E27FC236}">
                  <a16:creationId xmlns:a16="http://schemas.microsoft.com/office/drawing/2014/main" id="{7E20F951-B24E-A50C-88F7-239027371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2726" y="40703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67" name="Oval 654">
              <a:extLst>
                <a:ext uri="{FF2B5EF4-FFF2-40B4-BE49-F238E27FC236}">
                  <a16:creationId xmlns:a16="http://schemas.microsoft.com/office/drawing/2014/main" id="{96E85232-B2ED-8203-3CDD-5F5ADBEBC6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7651" y="4117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68" name="Oval 655">
              <a:extLst>
                <a:ext uri="{FF2B5EF4-FFF2-40B4-BE49-F238E27FC236}">
                  <a16:creationId xmlns:a16="http://schemas.microsoft.com/office/drawing/2014/main" id="{5007E956-4B7A-096D-23DA-CB027D032D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0513" y="4141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69" name="Oval 656">
              <a:extLst>
                <a:ext uri="{FF2B5EF4-FFF2-40B4-BE49-F238E27FC236}">
                  <a16:creationId xmlns:a16="http://schemas.microsoft.com/office/drawing/2014/main" id="{C3973F2C-5AC4-FF06-10D5-0A3E352060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4963" y="4160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0" name="Oval 657">
              <a:extLst>
                <a:ext uri="{FF2B5EF4-FFF2-40B4-BE49-F238E27FC236}">
                  <a16:creationId xmlns:a16="http://schemas.microsoft.com/office/drawing/2014/main" id="{AFB6FAC2-38D1-4EA1-2D6D-348FE95D4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74176" y="4260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1" name="Oval 658">
              <a:extLst>
                <a:ext uri="{FF2B5EF4-FFF2-40B4-BE49-F238E27FC236}">
                  <a16:creationId xmlns:a16="http://schemas.microsoft.com/office/drawing/2014/main" id="{EC78E3F6-BF8B-AA46-44FB-4DB653D1E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1801" y="4337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2" name="Oval 659">
              <a:extLst>
                <a:ext uri="{FF2B5EF4-FFF2-40B4-BE49-F238E27FC236}">
                  <a16:creationId xmlns:a16="http://schemas.microsoft.com/office/drawing/2014/main" id="{9797DB01-6F98-D3B8-18CF-7992A37EF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1013" y="45370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3" name="Oval 660">
              <a:extLst>
                <a:ext uri="{FF2B5EF4-FFF2-40B4-BE49-F238E27FC236}">
                  <a16:creationId xmlns:a16="http://schemas.microsoft.com/office/drawing/2014/main" id="{793C41A0-F590-DB10-001E-A88E3A22F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0226" y="4614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4" name="Oval 661">
              <a:extLst>
                <a:ext uri="{FF2B5EF4-FFF2-40B4-BE49-F238E27FC236}">
                  <a16:creationId xmlns:a16="http://schemas.microsoft.com/office/drawing/2014/main" id="{12541C25-7767-5AE4-1A79-5C6E94C50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6263" y="4657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5" name="Oval 662">
              <a:extLst>
                <a:ext uri="{FF2B5EF4-FFF2-40B4-BE49-F238E27FC236}">
                  <a16:creationId xmlns:a16="http://schemas.microsoft.com/office/drawing/2014/main" id="{C56F3C69-E229-D5C7-EFD5-F2898E1F2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2301" y="47117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6" name="Oval 663">
              <a:extLst>
                <a:ext uri="{FF2B5EF4-FFF2-40B4-BE49-F238E27FC236}">
                  <a16:creationId xmlns:a16="http://schemas.microsoft.com/office/drawing/2014/main" id="{2326C37B-4876-73F1-AE4D-89BBA942A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6751" y="4718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7" name="Oval 664">
              <a:extLst>
                <a:ext uri="{FF2B5EF4-FFF2-40B4-BE49-F238E27FC236}">
                  <a16:creationId xmlns:a16="http://schemas.microsoft.com/office/drawing/2014/main" id="{C338C8F9-53CF-2F88-5306-DA2F35F51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613" y="4775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8" name="Oval 665">
              <a:extLst>
                <a:ext uri="{FF2B5EF4-FFF2-40B4-BE49-F238E27FC236}">
                  <a16:creationId xmlns:a16="http://schemas.microsoft.com/office/drawing/2014/main" id="{2D2B0121-C812-F518-21C7-A4398A7AA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5563" y="3697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79" name="Oval 666">
              <a:extLst>
                <a:ext uri="{FF2B5EF4-FFF2-40B4-BE49-F238E27FC236}">
                  <a16:creationId xmlns:a16="http://schemas.microsoft.com/office/drawing/2014/main" id="{BCABF4B1-E392-A8D5-099F-2E5E723AB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3501" y="3736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80" name="Oval 667">
              <a:extLst>
                <a:ext uri="{FF2B5EF4-FFF2-40B4-BE49-F238E27FC236}">
                  <a16:creationId xmlns:a16="http://schemas.microsoft.com/office/drawing/2014/main" id="{9EFA879B-F872-8A5C-D5B8-C935F27680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313" y="39147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81" name="Oval 668">
              <a:extLst>
                <a:ext uri="{FF2B5EF4-FFF2-40B4-BE49-F238E27FC236}">
                  <a16:creationId xmlns:a16="http://schemas.microsoft.com/office/drawing/2014/main" id="{F59C4209-98A5-D4FE-A2C0-B44D5D6734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2238" y="3978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82" name="Oval 669">
              <a:extLst>
                <a:ext uri="{FF2B5EF4-FFF2-40B4-BE49-F238E27FC236}">
                  <a16:creationId xmlns:a16="http://schemas.microsoft.com/office/drawing/2014/main" id="{9DD499E9-1AC9-0842-26B0-40F5A8EBE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6688" y="4011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83" name="Oval 670">
              <a:extLst>
                <a:ext uri="{FF2B5EF4-FFF2-40B4-BE49-F238E27FC236}">
                  <a16:creationId xmlns:a16="http://schemas.microsoft.com/office/drawing/2014/main" id="{ABB51754-F2E8-308C-A48D-8C8F56D13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7488" y="4032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84" name="Oval 671">
              <a:extLst>
                <a:ext uri="{FF2B5EF4-FFF2-40B4-BE49-F238E27FC236}">
                  <a16:creationId xmlns:a16="http://schemas.microsoft.com/office/drawing/2014/main" id="{63575F61-70F7-12FE-4BD2-3301A8DB1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1463" y="402590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85" name="Oval 672">
              <a:extLst>
                <a:ext uri="{FF2B5EF4-FFF2-40B4-BE49-F238E27FC236}">
                  <a16:creationId xmlns:a16="http://schemas.microsoft.com/office/drawing/2014/main" id="{AAC26BDC-52CB-826A-3D6B-EA582EE31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8613" y="4187826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86" name="Oval 673">
              <a:extLst>
                <a:ext uri="{FF2B5EF4-FFF2-40B4-BE49-F238E27FC236}">
                  <a16:creationId xmlns:a16="http://schemas.microsoft.com/office/drawing/2014/main" id="{C06118EE-B401-9B0C-9670-DB9AB9426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74176" y="4421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87" name="Oval 674">
              <a:extLst>
                <a:ext uri="{FF2B5EF4-FFF2-40B4-BE49-F238E27FC236}">
                  <a16:creationId xmlns:a16="http://schemas.microsoft.com/office/drawing/2014/main" id="{5CB32E46-BB88-9F5C-F24E-F30FBFD2CF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8151" y="4498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88" name="Oval 675">
              <a:extLst>
                <a:ext uri="{FF2B5EF4-FFF2-40B4-BE49-F238E27FC236}">
                  <a16:creationId xmlns:a16="http://schemas.microsoft.com/office/drawing/2014/main" id="{0471F0E5-DA1A-D32F-D917-798E8A09D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2126" y="4562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89" name="Oval 676">
              <a:extLst>
                <a:ext uri="{FF2B5EF4-FFF2-40B4-BE49-F238E27FC236}">
                  <a16:creationId xmlns:a16="http://schemas.microsoft.com/office/drawing/2014/main" id="{A34D19C4-1D88-40B0-7952-C3686B9829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2926" y="4597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0" name="Oval 677">
              <a:extLst>
                <a:ext uri="{FF2B5EF4-FFF2-40B4-BE49-F238E27FC236}">
                  <a16:creationId xmlns:a16="http://schemas.microsoft.com/office/drawing/2014/main" id="{8D1B60BF-9EAA-32B4-8D62-F6424581B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3726" y="4648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1" name="Oval 678">
              <a:extLst>
                <a:ext uri="{FF2B5EF4-FFF2-40B4-BE49-F238E27FC236}">
                  <a16:creationId xmlns:a16="http://schemas.microsoft.com/office/drawing/2014/main" id="{0DF3BD52-FA5F-26BB-0117-A26E43BF69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1351" y="4716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2" name="Oval 679">
              <a:extLst>
                <a:ext uri="{FF2B5EF4-FFF2-40B4-BE49-F238E27FC236}">
                  <a16:creationId xmlns:a16="http://schemas.microsoft.com/office/drawing/2014/main" id="{5494B20F-781A-918B-CFB8-DC2400E10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7388" y="4773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3" name="Oval 680">
              <a:extLst>
                <a:ext uri="{FF2B5EF4-FFF2-40B4-BE49-F238E27FC236}">
                  <a16:creationId xmlns:a16="http://schemas.microsoft.com/office/drawing/2014/main" id="{7CA5A936-1477-F33F-6F85-576CB0900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4913" y="3522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4" name="Oval 681">
              <a:extLst>
                <a:ext uri="{FF2B5EF4-FFF2-40B4-BE49-F238E27FC236}">
                  <a16:creationId xmlns:a16="http://schemas.microsoft.com/office/drawing/2014/main" id="{DC21E497-4DC4-0EA2-1EE3-0CDA4FC4B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026" y="3603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5" name="Oval 682">
              <a:extLst>
                <a:ext uri="{FF2B5EF4-FFF2-40B4-BE49-F238E27FC236}">
                  <a16:creationId xmlns:a16="http://schemas.microsoft.com/office/drawing/2014/main" id="{58BA342D-43EA-8F0F-8EB1-B391CAD37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6188" y="3767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6" name="Oval 683">
              <a:extLst>
                <a:ext uri="{FF2B5EF4-FFF2-40B4-BE49-F238E27FC236}">
                  <a16:creationId xmlns:a16="http://schemas.microsoft.com/office/drawing/2014/main" id="{CA87797B-7C07-2DD4-9909-0E8888E0E6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2226" y="3836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7" name="Oval 684">
              <a:extLst>
                <a:ext uri="{FF2B5EF4-FFF2-40B4-BE49-F238E27FC236}">
                  <a16:creationId xmlns:a16="http://schemas.microsoft.com/office/drawing/2014/main" id="{F529AEDE-0D06-94FC-6A8B-40B414599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9376" y="38814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8" name="Oval 685">
              <a:extLst>
                <a:ext uri="{FF2B5EF4-FFF2-40B4-BE49-F238E27FC236}">
                  <a16:creationId xmlns:a16="http://schemas.microsoft.com/office/drawing/2014/main" id="{3E0B366F-EC3E-4E4D-D0AF-6B301746C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1288" y="3922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99" name="Oval 686">
              <a:extLst>
                <a:ext uri="{FF2B5EF4-FFF2-40B4-BE49-F238E27FC236}">
                  <a16:creationId xmlns:a16="http://schemas.microsoft.com/office/drawing/2014/main" id="{1D96E8FD-EA04-59B4-B9C8-46BCA017E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6376" y="4054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8" name="Oval 688">
              <a:extLst>
                <a:ext uri="{FF2B5EF4-FFF2-40B4-BE49-F238E27FC236}">
                  <a16:creationId xmlns:a16="http://schemas.microsoft.com/office/drawing/2014/main" id="{A04AA273-1D35-69AE-BB86-9E2E0D1FE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1463" y="4251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0" name="Oval 689">
              <a:extLst>
                <a:ext uri="{FF2B5EF4-FFF2-40B4-BE49-F238E27FC236}">
                  <a16:creationId xmlns:a16="http://schemas.microsoft.com/office/drawing/2014/main" id="{4248A3B8-7C5F-C64B-68DF-1CC06C848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4963" y="43878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" name="Oval 690">
              <a:extLst>
                <a:ext uri="{FF2B5EF4-FFF2-40B4-BE49-F238E27FC236}">
                  <a16:creationId xmlns:a16="http://schemas.microsoft.com/office/drawing/2014/main" id="{77BEC5D9-2FB9-ED49-179E-288D70D52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6875" y="4452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2" name="Oval 691">
              <a:extLst>
                <a:ext uri="{FF2B5EF4-FFF2-40B4-BE49-F238E27FC236}">
                  <a16:creationId xmlns:a16="http://schemas.microsoft.com/office/drawing/2014/main" id="{351145BB-AEB0-7E8D-E0BB-42FE909A2B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5613" y="4540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3" name="Oval 692">
              <a:extLst>
                <a:ext uri="{FF2B5EF4-FFF2-40B4-BE49-F238E27FC236}">
                  <a16:creationId xmlns:a16="http://schemas.microsoft.com/office/drawing/2014/main" id="{0AE32F05-D656-6A3A-406F-2D9440374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2763" y="4592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4" name="Oval 693">
              <a:extLst>
                <a:ext uri="{FF2B5EF4-FFF2-40B4-BE49-F238E27FC236}">
                  <a16:creationId xmlns:a16="http://schemas.microsoft.com/office/drawing/2014/main" id="{9F3396E2-6C67-8E90-C4F2-511F3B29B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6738" y="4646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5" name="Oval 694">
              <a:extLst>
                <a:ext uri="{FF2B5EF4-FFF2-40B4-BE49-F238E27FC236}">
                  <a16:creationId xmlns:a16="http://schemas.microsoft.com/office/drawing/2014/main" id="{E44C6CC1-FD20-D378-F272-E49A55059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7538" y="4711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6" name="Oval 695">
              <a:extLst>
                <a:ext uri="{FF2B5EF4-FFF2-40B4-BE49-F238E27FC236}">
                  <a16:creationId xmlns:a16="http://schemas.microsoft.com/office/drawing/2014/main" id="{AAAF0720-89B5-30A0-6AEF-87B16DAED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5163" y="4759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7" name="Oval 696">
              <a:extLst>
                <a:ext uri="{FF2B5EF4-FFF2-40B4-BE49-F238E27FC236}">
                  <a16:creationId xmlns:a16="http://schemas.microsoft.com/office/drawing/2014/main" id="{71BA4559-BC2D-963F-560F-F5915E1905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1200" y="4779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8" name="Oval 697">
              <a:extLst>
                <a:ext uri="{FF2B5EF4-FFF2-40B4-BE49-F238E27FC236}">
                  <a16:creationId xmlns:a16="http://schemas.microsoft.com/office/drawing/2014/main" id="{AA688132-4C08-6A65-5346-A83D0F36B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2038" y="3321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9" name="Oval 698">
              <a:extLst>
                <a:ext uri="{FF2B5EF4-FFF2-40B4-BE49-F238E27FC236}">
                  <a16:creationId xmlns:a16="http://schemas.microsoft.com/office/drawing/2014/main" id="{9EDB0867-4773-2037-8BEF-F41C8AAE7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7913" y="3411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0" name="Oval 699">
              <a:extLst>
                <a:ext uri="{FF2B5EF4-FFF2-40B4-BE49-F238E27FC236}">
                  <a16:creationId xmlns:a16="http://schemas.microsoft.com/office/drawing/2014/main" id="{E0FEBC2D-0DA1-DB7D-0DC0-7B7006F41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0775" y="3586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1" name="Oval 700">
              <a:extLst>
                <a:ext uri="{FF2B5EF4-FFF2-40B4-BE49-F238E27FC236}">
                  <a16:creationId xmlns:a16="http://schemas.microsoft.com/office/drawing/2014/main" id="{5A046633-5147-C9FE-2867-8E2F5911A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2688" y="3703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2" name="Oval 701">
              <a:extLst>
                <a:ext uri="{FF2B5EF4-FFF2-40B4-BE49-F238E27FC236}">
                  <a16:creationId xmlns:a16="http://schemas.microsoft.com/office/drawing/2014/main" id="{2B27D9F9-EB76-BCB3-7BBB-2D834928B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5713" y="3729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3" name="Oval 702">
              <a:extLst>
                <a:ext uri="{FF2B5EF4-FFF2-40B4-BE49-F238E27FC236}">
                  <a16:creationId xmlns:a16="http://schemas.microsoft.com/office/drawing/2014/main" id="{5A0B3E46-209C-EA3D-2633-6B1EDA790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3500" y="3822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4" name="Oval 703">
              <a:extLst>
                <a:ext uri="{FF2B5EF4-FFF2-40B4-BE49-F238E27FC236}">
                  <a16:creationId xmlns:a16="http://schemas.microsoft.com/office/drawing/2014/main" id="{89D6A302-515B-C5F7-3125-4736A815D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1288" y="4140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5" name="Oval 704">
              <a:extLst>
                <a:ext uri="{FF2B5EF4-FFF2-40B4-BE49-F238E27FC236}">
                  <a16:creationId xmlns:a16="http://schemas.microsoft.com/office/drawing/2014/main" id="{1E6B804C-C08F-DADC-BD6C-269CD4B2A5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7488" y="4287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6" name="Oval 705">
              <a:extLst>
                <a:ext uri="{FF2B5EF4-FFF2-40B4-BE49-F238E27FC236}">
                  <a16:creationId xmlns:a16="http://schemas.microsoft.com/office/drawing/2014/main" id="{37D434BF-14DD-4AF3-DF9A-DBC6E361B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0513" y="4330700"/>
              <a:ext cx="12700" cy="11112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7" name="Oval 706">
              <a:extLst>
                <a:ext uri="{FF2B5EF4-FFF2-40B4-BE49-F238E27FC236}">
                  <a16:creationId xmlns:a16="http://schemas.microsoft.com/office/drawing/2014/main" id="{0CAFCDC6-65A2-7183-F267-5B85D3EE2C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8775" y="4392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8" name="Oval 707">
              <a:extLst>
                <a:ext uri="{FF2B5EF4-FFF2-40B4-BE49-F238E27FC236}">
                  <a16:creationId xmlns:a16="http://schemas.microsoft.com/office/drawing/2014/main" id="{1D13AE1E-36EB-C96A-0AB0-696B310D2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3863" y="4483100"/>
              <a:ext cx="12700" cy="11112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" name="Oval 708">
              <a:extLst>
                <a:ext uri="{FF2B5EF4-FFF2-40B4-BE49-F238E27FC236}">
                  <a16:creationId xmlns:a16="http://schemas.microsoft.com/office/drawing/2014/main" id="{DE71A38A-EE8C-44F6-C146-16239A810C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4188" y="4570413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0" name="Oval 709">
              <a:extLst>
                <a:ext uri="{FF2B5EF4-FFF2-40B4-BE49-F238E27FC236}">
                  <a16:creationId xmlns:a16="http://schemas.microsoft.com/office/drawing/2014/main" id="{E162318D-E40F-C450-B228-4C2CC86A5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1338" y="4649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" name="Oval 710">
              <a:extLst>
                <a:ext uri="{FF2B5EF4-FFF2-40B4-BE49-F238E27FC236}">
                  <a16:creationId xmlns:a16="http://schemas.microsoft.com/office/drawing/2014/main" id="{A50BEFD6-3A03-8249-F279-1E83416FA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5313" y="4660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" name="Oval 711">
              <a:extLst>
                <a:ext uri="{FF2B5EF4-FFF2-40B4-BE49-F238E27FC236}">
                  <a16:creationId xmlns:a16="http://schemas.microsoft.com/office/drawing/2014/main" id="{7C77D148-0E2C-B691-BD63-521485E737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6113" y="4732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3" name="Oval 712">
              <a:extLst>
                <a:ext uri="{FF2B5EF4-FFF2-40B4-BE49-F238E27FC236}">
                  <a16:creationId xmlns:a16="http://schemas.microsoft.com/office/drawing/2014/main" id="{7C745064-2E4A-214B-EB0E-658D9B49C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5325" y="4783138"/>
              <a:ext cx="12700" cy="11112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4" name="Oval 713">
              <a:extLst>
                <a:ext uri="{FF2B5EF4-FFF2-40B4-BE49-F238E27FC236}">
                  <a16:creationId xmlns:a16="http://schemas.microsoft.com/office/drawing/2014/main" id="{9683B6B5-C958-5927-D45D-983DD8208E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7413" y="3260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5" name="Oval 714">
              <a:extLst>
                <a:ext uri="{FF2B5EF4-FFF2-40B4-BE49-F238E27FC236}">
                  <a16:creationId xmlns:a16="http://schemas.microsoft.com/office/drawing/2014/main" id="{3C5F807A-8677-4C53-8056-459F5FEF9A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1225" y="3335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6" name="Oval 715">
              <a:extLst>
                <a:ext uri="{FF2B5EF4-FFF2-40B4-BE49-F238E27FC236}">
                  <a16:creationId xmlns:a16="http://schemas.microsoft.com/office/drawing/2014/main" id="{EF379272-BD2F-BB02-9305-B648596DC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4725" y="3454400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7" name="Oval 716">
              <a:extLst>
                <a:ext uri="{FF2B5EF4-FFF2-40B4-BE49-F238E27FC236}">
                  <a16:creationId xmlns:a16="http://schemas.microsoft.com/office/drawing/2014/main" id="{FA49D8C2-527F-A14B-A63A-C5C8185CB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2038" y="3540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8" name="Oval 717">
              <a:extLst>
                <a:ext uri="{FF2B5EF4-FFF2-40B4-BE49-F238E27FC236}">
                  <a16:creationId xmlns:a16="http://schemas.microsoft.com/office/drawing/2014/main" id="{1D768AD0-AC85-93B7-9548-1D9AA9F6B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8875" y="37147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9" name="Oval 718">
              <a:extLst>
                <a:ext uri="{FF2B5EF4-FFF2-40B4-BE49-F238E27FC236}">
                  <a16:creationId xmlns:a16="http://schemas.microsoft.com/office/drawing/2014/main" id="{A0473D1F-6FB7-B990-BC82-4E20F96AA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5713" y="3911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0" name="Oval 719">
              <a:extLst>
                <a:ext uri="{FF2B5EF4-FFF2-40B4-BE49-F238E27FC236}">
                  <a16:creationId xmlns:a16="http://schemas.microsoft.com/office/drawing/2014/main" id="{0AC0F82B-7FAB-16DF-2309-D35FD42EF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9375" y="4124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1" name="Oval 720">
              <a:extLst>
                <a:ext uri="{FF2B5EF4-FFF2-40B4-BE49-F238E27FC236}">
                  <a16:creationId xmlns:a16="http://schemas.microsoft.com/office/drawing/2014/main" id="{731DE931-8177-C2AC-A6A5-F26BE88F5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6688" y="42354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16" name="Oval 721">
              <a:extLst>
                <a:ext uri="{FF2B5EF4-FFF2-40B4-BE49-F238E27FC236}">
                  <a16:creationId xmlns:a16="http://schemas.microsoft.com/office/drawing/2014/main" id="{F3DB95D7-3CEF-369A-7701-2660977BCC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7650" y="4287838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17" name="Oval 722">
              <a:extLst>
                <a:ext uri="{FF2B5EF4-FFF2-40B4-BE49-F238E27FC236}">
                  <a16:creationId xmlns:a16="http://schemas.microsoft.com/office/drawing/2014/main" id="{692DBC47-3C2F-B845-BE10-47F7FD0F3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3850" y="4340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18" name="Oval 723">
              <a:extLst>
                <a:ext uri="{FF2B5EF4-FFF2-40B4-BE49-F238E27FC236}">
                  <a16:creationId xmlns:a16="http://schemas.microsoft.com/office/drawing/2014/main" id="{1CC8BD5F-8923-B6E1-F9D5-51E5756371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3700" y="4425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19" name="Oval 724">
              <a:extLst>
                <a:ext uri="{FF2B5EF4-FFF2-40B4-BE49-F238E27FC236}">
                  <a16:creationId xmlns:a16="http://schemas.microsoft.com/office/drawing/2014/main" id="{8BE4E4BE-A8E0-E4B8-5334-CF6CA6A26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8788" y="4510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0" name="Oval 725">
              <a:extLst>
                <a:ext uri="{FF2B5EF4-FFF2-40B4-BE49-F238E27FC236}">
                  <a16:creationId xmlns:a16="http://schemas.microsoft.com/office/drawing/2014/main" id="{85BBF194-EF12-1D03-5854-8CFDED87F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0700" y="4583113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1" name="Oval 726">
              <a:extLst>
                <a:ext uri="{FF2B5EF4-FFF2-40B4-BE49-F238E27FC236}">
                  <a16:creationId xmlns:a16="http://schemas.microsoft.com/office/drawing/2014/main" id="{8A10A6EB-7B38-09CA-3EDD-82DE8E5DF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66263" y="4652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2" name="Oval 727">
              <a:extLst>
                <a:ext uri="{FF2B5EF4-FFF2-40B4-BE49-F238E27FC236}">
                  <a16:creationId xmlns:a16="http://schemas.microsoft.com/office/drawing/2014/main" id="{B3B3D37D-0186-A4AE-3BDC-FFF37E476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0238" y="47307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3" name="Oval 728">
              <a:extLst>
                <a:ext uri="{FF2B5EF4-FFF2-40B4-BE49-F238E27FC236}">
                  <a16:creationId xmlns:a16="http://schemas.microsoft.com/office/drawing/2014/main" id="{90F25381-AC2E-91B7-5457-0D99074994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1038" y="47625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4" name="Oval 729">
              <a:extLst>
                <a:ext uri="{FF2B5EF4-FFF2-40B4-BE49-F238E27FC236}">
                  <a16:creationId xmlns:a16="http://schemas.microsoft.com/office/drawing/2014/main" id="{22BAA4ED-4197-CA28-736A-701288ECC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1988" y="3014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5" name="Oval 730">
              <a:extLst>
                <a:ext uri="{FF2B5EF4-FFF2-40B4-BE49-F238E27FC236}">
                  <a16:creationId xmlns:a16="http://schemas.microsoft.com/office/drawing/2014/main" id="{1F1182DB-1279-BEF9-376E-BD787FEC0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3263" y="3114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6" name="Oval 731">
              <a:extLst>
                <a:ext uri="{FF2B5EF4-FFF2-40B4-BE49-F238E27FC236}">
                  <a16:creationId xmlns:a16="http://schemas.microsoft.com/office/drawing/2014/main" id="{655D9921-5A8B-6B1C-D26F-E9100D278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6450" y="3279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7" name="Oval 732">
              <a:extLst>
                <a:ext uri="{FF2B5EF4-FFF2-40B4-BE49-F238E27FC236}">
                  <a16:creationId xmlns:a16="http://schemas.microsoft.com/office/drawing/2014/main" id="{D6226704-C110-1B99-33F0-1875084C7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3450" y="3424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8" name="Oval 733">
              <a:extLst>
                <a:ext uri="{FF2B5EF4-FFF2-40B4-BE49-F238E27FC236}">
                  <a16:creationId xmlns:a16="http://schemas.microsoft.com/office/drawing/2014/main" id="{EF31C9FC-C9BE-D4A6-1A79-331CBD727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2038" y="3730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9" name="Oval 734">
              <a:extLst>
                <a:ext uri="{FF2B5EF4-FFF2-40B4-BE49-F238E27FC236}">
                  <a16:creationId xmlns:a16="http://schemas.microsoft.com/office/drawing/2014/main" id="{BABD661F-B212-0AE4-1B88-D2AB2DB24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2688" y="3938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0" name="Oval 735">
              <a:extLst>
                <a:ext uri="{FF2B5EF4-FFF2-40B4-BE49-F238E27FC236}">
                  <a16:creationId xmlns:a16="http://schemas.microsoft.com/office/drawing/2014/main" id="{3144BB49-89A1-A887-AFF0-7135568DAD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2225" y="4065588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1" name="Oval 736">
              <a:extLst>
                <a:ext uri="{FF2B5EF4-FFF2-40B4-BE49-F238E27FC236}">
                  <a16:creationId xmlns:a16="http://schemas.microsoft.com/office/drawing/2014/main" id="{FB4C39D8-C62D-31EC-9F0D-94C284429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2238" y="4143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2" name="Oval 737">
              <a:extLst>
                <a:ext uri="{FF2B5EF4-FFF2-40B4-BE49-F238E27FC236}">
                  <a16:creationId xmlns:a16="http://schemas.microsoft.com/office/drawing/2014/main" id="{7106190B-F368-2FEC-F0FF-B29D258903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2725" y="4237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3" name="Oval 738">
              <a:extLst>
                <a:ext uri="{FF2B5EF4-FFF2-40B4-BE49-F238E27FC236}">
                  <a16:creationId xmlns:a16="http://schemas.microsoft.com/office/drawing/2014/main" id="{AF7664BA-359D-7BC3-2CAB-AD86B5C48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5275" y="4330700"/>
              <a:ext cx="11113" cy="11112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4" name="Oval 739">
              <a:extLst>
                <a:ext uri="{FF2B5EF4-FFF2-40B4-BE49-F238E27FC236}">
                  <a16:creationId xmlns:a16="http://schemas.microsoft.com/office/drawing/2014/main" id="{1B419E30-29C1-72F5-446D-3CA4212A0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9888" y="4413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5" name="Oval 740">
              <a:extLst>
                <a:ext uri="{FF2B5EF4-FFF2-40B4-BE49-F238E27FC236}">
                  <a16:creationId xmlns:a16="http://schemas.microsoft.com/office/drawing/2014/main" id="{34DDA3CC-F7EA-80BD-EB63-460EACE14B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8150" y="4503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6" name="Oval 741">
              <a:extLst>
                <a:ext uri="{FF2B5EF4-FFF2-40B4-BE49-F238E27FC236}">
                  <a16:creationId xmlns:a16="http://schemas.microsoft.com/office/drawing/2014/main" id="{B52768C0-6AE1-12C0-C173-81C624D49C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1650" y="4575175"/>
              <a:ext cx="14288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7" name="Oval 742">
              <a:extLst>
                <a:ext uri="{FF2B5EF4-FFF2-40B4-BE49-F238E27FC236}">
                  <a16:creationId xmlns:a16="http://schemas.microsoft.com/office/drawing/2014/main" id="{2595C097-8437-1B35-5D55-6AC19F8376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975" y="4641850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8" name="Oval 743">
              <a:extLst>
                <a:ext uri="{FF2B5EF4-FFF2-40B4-BE49-F238E27FC236}">
                  <a16:creationId xmlns:a16="http://schemas.microsoft.com/office/drawing/2014/main" id="{6A3C72E8-1F90-17B7-1762-C231C9F08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7538" y="4718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9" name="Oval 744">
              <a:extLst>
                <a:ext uri="{FF2B5EF4-FFF2-40B4-BE49-F238E27FC236}">
                  <a16:creationId xmlns:a16="http://schemas.microsoft.com/office/drawing/2014/main" id="{20B4EAE9-0F4B-2F64-6C1C-25F6A12302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8338" y="47688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0" name="Oval 745">
              <a:extLst>
                <a:ext uri="{FF2B5EF4-FFF2-40B4-BE49-F238E27FC236}">
                  <a16:creationId xmlns:a16="http://schemas.microsoft.com/office/drawing/2014/main" id="{E9AC2427-98B4-BCC1-07DF-B998870ED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4488" y="2633663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1" name="Oval 746">
              <a:extLst>
                <a:ext uri="{FF2B5EF4-FFF2-40B4-BE49-F238E27FC236}">
                  <a16:creationId xmlns:a16="http://schemas.microsoft.com/office/drawing/2014/main" id="{756F17AF-25B6-8190-5DE2-BD88678E3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1800" y="2800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2" name="Oval 747">
              <a:extLst>
                <a:ext uri="{FF2B5EF4-FFF2-40B4-BE49-F238E27FC236}">
                  <a16:creationId xmlns:a16="http://schemas.microsoft.com/office/drawing/2014/main" id="{805059A0-846D-5511-7CA1-85B6CC7DA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5950" y="3144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3" name="Oval 748">
              <a:extLst>
                <a:ext uri="{FF2B5EF4-FFF2-40B4-BE49-F238E27FC236}">
                  <a16:creationId xmlns:a16="http://schemas.microsoft.com/office/drawing/2014/main" id="{6874E70E-2D8B-C04E-B69A-F31203C46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6450" y="3451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4" name="Oval 749">
              <a:extLst>
                <a:ext uri="{FF2B5EF4-FFF2-40B4-BE49-F238E27FC236}">
                  <a16:creationId xmlns:a16="http://schemas.microsoft.com/office/drawing/2014/main" id="{FA1143B3-113F-D628-013C-933D055D7A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4725" y="3717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5" name="Oval 750">
              <a:extLst>
                <a:ext uri="{FF2B5EF4-FFF2-40B4-BE49-F238E27FC236}">
                  <a16:creationId xmlns:a16="http://schemas.microsoft.com/office/drawing/2014/main" id="{BA558CCA-950C-E7B8-06C5-C37ED52B9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0775" y="3889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6" name="Oval 751">
              <a:extLst>
                <a:ext uri="{FF2B5EF4-FFF2-40B4-BE49-F238E27FC236}">
                  <a16:creationId xmlns:a16="http://schemas.microsoft.com/office/drawing/2014/main" id="{2A832A12-C79F-C747-A898-E26AD30B4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6188" y="4013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7" name="Oval 752">
              <a:extLst>
                <a:ext uri="{FF2B5EF4-FFF2-40B4-BE49-F238E27FC236}">
                  <a16:creationId xmlns:a16="http://schemas.microsoft.com/office/drawing/2014/main" id="{285478E9-AC3E-5016-86C2-3E2E6BD1B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313" y="4106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8" name="Oval 753">
              <a:extLst>
                <a:ext uri="{FF2B5EF4-FFF2-40B4-BE49-F238E27FC236}">
                  <a16:creationId xmlns:a16="http://schemas.microsoft.com/office/drawing/2014/main" id="{9EED54B1-D89B-4FEC-9C91-442C4956E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4150" y="4227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9" name="Oval 754">
              <a:extLst>
                <a:ext uri="{FF2B5EF4-FFF2-40B4-BE49-F238E27FC236}">
                  <a16:creationId xmlns:a16="http://schemas.microsoft.com/office/drawing/2014/main" id="{2A5DE401-4563-87C6-2426-2825F312E7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1463" y="4318000"/>
              <a:ext cx="12700" cy="11112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0" name="Oval 755">
              <a:extLst>
                <a:ext uri="{FF2B5EF4-FFF2-40B4-BE49-F238E27FC236}">
                  <a16:creationId xmlns:a16="http://schemas.microsoft.com/office/drawing/2014/main" id="{2698E7E0-68A0-17A0-92E5-4A9E86645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0838" y="4403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1" name="Oval 756">
              <a:extLst>
                <a:ext uri="{FF2B5EF4-FFF2-40B4-BE49-F238E27FC236}">
                  <a16:creationId xmlns:a16="http://schemas.microsoft.com/office/drawing/2014/main" id="{5830A569-2085-FA60-9D70-CD39D22C2B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3863" y="4491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2" name="Oval 757">
              <a:extLst>
                <a:ext uri="{FF2B5EF4-FFF2-40B4-BE49-F238E27FC236}">
                  <a16:creationId xmlns:a16="http://schemas.microsoft.com/office/drawing/2014/main" id="{F97416DF-326B-0780-CBE9-C51767EEE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8950" y="4570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3" name="Oval 758">
              <a:extLst>
                <a:ext uri="{FF2B5EF4-FFF2-40B4-BE49-F238E27FC236}">
                  <a16:creationId xmlns:a16="http://schemas.microsoft.com/office/drawing/2014/main" id="{C91DBCA0-D39F-CDD2-038F-BB93E71E86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0863" y="4637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4" name="Oval 759">
              <a:extLst>
                <a:ext uri="{FF2B5EF4-FFF2-40B4-BE49-F238E27FC236}">
                  <a16:creationId xmlns:a16="http://schemas.microsoft.com/office/drawing/2014/main" id="{D0433C73-4A34-1235-37BC-9749E4CC1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8013" y="4697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5" name="Oval 760">
              <a:extLst>
                <a:ext uri="{FF2B5EF4-FFF2-40B4-BE49-F238E27FC236}">
                  <a16:creationId xmlns:a16="http://schemas.microsoft.com/office/drawing/2014/main" id="{73648FD3-559E-CD27-8DD4-CB8556027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0400" y="4754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6" name="Oval 761">
              <a:extLst>
                <a:ext uri="{FF2B5EF4-FFF2-40B4-BE49-F238E27FC236}">
                  <a16:creationId xmlns:a16="http://schemas.microsoft.com/office/drawing/2014/main" id="{25D97166-A549-E41C-0C20-911526139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9975" y="2278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7" name="Oval 762">
              <a:extLst>
                <a:ext uri="{FF2B5EF4-FFF2-40B4-BE49-F238E27FC236}">
                  <a16:creationId xmlns:a16="http://schemas.microsoft.com/office/drawing/2014/main" id="{224309C6-FDD0-357B-80C8-7B9F166B2A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3025" y="2487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8" name="Oval 763">
              <a:extLst>
                <a:ext uri="{FF2B5EF4-FFF2-40B4-BE49-F238E27FC236}">
                  <a16:creationId xmlns:a16="http://schemas.microsoft.com/office/drawing/2014/main" id="{7E5F88B9-5C4D-0927-1C3D-21A95A51D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1800" y="3055938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9" name="Oval 764">
              <a:extLst>
                <a:ext uri="{FF2B5EF4-FFF2-40B4-BE49-F238E27FC236}">
                  <a16:creationId xmlns:a16="http://schemas.microsoft.com/office/drawing/2014/main" id="{CBCCD3B2-A12E-05F6-6CEF-C95AEB4C18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3263" y="3436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0" name="Oval 765">
              <a:extLst>
                <a:ext uri="{FF2B5EF4-FFF2-40B4-BE49-F238E27FC236}">
                  <a16:creationId xmlns:a16="http://schemas.microsoft.com/office/drawing/2014/main" id="{D103A526-D8FA-7DC3-E176-B4853BA76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1225" y="3673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1" name="Oval 766">
              <a:extLst>
                <a:ext uri="{FF2B5EF4-FFF2-40B4-BE49-F238E27FC236}">
                  <a16:creationId xmlns:a16="http://schemas.microsoft.com/office/drawing/2014/main" id="{F1D596B0-415B-BCEA-5281-4F6B09614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7913" y="3852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7" name="Oval 767">
              <a:extLst>
                <a:ext uri="{FF2B5EF4-FFF2-40B4-BE49-F238E27FC236}">
                  <a16:creationId xmlns:a16="http://schemas.microsoft.com/office/drawing/2014/main" id="{D96511CA-AAB5-F000-6487-B6A973B32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025" y="3975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8" name="Oval 768">
              <a:extLst>
                <a:ext uri="{FF2B5EF4-FFF2-40B4-BE49-F238E27FC236}">
                  <a16:creationId xmlns:a16="http://schemas.microsoft.com/office/drawing/2014/main" id="{26E0B4EE-29E1-51DC-AAE2-50B138FD09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3500" y="4090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9" name="Oval 769">
              <a:extLst>
                <a:ext uri="{FF2B5EF4-FFF2-40B4-BE49-F238E27FC236}">
                  <a16:creationId xmlns:a16="http://schemas.microsoft.com/office/drawing/2014/main" id="{505F1BA8-A3C5-94A5-C61E-4886E115B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6688" y="4203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0" name="Oval 770">
              <a:extLst>
                <a:ext uri="{FF2B5EF4-FFF2-40B4-BE49-F238E27FC236}">
                  <a16:creationId xmlns:a16="http://schemas.microsoft.com/office/drawing/2014/main" id="{BDAD1B89-DBF1-904B-A6F9-E3CE304EF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7175" y="4287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1" name="Oval 771">
              <a:extLst>
                <a:ext uri="{FF2B5EF4-FFF2-40B4-BE49-F238E27FC236}">
                  <a16:creationId xmlns:a16="http://schemas.microsoft.com/office/drawing/2014/main" id="{5CAA8F48-EF06-A210-425F-540A3CDA8D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9725" y="4340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2" name="Oval 772">
              <a:extLst>
                <a:ext uri="{FF2B5EF4-FFF2-40B4-BE49-F238E27FC236}">
                  <a16:creationId xmlns:a16="http://schemas.microsoft.com/office/drawing/2014/main" id="{A0131549-D960-6400-00D4-DDD8E821D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4338" y="4408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3" name="Oval 773">
              <a:extLst>
                <a:ext uri="{FF2B5EF4-FFF2-40B4-BE49-F238E27FC236}">
                  <a16:creationId xmlns:a16="http://schemas.microsoft.com/office/drawing/2014/main" id="{6A5B3DB5-E64A-02A8-31B7-BD7BCAD8B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1013" y="4492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4" name="Oval 774">
              <a:extLst>
                <a:ext uri="{FF2B5EF4-FFF2-40B4-BE49-F238E27FC236}">
                  <a16:creationId xmlns:a16="http://schemas.microsoft.com/office/drawing/2014/main" id="{96743E7E-28DB-50E8-4399-0D4B1786F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2925" y="4560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5" name="Oval 775">
              <a:extLst>
                <a:ext uri="{FF2B5EF4-FFF2-40B4-BE49-F238E27FC236}">
                  <a16:creationId xmlns:a16="http://schemas.microsoft.com/office/drawing/2014/main" id="{C17BA6D4-66AB-7130-552C-DA9D99F971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1663" y="4630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6" name="Oval 776">
              <a:extLst>
                <a:ext uri="{FF2B5EF4-FFF2-40B4-BE49-F238E27FC236}">
                  <a16:creationId xmlns:a16="http://schemas.microsoft.com/office/drawing/2014/main" id="{EED4E965-A682-762F-5702-5BC4F2D2C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5638" y="4687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7" name="Oval 777">
              <a:extLst>
                <a:ext uri="{FF2B5EF4-FFF2-40B4-BE49-F238E27FC236}">
                  <a16:creationId xmlns:a16="http://schemas.microsoft.com/office/drawing/2014/main" id="{C9A6785F-E93C-1921-60FD-E2AA7723CE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4850" y="4724400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8" name="Oval 778">
              <a:extLst>
                <a:ext uri="{FF2B5EF4-FFF2-40B4-BE49-F238E27FC236}">
                  <a16:creationId xmlns:a16="http://schemas.microsoft.com/office/drawing/2014/main" id="{961CD602-5E32-BDB3-12BB-061DE3117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2475" y="4775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9" name="Line 779">
              <a:extLst>
                <a:ext uri="{FF2B5EF4-FFF2-40B4-BE49-F238E27FC236}">
                  <a16:creationId xmlns:a16="http://schemas.microsoft.com/office/drawing/2014/main" id="{EFC2AD2D-4850-C9CE-3C7D-7808F62270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238375"/>
              <a:ext cx="2266950" cy="2554287"/>
            </a:xfrm>
            <a:prstGeom prst="line">
              <a:avLst/>
            </a:prstGeom>
            <a:noFill/>
            <a:ln w="3175" cap="flat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4" name="Freeform 780">
              <a:extLst>
                <a:ext uri="{FF2B5EF4-FFF2-40B4-BE49-F238E27FC236}">
                  <a16:creationId xmlns:a16="http://schemas.microsoft.com/office/drawing/2014/main" id="{95CBEB5C-10D2-96AB-647B-692BF32B34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78738" y="2263775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5" name="Freeform 781">
              <a:extLst>
                <a:ext uri="{FF2B5EF4-FFF2-40B4-BE49-F238E27FC236}">
                  <a16:creationId xmlns:a16="http://schemas.microsoft.com/office/drawing/2014/main" id="{CD97F870-7C36-F451-A11F-D1E6615594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21663" y="2786063"/>
              <a:ext cx="41275" cy="41275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2" y="128"/>
                    <a:pt x="69" y="128"/>
                  </a:cubicBezTo>
                  <a:cubicBezTo>
                    <a:pt x="37" y="128"/>
                    <a:pt x="11" y="101"/>
                    <a:pt x="11" y="69"/>
                  </a:cubicBezTo>
                  <a:cubicBezTo>
                    <a:pt x="11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6" name="Freeform 782">
              <a:extLst>
                <a:ext uri="{FF2B5EF4-FFF2-40B4-BE49-F238E27FC236}">
                  <a16:creationId xmlns:a16="http://schemas.microsoft.com/office/drawing/2014/main" id="{8BF1BACE-81EC-37C9-2048-02C87D9137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39163" y="3265488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7" name="Freeform 783">
              <a:extLst>
                <a:ext uri="{FF2B5EF4-FFF2-40B4-BE49-F238E27FC236}">
                  <a16:creationId xmlns:a16="http://schemas.microsoft.com/office/drawing/2014/main" id="{51DBAC35-6A96-8FA0-A17F-1A3B5DD320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64588" y="3525838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8" name="Freeform 784">
              <a:extLst>
                <a:ext uri="{FF2B5EF4-FFF2-40B4-BE49-F238E27FC236}">
                  <a16:creationId xmlns:a16="http://schemas.microsoft.com/office/drawing/2014/main" id="{A04AB299-FCD1-0404-B4D8-6A620A7D5B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39213" y="3714750"/>
              <a:ext cx="41275" cy="41275"/>
            </a:xfrm>
            <a:custGeom>
              <a:avLst/>
              <a:gdLst>
                <a:gd name="T0" fmla="*/ 70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70 w 139"/>
                <a:gd name="T7" fmla="*/ 128 h 139"/>
                <a:gd name="T8" fmla="*/ 11 w 139"/>
                <a:gd name="T9" fmla="*/ 69 h 139"/>
                <a:gd name="T10" fmla="*/ 70 w 139"/>
                <a:gd name="T11" fmla="*/ 11 h 139"/>
                <a:gd name="T12" fmla="*/ 70 w 139"/>
                <a:gd name="T13" fmla="*/ 0 h 139"/>
                <a:gd name="T14" fmla="*/ 0 w 139"/>
                <a:gd name="T15" fmla="*/ 69 h 139"/>
                <a:gd name="T16" fmla="*/ 70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70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70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70" y="11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9"/>
                    <a:pt x="70" y="139"/>
                  </a:cubicBezTo>
                  <a:cubicBezTo>
                    <a:pt x="108" y="139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9" name="Freeform 785">
              <a:extLst>
                <a:ext uri="{FF2B5EF4-FFF2-40B4-BE49-F238E27FC236}">
                  <a16:creationId xmlns:a16="http://schemas.microsoft.com/office/drawing/2014/main" id="{ED192DA1-4AD4-8047-E771-92B6BB8ADB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82088" y="3908425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0" name="Freeform 786">
              <a:extLst>
                <a:ext uri="{FF2B5EF4-FFF2-40B4-BE49-F238E27FC236}">
                  <a16:creationId xmlns:a16="http://schemas.microsoft.com/office/drawing/2014/main" id="{F166760E-6566-63BC-7EFF-134BE54F70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04325" y="4011613"/>
              <a:ext cx="39688" cy="42862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70 h 139"/>
                <a:gd name="T4" fmla="*/ 128 w 138"/>
                <a:gd name="T5" fmla="*/ 70 h 139"/>
                <a:gd name="T6" fmla="*/ 69 w 138"/>
                <a:gd name="T7" fmla="*/ 128 h 139"/>
                <a:gd name="T8" fmla="*/ 10 w 138"/>
                <a:gd name="T9" fmla="*/ 70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70 h 139"/>
                <a:gd name="T16" fmla="*/ 69 w 138"/>
                <a:gd name="T17" fmla="*/ 139 h 139"/>
                <a:gd name="T18" fmla="*/ 138 w 138"/>
                <a:gd name="T19" fmla="*/ 70 h 139"/>
                <a:gd name="T20" fmla="*/ 138 w 138"/>
                <a:gd name="T21" fmla="*/ 70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1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1" y="128"/>
                    <a:pt x="69" y="128"/>
                  </a:cubicBezTo>
                  <a:cubicBezTo>
                    <a:pt x="37" y="128"/>
                    <a:pt x="10" y="102"/>
                    <a:pt x="10" y="70"/>
                  </a:cubicBezTo>
                  <a:cubicBezTo>
                    <a:pt x="10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7" y="139"/>
                    <a:pt x="138" y="108"/>
                    <a:pt x="138" y="70"/>
                  </a:cubicBezTo>
                  <a:lnTo>
                    <a:pt x="138" y="70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1" name="Freeform 787">
              <a:extLst>
                <a:ext uri="{FF2B5EF4-FFF2-40B4-BE49-F238E27FC236}">
                  <a16:creationId xmlns:a16="http://schemas.microsoft.com/office/drawing/2014/main" id="{B261F01E-446B-B5E4-9274-2BEA6186BC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07513" y="4246563"/>
              <a:ext cx="41275" cy="41275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2" y="128"/>
                    <a:pt x="69" y="128"/>
                  </a:cubicBezTo>
                  <a:cubicBezTo>
                    <a:pt x="37" y="128"/>
                    <a:pt x="11" y="101"/>
                    <a:pt x="11" y="69"/>
                  </a:cubicBezTo>
                  <a:cubicBezTo>
                    <a:pt x="11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2" name="Freeform 788">
              <a:extLst>
                <a:ext uri="{FF2B5EF4-FFF2-40B4-BE49-F238E27FC236}">
                  <a16:creationId xmlns:a16="http://schemas.microsoft.com/office/drawing/2014/main" id="{DD35C421-D10F-6E4A-5C28-B1BB48B35A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01175" y="4325938"/>
              <a:ext cx="41275" cy="39687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2" y="128"/>
                    <a:pt x="69" y="128"/>
                  </a:cubicBezTo>
                  <a:cubicBezTo>
                    <a:pt x="37" y="128"/>
                    <a:pt x="11" y="101"/>
                    <a:pt x="11" y="69"/>
                  </a:cubicBezTo>
                  <a:cubicBezTo>
                    <a:pt x="11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4" name="Freeform 789">
              <a:extLst>
                <a:ext uri="{FF2B5EF4-FFF2-40B4-BE49-F238E27FC236}">
                  <a16:creationId xmlns:a16="http://schemas.microsoft.com/office/drawing/2014/main" id="{A41FD932-F8F3-7CB8-8441-4AEE6AC04F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83725" y="4362450"/>
              <a:ext cx="41275" cy="41275"/>
            </a:xfrm>
            <a:custGeom>
              <a:avLst/>
              <a:gdLst>
                <a:gd name="T0" fmla="*/ 70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70 w 139"/>
                <a:gd name="T7" fmla="*/ 128 h 139"/>
                <a:gd name="T8" fmla="*/ 11 w 139"/>
                <a:gd name="T9" fmla="*/ 69 h 139"/>
                <a:gd name="T10" fmla="*/ 70 w 139"/>
                <a:gd name="T11" fmla="*/ 11 h 139"/>
                <a:gd name="T12" fmla="*/ 70 w 139"/>
                <a:gd name="T13" fmla="*/ 0 h 139"/>
                <a:gd name="T14" fmla="*/ 0 w 139"/>
                <a:gd name="T15" fmla="*/ 69 h 139"/>
                <a:gd name="T16" fmla="*/ 70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70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70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70" y="11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70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5" name="Freeform 790">
              <a:extLst>
                <a:ext uri="{FF2B5EF4-FFF2-40B4-BE49-F238E27FC236}">
                  <a16:creationId xmlns:a16="http://schemas.microsoft.com/office/drawing/2014/main" id="{F069171A-A06D-46C2-1434-F4AFE64A95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58338" y="4487863"/>
              <a:ext cx="41275" cy="41275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6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2" y="128"/>
                    <a:pt x="69" y="128"/>
                  </a:cubicBezTo>
                  <a:cubicBezTo>
                    <a:pt x="37" y="128"/>
                    <a:pt x="11" y="101"/>
                    <a:pt x="11" y="69"/>
                  </a:cubicBezTo>
                  <a:cubicBezTo>
                    <a:pt x="11" y="36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6" name="Freeform 791">
              <a:extLst>
                <a:ext uri="{FF2B5EF4-FFF2-40B4-BE49-F238E27FC236}">
                  <a16:creationId xmlns:a16="http://schemas.microsoft.com/office/drawing/2014/main" id="{83702F72-C8AD-428E-14C5-BB9F3060DB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26600" y="4400550"/>
              <a:ext cx="41275" cy="42862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7" name="Freeform 792">
              <a:extLst>
                <a:ext uri="{FF2B5EF4-FFF2-40B4-BE49-F238E27FC236}">
                  <a16:creationId xmlns:a16="http://schemas.microsoft.com/office/drawing/2014/main" id="{A605C491-5248-D6D9-E72C-8BA6D41425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88513" y="4568825"/>
              <a:ext cx="41275" cy="41275"/>
            </a:xfrm>
            <a:custGeom>
              <a:avLst/>
              <a:gdLst>
                <a:gd name="T0" fmla="*/ 69 w 138"/>
                <a:gd name="T1" fmla="*/ 10 h 138"/>
                <a:gd name="T2" fmla="*/ 128 w 138"/>
                <a:gd name="T3" fmla="*/ 69 h 138"/>
                <a:gd name="T4" fmla="*/ 128 w 138"/>
                <a:gd name="T5" fmla="*/ 69 h 138"/>
                <a:gd name="T6" fmla="*/ 69 w 138"/>
                <a:gd name="T7" fmla="*/ 128 h 138"/>
                <a:gd name="T8" fmla="*/ 10 w 138"/>
                <a:gd name="T9" fmla="*/ 69 h 138"/>
                <a:gd name="T10" fmla="*/ 69 w 138"/>
                <a:gd name="T11" fmla="*/ 10 h 138"/>
                <a:gd name="T12" fmla="*/ 69 w 138"/>
                <a:gd name="T13" fmla="*/ 0 h 138"/>
                <a:gd name="T14" fmla="*/ 0 w 138"/>
                <a:gd name="T15" fmla="*/ 69 h 138"/>
                <a:gd name="T16" fmla="*/ 69 w 138"/>
                <a:gd name="T17" fmla="*/ 138 h 138"/>
                <a:gd name="T18" fmla="*/ 138 w 138"/>
                <a:gd name="T19" fmla="*/ 69 h 138"/>
                <a:gd name="T20" fmla="*/ 138 w 138"/>
                <a:gd name="T21" fmla="*/ 69 h 138"/>
                <a:gd name="T22" fmla="*/ 69 w 138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8">
                  <a:moveTo>
                    <a:pt x="69" y="10"/>
                  </a:moveTo>
                  <a:cubicBezTo>
                    <a:pt x="101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1" y="128"/>
                    <a:pt x="69" y="128"/>
                  </a:cubicBezTo>
                  <a:cubicBezTo>
                    <a:pt x="37" y="128"/>
                    <a:pt x="10" y="102"/>
                    <a:pt x="10" y="69"/>
                  </a:cubicBezTo>
                  <a:cubicBezTo>
                    <a:pt x="10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7" y="138"/>
                    <a:pt x="138" y="107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8" name="Freeform 793">
              <a:extLst>
                <a:ext uri="{FF2B5EF4-FFF2-40B4-BE49-F238E27FC236}">
                  <a16:creationId xmlns:a16="http://schemas.microsoft.com/office/drawing/2014/main" id="{5E0814E8-3F31-2650-74AE-4B49A66F11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47250" y="4573588"/>
              <a:ext cx="41275" cy="41275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70 h 139"/>
                <a:gd name="T4" fmla="*/ 128 w 138"/>
                <a:gd name="T5" fmla="*/ 70 h 139"/>
                <a:gd name="T6" fmla="*/ 69 w 138"/>
                <a:gd name="T7" fmla="*/ 128 h 139"/>
                <a:gd name="T8" fmla="*/ 10 w 138"/>
                <a:gd name="T9" fmla="*/ 70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70 h 139"/>
                <a:gd name="T16" fmla="*/ 69 w 138"/>
                <a:gd name="T17" fmla="*/ 139 h 139"/>
                <a:gd name="T18" fmla="*/ 138 w 138"/>
                <a:gd name="T19" fmla="*/ 70 h 139"/>
                <a:gd name="T20" fmla="*/ 138 w 138"/>
                <a:gd name="T21" fmla="*/ 70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1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1" y="128"/>
                    <a:pt x="69" y="128"/>
                  </a:cubicBezTo>
                  <a:cubicBezTo>
                    <a:pt x="37" y="128"/>
                    <a:pt x="10" y="102"/>
                    <a:pt x="10" y="70"/>
                  </a:cubicBezTo>
                  <a:cubicBezTo>
                    <a:pt x="10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2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7" y="139"/>
                    <a:pt x="138" y="108"/>
                    <a:pt x="138" y="70"/>
                  </a:cubicBezTo>
                  <a:lnTo>
                    <a:pt x="138" y="70"/>
                  </a:lnTo>
                  <a:cubicBezTo>
                    <a:pt x="138" y="32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9" name="Freeform 794">
              <a:extLst>
                <a:ext uri="{FF2B5EF4-FFF2-40B4-BE49-F238E27FC236}">
                  <a16:creationId xmlns:a16="http://schemas.microsoft.com/office/drawing/2014/main" id="{00340B96-04C5-7214-1202-C2225AB3C5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01225" y="4678363"/>
              <a:ext cx="41275" cy="41275"/>
            </a:xfrm>
            <a:custGeom>
              <a:avLst/>
              <a:gdLst>
                <a:gd name="T0" fmla="*/ 70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70 w 139"/>
                <a:gd name="T7" fmla="*/ 128 h 139"/>
                <a:gd name="T8" fmla="*/ 11 w 139"/>
                <a:gd name="T9" fmla="*/ 69 h 139"/>
                <a:gd name="T10" fmla="*/ 70 w 139"/>
                <a:gd name="T11" fmla="*/ 11 h 139"/>
                <a:gd name="T12" fmla="*/ 70 w 139"/>
                <a:gd name="T13" fmla="*/ 0 h 139"/>
                <a:gd name="T14" fmla="*/ 0 w 139"/>
                <a:gd name="T15" fmla="*/ 69 h 139"/>
                <a:gd name="T16" fmla="*/ 70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70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70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70" y="11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70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0" name="Line 795">
              <a:extLst>
                <a:ext uri="{FF2B5EF4-FFF2-40B4-BE49-F238E27FC236}">
                  <a16:creationId xmlns:a16="http://schemas.microsoft.com/office/drawing/2014/main" id="{ABC160E0-4DA2-C851-E271-1DA5A85622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1887538"/>
              <a:ext cx="2417763" cy="2905125"/>
            </a:xfrm>
            <a:prstGeom prst="line">
              <a:avLst/>
            </a:prstGeom>
            <a:noFill/>
            <a:ln w="3175" cap="flat">
              <a:solidFill>
                <a:srgbClr val="0059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1" name="Freeform 796">
              <a:extLst>
                <a:ext uri="{FF2B5EF4-FFF2-40B4-BE49-F238E27FC236}">
                  <a16:creationId xmlns:a16="http://schemas.microsoft.com/office/drawing/2014/main" id="{CB7319D3-729D-472F-DFA7-FE1831146E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85088" y="2493963"/>
              <a:ext cx="26988" cy="26987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2" name="Freeform 797">
              <a:extLst>
                <a:ext uri="{FF2B5EF4-FFF2-40B4-BE49-F238E27FC236}">
                  <a16:creationId xmlns:a16="http://schemas.microsoft.com/office/drawing/2014/main" id="{5CABD997-671A-E1FC-9FA5-E9AB5B1980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28013" y="3176588"/>
              <a:ext cx="26988" cy="26987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3" name="Freeform 798">
              <a:extLst>
                <a:ext uri="{FF2B5EF4-FFF2-40B4-BE49-F238E27FC236}">
                  <a16:creationId xmlns:a16="http://schemas.microsoft.com/office/drawing/2014/main" id="{1B0CCE18-BE08-B3F1-95C8-4E0B5CD8FD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47100" y="3616325"/>
              <a:ext cx="26988" cy="26987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4" name="Freeform 799">
              <a:extLst>
                <a:ext uri="{FF2B5EF4-FFF2-40B4-BE49-F238E27FC236}">
                  <a16:creationId xmlns:a16="http://schemas.microsoft.com/office/drawing/2014/main" id="{27E2A59D-DE83-C5DE-713F-846E5E2C35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72525" y="3825875"/>
              <a:ext cx="26988" cy="26987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5" name="Freeform 800">
              <a:extLst>
                <a:ext uri="{FF2B5EF4-FFF2-40B4-BE49-F238E27FC236}">
                  <a16:creationId xmlns:a16="http://schemas.microsoft.com/office/drawing/2014/main" id="{BBF56F4B-B337-D815-C5E3-B98F4503A0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47150" y="3976688"/>
              <a:ext cx="26988" cy="26987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6" name="Freeform 801">
              <a:extLst>
                <a:ext uri="{FF2B5EF4-FFF2-40B4-BE49-F238E27FC236}">
                  <a16:creationId xmlns:a16="http://schemas.microsoft.com/office/drawing/2014/main" id="{C1C90AF9-0145-93F5-901F-86AA5D3146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90025" y="4219575"/>
              <a:ext cx="26988" cy="25400"/>
            </a:xfrm>
            <a:custGeom>
              <a:avLst/>
              <a:gdLst>
                <a:gd name="T0" fmla="*/ 0 w 17"/>
                <a:gd name="T1" fmla="*/ 0 h 16"/>
                <a:gd name="T2" fmla="*/ 17 w 17"/>
                <a:gd name="T3" fmla="*/ 16 h 16"/>
                <a:gd name="T4" fmla="*/ 0 w 17"/>
                <a:gd name="T5" fmla="*/ 16 h 16"/>
                <a:gd name="T6" fmla="*/ 17 w 17"/>
                <a:gd name="T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6">
                  <a:moveTo>
                    <a:pt x="0" y="0"/>
                  </a:moveTo>
                  <a:lnTo>
                    <a:pt x="17" y="16"/>
                  </a:lnTo>
                  <a:moveTo>
                    <a:pt x="0" y="16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7" name="Freeform 802">
              <a:extLst>
                <a:ext uri="{FF2B5EF4-FFF2-40B4-BE49-F238E27FC236}">
                  <a16:creationId xmlns:a16="http://schemas.microsoft.com/office/drawing/2014/main" id="{39F6D66A-EEB8-CC61-01C7-82EB0F1525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10675" y="4348163"/>
              <a:ext cx="26988" cy="26987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8" name="Freeform 803">
              <a:extLst>
                <a:ext uri="{FF2B5EF4-FFF2-40B4-BE49-F238E27FC236}">
                  <a16:creationId xmlns:a16="http://schemas.microsoft.com/office/drawing/2014/main" id="{637C5F49-3933-CBE8-86AC-3FAB3DFFC6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15450" y="4465638"/>
              <a:ext cx="26988" cy="26987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9" name="Freeform 804">
              <a:extLst>
                <a:ext uri="{FF2B5EF4-FFF2-40B4-BE49-F238E27FC236}">
                  <a16:creationId xmlns:a16="http://schemas.microsoft.com/office/drawing/2014/main" id="{FE74219A-77F7-1C4E-3ECB-0A7FDC7F7E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07525" y="4564063"/>
              <a:ext cx="26988" cy="26987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0" name="Freeform 805">
              <a:extLst>
                <a:ext uri="{FF2B5EF4-FFF2-40B4-BE49-F238E27FC236}">
                  <a16:creationId xmlns:a16="http://schemas.microsoft.com/office/drawing/2014/main" id="{41BBE292-221B-4EB2-23F0-64D4D51567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90075" y="4667250"/>
              <a:ext cx="26988" cy="26987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1" name="Freeform 806">
              <a:extLst>
                <a:ext uri="{FF2B5EF4-FFF2-40B4-BE49-F238E27FC236}">
                  <a16:creationId xmlns:a16="http://schemas.microsoft.com/office/drawing/2014/main" id="{6668E7B2-4588-9F16-530B-DA515581F4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64688" y="4767263"/>
              <a:ext cx="26988" cy="25400"/>
            </a:xfrm>
            <a:custGeom>
              <a:avLst/>
              <a:gdLst>
                <a:gd name="T0" fmla="*/ 0 w 17"/>
                <a:gd name="T1" fmla="*/ 0 h 16"/>
                <a:gd name="T2" fmla="*/ 17 w 17"/>
                <a:gd name="T3" fmla="*/ 16 h 16"/>
                <a:gd name="T4" fmla="*/ 0 w 17"/>
                <a:gd name="T5" fmla="*/ 16 h 16"/>
                <a:gd name="T6" fmla="*/ 17 w 17"/>
                <a:gd name="T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6">
                  <a:moveTo>
                    <a:pt x="0" y="0"/>
                  </a:moveTo>
                  <a:lnTo>
                    <a:pt x="17" y="16"/>
                  </a:lnTo>
                  <a:moveTo>
                    <a:pt x="0" y="16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2" name="Line 807">
              <a:extLst>
                <a:ext uri="{FF2B5EF4-FFF2-40B4-BE49-F238E27FC236}">
                  <a16:creationId xmlns:a16="http://schemas.microsoft.com/office/drawing/2014/main" id="{9014B90C-413D-D4FD-86F8-7D2113302D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297113"/>
              <a:ext cx="2187575" cy="2495550"/>
            </a:xfrm>
            <a:prstGeom prst="line">
              <a:avLst/>
            </a:prstGeom>
            <a:noFill/>
            <a:ln w="3175" cap="flat">
              <a:solidFill>
                <a:srgbClr val="59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3" name="Oval 808">
              <a:extLst>
                <a:ext uri="{FF2B5EF4-FFF2-40B4-BE49-F238E27FC236}">
                  <a16:creationId xmlns:a16="http://schemas.microsoft.com/office/drawing/2014/main" id="{17DC75AE-8E0D-95A8-863E-9FAB8511E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9975" y="248920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4" name="Oval 809">
              <a:extLst>
                <a:ext uri="{FF2B5EF4-FFF2-40B4-BE49-F238E27FC236}">
                  <a16:creationId xmlns:a16="http://schemas.microsoft.com/office/drawing/2014/main" id="{B536BEAA-3912-B001-E1FB-E7EB9B5B8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4488" y="297180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5" name="Oval 810">
              <a:extLst>
                <a:ext uri="{FF2B5EF4-FFF2-40B4-BE49-F238E27FC236}">
                  <a16:creationId xmlns:a16="http://schemas.microsoft.com/office/drawing/2014/main" id="{8E3241F3-953B-EDD3-1EFE-0BF556CA2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1988" y="3382963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6" name="Oval 811">
              <a:extLst>
                <a:ext uri="{FF2B5EF4-FFF2-40B4-BE49-F238E27FC236}">
                  <a16:creationId xmlns:a16="http://schemas.microsoft.com/office/drawing/2014/main" id="{A3D26A1B-1315-7AA6-8E0C-321DA835CC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7413" y="35782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7" name="Oval 812">
              <a:extLst>
                <a:ext uri="{FF2B5EF4-FFF2-40B4-BE49-F238E27FC236}">
                  <a16:creationId xmlns:a16="http://schemas.microsoft.com/office/drawing/2014/main" id="{BB133459-C839-8C3F-D64D-50476DA3FF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2038" y="3776663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8" name="Oval 813">
              <a:extLst>
                <a:ext uri="{FF2B5EF4-FFF2-40B4-BE49-F238E27FC236}">
                  <a16:creationId xmlns:a16="http://schemas.microsoft.com/office/drawing/2014/main" id="{32279494-C1CF-2BCC-78D8-F6A2D15F6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4913" y="39211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9" name="Oval 814">
              <a:extLst>
                <a:ext uri="{FF2B5EF4-FFF2-40B4-BE49-F238E27FC236}">
                  <a16:creationId xmlns:a16="http://schemas.microsoft.com/office/drawing/2014/main" id="{3ECA4874-B215-695E-188A-5E675E2BB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5563" y="4043363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0" name="Oval 815">
              <a:extLst>
                <a:ext uri="{FF2B5EF4-FFF2-40B4-BE49-F238E27FC236}">
                  <a16:creationId xmlns:a16="http://schemas.microsoft.com/office/drawing/2014/main" id="{73373EF8-DD77-2DD6-1C32-3463734A7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0338" y="415290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1" name="Oval 816">
              <a:extLst>
                <a:ext uri="{FF2B5EF4-FFF2-40B4-BE49-F238E27FC236}">
                  <a16:creationId xmlns:a16="http://schemas.microsoft.com/office/drawing/2014/main" id="{80AA45AF-1BF8-CC5D-DAAE-EF08A45F68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2413" y="424338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2" name="Oval 817">
              <a:extLst>
                <a:ext uri="{FF2B5EF4-FFF2-40B4-BE49-F238E27FC236}">
                  <a16:creationId xmlns:a16="http://schemas.microsoft.com/office/drawing/2014/main" id="{9DF26529-BF31-91D5-3932-FBE847AE2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4963" y="430847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3" name="Oval 818">
              <a:extLst>
                <a:ext uri="{FF2B5EF4-FFF2-40B4-BE49-F238E27FC236}">
                  <a16:creationId xmlns:a16="http://schemas.microsoft.com/office/drawing/2014/main" id="{4899BEB2-A896-C815-9E4B-AA3CFE7CA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1163" y="4389438"/>
              <a:ext cx="12700" cy="14287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4" name="Oval 819">
              <a:extLst>
                <a:ext uri="{FF2B5EF4-FFF2-40B4-BE49-F238E27FC236}">
                  <a16:creationId xmlns:a16="http://schemas.microsoft.com/office/drawing/2014/main" id="{12A46945-D602-ED80-8D49-3A5CE5F2A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7838" y="4487863"/>
              <a:ext cx="14288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5" name="Oval 820">
              <a:extLst>
                <a:ext uri="{FF2B5EF4-FFF2-40B4-BE49-F238E27FC236}">
                  <a16:creationId xmlns:a16="http://schemas.microsoft.com/office/drawing/2014/main" id="{88A12B76-5CA9-DBE7-C6F1-C474E33028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1338" y="454818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6" name="Oval 821">
              <a:extLst>
                <a:ext uri="{FF2B5EF4-FFF2-40B4-BE49-F238E27FC236}">
                  <a16:creationId xmlns:a16="http://schemas.microsoft.com/office/drawing/2014/main" id="{21639D62-C683-3F1A-0583-2A200F015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0075" y="461327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7" name="Oval 822">
              <a:extLst>
                <a:ext uri="{FF2B5EF4-FFF2-40B4-BE49-F238E27FC236}">
                  <a16:creationId xmlns:a16="http://schemas.microsoft.com/office/drawing/2014/main" id="{24EF9C99-D76E-19A3-CCE9-5E348BC18C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4050" y="466090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8" name="Oval 823">
              <a:extLst>
                <a:ext uri="{FF2B5EF4-FFF2-40B4-BE49-F238E27FC236}">
                  <a16:creationId xmlns:a16="http://schemas.microsoft.com/office/drawing/2014/main" id="{89901B79-7092-0807-178C-72DF72F1A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4850" y="46958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9" name="Oval 824">
              <a:extLst>
                <a:ext uri="{FF2B5EF4-FFF2-40B4-BE49-F238E27FC236}">
                  <a16:creationId xmlns:a16="http://schemas.microsoft.com/office/drawing/2014/main" id="{8D39D440-00D5-D52F-888D-078D28EEC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2475" y="4748213"/>
              <a:ext cx="11113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0" name="Line 825">
              <a:extLst>
                <a:ext uri="{FF2B5EF4-FFF2-40B4-BE49-F238E27FC236}">
                  <a16:creationId xmlns:a16="http://schemas.microsoft.com/office/drawing/2014/main" id="{9B4730D1-25D6-9DCB-4051-B5CA74FC6E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2479675"/>
              <a:ext cx="2259013" cy="2312987"/>
            </a:xfrm>
            <a:prstGeom prst="line">
              <a:avLst/>
            </a:prstGeom>
            <a:noFill/>
            <a:ln w="3175" cap="flat">
              <a:solidFill>
                <a:srgbClr val="00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1" name="Oval 826">
              <a:extLst>
                <a:ext uri="{FF2B5EF4-FFF2-40B4-BE49-F238E27FC236}">
                  <a16:creationId xmlns:a16="http://schemas.microsoft.com/office/drawing/2014/main" id="{A3763544-44AA-77F0-B1F1-EB3AFFABD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9975" y="22780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2" name="Oval 827">
              <a:extLst>
                <a:ext uri="{FF2B5EF4-FFF2-40B4-BE49-F238E27FC236}">
                  <a16:creationId xmlns:a16="http://schemas.microsoft.com/office/drawing/2014/main" id="{DBACEFFC-189F-1385-5122-343447386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4488" y="2633663"/>
              <a:ext cx="12700" cy="14287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3" name="Oval 828">
              <a:extLst>
                <a:ext uri="{FF2B5EF4-FFF2-40B4-BE49-F238E27FC236}">
                  <a16:creationId xmlns:a16="http://schemas.microsoft.com/office/drawing/2014/main" id="{CA76C404-27DC-67BF-EDF8-D3795D8F95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1988" y="30146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5" name="Oval 829">
              <a:extLst>
                <a:ext uri="{FF2B5EF4-FFF2-40B4-BE49-F238E27FC236}">
                  <a16:creationId xmlns:a16="http://schemas.microsoft.com/office/drawing/2014/main" id="{B7EB1E57-F79E-AFC6-4B81-399040B51F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7413" y="326072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6" name="Oval 830">
              <a:extLst>
                <a:ext uri="{FF2B5EF4-FFF2-40B4-BE49-F238E27FC236}">
                  <a16:creationId xmlns:a16="http://schemas.microsoft.com/office/drawing/2014/main" id="{EB643897-3B38-E248-D37B-B37E512C9A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2038" y="332105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7" name="Oval 831">
              <a:extLst>
                <a:ext uri="{FF2B5EF4-FFF2-40B4-BE49-F238E27FC236}">
                  <a16:creationId xmlns:a16="http://schemas.microsoft.com/office/drawing/2014/main" id="{78315815-606D-14EF-C655-5A49DC5CF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4913" y="35226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8" name="Oval 832">
              <a:extLst>
                <a:ext uri="{FF2B5EF4-FFF2-40B4-BE49-F238E27FC236}">
                  <a16:creationId xmlns:a16="http://schemas.microsoft.com/office/drawing/2014/main" id="{6007D6FC-3FEB-C308-F847-120384915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5563" y="369728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9" name="Oval 833">
              <a:extLst>
                <a:ext uri="{FF2B5EF4-FFF2-40B4-BE49-F238E27FC236}">
                  <a16:creationId xmlns:a16="http://schemas.microsoft.com/office/drawing/2014/main" id="{DF5BD054-1096-A43A-24FF-3726C3A367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0338" y="379095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0" name="Oval 834">
              <a:extLst>
                <a:ext uri="{FF2B5EF4-FFF2-40B4-BE49-F238E27FC236}">
                  <a16:creationId xmlns:a16="http://schemas.microsoft.com/office/drawing/2014/main" id="{A4E3819E-6BCD-3E54-CAA2-8C0394907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2413" y="386397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1" name="Oval 835">
              <a:extLst>
                <a:ext uri="{FF2B5EF4-FFF2-40B4-BE49-F238E27FC236}">
                  <a16:creationId xmlns:a16="http://schemas.microsoft.com/office/drawing/2014/main" id="{22E09E44-0B08-B85B-4D39-5CA12D721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4963" y="399097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2" name="Oval 836">
              <a:extLst>
                <a:ext uri="{FF2B5EF4-FFF2-40B4-BE49-F238E27FC236}">
                  <a16:creationId xmlns:a16="http://schemas.microsoft.com/office/drawing/2014/main" id="{432E955B-481B-0DF6-4105-D6CEF938E5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1163" y="410527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3" name="Oval 837">
              <a:extLst>
                <a:ext uri="{FF2B5EF4-FFF2-40B4-BE49-F238E27FC236}">
                  <a16:creationId xmlns:a16="http://schemas.microsoft.com/office/drawing/2014/main" id="{DE2FCB96-ADAE-4F12-AD94-C11ADD55F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7838" y="4194175"/>
              <a:ext cx="14288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4" name="Oval 838">
              <a:extLst>
                <a:ext uri="{FF2B5EF4-FFF2-40B4-BE49-F238E27FC236}">
                  <a16:creationId xmlns:a16="http://schemas.microsoft.com/office/drawing/2014/main" id="{AB9A90CA-FD50-CAA4-5E52-E01203A2E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1338" y="425608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5" name="Oval 839">
              <a:extLst>
                <a:ext uri="{FF2B5EF4-FFF2-40B4-BE49-F238E27FC236}">
                  <a16:creationId xmlns:a16="http://schemas.microsoft.com/office/drawing/2014/main" id="{9131AA20-6CC2-40BA-51A4-F0CDAE5825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0075" y="434975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6" name="Oval 840">
              <a:extLst>
                <a:ext uri="{FF2B5EF4-FFF2-40B4-BE49-F238E27FC236}">
                  <a16:creationId xmlns:a16="http://schemas.microsoft.com/office/drawing/2014/main" id="{11E0BBBF-ACDD-7D6E-6647-664670EB79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4050" y="441960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7" name="Oval 841">
              <a:extLst>
                <a:ext uri="{FF2B5EF4-FFF2-40B4-BE49-F238E27FC236}">
                  <a16:creationId xmlns:a16="http://schemas.microsoft.com/office/drawing/2014/main" id="{0D3CFBB1-97A7-024F-A367-EA3BDF665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4850" y="449103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80" name="Oval 842">
              <a:extLst>
                <a:ext uri="{FF2B5EF4-FFF2-40B4-BE49-F238E27FC236}">
                  <a16:creationId xmlns:a16="http://schemas.microsoft.com/office/drawing/2014/main" id="{5BE96FEC-7977-60EA-6405-EE77DA53A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2475" y="4565650"/>
              <a:ext cx="11113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81" name="Oval 843">
              <a:extLst>
                <a:ext uri="{FF2B5EF4-FFF2-40B4-BE49-F238E27FC236}">
                  <a16:creationId xmlns:a16="http://schemas.microsoft.com/office/drawing/2014/main" id="{03707DBF-74ED-8F3C-A375-CF4E5C12F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6925" y="461962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82" name="Oval 844">
              <a:extLst>
                <a:ext uri="{FF2B5EF4-FFF2-40B4-BE49-F238E27FC236}">
                  <a16:creationId xmlns:a16="http://schemas.microsoft.com/office/drawing/2014/main" id="{4FFB5AD1-1BDB-E6B2-269D-5AD73A3DC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8200" y="466883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83" name="Oval 845">
              <a:extLst>
                <a:ext uri="{FF2B5EF4-FFF2-40B4-BE49-F238E27FC236}">
                  <a16:creationId xmlns:a16="http://schemas.microsoft.com/office/drawing/2014/main" id="{0EA57754-E863-DB81-B7CD-81B8775E1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9475" y="4735513"/>
              <a:ext cx="12700" cy="11112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84" name="Oval 846">
              <a:extLst>
                <a:ext uri="{FF2B5EF4-FFF2-40B4-BE49-F238E27FC236}">
                  <a16:creationId xmlns:a16="http://schemas.microsoft.com/office/drawing/2014/main" id="{9385F491-6FE5-968C-61B6-8421E981B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7575" y="475297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85" name="Line 847">
              <a:extLst>
                <a:ext uri="{FF2B5EF4-FFF2-40B4-BE49-F238E27FC236}">
                  <a16:creationId xmlns:a16="http://schemas.microsoft.com/office/drawing/2014/main" id="{B7B5D159-D413-BF93-C472-0706C69CD4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6325" y="1930400"/>
              <a:ext cx="2433638" cy="2862262"/>
            </a:xfrm>
            <a:prstGeom prst="line">
              <a:avLst/>
            </a:prstGeom>
            <a:noFill/>
            <a:ln w="3175" cap="flat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86" name="Rectangle 848">
              <a:extLst>
                <a:ext uri="{FF2B5EF4-FFF2-40B4-BE49-F238E27FC236}">
                  <a16:creationId xmlns:a16="http://schemas.microsoft.com/office/drawing/2014/main" id="{70157784-EEB7-FDF6-6F24-14E9FBFF5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71000" y="2170113"/>
              <a:ext cx="615950" cy="4095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87" name="Rectangle 849">
              <a:extLst>
                <a:ext uri="{FF2B5EF4-FFF2-40B4-BE49-F238E27FC236}">
                  <a16:creationId xmlns:a16="http://schemas.microsoft.com/office/drawing/2014/main" id="{40903DE4-47E0-E1E7-20FB-C73773965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4838" y="2189163"/>
              <a:ext cx="90488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all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88" name="Oval 850">
              <a:extLst>
                <a:ext uri="{FF2B5EF4-FFF2-40B4-BE49-F238E27FC236}">
                  <a16:creationId xmlns:a16="http://schemas.microsoft.com/office/drawing/2014/main" id="{7BBADF12-8EE6-B5FE-AD33-DCE01F97D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8950" y="2211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89" name="Rectangle 851">
              <a:extLst>
                <a:ext uri="{FF2B5EF4-FFF2-40B4-BE49-F238E27FC236}">
                  <a16:creationId xmlns:a16="http://schemas.microsoft.com/office/drawing/2014/main" id="{119165B6-2597-1F93-DE9E-A4D064C3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4838" y="2270125"/>
              <a:ext cx="385763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diag oppsign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90" name="Freeform 852">
              <a:extLst>
                <a:ext uri="{FF2B5EF4-FFF2-40B4-BE49-F238E27FC236}">
                  <a16:creationId xmlns:a16="http://schemas.microsoft.com/office/drawing/2014/main" id="{719A3E9C-FC5A-9582-D54C-FAD77A38F0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64663" y="2274888"/>
              <a:ext cx="41275" cy="42862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91" name="Rectangle 853">
              <a:extLst>
                <a:ext uri="{FF2B5EF4-FFF2-40B4-BE49-F238E27FC236}">
                  <a16:creationId xmlns:a16="http://schemas.microsoft.com/office/drawing/2014/main" id="{6005E092-B6DA-4AD5-D72E-38C5366F01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4838" y="2346325"/>
              <a:ext cx="433388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diag samesign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92" name="Freeform 854">
              <a:extLst>
                <a:ext uri="{FF2B5EF4-FFF2-40B4-BE49-F238E27FC236}">
                  <a16:creationId xmlns:a16="http://schemas.microsoft.com/office/drawing/2014/main" id="{FECDF976-139A-262E-2864-CA084C67AF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72600" y="2360613"/>
              <a:ext cx="26988" cy="28575"/>
            </a:xfrm>
            <a:custGeom>
              <a:avLst/>
              <a:gdLst>
                <a:gd name="T0" fmla="*/ 0 w 17"/>
                <a:gd name="T1" fmla="*/ 0 h 18"/>
                <a:gd name="T2" fmla="*/ 17 w 17"/>
                <a:gd name="T3" fmla="*/ 18 h 18"/>
                <a:gd name="T4" fmla="*/ 0 w 17"/>
                <a:gd name="T5" fmla="*/ 18 h 18"/>
                <a:gd name="T6" fmla="*/ 17 w 17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8">
                  <a:moveTo>
                    <a:pt x="0" y="0"/>
                  </a:moveTo>
                  <a:lnTo>
                    <a:pt x="17" y="18"/>
                  </a:lnTo>
                  <a:moveTo>
                    <a:pt x="0" y="18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93" name="Rectangle 855">
              <a:extLst>
                <a:ext uri="{FF2B5EF4-FFF2-40B4-BE49-F238E27FC236}">
                  <a16:creationId xmlns:a16="http://schemas.microsoft.com/office/drawing/2014/main" id="{09EC3959-CB83-1DBC-DF4D-77CDA629F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4838" y="2427288"/>
              <a:ext cx="133350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vert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94" name="Oval 856">
              <a:extLst>
                <a:ext uri="{FF2B5EF4-FFF2-40B4-BE49-F238E27FC236}">
                  <a16:creationId xmlns:a16="http://schemas.microsoft.com/office/drawing/2014/main" id="{69B22757-FBCE-F62C-E156-8E5F885D3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8950" y="24479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95" name="Rectangle 857">
              <a:extLst>
                <a:ext uri="{FF2B5EF4-FFF2-40B4-BE49-F238E27FC236}">
                  <a16:creationId xmlns:a16="http://schemas.microsoft.com/office/drawing/2014/main" id="{4F6F6C42-B396-F0FC-513D-6FC0DB877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4838" y="2503488"/>
              <a:ext cx="1619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horiz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96" name="Oval 858">
              <a:extLst>
                <a:ext uri="{FF2B5EF4-FFF2-40B4-BE49-F238E27FC236}">
                  <a16:creationId xmlns:a16="http://schemas.microsoft.com/office/drawing/2014/main" id="{A1ADC1D8-D52F-D714-B88F-4C30A7F027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8950" y="252571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97" name="Rectangle 859">
              <a:extLst>
                <a:ext uri="{FF2B5EF4-FFF2-40B4-BE49-F238E27FC236}">
                  <a16:creationId xmlns:a16="http://schemas.microsoft.com/office/drawing/2014/main" id="{21CE8FEE-242A-4BE2-2932-904FA06FF2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71000" y="2170113"/>
              <a:ext cx="615950" cy="409575"/>
            </a:xfrm>
            <a:prstGeom prst="rect">
              <a:avLst/>
            </a:prstGeom>
            <a:noFill/>
            <a:ln w="3175" cap="flat">
              <a:solidFill>
                <a:srgbClr val="26262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98" name="Rectangle 860">
              <a:extLst>
                <a:ext uri="{FF2B5EF4-FFF2-40B4-BE49-F238E27FC236}">
                  <a16:creationId xmlns:a16="http://schemas.microsoft.com/office/drawing/2014/main" id="{FCA2FE60-B7E4-E4D7-06A5-CE36ADA3A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9125" y="5121275"/>
              <a:ext cx="2597150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bonedatabase pad=1 whiten=per view (subj wtd) marg=1 pxlmean 0 roimean 1 cosbell 1 gen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99" name="Rectangle 861">
              <a:extLst>
                <a:ext uri="{FF2B5EF4-FFF2-40B4-BE49-F238E27FC236}">
                  <a16:creationId xmlns:a16="http://schemas.microsoft.com/office/drawing/2014/main" id="{19CD98AF-CFCB-AB93-30CF-519A6689A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2938" y="5021263"/>
              <a:ext cx="452438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std (N=2 R=64)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6744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2" name="TextBox 2861">
            <a:extLst>
              <a:ext uri="{FF2B5EF4-FFF2-40B4-BE49-F238E27FC236}">
                <a16:creationId xmlns:a16="http://schemas.microsoft.com/office/drawing/2014/main" id="{11B38BAE-555B-AA0A-A9C4-DA0E2005F2BB}"/>
              </a:ext>
            </a:extLst>
          </p:cNvPr>
          <p:cNvSpPr txBox="1"/>
          <p:nvPr/>
        </p:nvSpPr>
        <p:spPr>
          <a:xfrm>
            <a:off x="427654" y="79138"/>
            <a:ext cx="237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bone interior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D0430-FD88-406B-AB97-58D53124578F}"/>
              </a:ext>
            </a:extLst>
          </p:cNvPr>
          <p:cNvSpPr txBox="1"/>
          <p:nvPr/>
        </p:nvSpPr>
        <p:spPr>
          <a:xfrm>
            <a:off x="2035689" y="58822"/>
            <a:ext cx="886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[</a:t>
            </a:r>
            <a:r>
              <a:rPr lang="en-US" dirty="0" err="1"/>
              <a:t>bone|bonesubs|scin</a:t>
            </a:r>
            <a:r>
              <a:rPr lang="en-US" dirty="0"/>
              <a:t>]_spec_n2_r64_[23|30]jan2023_[</a:t>
            </a:r>
            <a:r>
              <a:rPr lang="en-US" dirty="0" err="1"/>
              <a:t>heatmap|dotplot_tweaked.emf</a:t>
            </a:r>
            <a:endParaRPr lang="en-US" dirty="0"/>
          </a:p>
        </p:txBody>
      </p:sp>
      <p:grpSp>
        <p:nvGrpSpPr>
          <p:cNvPr id="3300" name="Group 3299">
            <a:extLst>
              <a:ext uri="{FF2B5EF4-FFF2-40B4-BE49-F238E27FC236}">
                <a16:creationId xmlns:a16="http://schemas.microsoft.com/office/drawing/2014/main" id="{1AE220A5-080E-C7AD-E340-78263D2619FC}"/>
              </a:ext>
            </a:extLst>
          </p:cNvPr>
          <p:cNvGrpSpPr/>
          <p:nvPr/>
        </p:nvGrpSpPr>
        <p:grpSpPr>
          <a:xfrm>
            <a:off x="360008" y="1809751"/>
            <a:ext cx="4408488" cy="3590925"/>
            <a:chOff x="-1830388" y="2281238"/>
            <a:chExt cx="4408488" cy="3590925"/>
          </a:xfrm>
        </p:grpSpPr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33336CBA-EC0F-4120-8B5D-7965C496B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38213" y="2414588"/>
              <a:ext cx="3040063" cy="30432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6775C475-8737-D149-99FA-9B055F5720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450" y="2281238"/>
              <a:ext cx="88106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std (avg per subj)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2057" name="Picture 9">
              <a:extLst>
                <a:ext uri="{FF2B5EF4-FFF2-40B4-BE49-F238E27FC236}">
                  <a16:creationId xmlns:a16="http://schemas.microsoft.com/office/drawing/2014/main" id="{89424AFC-29C9-87D4-0CC1-189DD2DCFD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938213" y="2414588"/>
              <a:ext cx="3040063" cy="304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DC067771-7260-9145-1533-074FE64DBF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938213" y="5457825"/>
              <a:ext cx="30400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097948BD-8101-9E41-43F4-84DA1D840B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938213" y="2414588"/>
              <a:ext cx="30400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8" name="Line 12">
              <a:extLst>
                <a:ext uri="{FF2B5EF4-FFF2-40B4-BE49-F238E27FC236}">
                  <a16:creationId xmlns:a16="http://schemas.microsoft.com/office/drawing/2014/main" id="{C2275B86-98F2-889A-7F76-23992E36A5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938213" y="5427663"/>
              <a:ext cx="0" cy="301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49" name="Line 13">
              <a:extLst>
                <a:ext uri="{FF2B5EF4-FFF2-40B4-BE49-F238E27FC236}">
                  <a16:creationId xmlns:a16="http://schemas.microsoft.com/office/drawing/2014/main" id="{14B62157-6992-D827-2781-44CF3ED00B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1025" y="5427663"/>
              <a:ext cx="0" cy="301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0" name="Line 14">
              <a:extLst>
                <a:ext uri="{FF2B5EF4-FFF2-40B4-BE49-F238E27FC236}">
                  <a16:creationId xmlns:a16="http://schemas.microsoft.com/office/drawing/2014/main" id="{71BFF405-ED0E-AFAD-D3C5-37028F7D6B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1850" y="5427663"/>
              <a:ext cx="0" cy="301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1" name="Line 15">
              <a:extLst>
                <a:ext uri="{FF2B5EF4-FFF2-40B4-BE49-F238E27FC236}">
                  <a16:creationId xmlns:a16="http://schemas.microsoft.com/office/drawing/2014/main" id="{17773B38-3E21-F257-0D52-D8380F70D8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938213" y="2414588"/>
              <a:ext cx="0" cy="317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2" name="Line 16">
              <a:extLst>
                <a:ext uri="{FF2B5EF4-FFF2-40B4-BE49-F238E27FC236}">
                  <a16:creationId xmlns:a16="http://schemas.microsoft.com/office/drawing/2014/main" id="{C8B60000-FAB4-3FA0-B296-8507449A62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1025" y="2414588"/>
              <a:ext cx="0" cy="317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3" name="Line 17">
              <a:extLst>
                <a:ext uri="{FF2B5EF4-FFF2-40B4-BE49-F238E27FC236}">
                  <a16:creationId xmlns:a16="http://schemas.microsoft.com/office/drawing/2014/main" id="{3C98E062-5825-8B14-C9A1-57DF758F5E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1850" y="2414588"/>
              <a:ext cx="0" cy="317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54" name="Rectangle 18">
              <a:extLst>
                <a:ext uri="{FF2B5EF4-FFF2-40B4-BE49-F238E27FC236}">
                  <a16:creationId xmlns:a16="http://schemas.microsoft.com/office/drawing/2014/main" id="{97B05D4A-A62F-2881-8710-D71AED937E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38225" y="5495925"/>
              <a:ext cx="27146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-0.25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55" name="Rectangle 19">
              <a:extLst>
                <a:ext uri="{FF2B5EF4-FFF2-40B4-BE49-F238E27FC236}">
                  <a16:creationId xmlns:a16="http://schemas.microsoft.com/office/drawing/2014/main" id="{AE7AC568-4317-63F0-95ED-C146F383E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825" y="5495925"/>
              <a:ext cx="21431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   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56" name="Rectangle 20">
              <a:extLst>
                <a:ext uri="{FF2B5EF4-FFF2-40B4-BE49-F238E27FC236}">
                  <a16:creationId xmlns:a16="http://schemas.microsoft.com/office/drawing/2014/main" id="{03FB231F-67C8-45B8-35B0-F409377454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1837" y="5495925"/>
              <a:ext cx="266700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0.25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58" name="Rectangle 21">
              <a:extLst>
                <a:ext uri="{FF2B5EF4-FFF2-40B4-BE49-F238E27FC236}">
                  <a16:creationId xmlns:a16="http://schemas.microsoft.com/office/drawing/2014/main" id="{0EA1BB48-0478-1DF5-76B4-082C82F3EE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650" y="5619750"/>
              <a:ext cx="72866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cycles per pixel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59" name="Line 22">
              <a:extLst>
                <a:ext uri="{FF2B5EF4-FFF2-40B4-BE49-F238E27FC236}">
                  <a16:creationId xmlns:a16="http://schemas.microsoft.com/office/drawing/2014/main" id="{2F5C1D58-B1F3-4BA1-AD17-E3F63C73BF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938213" y="2414588"/>
              <a:ext cx="0" cy="3043238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0" name="Line 23">
              <a:extLst>
                <a:ext uri="{FF2B5EF4-FFF2-40B4-BE49-F238E27FC236}">
                  <a16:creationId xmlns:a16="http://schemas.microsoft.com/office/drawing/2014/main" id="{4CD2D3F3-A14C-6266-7711-5F021A4888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1850" y="2414588"/>
              <a:ext cx="0" cy="3043238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1" name="Line 24">
              <a:extLst>
                <a:ext uri="{FF2B5EF4-FFF2-40B4-BE49-F238E27FC236}">
                  <a16:creationId xmlns:a16="http://schemas.microsoft.com/office/drawing/2014/main" id="{E5E3DF3F-3880-FC7B-C6E9-2417BD45CD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938213" y="5457825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2" name="Line 25">
              <a:extLst>
                <a:ext uri="{FF2B5EF4-FFF2-40B4-BE49-F238E27FC236}">
                  <a16:creationId xmlns:a16="http://schemas.microsoft.com/office/drawing/2014/main" id="{580B6A65-C299-2310-3CA1-75CCE0F9D1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938213" y="3937000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3" name="Line 26">
              <a:extLst>
                <a:ext uri="{FF2B5EF4-FFF2-40B4-BE49-F238E27FC236}">
                  <a16:creationId xmlns:a16="http://schemas.microsoft.com/office/drawing/2014/main" id="{13892BCF-8A8A-1C49-535E-08913E7F82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938213" y="2414588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4" name="Line 27">
              <a:extLst>
                <a:ext uri="{FF2B5EF4-FFF2-40B4-BE49-F238E27FC236}">
                  <a16:creationId xmlns:a16="http://schemas.microsoft.com/office/drawing/2014/main" id="{5314A04A-0993-1094-829A-BB0792F31B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71687" y="5457825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5" name="Line 28">
              <a:extLst>
                <a:ext uri="{FF2B5EF4-FFF2-40B4-BE49-F238E27FC236}">
                  <a16:creationId xmlns:a16="http://schemas.microsoft.com/office/drawing/2014/main" id="{7FE753EB-56D6-4881-629C-1099EF5208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71687" y="3937000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6" name="Line 29">
              <a:extLst>
                <a:ext uri="{FF2B5EF4-FFF2-40B4-BE49-F238E27FC236}">
                  <a16:creationId xmlns:a16="http://schemas.microsoft.com/office/drawing/2014/main" id="{652329AA-DE83-F993-B0C6-620F27EE78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71687" y="2414588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67" name="Rectangle 30">
              <a:extLst>
                <a:ext uri="{FF2B5EF4-FFF2-40B4-BE49-F238E27FC236}">
                  <a16:creationId xmlns:a16="http://schemas.microsoft.com/office/drawing/2014/main" id="{64BCB243-7390-487C-90C2-175CE4101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173163" y="5410200"/>
              <a:ext cx="27146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-0.25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68" name="Rectangle 31">
              <a:extLst>
                <a:ext uri="{FF2B5EF4-FFF2-40B4-BE49-F238E27FC236}">
                  <a16:creationId xmlns:a16="http://schemas.microsoft.com/office/drawing/2014/main" id="{F75D0516-1838-46DA-9889-4E6128F31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120775" y="3889375"/>
              <a:ext cx="21431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   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69" name="Rectangle 32">
              <a:extLst>
                <a:ext uri="{FF2B5EF4-FFF2-40B4-BE49-F238E27FC236}">
                  <a16:creationId xmlns:a16="http://schemas.microsoft.com/office/drawing/2014/main" id="{5984E04B-FDE6-57C8-B552-0032DFC9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168400" y="2368550"/>
              <a:ext cx="266700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0.25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70" name="Rectangle 33">
              <a:extLst>
                <a:ext uri="{FF2B5EF4-FFF2-40B4-BE49-F238E27FC236}">
                  <a16:creationId xmlns:a16="http://schemas.microsoft.com/office/drawing/2014/main" id="{19D9FA73-2E4D-D47C-A55A-3C7323AD830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290638" y="4151313"/>
              <a:ext cx="95250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71" name="Rectangle 34">
              <a:extLst>
                <a:ext uri="{FF2B5EF4-FFF2-40B4-BE49-F238E27FC236}">
                  <a16:creationId xmlns:a16="http://schemas.microsoft.com/office/drawing/2014/main" id="{25E12AEF-DD5D-7800-D805-4CF31D10272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287463" y="4106863"/>
              <a:ext cx="90488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y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72" name="Rectangle 35">
              <a:extLst>
                <a:ext uri="{FF2B5EF4-FFF2-40B4-BE49-F238E27FC236}">
                  <a16:creationId xmlns:a16="http://schemas.microsoft.com/office/drawing/2014/main" id="{F051F03B-B655-D531-CCE9-AEA59E3733D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290638" y="4051300"/>
              <a:ext cx="95250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73" name="Rectangle 36">
              <a:extLst>
                <a:ext uri="{FF2B5EF4-FFF2-40B4-BE49-F238E27FC236}">
                  <a16:creationId xmlns:a16="http://schemas.microsoft.com/office/drawing/2014/main" id="{52060F3C-3946-105D-E1E9-DE437C05B3C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276350" y="4013200"/>
              <a:ext cx="66675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74" name="Rectangle 37">
              <a:extLst>
                <a:ext uri="{FF2B5EF4-FFF2-40B4-BE49-F238E27FC236}">
                  <a16:creationId xmlns:a16="http://schemas.microsoft.com/office/drawing/2014/main" id="{5FDC6B75-E94F-6C8F-8491-9C8749F2A25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292225" y="3973513"/>
              <a:ext cx="10001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75" name="Rectangle 38">
              <a:extLst>
                <a:ext uri="{FF2B5EF4-FFF2-40B4-BE49-F238E27FC236}">
                  <a16:creationId xmlns:a16="http://schemas.microsoft.com/office/drawing/2014/main" id="{FE4CE689-9217-3C6C-4611-BD8FE0C75BD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290638" y="3913188"/>
              <a:ext cx="95250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76" name="Rectangle 39">
              <a:extLst>
                <a:ext uri="{FF2B5EF4-FFF2-40B4-BE49-F238E27FC236}">
                  <a16:creationId xmlns:a16="http://schemas.microsoft.com/office/drawing/2014/main" id="{1893478E-D2FC-D1B1-FAC5-C9F5B10C073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277938" y="3878263"/>
              <a:ext cx="71438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77" name="Rectangle 40">
              <a:extLst>
                <a:ext uri="{FF2B5EF4-FFF2-40B4-BE49-F238E27FC236}">
                  <a16:creationId xmlns:a16="http://schemas.microsoft.com/office/drawing/2014/main" id="{94DC9E30-B639-565C-752F-F54E514798A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292225" y="3844925"/>
              <a:ext cx="10001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78" name="Rectangle 41">
              <a:extLst>
                <a:ext uri="{FF2B5EF4-FFF2-40B4-BE49-F238E27FC236}">
                  <a16:creationId xmlns:a16="http://schemas.microsoft.com/office/drawing/2014/main" id="{11E3E8FB-BD88-CE89-9818-BBBDD12B99A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292225" y="3787775"/>
              <a:ext cx="10001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79" name="Rectangle 42">
              <a:extLst>
                <a:ext uri="{FF2B5EF4-FFF2-40B4-BE49-F238E27FC236}">
                  <a16:creationId xmlns:a16="http://schemas.microsoft.com/office/drawing/2014/main" id="{BC1AFF0D-4ACC-7E85-94C7-3CE43AEAC03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281113" y="3741738"/>
              <a:ext cx="76200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80" name="Rectangle 43">
              <a:extLst>
                <a:ext uri="{FF2B5EF4-FFF2-40B4-BE49-F238E27FC236}">
                  <a16:creationId xmlns:a16="http://schemas.microsoft.com/office/drawing/2014/main" id="{C3E5042E-052D-0F2C-AB32-CA147802635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277938" y="3711575"/>
              <a:ext cx="71438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81" name="Rectangle 44">
              <a:extLst>
                <a:ext uri="{FF2B5EF4-FFF2-40B4-BE49-F238E27FC236}">
                  <a16:creationId xmlns:a16="http://schemas.microsoft.com/office/drawing/2014/main" id="{5A3BD1A6-2A42-9503-1E28-F1353C2E5AF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292225" y="3683000"/>
              <a:ext cx="10001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82" name="Rectangle 45">
              <a:extLst>
                <a:ext uri="{FF2B5EF4-FFF2-40B4-BE49-F238E27FC236}">
                  <a16:creationId xmlns:a16="http://schemas.microsoft.com/office/drawing/2014/main" id="{F960A0DB-39CA-686C-6731-3D698ED5301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276350" y="3640138"/>
              <a:ext cx="66675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i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83" name="Rectangle 46">
              <a:extLst>
                <a:ext uri="{FF2B5EF4-FFF2-40B4-BE49-F238E27FC236}">
                  <a16:creationId xmlns:a16="http://schemas.microsoft.com/office/drawing/2014/main" id="{47406FCE-6FA8-AFCF-EA7D-3F0B2B0FB2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287463" y="3605213"/>
              <a:ext cx="90488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x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84" name="Rectangle 47">
              <a:extLst>
                <a:ext uri="{FF2B5EF4-FFF2-40B4-BE49-F238E27FC236}">
                  <a16:creationId xmlns:a16="http://schemas.microsoft.com/office/drawing/2014/main" id="{CF71E8A2-92F2-87D7-675A-521B675AB9A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292225" y="3557588"/>
              <a:ext cx="10001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85" name="Rectangle 48">
              <a:extLst>
                <a:ext uri="{FF2B5EF4-FFF2-40B4-BE49-F238E27FC236}">
                  <a16:creationId xmlns:a16="http://schemas.microsoft.com/office/drawing/2014/main" id="{88CEE38C-4F78-4E89-00D7-0E45D8CC4F4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276350" y="3521075"/>
              <a:ext cx="66675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86" name="Line 49">
              <a:extLst>
                <a:ext uri="{FF2B5EF4-FFF2-40B4-BE49-F238E27FC236}">
                  <a16:creationId xmlns:a16="http://schemas.microsoft.com/office/drawing/2014/main" id="{6253F358-56B9-6420-9C6A-56843E360E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4250" y="5457825"/>
              <a:ext cx="10001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7" name="Line 50">
              <a:extLst>
                <a:ext uri="{FF2B5EF4-FFF2-40B4-BE49-F238E27FC236}">
                  <a16:creationId xmlns:a16="http://schemas.microsoft.com/office/drawing/2014/main" id="{EEB90ECA-B3C8-DDD8-7FFA-F59C1A8DEC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4250" y="2414588"/>
              <a:ext cx="10001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8" name="Line 51">
              <a:extLst>
                <a:ext uri="{FF2B5EF4-FFF2-40B4-BE49-F238E27FC236}">
                  <a16:creationId xmlns:a16="http://schemas.microsoft.com/office/drawing/2014/main" id="{3449E747-3BF0-C5D7-8C20-FB929CE998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4250" y="2414588"/>
              <a:ext cx="0" cy="3043238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89" name="Line 52">
              <a:extLst>
                <a:ext uri="{FF2B5EF4-FFF2-40B4-BE49-F238E27FC236}">
                  <a16:creationId xmlns:a16="http://schemas.microsoft.com/office/drawing/2014/main" id="{59B006FE-05E0-6C9C-7079-89A1940450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4262" y="2414588"/>
              <a:ext cx="0" cy="3043238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2101" name="Picture 53">
              <a:extLst>
                <a:ext uri="{FF2B5EF4-FFF2-40B4-BE49-F238E27FC236}">
                  <a16:creationId xmlns:a16="http://schemas.microsoft.com/office/drawing/2014/main" id="{BFF70AB7-9C1A-BCE1-5150-1A35451492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4250" y="2414588"/>
              <a:ext cx="100013" cy="304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90" name="Line 54">
              <a:extLst>
                <a:ext uri="{FF2B5EF4-FFF2-40B4-BE49-F238E27FC236}">
                  <a16:creationId xmlns:a16="http://schemas.microsoft.com/office/drawing/2014/main" id="{03A245CC-B758-FD06-086E-8A8C3B0A77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4262" y="2414588"/>
              <a:ext cx="0" cy="3043238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1" name="Line 55">
              <a:extLst>
                <a:ext uri="{FF2B5EF4-FFF2-40B4-BE49-F238E27FC236}">
                  <a16:creationId xmlns:a16="http://schemas.microsoft.com/office/drawing/2014/main" id="{03411A28-45FC-DA01-C767-4DC9198428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24100" y="5457825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2" name="Line 56">
              <a:extLst>
                <a:ext uri="{FF2B5EF4-FFF2-40B4-BE49-F238E27FC236}">
                  <a16:creationId xmlns:a16="http://schemas.microsoft.com/office/drawing/2014/main" id="{3CB47682-A601-DF4F-B6B5-E2807D4960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24100" y="5181600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3" name="Line 57">
              <a:extLst>
                <a:ext uri="{FF2B5EF4-FFF2-40B4-BE49-F238E27FC236}">
                  <a16:creationId xmlns:a16="http://schemas.microsoft.com/office/drawing/2014/main" id="{F126706A-3060-8496-E6B4-7E03376FFB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24100" y="4903788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4" name="Line 58">
              <a:extLst>
                <a:ext uri="{FF2B5EF4-FFF2-40B4-BE49-F238E27FC236}">
                  <a16:creationId xmlns:a16="http://schemas.microsoft.com/office/drawing/2014/main" id="{585321FF-6881-872D-207B-83C0196657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24100" y="4627563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5" name="Line 59">
              <a:extLst>
                <a:ext uri="{FF2B5EF4-FFF2-40B4-BE49-F238E27FC236}">
                  <a16:creationId xmlns:a16="http://schemas.microsoft.com/office/drawing/2014/main" id="{D2432C52-9D96-9EEC-34AE-A13A4AFBAF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24100" y="4351338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6" name="Line 60">
              <a:extLst>
                <a:ext uri="{FF2B5EF4-FFF2-40B4-BE49-F238E27FC236}">
                  <a16:creationId xmlns:a16="http://schemas.microsoft.com/office/drawing/2014/main" id="{DD6C2629-DB4F-C278-D875-D942FF2C2F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24100" y="4075113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7" name="Line 61">
              <a:extLst>
                <a:ext uri="{FF2B5EF4-FFF2-40B4-BE49-F238E27FC236}">
                  <a16:creationId xmlns:a16="http://schemas.microsoft.com/office/drawing/2014/main" id="{C2A1ABCD-8A08-493A-A3A8-163AA6B217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24100" y="3798888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8" name="Line 62">
              <a:extLst>
                <a:ext uri="{FF2B5EF4-FFF2-40B4-BE49-F238E27FC236}">
                  <a16:creationId xmlns:a16="http://schemas.microsoft.com/office/drawing/2014/main" id="{23C25610-B1C6-C186-FD32-ACA156A1AE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24100" y="3521075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99" name="Line 63">
              <a:extLst>
                <a:ext uri="{FF2B5EF4-FFF2-40B4-BE49-F238E27FC236}">
                  <a16:creationId xmlns:a16="http://schemas.microsoft.com/office/drawing/2014/main" id="{3F2F94B4-0C67-8502-075B-E27A042958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24100" y="3244850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0" name="Line 64">
              <a:extLst>
                <a:ext uri="{FF2B5EF4-FFF2-40B4-BE49-F238E27FC236}">
                  <a16:creationId xmlns:a16="http://schemas.microsoft.com/office/drawing/2014/main" id="{0992EFA6-646B-C636-1BA6-6090D43525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24100" y="2968625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2" name="Line 65">
              <a:extLst>
                <a:ext uri="{FF2B5EF4-FFF2-40B4-BE49-F238E27FC236}">
                  <a16:creationId xmlns:a16="http://schemas.microsoft.com/office/drawing/2014/main" id="{579E6922-CECC-5C53-E6E1-595C30629E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24100" y="2692400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3" name="Line 66">
              <a:extLst>
                <a:ext uri="{FF2B5EF4-FFF2-40B4-BE49-F238E27FC236}">
                  <a16:creationId xmlns:a16="http://schemas.microsoft.com/office/drawing/2014/main" id="{FC33C8C4-4D10-6027-C134-401308D6B7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24100" y="2414588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04" name="Rectangle 67">
              <a:extLst>
                <a:ext uri="{FF2B5EF4-FFF2-40B4-BE49-F238E27FC236}">
                  <a16:creationId xmlns:a16="http://schemas.microsoft.com/office/drawing/2014/main" id="{5E68048E-33AB-EDA3-9F28-4B93A21F4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2837" y="5410200"/>
              <a:ext cx="1190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05" name="Rectangle 68">
              <a:extLst>
                <a:ext uri="{FF2B5EF4-FFF2-40B4-BE49-F238E27FC236}">
                  <a16:creationId xmlns:a16="http://schemas.microsoft.com/office/drawing/2014/main" id="{3E05B508-4C3E-C3E0-8F26-86C58531A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2837" y="5133975"/>
              <a:ext cx="1952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-2.5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06" name="Rectangle 69">
              <a:extLst>
                <a:ext uri="{FF2B5EF4-FFF2-40B4-BE49-F238E27FC236}">
                  <a16:creationId xmlns:a16="http://schemas.microsoft.com/office/drawing/2014/main" id="{20A7AB92-C53B-9533-E641-883FFD6C8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2837" y="4856163"/>
              <a:ext cx="1190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07" name="Rectangle 70">
              <a:extLst>
                <a:ext uri="{FF2B5EF4-FFF2-40B4-BE49-F238E27FC236}">
                  <a16:creationId xmlns:a16="http://schemas.microsoft.com/office/drawing/2014/main" id="{C8EBBA75-C203-20F2-6A24-3EF56D83F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2837" y="4579938"/>
              <a:ext cx="1952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-1.5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08" name="Rectangle 71">
              <a:extLst>
                <a:ext uri="{FF2B5EF4-FFF2-40B4-BE49-F238E27FC236}">
                  <a16:creationId xmlns:a16="http://schemas.microsoft.com/office/drawing/2014/main" id="{A489A81D-C42E-0134-12BE-342042C93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2837" y="4303713"/>
              <a:ext cx="1190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09" name="Rectangle 72">
              <a:extLst>
                <a:ext uri="{FF2B5EF4-FFF2-40B4-BE49-F238E27FC236}">
                  <a16:creationId xmlns:a16="http://schemas.microsoft.com/office/drawing/2014/main" id="{E63CE8BD-C07E-8548-9CD8-7C6CDCD901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2837" y="4027488"/>
              <a:ext cx="1952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-0.5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10" name="Rectangle 73">
              <a:extLst>
                <a:ext uri="{FF2B5EF4-FFF2-40B4-BE49-F238E27FC236}">
                  <a16:creationId xmlns:a16="http://schemas.microsoft.com/office/drawing/2014/main" id="{5E60CED6-AF8C-5FCD-94A5-A613333EA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2837" y="3751263"/>
              <a:ext cx="90488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11" name="Rectangle 74">
              <a:extLst>
                <a:ext uri="{FF2B5EF4-FFF2-40B4-BE49-F238E27FC236}">
                  <a16:creationId xmlns:a16="http://schemas.microsoft.com/office/drawing/2014/main" id="{E7648B0A-1137-56E8-C254-5718A9245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2837" y="3473450"/>
              <a:ext cx="166688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3" name="Rectangle 75">
              <a:extLst>
                <a:ext uri="{FF2B5EF4-FFF2-40B4-BE49-F238E27FC236}">
                  <a16:creationId xmlns:a16="http://schemas.microsoft.com/office/drawing/2014/main" id="{179B704A-DBDB-4FF5-B160-5A1FD9B55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2837" y="3197225"/>
              <a:ext cx="90488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4" name="Rectangle 76">
              <a:extLst>
                <a:ext uri="{FF2B5EF4-FFF2-40B4-BE49-F238E27FC236}">
                  <a16:creationId xmlns:a16="http://schemas.microsoft.com/office/drawing/2014/main" id="{C97AFD27-2EEE-DD5C-51EA-781CF4566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2837" y="2921000"/>
              <a:ext cx="166688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5" name="Rectangle 77">
              <a:extLst>
                <a:ext uri="{FF2B5EF4-FFF2-40B4-BE49-F238E27FC236}">
                  <a16:creationId xmlns:a16="http://schemas.microsoft.com/office/drawing/2014/main" id="{60301661-9E29-7D96-A57C-38D5D3E7F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2837" y="2644775"/>
              <a:ext cx="90488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6" name="Rectangle 78">
              <a:extLst>
                <a:ext uri="{FF2B5EF4-FFF2-40B4-BE49-F238E27FC236}">
                  <a16:creationId xmlns:a16="http://schemas.microsoft.com/office/drawing/2014/main" id="{BE5F192A-FBC5-730B-4AE8-2B0EA9F07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2837" y="2368550"/>
              <a:ext cx="166688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7" name="Line 79">
              <a:extLst>
                <a:ext uri="{FF2B5EF4-FFF2-40B4-BE49-F238E27FC236}">
                  <a16:creationId xmlns:a16="http://schemas.microsoft.com/office/drawing/2014/main" id="{D8114C54-42F2-4AD7-1A04-A79EDCB10F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4250" y="2414588"/>
              <a:ext cx="10001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" name="Line 80">
              <a:extLst>
                <a:ext uri="{FF2B5EF4-FFF2-40B4-BE49-F238E27FC236}">
                  <a16:creationId xmlns:a16="http://schemas.microsoft.com/office/drawing/2014/main" id="{FB20196B-6664-1889-96C8-4E2CA5913D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4250" y="5457825"/>
              <a:ext cx="10001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3" name="Line 81">
              <a:extLst>
                <a:ext uri="{FF2B5EF4-FFF2-40B4-BE49-F238E27FC236}">
                  <a16:creationId xmlns:a16="http://schemas.microsoft.com/office/drawing/2014/main" id="{D467D16C-F126-090E-52D0-E1CB405E3D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4250" y="2414588"/>
              <a:ext cx="0" cy="3043238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4" name="Line 82">
              <a:extLst>
                <a:ext uri="{FF2B5EF4-FFF2-40B4-BE49-F238E27FC236}">
                  <a16:creationId xmlns:a16="http://schemas.microsoft.com/office/drawing/2014/main" id="{C185709A-07CC-C985-923E-E4860AD89F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4262" y="2414588"/>
              <a:ext cx="0" cy="3043238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5" name="Rectangle 83">
              <a:extLst>
                <a:ext uri="{FF2B5EF4-FFF2-40B4-BE49-F238E27FC236}">
                  <a16:creationId xmlns:a16="http://schemas.microsoft.com/office/drawing/2014/main" id="{C57127BB-919A-6C79-342D-2F469D998F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830388" y="5786438"/>
              <a:ext cx="2768600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bonedatabasesubroi pad=1 whiten=per view (subj wtd) marg=1 pxlmean 0 roimean 1 cosbell 1 gen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66" name="Rectangle 84">
              <a:extLst>
                <a:ext uri="{FF2B5EF4-FFF2-40B4-BE49-F238E27FC236}">
                  <a16:creationId xmlns:a16="http://schemas.microsoft.com/office/drawing/2014/main" id="{5F579898-9E75-789F-45DA-3E70FDC09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830388" y="5624513"/>
              <a:ext cx="452438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std (N=2 R=64)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4327" name="Group 4326">
            <a:extLst>
              <a:ext uri="{FF2B5EF4-FFF2-40B4-BE49-F238E27FC236}">
                <a16:creationId xmlns:a16="http://schemas.microsoft.com/office/drawing/2014/main" id="{ED9B601C-AC60-B516-0AC4-5BC49EFC8FCA}"/>
              </a:ext>
            </a:extLst>
          </p:cNvPr>
          <p:cNvGrpSpPr/>
          <p:nvPr/>
        </p:nvGrpSpPr>
        <p:grpSpPr>
          <a:xfrm>
            <a:off x="6259513" y="1881188"/>
            <a:ext cx="3717925" cy="3862387"/>
            <a:chOff x="6259513" y="1881188"/>
            <a:chExt cx="3717925" cy="3862387"/>
          </a:xfrm>
        </p:grpSpPr>
        <p:sp>
          <p:nvSpPr>
            <p:cNvPr id="4130" name="Line 91">
              <a:extLst>
                <a:ext uri="{FF2B5EF4-FFF2-40B4-BE49-F238E27FC236}">
                  <a16:creationId xmlns:a16="http://schemas.microsoft.com/office/drawing/2014/main" id="{B9E2433F-D286-8DE4-3DF5-ED0A36B570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5329238"/>
              <a:ext cx="32607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31" name="Line 92">
              <a:extLst>
                <a:ext uri="{FF2B5EF4-FFF2-40B4-BE49-F238E27FC236}">
                  <a16:creationId xmlns:a16="http://schemas.microsoft.com/office/drawing/2014/main" id="{BCCE3BA0-F8F6-9D60-0AE7-3EF31FE428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1881188"/>
              <a:ext cx="32607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32" name="Line 93">
              <a:extLst>
                <a:ext uri="{FF2B5EF4-FFF2-40B4-BE49-F238E27FC236}">
                  <a16:creationId xmlns:a16="http://schemas.microsoft.com/office/drawing/2014/main" id="{A9F3DA6D-41E1-7B7B-8A44-64E8200C36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10388" y="5294313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33" name="Line 94">
              <a:extLst>
                <a:ext uri="{FF2B5EF4-FFF2-40B4-BE49-F238E27FC236}">
                  <a16:creationId xmlns:a16="http://schemas.microsoft.com/office/drawing/2014/main" id="{C5F5A737-684C-51D4-0D21-D1C1AB9226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15375" y="5294313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34" name="Line 95">
              <a:extLst>
                <a:ext uri="{FF2B5EF4-FFF2-40B4-BE49-F238E27FC236}">
                  <a16:creationId xmlns:a16="http://schemas.microsoft.com/office/drawing/2014/main" id="{24EA3E87-089D-705A-8CA4-55976B9F9E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10388" y="1881188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35" name="Line 96">
              <a:extLst>
                <a:ext uri="{FF2B5EF4-FFF2-40B4-BE49-F238E27FC236}">
                  <a16:creationId xmlns:a16="http://schemas.microsoft.com/office/drawing/2014/main" id="{38294614-6E7E-BC2C-A116-4131AC1280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15375" y="1881188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36" name="Line 97">
              <a:extLst>
                <a:ext uri="{FF2B5EF4-FFF2-40B4-BE49-F238E27FC236}">
                  <a16:creationId xmlns:a16="http://schemas.microsoft.com/office/drawing/2014/main" id="{AB145C29-C41E-9122-6438-23AA8D2C1C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35763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37" name="Line 98">
              <a:extLst>
                <a:ext uri="{FF2B5EF4-FFF2-40B4-BE49-F238E27FC236}">
                  <a16:creationId xmlns:a16="http://schemas.microsoft.com/office/drawing/2014/main" id="{77D0FA2D-3957-65E4-8360-E1A63AC1C8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27838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38" name="Line 99">
              <a:extLst>
                <a:ext uri="{FF2B5EF4-FFF2-40B4-BE49-F238E27FC236}">
                  <a16:creationId xmlns:a16="http://schemas.microsoft.com/office/drawing/2014/main" id="{2D72F604-B8B6-54CA-DA92-1CE6988F31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910388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39" name="Line 100">
              <a:extLst>
                <a:ext uri="{FF2B5EF4-FFF2-40B4-BE49-F238E27FC236}">
                  <a16:creationId xmlns:a16="http://schemas.microsoft.com/office/drawing/2014/main" id="{246249DB-A867-406A-0C6E-C89A641E01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54900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40" name="Line 101">
              <a:extLst>
                <a:ext uri="{FF2B5EF4-FFF2-40B4-BE49-F238E27FC236}">
                  <a16:creationId xmlns:a16="http://schemas.microsoft.com/office/drawing/2014/main" id="{BB2E0A0A-69EB-4E06-06E0-C4ADB0EFF1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72400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41" name="Line 102">
              <a:extLst>
                <a:ext uri="{FF2B5EF4-FFF2-40B4-BE49-F238E27FC236}">
                  <a16:creationId xmlns:a16="http://schemas.microsoft.com/office/drawing/2014/main" id="{BEF6E147-CA1A-A4C4-0739-CE5F1358B4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97825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42" name="Line 103">
              <a:extLst>
                <a:ext uri="{FF2B5EF4-FFF2-40B4-BE49-F238E27FC236}">
                  <a16:creationId xmlns:a16="http://schemas.microsoft.com/office/drawing/2014/main" id="{D1BE6CD2-2F5F-91D6-2DE3-D6D55C5D64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72450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43" name="Line 104">
              <a:extLst>
                <a:ext uri="{FF2B5EF4-FFF2-40B4-BE49-F238E27FC236}">
                  <a16:creationId xmlns:a16="http://schemas.microsoft.com/office/drawing/2014/main" id="{F33042AC-CCFD-D809-1CF4-8CCC4A2648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15325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44" name="Line 105">
              <a:extLst>
                <a:ext uri="{FF2B5EF4-FFF2-40B4-BE49-F238E27FC236}">
                  <a16:creationId xmlns:a16="http://schemas.microsoft.com/office/drawing/2014/main" id="{E82EC787-CB07-8613-BF12-75FB90367D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35975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45" name="Line 106">
              <a:extLst>
                <a:ext uri="{FF2B5EF4-FFF2-40B4-BE49-F238E27FC236}">
                  <a16:creationId xmlns:a16="http://schemas.microsoft.com/office/drawing/2014/main" id="{B1371B30-693D-1C98-B19A-87D2F0F1DE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40750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46" name="Line 107">
              <a:extLst>
                <a:ext uri="{FF2B5EF4-FFF2-40B4-BE49-F238E27FC236}">
                  <a16:creationId xmlns:a16="http://schemas.microsoft.com/office/drawing/2014/main" id="{92D6DA63-1A4A-48AF-0D4F-534CCC44E1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32825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47" name="Line 108">
              <a:extLst>
                <a:ext uri="{FF2B5EF4-FFF2-40B4-BE49-F238E27FC236}">
                  <a16:creationId xmlns:a16="http://schemas.microsoft.com/office/drawing/2014/main" id="{ED748F0F-3B2F-2F61-16D8-A5F7F56E3E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15375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48" name="Line 109">
              <a:extLst>
                <a:ext uri="{FF2B5EF4-FFF2-40B4-BE49-F238E27FC236}">
                  <a16:creationId xmlns:a16="http://schemas.microsoft.com/office/drawing/2014/main" id="{D3ECCD7A-2CE6-DF44-0216-CF49DDFC68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59888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49" name="Line 110">
              <a:extLst>
                <a:ext uri="{FF2B5EF4-FFF2-40B4-BE49-F238E27FC236}">
                  <a16:creationId xmlns:a16="http://schemas.microsoft.com/office/drawing/2014/main" id="{7A8626E3-8A22-F0BC-C890-144A7325D1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77388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50" name="Line 111">
              <a:extLst>
                <a:ext uri="{FF2B5EF4-FFF2-40B4-BE49-F238E27FC236}">
                  <a16:creationId xmlns:a16="http://schemas.microsoft.com/office/drawing/2014/main" id="{A10297AF-BB14-D439-CEE9-A3EC219097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802813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51" name="Line 112">
              <a:extLst>
                <a:ext uri="{FF2B5EF4-FFF2-40B4-BE49-F238E27FC236}">
                  <a16:creationId xmlns:a16="http://schemas.microsoft.com/office/drawing/2014/main" id="{217C7CF3-0E51-382D-A52D-5374FB8661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977438" y="5311775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52" name="Line 113">
              <a:extLst>
                <a:ext uri="{FF2B5EF4-FFF2-40B4-BE49-F238E27FC236}">
                  <a16:creationId xmlns:a16="http://schemas.microsoft.com/office/drawing/2014/main" id="{6BD72AA4-537F-D1F5-D14D-F7FD1DC977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35763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53" name="Line 114">
              <a:extLst>
                <a:ext uri="{FF2B5EF4-FFF2-40B4-BE49-F238E27FC236}">
                  <a16:creationId xmlns:a16="http://schemas.microsoft.com/office/drawing/2014/main" id="{8DC67D9B-DFE6-AB80-8E8E-432EAB384E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27838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54" name="Line 115">
              <a:extLst>
                <a:ext uri="{FF2B5EF4-FFF2-40B4-BE49-F238E27FC236}">
                  <a16:creationId xmlns:a16="http://schemas.microsoft.com/office/drawing/2014/main" id="{D09ABCAC-D6C1-00D3-85C7-BE40C0C5AC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10388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55" name="Line 116">
              <a:extLst>
                <a:ext uri="{FF2B5EF4-FFF2-40B4-BE49-F238E27FC236}">
                  <a16:creationId xmlns:a16="http://schemas.microsoft.com/office/drawing/2014/main" id="{D1E03849-EC47-E582-E402-92CA896303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54900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56" name="Line 117">
              <a:extLst>
                <a:ext uri="{FF2B5EF4-FFF2-40B4-BE49-F238E27FC236}">
                  <a16:creationId xmlns:a16="http://schemas.microsoft.com/office/drawing/2014/main" id="{FCF56081-5D12-15DF-3E75-C218F12F35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72400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57" name="Line 118">
              <a:extLst>
                <a:ext uri="{FF2B5EF4-FFF2-40B4-BE49-F238E27FC236}">
                  <a16:creationId xmlns:a16="http://schemas.microsoft.com/office/drawing/2014/main" id="{5C3D36D8-A862-D6D6-B49F-B28F512E50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97825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58" name="Line 119">
              <a:extLst>
                <a:ext uri="{FF2B5EF4-FFF2-40B4-BE49-F238E27FC236}">
                  <a16:creationId xmlns:a16="http://schemas.microsoft.com/office/drawing/2014/main" id="{D3826164-B5C0-C6FA-9409-5176AB214A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72450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59" name="Line 120">
              <a:extLst>
                <a:ext uri="{FF2B5EF4-FFF2-40B4-BE49-F238E27FC236}">
                  <a16:creationId xmlns:a16="http://schemas.microsoft.com/office/drawing/2014/main" id="{CF2711E5-D06B-3489-CA23-4A2AF028B9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15325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60" name="Line 121">
              <a:extLst>
                <a:ext uri="{FF2B5EF4-FFF2-40B4-BE49-F238E27FC236}">
                  <a16:creationId xmlns:a16="http://schemas.microsoft.com/office/drawing/2014/main" id="{6A2F414D-FFFB-0583-C7DF-71EAB9AE58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35975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61" name="Line 122">
              <a:extLst>
                <a:ext uri="{FF2B5EF4-FFF2-40B4-BE49-F238E27FC236}">
                  <a16:creationId xmlns:a16="http://schemas.microsoft.com/office/drawing/2014/main" id="{271F529A-362F-8D7D-DA56-1281B1E7C4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40750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62" name="Line 123">
              <a:extLst>
                <a:ext uri="{FF2B5EF4-FFF2-40B4-BE49-F238E27FC236}">
                  <a16:creationId xmlns:a16="http://schemas.microsoft.com/office/drawing/2014/main" id="{8EA7EE7D-579C-E30A-3B89-9472C7E490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32825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63" name="Line 124">
              <a:extLst>
                <a:ext uri="{FF2B5EF4-FFF2-40B4-BE49-F238E27FC236}">
                  <a16:creationId xmlns:a16="http://schemas.microsoft.com/office/drawing/2014/main" id="{E4F9E94B-CE30-5EBF-D8AE-5F3AE152EC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15375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64" name="Line 125">
              <a:extLst>
                <a:ext uri="{FF2B5EF4-FFF2-40B4-BE49-F238E27FC236}">
                  <a16:creationId xmlns:a16="http://schemas.microsoft.com/office/drawing/2014/main" id="{560D84D7-0621-FA66-DA24-DDDCBBDC03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59888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65" name="Line 126">
              <a:extLst>
                <a:ext uri="{FF2B5EF4-FFF2-40B4-BE49-F238E27FC236}">
                  <a16:creationId xmlns:a16="http://schemas.microsoft.com/office/drawing/2014/main" id="{414D2388-28CA-B50D-A606-9EEE64B380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77388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66" name="Line 127">
              <a:extLst>
                <a:ext uri="{FF2B5EF4-FFF2-40B4-BE49-F238E27FC236}">
                  <a16:creationId xmlns:a16="http://schemas.microsoft.com/office/drawing/2014/main" id="{5BABBEDE-29DC-0133-1229-017D9225E5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02813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67" name="Line 128">
              <a:extLst>
                <a:ext uri="{FF2B5EF4-FFF2-40B4-BE49-F238E27FC236}">
                  <a16:creationId xmlns:a16="http://schemas.microsoft.com/office/drawing/2014/main" id="{BCDAEC2E-09A8-06EB-450F-126DF49C3A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77438" y="1881188"/>
              <a:ext cx="0" cy="17462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68" name="Rectangle 129">
              <a:extLst>
                <a:ext uri="{FF2B5EF4-FFF2-40B4-BE49-F238E27FC236}">
                  <a16:creationId xmlns:a16="http://schemas.microsoft.com/office/drawing/2014/main" id="{AAEFC1DF-DED7-41B8-82BE-F5EB11BDC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0063" y="5376863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69" name="Rectangle 130">
              <a:extLst>
                <a:ext uri="{FF2B5EF4-FFF2-40B4-BE49-F238E27FC236}">
                  <a16:creationId xmlns:a16="http://schemas.microsoft.com/office/drawing/2014/main" id="{9AF4B106-6BED-D212-681F-C3C52654F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1500" y="5357813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70" name="Rectangle 131">
              <a:extLst>
                <a:ext uri="{FF2B5EF4-FFF2-40B4-BE49-F238E27FC236}">
                  <a16:creationId xmlns:a16="http://schemas.microsoft.com/office/drawing/2014/main" id="{0BC3F058-598E-F4BB-6996-FE732348D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51875" y="5376863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71" name="Rectangle 132">
              <a:extLst>
                <a:ext uri="{FF2B5EF4-FFF2-40B4-BE49-F238E27FC236}">
                  <a16:creationId xmlns:a16="http://schemas.microsoft.com/office/drawing/2014/main" id="{F1233CA1-19AB-6382-1CF5-7A72776A8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3313" y="5357813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72" name="Rectangle 133">
              <a:extLst>
                <a:ext uri="{FF2B5EF4-FFF2-40B4-BE49-F238E27FC236}">
                  <a16:creationId xmlns:a16="http://schemas.microsoft.com/office/drawing/2014/main" id="{1928B682-82C4-1883-1182-D4DEE199E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2275" y="5467350"/>
              <a:ext cx="728662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cycles per pixel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73" name="Line 134">
              <a:extLst>
                <a:ext uri="{FF2B5EF4-FFF2-40B4-BE49-F238E27FC236}">
                  <a16:creationId xmlns:a16="http://schemas.microsoft.com/office/drawing/2014/main" id="{C76B464E-E910-08E6-9E81-5A8D32975B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16713" y="1881188"/>
              <a:ext cx="0" cy="34480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74" name="Line 135">
              <a:extLst>
                <a:ext uri="{FF2B5EF4-FFF2-40B4-BE49-F238E27FC236}">
                  <a16:creationId xmlns:a16="http://schemas.microsoft.com/office/drawing/2014/main" id="{77FE9821-C422-69C6-2662-895BE0651A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977438" y="1881188"/>
              <a:ext cx="0" cy="34480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75" name="Line 136">
              <a:extLst>
                <a:ext uri="{FF2B5EF4-FFF2-40B4-BE49-F238E27FC236}">
                  <a16:creationId xmlns:a16="http://schemas.microsoft.com/office/drawing/2014/main" id="{F8E312D0-6AE8-7941-2C3B-7F13367DE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5329238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76" name="Line 137">
              <a:extLst>
                <a:ext uri="{FF2B5EF4-FFF2-40B4-BE49-F238E27FC236}">
                  <a16:creationId xmlns:a16="http://schemas.microsoft.com/office/drawing/2014/main" id="{8481090C-9D4E-213E-67F8-F14FC6E9E3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702175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77" name="Line 138">
              <a:extLst>
                <a:ext uri="{FF2B5EF4-FFF2-40B4-BE49-F238E27FC236}">
                  <a16:creationId xmlns:a16="http://schemas.microsoft.com/office/drawing/2014/main" id="{0D7180B5-6C00-189E-4015-7FF5416B02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075113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78" name="Line 139">
              <a:extLst>
                <a:ext uri="{FF2B5EF4-FFF2-40B4-BE49-F238E27FC236}">
                  <a16:creationId xmlns:a16="http://schemas.microsoft.com/office/drawing/2014/main" id="{A77CED26-8CAA-EF37-5FB5-72944D5397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448050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79" name="Line 140">
              <a:extLst>
                <a:ext uri="{FF2B5EF4-FFF2-40B4-BE49-F238E27FC236}">
                  <a16:creationId xmlns:a16="http://schemas.microsoft.com/office/drawing/2014/main" id="{3BC78D0E-34B3-B6FA-BC7D-6E6F2C2E09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820988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80" name="Line 141">
              <a:extLst>
                <a:ext uri="{FF2B5EF4-FFF2-40B4-BE49-F238E27FC236}">
                  <a16:creationId xmlns:a16="http://schemas.microsoft.com/office/drawing/2014/main" id="{84569771-7015-EB26-D6FD-C6CD3F34A9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195513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81" name="Line 142">
              <a:extLst>
                <a:ext uri="{FF2B5EF4-FFF2-40B4-BE49-F238E27FC236}">
                  <a16:creationId xmlns:a16="http://schemas.microsoft.com/office/drawing/2014/main" id="{9A473CCB-4916-04DE-AF34-2361D437C1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42513" y="5329238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82" name="Line 143">
              <a:extLst>
                <a:ext uri="{FF2B5EF4-FFF2-40B4-BE49-F238E27FC236}">
                  <a16:creationId xmlns:a16="http://schemas.microsoft.com/office/drawing/2014/main" id="{95A37312-0416-9AC0-4956-E4C597CB72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42513" y="4702175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83" name="Line 144">
              <a:extLst>
                <a:ext uri="{FF2B5EF4-FFF2-40B4-BE49-F238E27FC236}">
                  <a16:creationId xmlns:a16="http://schemas.microsoft.com/office/drawing/2014/main" id="{94404DD9-21F4-31CF-DC06-525C7C81E4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42513" y="4075113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84" name="Line 145">
              <a:extLst>
                <a:ext uri="{FF2B5EF4-FFF2-40B4-BE49-F238E27FC236}">
                  <a16:creationId xmlns:a16="http://schemas.microsoft.com/office/drawing/2014/main" id="{163CA2FF-0652-EC8D-B28B-36B80A68A9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42513" y="3448050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85" name="Line 146">
              <a:extLst>
                <a:ext uri="{FF2B5EF4-FFF2-40B4-BE49-F238E27FC236}">
                  <a16:creationId xmlns:a16="http://schemas.microsoft.com/office/drawing/2014/main" id="{2FB355BE-13BC-8688-97C9-421D58F842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42513" y="2820988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86" name="Line 147">
              <a:extLst>
                <a:ext uri="{FF2B5EF4-FFF2-40B4-BE49-F238E27FC236}">
                  <a16:creationId xmlns:a16="http://schemas.microsoft.com/office/drawing/2014/main" id="{28FDD2A9-44EF-D2A4-0504-D7457FAE5B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42513" y="2195513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87" name="Line 148">
              <a:extLst>
                <a:ext uri="{FF2B5EF4-FFF2-40B4-BE49-F238E27FC236}">
                  <a16:creationId xmlns:a16="http://schemas.microsoft.com/office/drawing/2014/main" id="{70D16426-313F-1C83-2A16-94E33DF30A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53292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88" name="Line 149">
              <a:extLst>
                <a:ext uri="{FF2B5EF4-FFF2-40B4-BE49-F238E27FC236}">
                  <a16:creationId xmlns:a16="http://schemas.microsoft.com/office/drawing/2014/main" id="{D9AABE66-2199-E681-0029-3543DDF266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51403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89" name="Line 150">
              <a:extLst>
                <a:ext uri="{FF2B5EF4-FFF2-40B4-BE49-F238E27FC236}">
                  <a16:creationId xmlns:a16="http://schemas.microsoft.com/office/drawing/2014/main" id="{88CB704F-5998-CE1A-1B83-E95AB66BE4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50292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0" name="Line 151">
              <a:extLst>
                <a:ext uri="{FF2B5EF4-FFF2-40B4-BE49-F238E27FC236}">
                  <a16:creationId xmlns:a16="http://schemas.microsoft.com/office/drawing/2014/main" id="{C73E79F1-EC9D-3649-6BF3-1E7524B437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9514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1" name="Line 152">
              <a:extLst>
                <a:ext uri="{FF2B5EF4-FFF2-40B4-BE49-F238E27FC236}">
                  <a16:creationId xmlns:a16="http://schemas.microsoft.com/office/drawing/2014/main" id="{030215C7-445F-370A-3578-3992DD0AE8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8910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2" name="Line 153">
              <a:extLst>
                <a:ext uri="{FF2B5EF4-FFF2-40B4-BE49-F238E27FC236}">
                  <a16:creationId xmlns:a16="http://schemas.microsoft.com/office/drawing/2014/main" id="{D5D6B4AE-357A-A93C-A016-2E0BE85A10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8418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3" name="Line 154">
              <a:extLst>
                <a:ext uri="{FF2B5EF4-FFF2-40B4-BE49-F238E27FC236}">
                  <a16:creationId xmlns:a16="http://schemas.microsoft.com/office/drawing/2014/main" id="{7E055B67-5E17-8069-B50A-ADACFD24FA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7990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4" name="Line 155">
              <a:extLst>
                <a:ext uri="{FF2B5EF4-FFF2-40B4-BE49-F238E27FC236}">
                  <a16:creationId xmlns:a16="http://schemas.microsoft.com/office/drawing/2014/main" id="{7F31E169-1049-DD0A-B8B9-799E664E04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7625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5" name="Line 156">
              <a:extLst>
                <a:ext uri="{FF2B5EF4-FFF2-40B4-BE49-F238E27FC236}">
                  <a16:creationId xmlns:a16="http://schemas.microsoft.com/office/drawing/2014/main" id="{6D0C505C-B673-46E6-3BD4-463CBA1BB7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7307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6" name="Line 157">
              <a:extLst>
                <a:ext uri="{FF2B5EF4-FFF2-40B4-BE49-F238E27FC236}">
                  <a16:creationId xmlns:a16="http://schemas.microsoft.com/office/drawing/2014/main" id="{0AD3A90B-26AE-E19C-24A1-F084FBBA1C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7021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7" name="Line 158">
              <a:extLst>
                <a:ext uri="{FF2B5EF4-FFF2-40B4-BE49-F238E27FC236}">
                  <a16:creationId xmlns:a16="http://schemas.microsoft.com/office/drawing/2014/main" id="{FF27EF7B-BCCF-4B71-9D35-A2B66668E6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5132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8" name="Line 159">
              <a:extLst>
                <a:ext uri="{FF2B5EF4-FFF2-40B4-BE49-F238E27FC236}">
                  <a16:creationId xmlns:a16="http://schemas.microsoft.com/office/drawing/2014/main" id="{E8EF8925-5A1B-B4F6-E644-904BF33F49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4037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99" name="Line 160">
              <a:extLst>
                <a:ext uri="{FF2B5EF4-FFF2-40B4-BE49-F238E27FC236}">
                  <a16:creationId xmlns:a16="http://schemas.microsoft.com/office/drawing/2014/main" id="{DD0CC36E-BE6F-8E32-B49E-D09C1701E0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3243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0" name="Line 161">
              <a:extLst>
                <a:ext uri="{FF2B5EF4-FFF2-40B4-BE49-F238E27FC236}">
                  <a16:creationId xmlns:a16="http://schemas.microsoft.com/office/drawing/2014/main" id="{6B0A7E79-74B3-4508-EA3A-2AF8E44E18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2640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1" name="Line 162">
              <a:extLst>
                <a:ext uri="{FF2B5EF4-FFF2-40B4-BE49-F238E27FC236}">
                  <a16:creationId xmlns:a16="http://schemas.microsoft.com/office/drawing/2014/main" id="{960F9CE7-484B-D726-B936-2C7B6D8F4C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2148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2" name="Line 163">
              <a:extLst>
                <a:ext uri="{FF2B5EF4-FFF2-40B4-BE49-F238E27FC236}">
                  <a16:creationId xmlns:a16="http://schemas.microsoft.com/office/drawing/2014/main" id="{3D27956A-0E5C-3410-FF44-864DDDA2BE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1719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3" name="Line 164">
              <a:extLst>
                <a:ext uri="{FF2B5EF4-FFF2-40B4-BE49-F238E27FC236}">
                  <a16:creationId xmlns:a16="http://schemas.microsoft.com/office/drawing/2014/main" id="{D4CD5629-396D-AECD-0784-95E89C2774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1354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4" name="Line 165">
              <a:extLst>
                <a:ext uri="{FF2B5EF4-FFF2-40B4-BE49-F238E27FC236}">
                  <a16:creationId xmlns:a16="http://schemas.microsoft.com/office/drawing/2014/main" id="{33533D97-375A-8341-5276-D860A25D59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1036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5" name="Line 166">
              <a:extLst>
                <a:ext uri="{FF2B5EF4-FFF2-40B4-BE49-F238E27FC236}">
                  <a16:creationId xmlns:a16="http://schemas.microsoft.com/office/drawing/2014/main" id="{BF957560-E7BD-335E-E475-D9B14764C3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40751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6" name="Line 167">
              <a:extLst>
                <a:ext uri="{FF2B5EF4-FFF2-40B4-BE49-F238E27FC236}">
                  <a16:creationId xmlns:a16="http://schemas.microsoft.com/office/drawing/2014/main" id="{5C79A8CB-9D64-2519-E6A5-87ABC35AE1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8862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7" name="Line 168">
              <a:extLst>
                <a:ext uri="{FF2B5EF4-FFF2-40B4-BE49-F238E27FC236}">
                  <a16:creationId xmlns:a16="http://schemas.microsoft.com/office/drawing/2014/main" id="{7D596A2F-5C0D-B3F9-72B8-8BF62C2190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7766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8" name="Line 169">
              <a:extLst>
                <a:ext uri="{FF2B5EF4-FFF2-40B4-BE49-F238E27FC236}">
                  <a16:creationId xmlns:a16="http://schemas.microsoft.com/office/drawing/2014/main" id="{48FFFE46-0F93-CE07-1E0E-79D8702D96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6988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09" name="Line 170">
              <a:extLst>
                <a:ext uri="{FF2B5EF4-FFF2-40B4-BE49-F238E27FC236}">
                  <a16:creationId xmlns:a16="http://schemas.microsoft.com/office/drawing/2014/main" id="{75637149-3C76-31FE-3D47-FFD8E4B607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6369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10" name="Line 171">
              <a:extLst>
                <a:ext uri="{FF2B5EF4-FFF2-40B4-BE49-F238E27FC236}">
                  <a16:creationId xmlns:a16="http://schemas.microsoft.com/office/drawing/2014/main" id="{690BFBE0-8F8D-F2B4-C779-CBEF714408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5877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11" name="Line 172">
              <a:extLst>
                <a:ext uri="{FF2B5EF4-FFF2-40B4-BE49-F238E27FC236}">
                  <a16:creationId xmlns:a16="http://schemas.microsoft.com/office/drawing/2014/main" id="{F5425529-6D2A-F1AF-303E-9272BCC33D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5448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12" name="Line 173">
              <a:extLst>
                <a:ext uri="{FF2B5EF4-FFF2-40B4-BE49-F238E27FC236}">
                  <a16:creationId xmlns:a16="http://schemas.microsoft.com/office/drawing/2014/main" id="{5E299B9F-BF5A-5A31-7CDA-4765763500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5099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13" name="Line 174">
              <a:extLst>
                <a:ext uri="{FF2B5EF4-FFF2-40B4-BE49-F238E27FC236}">
                  <a16:creationId xmlns:a16="http://schemas.microsoft.com/office/drawing/2014/main" id="{161177DE-84AE-A995-A7B2-1261B07DCC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4766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14" name="Line 175">
              <a:extLst>
                <a:ext uri="{FF2B5EF4-FFF2-40B4-BE49-F238E27FC236}">
                  <a16:creationId xmlns:a16="http://schemas.microsoft.com/office/drawing/2014/main" id="{DE785B58-0E30-B796-67CF-453240E163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4480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15" name="Line 176">
              <a:extLst>
                <a:ext uri="{FF2B5EF4-FFF2-40B4-BE49-F238E27FC236}">
                  <a16:creationId xmlns:a16="http://schemas.microsoft.com/office/drawing/2014/main" id="{DDD2835D-32B6-B941-2360-EBFE7699AD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2607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16" name="Line 177">
              <a:extLst>
                <a:ext uri="{FF2B5EF4-FFF2-40B4-BE49-F238E27FC236}">
                  <a16:creationId xmlns:a16="http://schemas.microsoft.com/office/drawing/2014/main" id="{9D58B83F-361B-349A-D639-85813A5FE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1496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17" name="Line 178">
              <a:extLst>
                <a:ext uri="{FF2B5EF4-FFF2-40B4-BE49-F238E27FC236}">
                  <a16:creationId xmlns:a16="http://schemas.microsoft.com/office/drawing/2014/main" id="{85D3ED43-B5A7-3BBB-D5F2-D086FD6621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0718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18" name="Line 179">
              <a:extLst>
                <a:ext uri="{FF2B5EF4-FFF2-40B4-BE49-F238E27FC236}">
                  <a16:creationId xmlns:a16="http://schemas.microsoft.com/office/drawing/2014/main" id="{CA1E576C-C23E-63E4-8C86-029F838BCC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0099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19" name="Line 180">
              <a:extLst>
                <a:ext uri="{FF2B5EF4-FFF2-40B4-BE49-F238E27FC236}">
                  <a16:creationId xmlns:a16="http://schemas.microsoft.com/office/drawing/2014/main" id="{85ED59CC-B875-E26A-BEEB-8921611D5C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9606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20" name="Line 181">
              <a:extLst>
                <a:ext uri="{FF2B5EF4-FFF2-40B4-BE49-F238E27FC236}">
                  <a16:creationId xmlns:a16="http://schemas.microsoft.com/office/drawing/2014/main" id="{A742BE35-9E4F-CCE0-C615-B38964AAA7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9194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21" name="Line 182">
              <a:extLst>
                <a:ext uri="{FF2B5EF4-FFF2-40B4-BE49-F238E27FC236}">
                  <a16:creationId xmlns:a16="http://schemas.microsoft.com/office/drawing/2014/main" id="{4D1E0024-B248-BE74-A63F-0C6B695F0C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8829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22" name="Line 183">
              <a:extLst>
                <a:ext uri="{FF2B5EF4-FFF2-40B4-BE49-F238E27FC236}">
                  <a16:creationId xmlns:a16="http://schemas.microsoft.com/office/drawing/2014/main" id="{16B6A8C0-B81F-A262-6D76-DD2350F71B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8511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23" name="Line 184">
              <a:extLst>
                <a:ext uri="{FF2B5EF4-FFF2-40B4-BE49-F238E27FC236}">
                  <a16:creationId xmlns:a16="http://schemas.microsoft.com/office/drawing/2014/main" id="{EC46FD5D-F3E2-C5A4-DFC2-748B980F4C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8209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24" name="Line 185">
              <a:extLst>
                <a:ext uri="{FF2B5EF4-FFF2-40B4-BE49-F238E27FC236}">
                  <a16:creationId xmlns:a16="http://schemas.microsoft.com/office/drawing/2014/main" id="{15C74F33-E4BA-9E5A-F829-AE401EC8AF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6336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25" name="Line 186">
              <a:extLst>
                <a:ext uri="{FF2B5EF4-FFF2-40B4-BE49-F238E27FC236}">
                  <a16:creationId xmlns:a16="http://schemas.microsoft.com/office/drawing/2014/main" id="{D50C4724-384A-D6E2-1BEC-A2E8035A14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5225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26" name="Line 187">
              <a:extLst>
                <a:ext uri="{FF2B5EF4-FFF2-40B4-BE49-F238E27FC236}">
                  <a16:creationId xmlns:a16="http://schemas.microsoft.com/office/drawing/2014/main" id="{7065F539-7C68-AE1D-DE10-C23BD2BCAE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4447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27" name="Line 188">
              <a:extLst>
                <a:ext uri="{FF2B5EF4-FFF2-40B4-BE49-F238E27FC236}">
                  <a16:creationId xmlns:a16="http://schemas.microsoft.com/office/drawing/2014/main" id="{9CF17454-A5AE-B124-6FD2-31CBB0F9EE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3828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28" name="Line 189">
              <a:extLst>
                <a:ext uri="{FF2B5EF4-FFF2-40B4-BE49-F238E27FC236}">
                  <a16:creationId xmlns:a16="http://schemas.microsoft.com/office/drawing/2014/main" id="{74660458-B449-D3A2-1DDD-B48620D73E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3336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29" name="Line 190">
              <a:extLst>
                <a:ext uri="{FF2B5EF4-FFF2-40B4-BE49-F238E27FC236}">
                  <a16:creationId xmlns:a16="http://schemas.microsoft.com/office/drawing/2014/main" id="{C2FBDF2E-12EA-9D79-31C4-AFCAFA2639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2923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30" name="Line 191">
              <a:extLst>
                <a:ext uri="{FF2B5EF4-FFF2-40B4-BE49-F238E27FC236}">
                  <a16:creationId xmlns:a16="http://schemas.microsoft.com/office/drawing/2014/main" id="{8E7A3E14-38B3-9AE9-223B-BA9179EAA6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2558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31" name="Line 192">
              <a:extLst>
                <a:ext uri="{FF2B5EF4-FFF2-40B4-BE49-F238E27FC236}">
                  <a16:creationId xmlns:a16="http://schemas.microsoft.com/office/drawing/2014/main" id="{364D215C-79AB-A083-418F-BB65490D6D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2240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32" name="Line 193">
              <a:extLst>
                <a:ext uri="{FF2B5EF4-FFF2-40B4-BE49-F238E27FC236}">
                  <a16:creationId xmlns:a16="http://schemas.microsoft.com/office/drawing/2014/main" id="{A59CB5B3-40DE-80B6-DCF2-F8C99BA8B2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1955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33" name="Line 194">
              <a:extLst>
                <a:ext uri="{FF2B5EF4-FFF2-40B4-BE49-F238E27FC236}">
                  <a16:creationId xmlns:a16="http://schemas.microsoft.com/office/drawing/2014/main" id="{FF15D3A9-5A2E-4D22-C9D4-E77F05C283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0066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34" name="Line 195">
              <a:extLst>
                <a:ext uri="{FF2B5EF4-FFF2-40B4-BE49-F238E27FC236}">
                  <a16:creationId xmlns:a16="http://schemas.microsoft.com/office/drawing/2014/main" id="{29EB52C3-5E5C-D0AB-B345-2E045C25BA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18954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35" name="Line 196">
              <a:extLst>
                <a:ext uri="{FF2B5EF4-FFF2-40B4-BE49-F238E27FC236}">
                  <a16:creationId xmlns:a16="http://schemas.microsoft.com/office/drawing/2014/main" id="{15F81A0C-43CA-A0A7-C5E1-2E3FDC97A5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53292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36" name="Line 197">
              <a:extLst>
                <a:ext uri="{FF2B5EF4-FFF2-40B4-BE49-F238E27FC236}">
                  <a16:creationId xmlns:a16="http://schemas.microsoft.com/office/drawing/2014/main" id="{5C132552-3872-4728-2431-62F8C05745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51403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37" name="Line 198">
              <a:extLst>
                <a:ext uri="{FF2B5EF4-FFF2-40B4-BE49-F238E27FC236}">
                  <a16:creationId xmlns:a16="http://schemas.microsoft.com/office/drawing/2014/main" id="{8774B478-646F-DCFF-459C-902BDE0E5B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50292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38" name="Line 199">
              <a:extLst>
                <a:ext uri="{FF2B5EF4-FFF2-40B4-BE49-F238E27FC236}">
                  <a16:creationId xmlns:a16="http://schemas.microsoft.com/office/drawing/2014/main" id="{F5344DC4-9270-E931-2521-F25D2D295C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9514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39" name="Line 200">
              <a:extLst>
                <a:ext uri="{FF2B5EF4-FFF2-40B4-BE49-F238E27FC236}">
                  <a16:creationId xmlns:a16="http://schemas.microsoft.com/office/drawing/2014/main" id="{CA3EB0C2-8442-E289-F176-BD31AB202C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8910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40" name="Line 201">
              <a:extLst>
                <a:ext uri="{FF2B5EF4-FFF2-40B4-BE49-F238E27FC236}">
                  <a16:creationId xmlns:a16="http://schemas.microsoft.com/office/drawing/2014/main" id="{AC7D4057-7FB0-8A34-B12F-DB5DDED841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8418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41" name="Line 202">
              <a:extLst>
                <a:ext uri="{FF2B5EF4-FFF2-40B4-BE49-F238E27FC236}">
                  <a16:creationId xmlns:a16="http://schemas.microsoft.com/office/drawing/2014/main" id="{8A63BCD6-7E16-6559-AC85-4BC779CEDF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7990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42" name="Line 203">
              <a:extLst>
                <a:ext uri="{FF2B5EF4-FFF2-40B4-BE49-F238E27FC236}">
                  <a16:creationId xmlns:a16="http://schemas.microsoft.com/office/drawing/2014/main" id="{F8955E45-C30C-A8C2-AD61-69650745DB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7625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43" name="Line 204">
              <a:extLst>
                <a:ext uri="{FF2B5EF4-FFF2-40B4-BE49-F238E27FC236}">
                  <a16:creationId xmlns:a16="http://schemas.microsoft.com/office/drawing/2014/main" id="{3F520066-7051-008C-5DE6-AEA9ED3D90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7307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44" name="Line 205">
              <a:extLst>
                <a:ext uri="{FF2B5EF4-FFF2-40B4-BE49-F238E27FC236}">
                  <a16:creationId xmlns:a16="http://schemas.microsoft.com/office/drawing/2014/main" id="{64831DAA-EFE6-B74A-451A-C8DB1BD256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7021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45" name="Line 206">
              <a:extLst>
                <a:ext uri="{FF2B5EF4-FFF2-40B4-BE49-F238E27FC236}">
                  <a16:creationId xmlns:a16="http://schemas.microsoft.com/office/drawing/2014/main" id="{C5579D8F-830B-0C29-A98E-C7AD1F2697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5132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46" name="Line 207">
              <a:extLst>
                <a:ext uri="{FF2B5EF4-FFF2-40B4-BE49-F238E27FC236}">
                  <a16:creationId xmlns:a16="http://schemas.microsoft.com/office/drawing/2014/main" id="{8DCF16A7-D013-572D-3AFE-D56494F9ED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4037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47" name="Line 208">
              <a:extLst>
                <a:ext uri="{FF2B5EF4-FFF2-40B4-BE49-F238E27FC236}">
                  <a16:creationId xmlns:a16="http://schemas.microsoft.com/office/drawing/2014/main" id="{4A1A7254-4A03-6848-034F-B86B1161E8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3243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48" name="Line 209">
              <a:extLst>
                <a:ext uri="{FF2B5EF4-FFF2-40B4-BE49-F238E27FC236}">
                  <a16:creationId xmlns:a16="http://schemas.microsoft.com/office/drawing/2014/main" id="{77A9E355-DD35-6ECD-C409-B6BE6D48AF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2640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49" name="Line 210">
              <a:extLst>
                <a:ext uri="{FF2B5EF4-FFF2-40B4-BE49-F238E27FC236}">
                  <a16:creationId xmlns:a16="http://schemas.microsoft.com/office/drawing/2014/main" id="{F7686408-6692-0394-1341-8A04BBC7FB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2148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50" name="Line 211">
              <a:extLst>
                <a:ext uri="{FF2B5EF4-FFF2-40B4-BE49-F238E27FC236}">
                  <a16:creationId xmlns:a16="http://schemas.microsoft.com/office/drawing/2014/main" id="{AB4B601D-4836-F502-455A-E2D81DCFAF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1719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51" name="Line 212">
              <a:extLst>
                <a:ext uri="{FF2B5EF4-FFF2-40B4-BE49-F238E27FC236}">
                  <a16:creationId xmlns:a16="http://schemas.microsoft.com/office/drawing/2014/main" id="{11FA6E88-E622-5C1D-B9C1-589374A105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1354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52" name="Line 213">
              <a:extLst>
                <a:ext uri="{FF2B5EF4-FFF2-40B4-BE49-F238E27FC236}">
                  <a16:creationId xmlns:a16="http://schemas.microsoft.com/office/drawing/2014/main" id="{51F2A22D-D970-BB34-AE31-5B2AD9D1BE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1036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53" name="Line 214">
              <a:extLst>
                <a:ext uri="{FF2B5EF4-FFF2-40B4-BE49-F238E27FC236}">
                  <a16:creationId xmlns:a16="http://schemas.microsoft.com/office/drawing/2014/main" id="{C6015964-8811-A482-9523-EC1D1DB83D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40751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54" name="Line 215">
              <a:extLst>
                <a:ext uri="{FF2B5EF4-FFF2-40B4-BE49-F238E27FC236}">
                  <a16:creationId xmlns:a16="http://schemas.microsoft.com/office/drawing/2014/main" id="{11CC39A3-ECFB-96B2-7C2E-A3DF523AC5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38862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55" name="Line 216">
              <a:extLst>
                <a:ext uri="{FF2B5EF4-FFF2-40B4-BE49-F238E27FC236}">
                  <a16:creationId xmlns:a16="http://schemas.microsoft.com/office/drawing/2014/main" id="{0EC1FF2D-537F-2104-2DAD-E52B546668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37766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56" name="Line 217">
              <a:extLst>
                <a:ext uri="{FF2B5EF4-FFF2-40B4-BE49-F238E27FC236}">
                  <a16:creationId xmlns:a16="http://schemas.microsoft.com/office/drawing/2014/main" id="{6F8BF3FA-EE47-1294-85C5-18390614A4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36988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57" name="Line 218">
              <a:extLst>
                <a:ext uri="{FF2B5EF4-FFF2-40B4-BE49-F238E27FC236}">
                  <a16:creationId xmlns:a16="http://schemas.microsoft.com/office/drawing/2014/main" id="{F2448763-52AF-C498-08C8-E012BF7910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36369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58" name="Line 219">
              <a:extLst>
                <a:ext uri="{FF2B5EF4-FFF2-40B4-BE49-F238E27FC236}">
                  <a16:creationId xmlns:a16="http://schemas.microsoft.com/office/drawing/2014/main" id="{7F92BEE8-0EB0-E758-98F8-7EAAB6B42F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35877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59" name="Line 220">
              <a:extLst>
                <a:ext uri="{FF2B5EF4-FFF2-40B4-BE49-F238E27FC236}">
                  <a16:creationId xmlns:a16="http://schemas.microsoft.com/office/drawing/2014/main" id="{B9F59C9B-3CEA-31EA-3ED4-A656E10BD8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35448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60" name="Line 221">
              <a:extLst>
                <a:ext uri="{FF2B5EF4-FFF2-40B4-BE49-F238E27FC236}">
                  <a16:creationId xmlns:a16="http://schemas.microsoft.com/office/drawing/2014/main" id="{121E07AA-8DFA-F9B3-92EA-84451A9AE8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35099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61" name="Line 222">
              <a:extLst>
                <a:ext uri="{FF2B5EF4-FFF2-40B4-BE49-F238E27FC236}">
                  <a16:creationId xmlns:a16="http://schemas.microsoft.com/office/drawing/2014/main" id="{D1753E06-A5DD-D2CB-D4A5-A7F7A45DE7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34766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62" name="Line 223">
              <a:extLst>
                <a:ext uri="{FF2B5EF4-FFF2-40B4-BE49-F238E27FC236}">
                  <a16:creationId xmlns:a16="http://schemas.microsoft.com/office/drawing/2014/main" id="{131ACAE3-34C6-20CF-E61F-1B66698D8D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34480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63" name="Line 224">
              <a:extLst>
                <a:ext uri="{FF2B5EF4-FFF2-40B4-BE49-F238E27FC236}">
                  <a16:creationId xmlns:a16="http://schemas.microsoft.com/office/drawing/2014/main" id="{88D68AAB-F048-E9C0-1563-43804D06FD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32607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64" name="Line 225">
              <a:extLst>
                <a:ext uri="{FF2B5EF4-FFF2-40B4-BE49-F238E27FC236}">
                  <a16:creationId xmlns:a16="http://schemas.microsoft.com/office/drawing/2014/main" id="{00C64FCD-E87B-C6E4-661F-82544D757D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31496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65" name="Line 226">
              <a:extLst>
                <a:ext uri="{FF2B5EF4-FFF2-40B4-BE49-F238E27FC236}">
                  <a16:creationId xmlns:a16="http://schemas.microsoft.com/office/drawing/2014/main" id="{63258FB6-27AD-CF51-3553-6BA4C9ADFC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30718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66" name="Line 227">
              <a:extLst>
                <a:ext uri="{FF2B5EF4-FFF2-40B4-BE49-F238E27FC236}">
                  <a16:creationId xmlns:a16="http://schemas.microsoft.com/office/drawing/2014/main" id="{FEA36EC7-81F0-5AC9-4D10-0E1DA1211C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30099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67" name="Line 228">
              <a:extLst>
                <a:ext uri="{FF2B5EF4-FFF2-40B4-BE49-F238E27FC236}">
                  <a16:creationId xmlns:a16="http://schemas.microsoft.com/office/drawing/2014/main" id="{BE3AEE9C-85CD-C114-E1E1-1BF2481EE3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9606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68" name="Line 229">
              <a:extLst>
                <a:ext uri="{FF2B5EF4-FFF2-40B4-BE49-F238E27FC236}">
                  <a16:creationId xmlns:a16="http://schemas.microsoft.com/office/drawing/2014/main" id="{2F5CE2E5-DAF6-1A8E-69FB-B4A75F0287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9194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69" name="Line 230">
              <a:extLst>
                <a:ext uri="{FF2B5EF4-FFF2-40B4-BE49-F238E27FC236}">
                  <a16:creationId xmlns:a16="http://schemas.microsoft.com/office/drawing/2014/main" id="{17600F47-37DC-E84C-08E6-C61ADEEBD9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8829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70" name="Line 231">
              <a:extLst>
                <a:ext uri="{FF2B5EF4-FFF2-40B4-BE49-F238E27FC236}">
                  <a16:creationId xmlns:a16="http://schemas.microsoft.com/office/drawing/2014/main" id="{F7D2E0A4-7541-8512-BF57-2103F0439B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8511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71" name="Line 232">
              <a:extLst>
                <a:ext uri="{FF2B5EF4-FFF2-40B4-BE49-F238E27FC236}">
                  <a16:creationId xmlns:a16="http://schemas.microsoft.com/office/drawing/2014/main" id="{0A5A1CAE-E38F-B9D1-07FA-926BC79DB7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8209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72" name="Line 233">
              <a:extLst>
                <a:ext uri="{FF2B5EF4-FFF2-40B4-BE49-F238E27FC236}">
                  <a16:creationId xmlns:a16="http://schemas.microsoft.com/office/drawing/2014/main" id="{C9F8568F-74A2-D11A-7723-0B35160A75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6336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73" name="Line 234">
              <a:extLst>
                <a:ext uri="{FF2B5EF4-FFF2-40B4-BE49-F238E27FC236}">
                  <a16:creationId xmlns:a16="http://schemas.microsoft.com/office/drawing/2014/main" id="{A959C272-A8E0-6C88-7E0E-6E85DC4C70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5225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74" name="Line 235">
              <a:extLst>
                <a:ext uri="{FF2B5EF4-FFF2-40B4-BE49-F238E27FC236}">
                  <a16:creationId xmlns:a16="http://schemas.microsoft.com/office/drawing/2014/main" id="{A42C4FB5-CD35-03E5-10E7-AC40B73ECE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4447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75" name="Line 236">
              <a:extLst>
                <a:ext uri="{FF2B5EF4-FFF2-40B4-BE49-F238E27FC236}">
                  <a16:creationId xmlns:a16="http://schemas.microsoft.com/office/drawing/2014/main" id="{F4E1AF5B-E818-1005-DDF7-24FB851620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3828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76" name="Line 237">
              <a:extLst>
                <a:ext uri="{FF2B5EF4-FFF2-40B4-BE49-F238E27FC236}">
                  <a16:creationId xmlns:a16="http://schemas.microsoft.com/office/drawing/2014/main" id="{4D865110-3E39-844D-9F3D-4743AACC09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3336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77" name="Line 238">
              <a:extLst>
                <a:ext uri="{FF2B5EF4-FFF2-40B4-BE49-F238E27FC236}">
                  <a16:creationId xmlns:a16="http://schemas.microsoft.com/office/drawing/2014/main" id="{B4A29853-E94B-6775-CE0C-93B60F8A46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2923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78" name="Line 239">
              <a:extLst>
                <a:ext uri="{FF2B5EF4-FFF2-40B4-BE49-F238E27FC236}">
                  <a16:creationId xmlns:a16="http://schemas.microsoft.com/office/drawing/2014/main" id="{6DDB8759-AAFE-1E2B-7588-0BBDBACAE5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2558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79" name="Line 240">
              <a:extLst>
                <a:ext uri="{FF2B5EF4-FFF2-40B4-BE49-F238E27FC236}">
                  <a16:creationId xmlns:a16="http://schemas.microsoft.com/office/drawing/2014/main" id="{996309E3-AF12-42DD-7CAE-8449A11051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2240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80" name="Line 241">
              <a:extLst>
                <a:ext uri="{FF2B5EF4-FFF2-40B4-BE49-F238E27FC236}">
                  <a16:creationId xmlns:a16="http://schemas.microsoft.com/office/drawing/2014/main" id="{D6A5508E-6981-273A-9598-C7EA723CF3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1955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81" name="Line 242">
              <a:extLst>
                <a:ext uri="{FF2B5EF4-FFF2-40B4-BE49-F238E27FC236}">
                  <a16:creationId xmlns:a16="http://schemas.microsoft.com/office/drawing/2014/main" id="{70CE7B74-21C1-BFD9-CC4A-B038273A1B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20066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82" name="Line 243">
              <a:extLst>
                <a:ext uri="{FF2B5EF4-FFF2-40B4-BE49-F238E27FC236}">
                  <a16:creationId xmlns:a16="http://schemas.microsoft.com/office/drawing/2014/main" id="{AF07D669-EEB5-9B83-570B-A96ED05042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959975" y="18954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83" name="Rectangle 244">
              <a:extLst>
                <a:ext uri="{FF2B5EF4-FFF2-40B4-BE49-F238E27FC236}">
                  <a16:creationId xmlns:a16="http://schemas.microsoft.com/office/drawing/2014/main" id="{88E8EF78-C5A3-A1BC-1A1C-F45EB97E9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3838" y="5305425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84" name="Rectangle 245">
              <a:extLst>
                <a:ext uri="{FF2B5EF4-FFF2-40B4-BE49-F238E27FC236}">
                  <a16:creationId xmlns:a16="http://schemas.microsoft.com/office/drawing/2014/main" id="{2136DFA9-72CA-376B-CCF4-A30207426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5275" y="5286375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85" name="Rectangle 246">
              <a:extLst>
                <a:ext uri="{FF2B5EF4-FFF2-40B4-BE49-F238E27FC236}">
                  <a16:creationId xmlns:a16="http://schemas.microsoft.com/office/drawing/2014/main" id="{179B29CE-FF8B-89F6-3858-0BB8277AE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3838" y="4679950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86" name="Rectangle 247">
              <a:extLst>
                <a:ext uri="{FF2B5EF4-FFF2-40B4-BE49-F238E27FC236}">
                  <a16:creationId xmlns:a16="http://schemas.microsoft.com/office/drawing/2014/main" id="{E6B9F336-729C-2ADA-8CF5-DAD089A45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5275" y="4660900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87" name="Rectangle 248">
              <a:extLst>
                <a:ext uri="{FF2B5EF4-FFF2-40B4-BE49-F238E27FC236}">
                  <a16:creationId xmlns:a16="http://schemas.microsoft.com/office/drawing/2014/main" id="{C9409C8C-8063-12F8-AA19-E05820175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3838" y="4051300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88" name="Rectangle 249">
              <a:extLst>
                <a:ext uri="{FF2B5EF4-FFF2-40B4-BE49-F238E27FC236}">
                  <a16:creationId xmlns:a16="http://schemas.microsoft.com/office/drawing/2014/main" id="{95A41E48-5475-3E8C-E675-9D09F312B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5275" y="4032250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89" name="Rectangle 250">
              <a:extLst>
                <a:ext uri="{FF2B5EF4-FFF2-40B4-BE49-F238E27FC236}">
                  <a16:creationId xmlns:a16="http://schemas.microsoft.com/office/drawing/2014/main" id="{218F968D-B200-A30C-B7D9-43E553F53C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2888" y="3425825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90" name="Rectangle 251">
              <a:extLst>
                <a:ext uri="{FF2B5EF4-FFF2-40B4-BE49-F238E27FC236}">
                  <a16:creationId xmlns:a16="http://schemas.microsoft.com/office/drawing/2014/main" id="{6545945D-9A92-0411-A5FD-4A5668A16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4325" y="3406775"/>
              <a:ext cx="619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91" name="Rectangle 252">
              <a:extLst>
                <a:ext uri="{FF2B5EF4-FFF2-40B4-BE49-F238E27FC236}">
                  <a16:creationId xmlns:a16="http://schemas.microsoft.com/office/drawing/2014/main" id="{C5EEFCFA-8EFD-198C-F34E-97F9C47625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2888" y="2797175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92" name="Rectangle 253">
              <a:extLst>
                <a:ext uri="{FF2B5EF4-FFF2-40B4-BE49-F238E27FC236}">
                  <a16:creationId xmlns:a16="http://schemas.microsoft.com/office/drawing/2014/main" id="{FB0C402B-C57E-99C8-3EEB-7142486C69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4325" y="2778125"/>
              <a:ext cx="619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93" name="Rectangle 254">
              <a:extLst>
                <a:ext uri="{FF2B5EF4-FFF2-40B4-BE49-F238E27FC236}">
                  <a16:creationId xmlns:a16="http://schemas.microsoft.com/office/drawing/2014/main" id="{1FA0A54A-7E5E-8756-5140-1B198B036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2888" y="2171700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94" name="Rectangle 255">
              <a:extLst>
                <a:ext uri="{FF2B5EF4-FFF2-40B4-BE49-F238E27FC236}">
                  <a16:creationId xmlns:a16="http://schemas.microsoft.com/office/drawing/2014/main" id="{48F221A8-BE92-73B8-6C75-3B8F1E22E2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4325" y="2152650"/>
              <a:ext cx="619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95" name="Rectangle 256">
              <a:extLst>
                <a:ext uri="{FF2B5EF4-FFF2-40B4-BE49-F238E27FC236}">
                  <a16:creationId xmlns:a16="http://schemas.microsoft.com/office/drawing/2014/main" id="{38481FB3-C908-7722-4F0A-2D283313A7F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6464300" y="3606800"/>
              <a:ext cx="100012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96" name="Rectangle 257">
              <a:extLst>
                <a:ext uri="{FF2B5EF4-FFF2-40B4-BE49-F238E27FC236}">
                  <a16:creationId xmlns:a16="http://schemas.microsoft.com/office/drawing/2014/main" id="{9B432CAF-6484-3F41-8E7C-D5D4819A4D1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6464300" y="3554413"/>
              <a:ext cx="100012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o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97" name="Rectangle 258">
              <a:extLst>
                <a:ext uri="{FF2B5EF4-FFF2-40B4-BE49-F238E27FC236}">
                  <a16:creationId xmlns:a16="http://schemas.microsoft.com/office/drawing/2014/main" id="{C9E4263E-9ACD-4FF3-942F-3811679FC36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6459538" y="3495675"/>
              <a:ext cx="109537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w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98" name="Rectangle 259">
              <a:extLst>
                <a:ext uri="{FF2B5EF4-FFF2-40B4-BE49-F238E27FC236}">
                  <a16:creationId xmlns:a16="http://schemas.microsoft.com/office/drawing/2014/main" id="{8394FAC6-5A5F-B4ED-753E-75070725DE4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6464300" y="3438525"/>
              <a:ext cx="100012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99" name="Rectangle 260">
              <a:extLst>
                <a:ext uri="{FF2B5EF4-FFF2-40B4-BE49-F238E27FC236}">
                  <a16:creationId xmlns:a16="http://schemas.microsoft.com/office/drawing/2014/main" id="{6040569B-D24C-492E-F855-DDE86538F54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6477000" y="3403600"/>
              <a:ext cx="76200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300" name="Oval 261">
              <a:extLst>
                <a:ext uri="{FF2B5EF4-FFF2-40B4-BE49-F238E27FC236}">
                  <a16:creationId xmlns:a16="http://schemas.microsoft.com/office/drawing/2014/main" id="{F7843A1E-0FF0-1EA4-4ABF-943ACE7F62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0363" y="3165475"/>
              <a:ext cx="12700" cy="14287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01" name="Oval 262">
              <a:extLst>
                <a:ext uri="{FF2B5EF4-FFF2-40B4-BE49-F238E27FC236}">
                  <a16:creationId xmlns:a16="http://schemas.microsoft.com/office/drawing/2014/main" id="{0BC44B69-7562-3E32-CE55-B620F7DD0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4875" y="3575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02" name="Oval 263">
              <a:extLst>
                <a:ext uri="{FF2B5EF4-FFF2-40B4-BE49-F238E27FC236}">
                  <a16:creationId xmlns:a16="http://schemas.microsoft.com/office/drawing/2014/main" id="{07F752A2-C26B-580D-CE92-C9E64B1A09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2375" y="3925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03" name="Oval 264">
              <a:extLst>
                <a:ext uri="{FF2B5EF4-FFF2-40B4-BE49-F238E27FC236}">
                  <a16:creationId xmlns:a16="http://schemas.microsoft.com/office/drawing/2014/main" id="{85D18FE1-C7EC-FE13-D42E-50677B4FA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7800" y="4092575"/>
              <a:ext cx="12700" cy="11112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04" name="Oval 265">
              <a:extLst>
                <a:ext uri="{FF2B5EF4-FFF2-40B4-BE49-F238E27FC236}">
                  <a16:creationId xmlns:a16="http://schemas.microsoft.com/office/drawing/2014/main" id="{168BFA2D-9827-CBF2-66C2-4BDE064364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2425" y="4321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05" name="Oval 266">
              <a:extLst>
                <a:ext uri="{FF2B5EF4-FFF2-40B4-BE49-F238E27FC236}">
                  <a16:creationId xmlns:a16="http://schemas.microsoft.com/office/drawing/2014/main" id="{7A0E07FD-3B0F-2226-7C46-F9760F7F2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15300" y="4470400"/>
              <a:ext cx="12700" cy="11112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06" name="Oval 267">
              <a:extLst>
                <a:ext uri="{FF2B5EF4-FFF2-40B4-BE49-F238E27FC236}">
                  <a16:creationId xmlns:a16="http://schemas.microsoft.com/office/drawing/2014/main" id="{8934BDD3-00AB-75E4-7D31-C2C2D908A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5950" y="4605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07" name="Oval 268">
              <a:extLst>
                <a:ext uri="{FF2B5EF4-FFF2-40B4-BE49-F238E27FC236}">
                  <a16:creationId xmlns:a16="http://schemas.microsoft.com/office/drawing/2014/main" id="{AED56E17-F7E0-A470-F3B7-F1A003D10F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0725" y="4699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08" name="Oval 269">
              <a:extLst>
                <a:ext uri="{FF2B5EF4-FFF2-40B4-BE49-F238E27FC236}">
                  <a16:creationId xmlns:a16="http://schemas.microsoft.com/office/drawing/2014/main" id="{EB9A65E6-5391-F256-9A89-F3D50035A9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2800" y="4741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09" name="Oval 270">
              <a:extLst>
                <a:ext uri="{FF2B5EF4-FFF2-40B4-BE49-F238E27FC236}">
                  <a16:creationId xmlns:a16="http://schemas.microsoft.com/office/drawing/2014/main" id="{F0C943A4-DE03-2E18-4F47-F541B595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5350" y="4803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10" name="Oval 271">
              <a:extLst>
                <a:ext uri="{FF2B5EF4-FFF2-40B4-BE49-F238E27FC236}">
                  <a16:creationId xmlns:a16="http://schemas.microsoft.com/office/drawing/2014/main" id="{79136A47-7F15-003E-917C-7756600951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1550" y="4900613"/>
              <a:ext cx="12700" cy="11112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11" name="Oval 272">
              <a:extLst>
                <a:ext uri="{FF2B5EF4-FFF2-40B4-BE49-F238E27FC236}">
                  <a16:creationId xmlns:a16="http://schemas.microsoft.com/office/drawing/2014/main" id="{5CD02934-E2C8-7247-475E-329C5DC8DF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58225" y="49641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12" name="Oval 273">
              <a:extLst>
                <a:ext uri="{FF2B5EF4-FFF2-40B4-BE49-F238E27FC236}">
                  <a16:creationId xmlns:a16="http://schemas.microsoft.com/office/drawing/2014/main" id="{BBC2FAEB-C834-3790-6DF3-B73BFE582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1725" y="50355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13" name="Oval 274">
              <a:extLst>
                <a:ext uri="{FF2B5EF4-FFF2-40B4-BE49-F238E27FC236}">
                  <a16:creationId xmlns:a16="http://schemas.microsoft.com/office/drawing/2014/main" id="{D45B60CC-3180-1745-CC9D-FA403023F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0463" y="5056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14" name="Oval 275">
              <a:extLst>
                <a:ext uri="{FF2B5EF4-FFF2-40B4-BE49-F238E27FC236}">
                  <a16:creationId xmlns:a16="http://schemas.microsoft.com/office/drawing/2014/main" id="{F623F9A5-D071-5196-2340-CF484AD93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4438" y="5119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15" name="Oval 276">
              <a:extLst>
                <a:ext uri="{FF2B5EF4-FFF2-40B4-BE49-F238E27FC236}">
                  <a16:creationId xmlns:a16="http://schemas.microsoft.com/office/drawing/2014/main" id="{4453C3B2-5D5A-3130-6671-571947967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5238" y="5135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16" name="Oval 277">
              <a:extLst>
                <a:ext uri="{FF2B5EF4-FFF2-40B4-BE49-F238E27FC236}">
                  <a16:creationId xmlns:a16="http://schemas.microsoft.com/office/drawing/2014/main" id="{6313F8CF-9306-2724-EC7C-D742057F7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863" y="523716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17" name="Oval 278">
              <a:extLst>
                <a:ext uri="{FF2B5EF4-FFF2-40B4-BE49-F238E27FC236}">
                  <a16:creationId xmlns:a16="http://schemas.microsoft.com/office/drawing/2014/main" id="{2D7DA327-CF88-0471-28DA-65D9A7FF0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0363" y="3024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18" name="Oval 279">
              <a:extLst>
                <a:ext uri="{FF2B5EF4-FFF2-40B4-BE49-F238E27FC236}">
                  <a16:creationId xmlns:a16="http://schemas.microsoft.com/office/drawing/2014/main" id="{A550A9EC-7B27-CDBB-19D5-83418B8511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3413" y="3217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19" name="Oval 280">
              <a:extLst>
                <a:ext uri="{FF2B5EF4-FFF2-40B4-BE49-F238E27FC236}">
                  <a16:creationId xmlns:a16="http://schemas.microsoft.com/office/drawing/2014/main" id="{55B81E21-97FF-3BCE-E328-64ACA47D0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2188" y="3708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20" name="Oval 281">
              <a:extLst>
                <a:ext uri="{FF2B5EF4-FFF2-40B4-BE49-F238E27FC236}">
                  <a16:creationId xmlns:a16="http://schemas.microsoft.com/office/drawing/2014/main" id="{AC766593-9B3A-61BB-A261-2458C71D0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3650" y="3983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21" name="Oval 282">
              <a:extLst>
                <a:ext uri="{FF2B5EF4-FFF2-40B4-BE49-F238E27FC236}">
                  <a16:creationId xmlns:a16="http://schemas.microsoft.com/office/drawing/2014/main" id="{1A9B63A6-3225-068A-18F7-192222A89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1613" y="4173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22" name="Oval 283">
              <a:extLst>
                <a:ext uri="{FF2B5EF4-FFF2-40B4-BE49-F238E27FC236}">
                  <a16:creationId xmlns:a16="http://schemas.microsoft.com/office/drawing/2014/main" id="{08DC70D1-B0B9-E34F-6164-48ADEADAE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8300" y="4378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23" name="Oval 284">
              <a:extLst>
                <a:ext uri="{FF2B5EF4-FFF2-40B4-BE49-F238E27FC236}">
                  <a16:creationId xmlns:a16="http://schemas.microsoft.com/office/drawing/2014/main" id="{0DA95B4B-9A92-3674-CE03-F30FBBA5A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6413" y="4554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24" name="Oval 285">
              <a:extLst>
                <a:ext uri="{FF2B5EF4-FFF2-40B4-BE49-F238E27FC236}">
                  <a16:creationId xmlns:a16="http://schemas.microsoft.com/office/drawing/2014/main" id="{E6CEDE93-D091-F461-9313-3AB12B99E9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3888" y="4614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25" name="Oval 286">
              <a:extLst>
                <a:ext uri="{FF2B5EF4-FFF2-40B4-BE49-F238E27FC236}">
                  <a16:creationId xmlns:a16="http://schemas.microsoft.com/office/drawing/2014/main" id="{AB9501C4-9378-97DC-E568-004D47810E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7075" y="4749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26" name="Oval 287">
              <a:extLst>
                <a:ext uri="{FF2B5EF4-FFF2-40B4-BE49-F238E27FC236}">
                  <a16:creationId xmlns:a16="http://schemas.microsoft.com/office/drawing/2014/main" id="{B18F8024-FC65-E824-8CE7-79B8F1E56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7563" y="4748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27" name="Oval 289">
              <a:extLst>
                <a:ext uri="{FF2B5EF4-FFF2-40B4-BE49-F238E27FC236}">
                  <a16:creationId xmlns:a16="http://schemas.microsoft.com/office/drawing/2014/main" id="{A88C846A-D612-A3E6-930D-F409A51A09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0113" y="4816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28" name="Oval 290">
              <a:extLst>
                <a:ext uri="{FF2B5EF4-FFF2-40B4-BE49-F238E27FC236}">
                  <a16:creationId xmlns:a16="http://schemas.microsoft.com/office/drawing/2014/main" id="{485B8376-D887-7BA7-7A13-05D61DF2B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4725" y="4948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29" name="Oval 291">
              <a:extLst>
                <a:ext uri="{FF2B5EF4-FFF2-40B4-BE49-F238E27FC236}">
                  <a16:creationId xmlns:a16="http://schemas.microsoft.com/office/drawing/2014/main" id="{ED538C37-BB59-C2D9-9255-0BEE58E9A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1400" y="5013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30" name="Oval 292">
              <a:extLst>
                <a:ext uri="{FF2B5EF4-FFF2-40B4-BE49-F238E27FC236}">
                  <a16:creationId xmlns:a16="http://schemas.microsoft.com/office/drawing/2014/main" id="{2E69D8E8-7C30-888D-240C-21004B79B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3313" y="51085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31" name="Oval 293">
              <a:extLst>
                <a:ext uri="{FF2B5EF4-FFF2-40B4-BE49-F238E27FC236}">
                  <a16:creationId xmlns:a16="http://schemas.microsoft.com/office/drawing/2014/main" id="{EC4F9A11-2A81-6A2E-ED57-EDA087CF8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2050" y="5157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32" name="Oval 294">
              <a:extLst>
                <a:ext uri="{FF2B5EF4-FFF2-40B4-BE49-F238E27FC236}">
                  <a16:creationId xmlns:a16="http://schemas.microsoft.com/office/drawing/2014/main" id="{18336A1D-BD6D-EF33-ED37-7655111C44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025" y="5221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33" name="Oval 295">
              <a:extLst>
                <a:ext uri="{FF2B5EF4-FFF2-40B4-BE49-F238E27FC236}">
                  <a16:creationId xmlns:a16="http://schemas.microsoft.com/office/drawing/2014/main" id="{10BDF9FB-1066-BE63-58C7-CA2998D6E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5238" y="5240338"/>
              <a:ext cx="14288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34" name="Oval 296">
              <a:extLst>
                <a:ext uri="{FF2B5EF4-FFF2-40B4-BE49-F238E27FC236}">
                  <a16:creationId xmlns:a16="http://schemas.microsoft.com/office/drawing/2014/main" id="{163BFF88-1F4A-D77C-E070-6FABEC444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4875" y="33591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35" name="Oval 297">
              <a:extLst>
                <a:ext uri="{FF2B5EF4-FFF2-40B4-BE49-F238E27FC236}">
                  <a16:creationId xmlns:a16="http://schemas.microsoft.com/office/drawing/2014/main" id="{6B4DF9F7-E0DF-002B-E254-9F5D2F9129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2188" y="3541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36" name="Oval 298">
              <a:extLst>
                <a:ext uri="{FF2B5EF4-FFF2-40B4-BE49-F238E27FC236}">
                  <a16:creationId xmlns:a16="http://schemas.microsoft.com/office/drawing/2014/main" id="{BC8BC0B7-7A66-8B2F-5399-3CD4F3272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6338" y="3862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37" name="Oval 299">
              <a:extLst>
                <a:ext uri="{FF2B5EF4-FFF2-40B4-BE49-F238E27FC236}">
                  <a16:creationId xmlns:a16="http://schemas.microsoft.com/office/drawing/2014/main" id="{2819E013-FB96-ECF9-829D-AB076B1CF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6838" y="4086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38" name="Oval 300">
              <a:extLst>
                <a:ext uri="{FF2B5EF4-FFF2-40B4-BE49-F238E27FC236}">
                  <a16:creationId xmlns:a16="http://schemas.microsoft.com/office/drawing/2014/main" id="{BFBE3C51-9360-1718-10EE-D2CB78FAE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5113" y="4246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39" name="Oval 301">
              <a:extLst>
                <a:ext uri="{FF2B5EF4-FFF2-40B4-BE49-F238E27FC236}">
                  <a16:creationId xmlns:a16="http://schemas.microsoft.com/office/drawing/2014/main" id="{3421507E-71B5-D678-4854-53F1B602F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1163" y="4413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40" name="Oval 302">
              <a:extLst>
                <a:ext uri="{FF2B5EF4-FFF2-40B4-BE49-F238E27FC236}">
                  <a16:creationId xmlns:a16="http://schemas.microsoft.com/office/drawing/2014/main" id="{1510993D-8051-1B64-7DB0-B4E7329F9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6575" y="4537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41" name="Oval 303">
              <a:extLst>
                <a:ext uri="{FF2B5EF4-FFF2-40B4-BE49-F238E27FC236}">
                  <a16:creationId xmlns:a16="http://schemas.microsoft.com/office/drawing/2014/main" id="{3B53F7E5-7996-9F34-F5AA-306F44DED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7700" y="4651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42" name="Oval 304">
              <a:extLst>
                <a:ext uri="{FF2B5EF4-FFF2-40B4-BE49-F238E27FC236}">
                  <a16:creationId xmlns:a16="http://schemas.microsoft.com/office/drawing/2014/main" id="{C6D7BD58-2CD3-684F-629A-7417A320E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4538" y="4737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43" name="Oval 305">
              <a:extLst>
                <a:ext uri="{FF2B5EF4-FFF2-40B4-BE49-F238E27FC236}">
                  <a16:creationId xmlns:a16="http://schemas.microsoft.com/office/drawing/2014/main" id="{DB7D51DE-EAD3-1D1B-F721-AD88993588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51850" y="4767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44" name="Oval 306">
              <a:extLst>
                <a:ext uri="{FF2B5EF4-FFF2-40B4-BE49-F238E27FC236}">
                  <a16:creationId xmlns:a16="http://schemas.microsoft.com/office/drawing/2014/main" id="{52150FDE-BD6E-5633-2EE6-A5AC026C0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1225" y="4884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45" name="Oval 307">
              <a:extLst>
                <a:ext uri="{FF2B5EF4-FFF2-40B4-BE49-F238E27FC236}">
                  <a16:creationId xmlns:a16="http://schemas.microsoft.com/office/drawing/2014/main" id="{A9D67356-3A17-B79C-1D56-D21B315814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4250" y="4943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46" name="Oval 308">
              <a:extLst>
                <a:ext uri="{FF2B5EF4-FFF2-40B4-BE49-F238E27FC236}">
                  <a16:creationId xmlns:a16="http://schemas.microsoft.com/office/drawing/2014/main" id="{307D4303-01D0-F082-8BCD-7B0969C0F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9338" y="5038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47" name="Oval 309">
              <a:extLst>
                <a:ext uri="{FF2B5EF4-FFF2-40B4-BE49-F238E27FC236}">
                  <a16:creationId xmlns:a16="http://schemas.microsoft.com/office/drawing/2014/main" id="{CEECF1B7-53A1-F560-4196-F5DB4BD1B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1250" y="51117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48" name="Oval 310">
              <a:extLst>
                <a:ext uri="{FF2B5EF4-FFF2-40B4-BE49-F238E27FC236}">
                  <a16:creationId xmlns:a16="http://schemas.microsoft.com/office/drawing/2014/main" id="{1FF478E9-FEFE-69F5-03BB-06300B4DCC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8400" y="5197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49" name="Oval 311">
              <a:extLst>
                <a:ext uri="{FF2B5EF4-FFF2-40B4-BE49-F238E27FC236}">
                  <a16:creationId xmlns:a16="http://schemas.microsoft.com/office/drawing/2014/main" id="{20229158-4FB3-E3AF-4F81-5D31E99E71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0788" y="5232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50" name="Oval 312">
              <a:extLst>
                <a:ext uri="{FF2B5EF4-FFF2-40B4-BE49-F238E27FC236}">
                  <a16:creationId xmlns:a16="http://schemas.microsoft.com/office/drawing/2014/main" id="{0AA777E7-11CF-7728-67BD-AC120E7B7F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0000" y="5273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51" name="Oval 313">
              <a:extLst>
                <a:ext uri="{FF2B5EF4-FFF2-40B4-BE49-F238E27FC236}">
                  <a16:creationId xmlns:a16="http://schemas.microsoft.com/office/drawing/2014/main" id="{D0C3C1B1-4266-6655-147B-E37D4BBD6F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2375" y="36845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52" name="Oval 314">
              <a:extLst>
                <a:ext uri="{FF2B5EF4-FFF2-40B4-BE49-F238E27FC236}">
                  <a16:creationId xmlns:a16="http://schemas.microsoft.com/office/drawing/2014/main" id="{D3415B3A-C42D-128D-7F4B-6A85F51837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3650" y="3810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53" name="Oval 315">
              <a:extLst>
                <a:ext uri="{FF2B5EF4-FFF2-40B4-BE49-F238E27FC236}">
                  <a16:creationId xmlns:a16="http://schemas.microsoft.com/office/drawing/2014/main" id="{F4AEF9EB-DDF7-31EF-E7D0-17D63501B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6838" y="3971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54" name="Oval 316">
              <a:extLst>
                <a:ext uri="{FF2B5EF4-FFF2-40B4-BE49-F238E27FC236}">
                  <a16:creationId xmlns:a16="http://schemas.microsoft.com/office/drawing/2014/main" id="{1655B11C-A6F4-29B2-FF3A-466D62B192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3838" y="4178300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55" name="Oval 317">
              <a:extLst>
                <a:ext uri="{FF2B5EF4-FFF2-40B4-BE49-F238E27FC236}">
                  <a16:creationId xmlns:a16="http://schemas.microsoft.com/office/drawing/2014/main" id="{28DD5234-E9BC-7016-EA6E-99159E6BC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2425" y="4389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56" name="Oval 318">
              <a:extLst>
                <a:ext uri="{FF2B5EF4-FFF2-40B4-BE49-F238E27FC236}">
                  <a16:creationId xmlns:a16="http://schemas.microsoft.com/office/drawing/2014/main" id="{5B3C60B4-3338-5887-1BBD-88479FACB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3075" y="4541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57" name="Oval 319">
              <a:extLst>
                <a:ext uri="{FF2B5EF4-FFF2-40B4-BE49-F238E27FC236}">
                  <a16:creationId xmlns:a16="http://schemas.microsoft.com/office/drawing/2014/main" id="{19B7565B-A64A-1497-4862-87C1A87B5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2613" y="45704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58" name="Oval 320">
              <a:extLst>
                <a:ext uri="{FF2B5EF4-FFF2-40B4-BE49-F238E27FC236}">
                  <a16:creationId xmlns:a16="http://schemas.microsoft.com/office/drawing/2014/main" id="{68DD5CAF-E9AB-BBC2-67F4-1B5AFA842C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2625" y="4640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59" name="Oval 321">
              <a:extLst>
                <a:ext uri="{FF2B5EF4-FFF2-40B4-BE49-F238E27FC236}">
                  <a16:creationId xmlns:a16="http://schemas.microsoft.com/office/drawing/2014/main" id="{BAE02BF7-1BCE-BDFB-E231-658CD19658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3113" y="4754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60" name="Oval 322">
              <a:extLst>
                <a:ext uri="{FF2B5EF4-FFF2-40B4-BE49-F238E27FC236}">
                  <a16:creationId xmlns:a16="http://schemas.microsoft.com/office/drawing/2014/main" id="{CA1FA2D7-2C12-779C-CDF0-543EF1410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75663" y="4851400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61" name="Oval 323">
              <a:extLst>
                <a:ext uri="{FF2B5EF4-FFF2-40B4-BE49-F238E27FC236}">
                  <a16:creationId xmlns:a16="http://schemas.microsoft.com/office/drawing/2014/main" id="{40AE9E4E-F040-4F88-EF36-4E3DE27EB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0275" y="4829175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62" name="Oval 324">
              <a:extLst>
                <a:ext uri="{FF2B5EF4-FFF2-40B4-BE49-F238E27FC236}">
                  <a16:creationId xmlns:a16="http://schemas.microsoft.com/office/drawing/2014/main" id="{AAB75AD0-5482-48CD-718B-7C9286A98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8538" y="4941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63" name="Oval 325">
              <a:extLst>
                <a:ext uri="{FF2B5EF4-FFF2-40B4-BE49-F238E27FC236}">
                  <a16:creationId xmlns:a16="http://schemas.microsoft.com/office/drawing/2014/main" id="{DC3BDBF3-760E-D40E-670C-6CAA95D58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2038" y="5010150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64" name="Oval 326">
              <a:extLst>
                <a:ext uri="{FF2B5EF4-FFF2-40B4-BE49-F238E27FC236}">
                  <a16:creationId xmlns:a16="http://schemas.microsoft.com/office/drawing/2014/main" id="{F3DBC5C3-4AFE-2444-6DAE-6652CB50C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2363" y="5097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65" name="Oval 327">
              <a:extLst>
                <a:ext uri="{FF2B5EF4-FFF2-40B4-BE49-F238E27FC236}">
                  <a16:creationId xmlns:a16="http://schemas.microsoft.com/office/drawing/2014/main" id="{159DA557-9020-817C-BEA0-4C18DDB5B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7925" y="5194300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66" name="Oval 328">
              <a:extLst>
                <a:ext uri="{FF2B5EF4-FFF2-40B4-BE49-F238E27FC236}">
                  <a16:creationId xmlns:a16="http://schemas.microsoft.com/office/drawing/2014/main" id="{6E8833BF-E8FA-DF4A-81EF-7BDE77A6C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8725" y="52514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67" name="Oval 329">
              <a:extLst>
                <a:ext uri="{FF2B5EF4-FFF2-40B4-BE49-F238E27FC236}">
                  <a16:creationId xmlns:a16="http://schemas.microsoft.com/office/drawing/2014/main" id="{27A5941C-45F0-3E27-D12D-6B02DFA87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7938" y="5318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68" name="Oval 330">
              <a:extLst>
                <a:ext uri="{FF2B5EF4-FFF2-40B4-BE49-F238E27FC236}">
                  <a16:creationId xmlns:a16="http://schemas.microsoft.com/office/drawing/2014/main" id="{CC9D6309-9DF3-825A-F01B-CF96D85D20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3975" y="5316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69" name="Oval 331">
              <a:extLst>
                <a:ext uri="{FF2B5EF4-FFF2-40B4-BE49-F238E27FC236}">
                  <a16:creationId xmlns:a16="http://schemas.microsoft.com/office/drawing/2014/main" id="{D7B4521F-F931-A6EE-3A69-33A94FB526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7800" y="39227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70" name="Oval 332">
              <a:extLst>
                <a:ext uri="{FF2B5EF4-FFF2-40B4-BE49-F238E27FC236}">
                  <a16:creationId xmlns:a16="http://schemas.microsoft.com/office/drawing/2014/main" id="{A3CAA330-0DEB-D36F-6D1D-25176543B4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1613" y="3990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71" name="Oval 333">
              <a:extLst>
                <a:ext uri="{FF2B5EF4-FFF2-40B4-BE49-F238E27FC236}">
                  <a16:creationId xmlns:a16="http://schemas.microsoft.com/office/drawing/2014/main" id="{A34DAFA2-83F5-1A7C-0475-429EDA452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5113" y="4102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72" name="Oval 334">
              <a:extLst>
                <a:ext uri="{FF2B5EF4-FFF2-40B4-BE49-F238E27FC236}">
                  <a16:creationId xmlns:a16="http://schemas.microsoft.com/office/drawing/2014/main" id="{76694E79-7FF0-D378-1F9F-8901E1F09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2425" y="4257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73" name="Oval 335">
              <a:extLst>
                <a:ext uri="{FF2B5EF4-FFF2-40B4-BE49-F238E27FC236}">
                  <a16:creationId xmlns:a16="http://schemas.microsoft.com/office/drawing/2014/main" id="{B641D076-64B7-785F-F83B-885A861B69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9263" y="4411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74" name="Oval 336">
              <a:extLst>
                <a:ext uri="{FF2B5EF4-FFF2-40B4-BE49-F238E27FC236}">
                  <a16:creationId xmlns:a16="http://schemas.microsoft.com/office/drawing/2014/main" id="{16853CEE-843F-ABDF-B6DB-D59A8194D8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6100" y="4594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75" name="Oval 337">
              <a:extLst>
                <a:ext uri="{FF2B5EF4-FFF2-40B4-BE49-F238E27FC236}">
                  <a16:creationId xmlns:a16="http://schemas.microsoft.com/office/drawing/2014/main" id="{E140DF80-DEBD-36EC-67EA-7558059706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59763" y="46545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76" name="Oval 338">
              <a:extLst>
                <a:ext uri="{FF2B5EF4-FFF2-40B4-BE49-F238E27FC236}">
                  <a16:creationId xmlns:a16="http://schemas.microsoft.com/office/drawing/2014/main" id="{E94F0956-36D8-FE77-C9B3-511B36DE9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7075" y="4699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77" name="Oval 339">
              <a:extLst>
                <a:ext uri="{FF2B5EF4-FFF2-40B4-BE49-F238E27FC236}">
                  <a16:creationId xmlns:a16="http://schemas.microsoft.com/office/drawing/2014/main" id="{34D5CBB4-6B43-3DDA-29A6-20B89330A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8038" y="4760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78" name="Oval 340">
              <a:extLst>
                <a:ext uri="{FF2B5EF4-FFF2-40B4-BE49-F238E27FC236}">
                  <a16:creationId xmlns:a16="http://schemas.microsoft.com/office/drawing/2014/main" id="{6B94B269-88F4-509F-A14D-4F14A9C2C8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4238" y="4878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79" name="Oval 341">
              <a:extLst>
                <a:ext uri="{FF2B5EF4-FFF2-40B4-BE49-F238E27FC236}">
                  <a16:creationId xmlns:a16="http://schemas.microsoft.com/office/drawing/2014/main" id="{C5E4AC42-567F-7E20-1A67-993592C88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4088" y="4922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80" name="Oval 342">
              <a:extLst>
                <a:ext uri="{FF2B5EF4-FFF2-40B4-BE49-F238E27FC236}">
                  <a16:creationId xmlns:a16="http://schemas.microsoft.com/office/drawing/2014/main" id="{5BB37FE5-DD92-8DA1-E2E2-44DC352F1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9175" y="4970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81" name="Oval 343">
              <a:extLst>
                <a:ext uri="{FF2B5EF4-FFF2-40B4-BE49-F238E27FC236}">
                  <a16:creationId xmlns:a16="http://schemas.microsoft.com/office/drawing/2014/main" id="{C8F9E4D5-D861-A73D-FD30-4D7D9AB40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1088" y="5094288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82" name="Oval 344">
              <a:extLst>
                <a:ext uri="{FF2B5EF4-FFF2-40B4-BE49-F238E27FC236}">
                  <a16:creationId xmlns:a16="http://schemas.microsoft.com/office/drawing/2014/main" id="{E3F66C04-6EFF-E799-36AA-2AD795D51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6650" y="5173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83" name="Oval 345">
              <a:extLst>
                <a:ext uri="{FF2B5EF4-FFF2-40B4-BE49-F238E27FC236}">
                  <a16:creationId xmlns:a16="http://schemas.microsoft.com/office/drawing/2014/main" id="{C0F16D41-2FB2-73E6-CC34-E14635CB9B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0625" y="5207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84" name="Oval 346">
              <a:extLst>
                <a:ext uri="{FF2B5EF4-FFF2-40B4-BE49-F238E27FC236}">
                  <a16:creationId xmlns:a16="http://schemas.microsoft.com/office/drawing/2014/main" id="{1C244DFB-4757-50C0-6079-17C32EE2E7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1425" y="5295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85" name="Oval 347">
              <a:extLst>
                <a:ext uri="{FF2B5EF4-FFF2-40B4-BE49-F238E27FC236}">
                  <a16:creationId xmlns:a16="http://schemas.microsoft.com/office/drawing/2014/main" id="{F51133AD-4686-8A50-5EC9-027E737C8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2425" y="4087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86" name="Oval 348">
              <a:extLst>
                <a:ext uri="{FF2B5EF4-FFF2-40B4-BE49-F238E27FC236}">
                  <a16:creationId xmlns:a16="http://schemas.microsoft.com/office/drawing/2014/main" id="{F24A718E-F873-FC6F-EAA6-903E75B2A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8300" y="4075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87" name="Oval 349">
              <a:extLst>
                <a:ext uri="{FF2B5EF4-FFF2-40B4-BE49-F238E27FC236}">
                  <a16:creationId xmlns:a16="http://schemas.microsoft.com/office/drawing/2014/main" id="{4E4258CF-CC94-4093-DAE4-4D8FDE740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1163" y="4202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88" name="Oval 350">
              <a:extLst>
                <a:ext uri="{FF2B5EF4-FFF2-40B4-BE49-F238E27FC236}">
                  <a16:creationId xmlns:a16="http://schemas.microsoft.com/office/drawing/2014/main" id="{EC6B4CF0-D624-38D7-46B5-6C1C95E52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3075" y="4343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89" name="Oval 351">
              <a:extLst>
                <a:ext uri="{FF2B5EF4-FFF2-40B4-BE49-F238E27FC236}">
                  <a16:creationId xmlns:a16="http://schemas.microsoft.com/office/drawing/2014/main" id="{60200BF8-EF76-A349-9A25-FD3BC077E7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6100" y="4427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90" name="Oval 352">
              <a:extLst>
                <a:ext uri="{FF2B5EF4-FFF2-40B4-BE49-F238E27FC236}">
                  <a16:creationId xmlns:a16="http://schemas.microsoft.com/office/drawing/2014/main" id="{0A45252C-FA88-0CC5-BBA9-92F56302DE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3888" y="4645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91" name="Oval 353">
              <a:extLst>
                <a:ext uri="{FF2B5EF4-FFF2-40B4-BE49-F238E27FC236}">
                  <a16:creationId xmlns:a16="http://schemas.microsoft.com/office/drawing/2014/main" id="{253D381D-83FD-903D-8986-2EA860FF87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1675" y="4816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92" name="Oval 354">
              <a:extLst>
                <a:ext uri="{FF2B5EF4-FFF2-40B4-BE49-F238E27FC236}">
                  <a16:creationId xmlns:a16="http://schemas.microsoft.com/office/drawing/2014/main" id="{983780CC-E018-2E80-CA57-24D99FF00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7875" y="4840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93" name="Oval 355">
              <a:extLst>
                <a:ext uri="{FF2B5EF4-FFF2-40B4-BE49-F238E27FC236}">
                  <a16:creationId xmlns:a16="http://schemas.microsoft.com/office/drawing/2014/main" id="{3AB3F114-B5FB-DB51-2379-7B8775009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70900" y="4864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94" name="Oval 356">
              <a:extLst>
                <a:ext uri="{FF2B5EF4-FFF2-40B4-BE49-F238E27FC236}">
                  <a16:creationId xmlns:a16="http://schemas.microsoft.com/office/drawing/2014/main" id="{A86E1949-ED96-7EA0-F520-48CB87C47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9163" y="4903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95" name="Oval 357">
              <a:extLst>
                <a:ext uri="{FF2B5EF4-FFF2-40B4-BE49-F238E27FC236}">
                  <a16:creationId xmlns:a16="http://schemas.microsoft.com/office/drawing/2014/main" id="{B47EE564-9D87-61F1-5EF1-CDFC456891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4250" y="4964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96" name="Oval 358">
              <a:extLst>
                <a:ext uri="{FF2B5EF4-FFF2-40B4-BE49-F238E27FC236}">
                  <a16:creationId xmlns:a16="http://schemas.microsoft.com/office/drawing/2014/main" id="{2100330D-2C8A-0AB1-FB00-0F7C6530B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4575" y="5027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97" name="Oval 359">
              <a:extLst>
                <a:ext uri="{FF2B5EF4-FFF2-40B4-BE49-F238E27FC236}">
                  <a16:creationId xmlns:a16="http://schemas.microsoft.com/office/drawing/2014/main" id="{B1762CB3-E9C2-5F7E-289D-F90BF79EB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1725" y="5081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98" name="Oval 360">
              <a:extLst>
                <a:ext uri="{FF2B5EF4-FFF2-40B4-BE49-F238E27FC236}">
                  <a16:creationId xmlns:a16="http://schemas.microsoft.com/office/drawing/2014/main" id="{4A573967-00CF-9E6C-9E3D-3ACAE44C9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5700" y="5189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99" name="Oval 361">
              <a:extLst>
                <a:ext uri="{FF2B5EF4-FFF2-40B4-BE49-F238E27FC236}">
                  <a16:creationId xmlns:a16="http://schemas.microsoft.com/office/drawing/2014/main" id="{B9DD79EE-07E4-CD14-0029-1BC9A6262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6500" y="5221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00" name="Oval 362">
              <a:extLst>
                <a:ext uri="{FF2B5EF4-FFF2-40B4-BE49-F238E27FC236}">
                  <a16:creationId xmlns:a16="http://schemas.microsoft.com/office/drawing/2014/main" id="{5BE8B1BB-7534-A02B-9D9E-2B10F65D21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5713" y="5273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01" name="Oval 363">
              <a:extLst>
                <a:ext uri="{FF2B5EF4-FFF2-40B4-BE49-F238E27FC236}">
                  <a16:creationId xmlns:a16="http://schemas.microsoft.com/office/drawing/2014/main" id="{D607B4A0-4EC7-05FC-38C6-CBBC60B15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15300" y="4152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02" name="Oval 364">
              <a:extLst>
                <a:ext uri="{FF2B5EF4-FFF2-40B4-BE49-F238E27FC236}">
                  <a16:creationId xmlns:a16="http://schemas.microsoft.com/office/drawing/2014/main" id="{9B73E1AC-4F1D-A516-3398-4EE515733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6413" y="4179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03" name="Oval 365">
              <a:extLst>
                <a:ext uri="{FF2B5EF4-FFF2-40B4-BE49-F238E27FC236}">
                  <a16:creationId xmlns:a16="http://schemas.microsoft.com/office/drawing/2014/main" id="{6F8EB706-D316-D683-C437-C64672379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6575" y="43275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04" name="Oval 366">
              <a:extLst>
                <a:ext uri="{FF2B5EF4-FFF2-40B4-BE49-F238E27FC236}">
                  <a16:creationId xmlns:a16="http://schemas.microsoft.com/office/drawing/2014/main" id="{DBE6910F-177A-45A0-D0B9-C7BE9781A5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2613" y="4468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05" name="Oval 367">
              <a:extLst>
                <a:ext uri="{FF2B5EF4-FFF2-40B4-BE49-F238E27FC236}">
                  <a16:creationId xmlns:a16="http://schemas.microsoft.com/office/drawing/2014/main" id="{50AAB2BD-D05F-6B4A-B640-15FE635AD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59763" y="45831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06" name="Oval 368">
              <a:extLst>
                <a:ext uri="{FF2B5EF4-FFF2-40B4-BE49-F238E27FC236}">
                  <a16:creationId xmlns:a16="http://schemas.microsoft.com/office/drawing/2014/main" id="{6CA6FA37-8CEE-82CB-89A9-6D081E767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1675" y="4672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07" name="Oval 369">
              <a:extLst>
                <a:ext uri="{FF2B5EF4-FFF2-40B4-BE49-F238E27FC236}">
                  <a16:creationId xmlns:a16="http://schemas.microsoft.com/office/drawing/2014/main" id="{0EE4939B-2494-895F-6028-4EE53A321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6763" y="4786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08" name="Oval 370">
              <a:extLst>
                <a:ext uri="{FF2B5EF4-FFF2-40B4-BE49-F238E27FC236}">
                  <a16:creationId xmlns:a16="http://schemas.microsoft.com/office/drawing/2014/main" id="{06A8E370-2CAF-A996-F369-83B8DFBE06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51850" y="4805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09" name="Oval 371">
              <a:extLst>
                <a:ext uri="{FF2B5EF4-FFF2-40B4-BE49-F238E27FC236}">
                  <a16:creationId xmlns:a16="http://schemas.microsoft.com/office/drawing/2014/main" id="{8B6FDACD-4D77-F4F0-6E06-D0ADA170A0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5350" y="49212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10" name="Oval 372">
              <a:extLst>
                <a:ext uri="{FF2B5EF4-FFF2-40B4-BE49-F238E27FC236}">
                  <a16:creationId xmlns:a16="http://schemas.microsoft.com/office/drawing/2014/main" id="{63BB36A4-AD55-1F13-A5D4-6E027E4F3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7263" y="4949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11" name="Oval 373">
              <a:extLst>
                <a:ext uri="{FF2B5EF4-FFF2-40B4-BE49-F238E27FC236}">
                  <a16:creationId xmlns:a16="http://schemas.microsoft.com/office/drawing/2014/main" id="{AE236583-0280-B0D4-5F02-5032C8005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6000" y="5006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12" name="Oval 374">
              <a:extLst>
                <a:ext uri="{FF2B5EF4-FFF2-40B4-BE49-F238E27FC236}">
                  <a16:creationId xmlns:a16="http://schemas.microsoft.com/office/drawing/2014/main" id="{0E13F592-2FE3-223D-ED3F-7B76C3B73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3150" y="5048250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13" name="Oval 375">
              <a:extLst>
                <a:ext uri="{FF2B5EF4-FFF2-40B4-BE49-F238E27FC236}">
                  <a16:creationId xmlns:a16="http://schemas.microsoft.com/office/drawing/2014/main" id="{A56A923D-DDA0-B26B-CF9C-621929CAD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7125" y="5056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14" name="Oval 376">
              <a:extLst>
                <a:ext uri="{FF2B5EF4-FFF2-40B4-BE49-F238E27FC236}">
                  <a16:creationId xmlns:a16="http://schemas.microsoft.com/office/drawing/2014/main" id="{E06240EE-BEA5-8DAF-03C0-84B7D4999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7925" y="5130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15" name="Oval 377">
              <a:extLst>
                <a:ext uri="{FF2B5EF4-FFF2-40B4-BE49-F238E27FC236}">
                  <a16:creationId xmlns:a16="http://schemas.microsoft.com/office/drawing/2014/main" id="{0257A34D-FA53-22DC-0479-CDEE2AFE1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5550" y="5170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16" name="Oval 378">
              <a:extLst>
                <a:ext uri="{FF2B5EF4-FFF2-40B4-BE49-F238E27FC236}">
                  <a16:creationId xmlns:a16="http://schemas.microsoft.com/office/drawing/2014/main" id="{C0DE7EFC-8A04-D64F-4704-380A2D5CF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1588" y="52641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17" name="Oval 379">
              <a:extLst>
                <a:ext uri="{FF2B5EF4-FFF2-40B4-BE49-F238E27FC236}">
                  <a16:creationId xmlns:a16="http://schemas.microsoft.com/office/drawing/2014/main" id="{26630A2E-F4CF-449B-2A4F-8C9D9C996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5950" y="4264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18" name="Oval 380">
              <a:extLst>
                <a:ext uri="{FF2B5EF4-FFF2-40B4-BE49-F238E27FC236}">
                  <a16:creationId xmlns:a16="http://schemas.microsoft.com/office/drawing/2014/main" id="{CB4BEC9B-6DD9-C81B-2C71-7D69346380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3888" y="4249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19" name="Oval 381">
              <a:extLst>
                <a:ext uri="{FF2B5EF4-FFF2-40B4-BE49-F238E27FC236}">
                  <a16:creationId xmlns:a16="http://schemas.microsoft.com/office/drawing/2014/main" id="{34448E92-4B93-9701-8D31-C675BE9F3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7700" y="4384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20" name="Oval 382">
              <a:extLst>
                <a:ext uri="{FF2B5EF4-FFF2-40B4-BE49-F238E27FC236}">
                  <a16:creationId xmlns:a16="http://schemas.microsoft.com/office/drawing/2014/main" id="{17869779-0AE9-A58A-B1C4-7BDE07744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2625" y="4505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21" name="Oval 383">
              <a:extLst>
                <a:ext uri="{FF2B5EF4-FFF2-40B4-BE49-F238E27FC236}">
                  <a16:creationId xmlns:a16="http://schemas.microsoft.com/office/drawing/2014/main" id="{BF0EE929-B260-A9D0-337E-28E686353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7075" y="4640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22" name="Oval 384">
              <a:extLst>
                <a:ext uri="{FF2B5EF4-FFF2-40B4-BE49-F238E27FC236}">
                  <a16:creationId xmlns:a16="http://schemas.microsoft.com/office/drawing/2014/main" id="{90EC5935-E23A-A461-E06A-DED293AB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7875" y="4687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23" name="Oval 385">
              <a:extLst>
                <a:ext uri="{FF2B5EF4-FFF2-40B4-BE49-F238E27FC236}">
                  <a16:creationId xmlns:a16="http://schemas.microsoft.com/office/drawing/2014/main" id="{774EFDFF-B51A-3DF1-3896-959AE05BE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51850" y="4791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24" name="Oval 386">
              <a:extLst>
                <a:ext uri="{FF2B5EF4-FFF2-40B4-BE49-F238E27FC236}">
                  <a16:creationId xmlns:a16="http://schemas.microsoft.com/office/drawing/2014/main" id="{5CCE6DB1-B22F-6EED-1E84-E8C8B89D22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9000" y="4876800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25" name="Oval 387">
              <a:extLst>
                <a:ext uri="{FF2B5EF4-FFF2-40B4-BE49-F238E27FC236}">
                  <a16:creationId xmlns:a16="http://schemas.microsoft.com/office/drawing/2014/main" id="{4DC270B0-12D2-B2DF-EF89-0CCB87A35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4563" y="4970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26" name="Oval 388">
              <a:extLst>
                <a:ext uri="{FF2B5EF4-FFF2-40B4-BE49-F238E27FC236}">
                  <a16:creationId xmlns:a16="http://schemas.microsoft.com/office/drawing/2014/main" id="{4BB83337-E11E-B606-6B3A-B07335D4F0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8538" y="5026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27" name="Oval 389">
              <a:extLst>
                <a:ext uri="{FF2B5EF4-FFF2-40B4-BE49-F238E27FC236}">
                  <a16:creationId xmlns:a16="http://schemas.microsoft.com/office/drawing/2014/main" id="{268C2444-7753-7893-2A90-C11F243F3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2513" y="50673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28" name="Oval 390">
              <a:extLst>
                <a:ext uri="{FF2B5EF4-FFF2-40B4-BE49-F238E27FC236}">
                  <a16:creationId xmlns:a16="http://schemas.microsoft.com/office/drawing/2014/main" id="{F307E8D1-45D1-987E-BFF9-E58021C68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3313" y="5130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29" name="Oval 391">
              <a:extLst>
                <a:ext uri="{FF2B5EF4-FFF2-40B4-BE49-F238E27FC236}">
                  <a16:creationId xmlns:a16="http://schemas.microsoft.com/office/drawing/2014/main" id="{6E0343F5-FBF8-48AC-2422-B28695C7C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4113" y="5146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30" name="Oval 392">
              <a:extLst>
                <a:ext uri="{FF2B5EF4-FFF2-40B4-BE49-F238E27FC236}">
                  <a16:creationId xmlns:a16="http://schemas.microsoft.com/office/drawing/2014/main" id="{502A93F6-881B-666B-9647-4913A7C65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1738" y="5127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31" name="Oval 393">
              <a:extLst>
                <a:ext uri="{FF2B5EF4-FFF2-40B4-BE49-F238E27FC236}">
                  <a16:creationId xmlns:a16="http://schemas.microsoft.com/office/drawing/2014/main" id="{38927EFA-0234-B6D7-0290-A42BF17A2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7775" y="5199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32" name="Oval 394">
              <a:extLst>
                <a:ext uri="{FF2B5EF4-FFF2-40B4-BE49-F238E27FC236}">
                  <a16:creationId xmlns:a16="http://schemas.microsoft.com/office/drawing/2014/main" id="{86B76F24-264A-B021-DA88-ECD9CBCE01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0725" y="4510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33" name="Oval 395">
              <a:extLst>
                <a:ext uri="{FF2B5EF4-FFF2-40B4-BE49-F238E27FC236}">
                  <a16:creationId xmlns:a16="http://schemas.microsoft.com/office/drawing/2014/main" id="{76C961ED-D7E9-E504-451A-817BABA5C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7075" y="4449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34" name="Oval 396">
              <a:extLst>
                <a:ext uri="{FF2B5EF4-FFF2-40B4-BE49-F238E27FC236}">
                  <a16:creationId xmlns:a16="http://schemas.microsoft.com/office/drawing/2014/main" id="{C8F4BD06-4BA5-F040-944E-0FFCE4E70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4538" y="4506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35" name="Oval 397">
              <a:extLst>
                <a:ext uri="{FF2B5EF4-FFF2-40B4-BE49-F238E27FC236}">
                  <a16:creationId xmlns:a16="http://schemas.microsoft.com/office/drawing/2014/main" id="{9368746E-FF4E-C317-1587-52814B9E4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3113" y="4611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36" name="Oval 398">
              <a:extLst>
                <a:ext uri="{FF2B5EF4-FFF2-40B4-BE49-F238E27FC236}">
                  <a16:creationId xmlns:a16="http://schemas.microsoft.com/office/drawing/2014/main" id="{02EDE89F-887B-7B8E-1B81-1346901B8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8038" y="4702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37" name="Oval 399">
              <a:extLst>
                <a:ext uri="{FF2B5EF4-FFF2-40B4-BE49-F238E27FC236}">
                  <a16:creationId xmlns:a16="http://schemas.microsoft.com/office/drawing/2014/main" id="{81F675E4-9211-2FA3-1FF2-55E041261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70900" y="47561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38" name="Oval 400">
              <a:extLst>
                <a:ext uri="{FF2B5EF4-FFF2-40B4-BE49-F238E27FC236}">
                  <a16:creationId xmlns:a16="http://schemas.microsoft.com/office/drawing/2014/main" id="{320F2C8F-32A8-E35F-3763-939AE6278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5350" y="4814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39" name="Oval 401">
              <a:extLst>
                <a:ext uri="{FF2B5EF4-FFF2-40B4-BE49-F238E27FC236}">
                  <a16:creationId xmlns:a16="http://schemas.microsoft.com/office/drawing/2014/main" id="{84304892-0F3C-85D5-DE1F-6588CCEF0B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4563" y="4911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40" name="Oval 402">
              <a:extLst>
                <a:ext uri="{FF2B5EF4-FFF2-40B4-BE49-F238E27FC236}">
                  <a16:creationId xmlns:a16="http://schemas.microsoft.com/office/drawing/2014/main" id="{E84B1558-07D0-E7FE-267D-98B76FE9B1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2188" y="49403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41" name="Oval 403">
              <a:extLst>
                <a:ext uri="{FF2B5EF4-FFF2-40B4-BE49-F238E27FC236}">
                  <a16:creationId xmlns:a16="http://schemas.microsoft.com/office/drawing/2014/main" id="{9FF927CB-8725-BE3A-0BDB-7A67C487E4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1400" y="5011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42" name="Oval 404">
              <a:extLst>
                <a:ext uri="{FF2B5EF4-FFF2-40B4-BE49-F238E27FC236}">
                  <a16:creationId xmlns:a16="http://schemas.microsoft.com/office/drawing/2014/main" id="{EDB92133-97B5-04A5-D4B1-DCBBC2F83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0613" y="5068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43" name="Oval 405">
              <a:extLst>
                <a:ext uri="{FF2B5EF4-FFF2-40B4-BE49-F238E27FC236}">
                  <a16:creationId xmlns:a16="http://schemas.microsoft.com/office/drawing/2014/main" id="{96479D0D-F142-DC2C-D59E-45192D352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6650" y="513080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44" name="Oval 406">
              <a:extLst>
                <a:ext uri="{FF2B5EF4-FFF2-40B4-BE49-F238E27FC236}">
                  <a16:creationId xmlns:a16="http://schemas.microsoft.com/office/drawing/2014/main" id="{B1595E43-C761-4039-BFFF-EA4482315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2688" y="5170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45" name="Oval 407">
              <a:extLst>
                <a:ext uri="{FF2B5EF4-FFF2-40B4-BE49-F238E27FC236}">
                  <a16:creationId xmlns:a16="http://schemas.microsoft.com/office/drawing/2014/main" id="{730DE90C-189F-8429-34F0-3CF119BB3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7138" y="52228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46" name="Oval 408">
              <a:extLst>
                <a:ext uri="{FF2B5EF4-FFF2-40B4-BE49-F238E27FC236}">
                  <a16:creationId xmlns:a16="http://schemas.microsoft.com/office/drawing/2014/main" id="{8E2FE4EE-555A-723A-3FC3-45D5586A44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0000" y="5253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47" name="Oval 409">
              <a:extLst>
                <a:ext uri="{FF2B5EF4-FFF2-40B4-BE49-F238E27FC236}">
                  <a16:creationId xmlns:a16="http://schemas.microsoft.com/office/drawing/2014/main" id="{9A454DC5-50CD-17DF-4F5A-DA2EBE733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2800" y="4516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48" name="Oval 410">
              <a:extLst>
                <a:ext uri="{FF2B5EF4-FFF2-40B4-BE49-F238E27FC236}">
                  <a16:creationId xmlns:a16="http://schemas.microsoft.com/office/drawing/2014/main" id="{3C24EDFD-A29C-96F5-6AB5-256F592AD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7563" y="4521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49" name="Oval 411">
              <a:extLst>
                <a:ext uri="{FF2B5EF4-FFF2-40B4-BE49-F238E27FC236}">
                  <a16:creationId xmlns:a16="http://schemas.microsoft.com/office/drawing/2014/main" id="{FC51532D-5269-0F62-FE92-EB1F1D2D16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51850" y="4613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50" name="Oval 412">
              <a:extLst>
                <a:ext uri="{FF2B5EF4-FFF2-40B4-BE49-F238E27FC236}">
                  <a16:creationId xmlns:a16="http://schemas.microsoft.com/office/drawing/2014/main" id="{9BF41219-AC6A-9297-D35B-2747D142D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75663" y="4703763"/>
              <a:ext cx="11113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51" name="Oval 413">
              <a:extLst>
                <a:ext uri="{FF2B5EF4-FFF2-40B4-BE49-F238E27FC236}">
                  <a16:creationId xmlns:a16="http://schemas.microsoft.com/office/drawing/2014/main" id="{C53F62D6-0987-ACE5-3132-BD978E93F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4238" y="4752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52" name="Oval 414">
              <a:extLst>
                <a:ext uri="{FF2B5EF4-FFF2-40B4-BE49-F238E27FC236}">
                  <a16:creationId xmlns:a16="http://schemas.microsoft.com/office/drawing/2014/main" id="{F86996A5-2AE2-DDA8-86EB-675711E03F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9163" y="4848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53" name="Oval 415">
              <a:extLst>
                <a:ext uri="{FF2B5EF4-FFF2-40B4-BE49-F238E27FC236}">
                  <a16:creationId xmlns:a16="http://schemas.microsoft.com/office/drawing/2014/main" id="{3913E87E-6374-1040-0A95-FD3BEFE145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7263" y="4929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54" name="Oval 416">
              <a:extLst>
                <a:ext uri="{FF2B5EF4-FFF2-40B4-BE49-F238E27FC236}">
                  <a16:creationId xmlns:a16="http://schemas.microsoft.com/office/drawing/2014/main" id="{61C21474-A533-EAC9-4F94-8A8465BA7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8538" y="4929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55" name="Oval 417">
              <a:extLst>
                <a:ext uri="{FF2B5EF4-FFF2-40B4-BE49-F238E27FC236}">
                  <a16:creationId xmlns:a16="http://schemas.microsoft.com/office/drawing/2014/main" id="{A5D5A0E9-9F74-6340-DFB7-925E9B67B0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1400" y="4987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56" name="Oval 418">
              <a:extLst>
                <a:ext uri="{FF2B5EF4-FFF2-40B4-BE49-F238E27FC236}">
                  <a16:creationId xmlns:a16="http://schemas.microsoft.com/office/drawing/2014/main" id="{9B15272A-CABF-50E0-2180-933110C25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5850" y="5072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57" name="Oval 419">
              <a:extLst>
                <a:ext uri="{FF2B5EF4-FFF2-40B4-BE49-F238E27FC236}">
                  <a16:creationId xmlns:a16="http://schemas.microsoft.com/office/drawing/2014/main" id="{6302D93D-6214-D113-3C25-924BF3CA8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8713" y="5132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58" name="Oval 420">
              <a:extLst>
                <a:ext uri="{FF2B5EF4-FFF2-40B4-BE49-F238E27FC236}">
                  <a16:creationId xmlns:a16="http://schemas.microsoft.com/office/drawing/2014/main" id="{87555787-EADC-EE86-03F6-CF7CFF29A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1575" y="5224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59" name="Oval 421">
              <a:extLst>
                <a:ext uri="{FF2B5EF4-FFF2-40B4-BE49-F238E27FC236}">
                  <a16:creationId xmlns:a16="http://schemas.microsoft.com/office/drawing/2014/main" id="{F39E06A9-11E5-85FD-91C1-51E765856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4438" y="52355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60" name="Oval 422">
              <a:extLst>
                <a:ext uri="{FF2B5EF4-FFF2-40B4-BE49-F238E27FC236}">
                  <a16:creationId xmlns:a16="http://schemas.microsoft.com/office/drawing/2014/main" id="{BAA70B13-C63E-7CA7-1C3A-9AE73F296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5713" y="5260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61" name="Oval 423">
              <a:extLst>
                <a:ext uri="{FF2B5EF4-FFF2-40B4-BE49-F238E27FC236}">
                  <a16:creationId xmlns:a16="http://schemas.microsoft.com/office/drawing/2014/main" id="{EBDB3715-F748-8DA6-A215-74B5050DA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5400" y="5297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62" name="Oval 424">
              <a:extLst>
                <a:ext uri="{FF2B5EF4-FFF2-40B4-BE49-F238E27FC236}">
                  <a16:creationId xmlns:a16="http://schemas.microsoft.com/office/drawing/2014/main" id="{5C90723F-9C2E-6534-1B78-34B9675A9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5350" y="4594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63" name="Oval 425">
              <a:extLst>
                <a:ext uri="{FF2B5EF4-FFF2-40B4-BE49-F238E27FC236}">
                  <a16:creationId xmlns:a16="http://schemas.microsoft.com/office/drawing/2014/main" id="{8F533822-679B-0D4F-E7FA-B000888A9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0113" y="4549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64" name="Oval 426">
              <a:extLst>
                <a:ext uri="{FF2B5EF4-FFF2-40B4-BE49-F238E27FC236}">
                  <a16:creationId xmlns:a16="http://schemas.microsoft.com/office/drawing/2014/main" id="{03790658-8F9A-11A5-A0B6-37FE121A6E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1225" y="4598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65" name="Oval 427">
              <a:extLst>
                <a:ext uri="{FF2B5EF4-FFF2-40B4-BE49-F238E27FC236}">
                  <a16:creationId xmlns:a16="http://schemas.microsoft.com/office/drawing/2014/main" id="{BE6F491D-A367-F6E1-C422-70FAAFE0F0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0275" y="4733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66" name="Oval 428">
              <a:extLst>
                <a:ext uri="{FF2B5EF4-FFF2-40B4-BE49-F238E27FC236}">
                  <a16:creationId xmlns:a16="http://schemas.microsoft.com/office/drawing/2014/main" id="{770BA5D7-7734-D0E2-FCEB-23C88F039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4088" y="4835525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67" name="Oval 429">
              <a:extLst>
                <a:ext uri="{FF2B5EF4-FFF2-40B4-BE49-F238E27FC236}">
                  <a16:creationId xmlns:a16="http://schemas.microsoft.com/office/drawing/2014/main" id="{23A99905-C0F1-4435-92E8-34825A7AA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4250" y="4918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68" name="Oval 430">
              <a:extLst>
                <a:ext uri="{FF2B5EF4-FFF2-40B4-BE49-F238E27FC236}">
                  <a16:creationId xmlns:a16="http://schemas.microsoft.com/office/drawing/2014/main" id="{4C90BAA3-952F-D545-3330-E8C2B9A20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6000" y="5021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69" name="Oval 431">
              <a:extLst>
                <a:ext uri="{FF2B5EF4-FFF2-40B4-BE49-F238E27FC236}">
                  <a16:creationId xmlns:a16="http://schemas.microsoft.com/office/drawing/2014/main" id="{3D26DF30-F661-513C-90B0-1C9F7052B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2513" y="5041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70" name="Oval 432">
              <a:extLst>
                <a:ext uri="{FF2B5EF4-FFF2-40B4-BE49-F238E27FC236}">
                  <a16:creationId xmlns:a16="http://schemas.microsoft.com/office/drawing/2014/main" id="{E9CE0151-65B4-17D4-AB46-D438287BC2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0613" y="5056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71" name="Oval 433">
              <a:extLst>
                <a:ext uri="{FF2B5EF4-FFF2-40B4-BE49-F238E27FC236}">
                  <a16:creationId xmlns:a16="http://schemas.microsoft.com/office/drawing/2014/main" id="{BC4B250F-C6DD-6512-6A9F-8269178D8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8713" y="5078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72" name="Oval 434">
              <a:extLst>
                <a:ext uri="{FF2B5EF4-FFF2-40B4-BE49-F238E27FC236}">
                  <a16:creationId xmlns:a16="http://schemas.microsoft.com/office/drawing/2014/main" id="{B39DAD60-E222-F41C-7432-4BD387E25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8400" y="51784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73" name="Oval 435">
              <a:extLst>
                <a:ext uri="{FF2B5EF4-FFF2-40B4-BE49-F238E27FC236}">
                  <a16:creationId xmlns:a16="http://schemas.microsoft.com/office/drawing/2014/main" id="{B4065AB3-C485-3F39-AE6B-2BC2A132F1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6500" y="5265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74" name="Oval 436">
              <a:extLst>
                <a:ext uri="{FF2B5EF4-FFF2-40B4-BE49-F238E27FC236}">
                  <a16:creationId xmlns:a16="http://schemas.microsoft.com/office/drawing/2014/main" id="{0DC84E2C-83DB-9797-E8BE-F7D12F35F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6188" y="5254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75" name="Oval 437">
              <a:extLst>
                <a:ext uri="{FF2B5EF4-FFF2-40B4-BE49-F238E27FC236}">
                  <a16:creationId xmlns:a16="http://schemas.microsoft.com/office/drawing/2014/main" id="{9EF42859-5AA3-DB2A-F2BB-25394B5304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4288" y="5265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76" name="Oval 438">
              <a:extLst>
                <a:ext uri="{FF2B5EF4-FFF2-40B4-BE49-F238E27FC236}">
                  <a16:creationId xmlns:a16="http://schemas.microsoft.com/office/drawing/2014/main" id="{D5E44ECC-ECB5-86BA-2579-2B5144950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1550" y="4708525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77" name="Oval 439">
              <a:extLst>
                <a:ext uri="{FF2B5EF4-FFF2-40B4-BE49-F238E27FC236}">
                  <a16:creationId xmlns:a16="http://schemas.microsoft.com/office/drawing/2014/main" id="{9BBA603B-9C8C-2E9F-D86B-990558D61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4725" y="4624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78" name="Oval 440">
              <a:extLst>
                <a:ext uri="{FF2B5EF4-FFF2-40B4-BE49-F238E27FC236}">
                  <a16:creationId xmlns:a16="http://schemas.microsoft.com/office/drawing/2014/main" id="{28D8CB4A-9C35-0279-085E-D79293B41F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4250" y="46418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79" name="Oval 441">
              <a:extLst>
                <a:ext uri="{FF2B5EF4-FFF2-40B4-BE49-F238E27FC236}">
                  <a16:creationId xmlns:a16="http://schemas.microsoft.com/office/drawing/2014/main" id="{5909557C-8FF2-BF36-8D1B-B366EEDAB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8538" y="4806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80" name="Oval 442">
              <a:extLst>
                <a:ext uri="{FF2B5EF4-FFF2-40B4-BE49-F238E27FC236}">
                  <a16:creationId xmlns:a16="http://schemas.microsoft.com/office/drawing/2014/main" id="{4F287D24-9A25-301A-C63D-C91BCC05E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9175" y="49514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81" name="Oval 443">
              <a:extLst>
                <a:ext uri="{FF2B5EF4-FFF2-40B4-BE49-F238E27FC236}">
                  <a16:creationId xmlns:a16="http://schemas.microsoft.com/office/drawing/2014/main" id="{9E36ADA6-1E39-5410-A204-DAEA9A30D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4575" y="5029200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82" name="Oval 444">
              <a:extLst>
                <a:ext uri="{FF2B5EF4-FFF2-40B4-BE49-F238E27FC236}">
                  <a16:creationId xmlns:a16="http://schemas.microsoft.com/office/drawing/2014/main" id="{1300228F-730F-FFF2-BC53-021C58780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3150" y="5070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83" name="Oval 445">
              <a:extLst>
                <a:ext uri="{FF2B5EF4-FFF2-40B4-BE49-F238E27FC236}">
                  <a16:creationId xmlns:a16="http://schemas.microsoft.com/office/drawing/2014/main" id="{688253C5-0EB0-D2C7-82A5-871FD6E9C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3313" y="5087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84" name="Oval 446">
              <a:extLst>
                <a:ext uri="{FF2B5EF4-FFF2-40B4-BE49-F238E27FC236}">
                  <a16:creationId xmlns:a16="http://schemas.microsoft.com/office/drawing/2014/main" id="{0BFA2CE1-2D17-2D1B-0643-E3409F5ED7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6650" y="5062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85" name="Oval 447">
              <a:extLst>
                <a:ext uri="{FF2B5EF4-FFF2-40B4-BE49-F238E27FC236}">
                  <a16:creationId xmlns:a16="http://schemas.microsoft.com/office/drawing/2014/main" id="{BA047EE2-A649-9DE2-34DB-317F8860B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1575" y="5087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86" name="Oval 448">
              <a:extLst>
                <a:ext uri="{FF2B5EF4-FFF2-40B4-BE49-F238E27FC236}">
                  <a16:creationId xmlns:a16="http://schemas.microsoft.com/office/drawing/2014/main" id="{9B166B88-7179-64A2-768C-9BAD2ED14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6500" y="519430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87" name="Oval 449">
              <a:extLst>
                <a:ext uri="{FF2B5EF4-FFF2-40B4-BE49-F238E27FC236}">
                  <a16:creationId xmlns:a16="http://schemas.microsoft.com/office/drawing/2014/main" id="{3AB72037-D57B-BAFC-6463-6C845D3C2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3013" y="5308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88" name="Oval 450">
              <a:extLst>
                <a:ext uri="{FF2B5EF4-FFF2-40B4-BE49-F238E27FC236}">
                  <a16:creationId xmlns:a16="http://schemas.microsoft.com/office/drawing/2014/main" id="{7B563E37-9DE2-BCEA-B93D-21CB560AB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7938" y="5283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89" name="Oval 451">
              <a:extLst>
                <a:ext uri="{FF2B5EF4-FFF2-40B4-BE49-F238E27FC236}">
                  <a16:creationId xmlns:a16="http://schemas.microsoft.com/office/drawing/2014/main" id="{8541B992-92B5-7CF2-7C60-5C68D142A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863" y="5307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90" name="Oval 452">
              <a:extLst>
                <a:ext uri="{FF2B5EF4-FFF2-40B4-BE49-F238E27FC236}">
                  <a16:creationId xmlns:a16="http://schemas.microsoft.com/office/drawing/2014/main" id="{7AA4E9DE-39B4-6C19-8319-6A97E4D7D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58225" y="4765675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91" name="Oval 453">
              <a:extLst>
                <a:ext uri="{FF2B5EF4-FFF2-40B4-BE49-F238E27FC236}">
                  <a16:creationId xmlns:a16="http://schemas.microsoft.com/office/drawing/2014/main" id="{856DA00A-383C-C24E-4B5C-9D9ADCFDE0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1400" y="4740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92" name="Oval 454">
              <a:extLst>
                <a:ext uri="{FF2B5EF4-FFF2-40B4-BE49-F238E27FC236}">
                  <a16:creationId xmlns:a16="http://schemas.microsoft.com/office/drawing/2014/main" id="{83654C28-F000-6879-CE08-836D0810C4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9338" y="47815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93" name="Oval 455">
              <a:extLst>
                <a:ext uri="{FF2B5EF4-FFF2-40B4-BE49-F238E27FC236}">
                  <a16:creationId xmlns:a16="http://schemas.microsoft.com/office/drawing/2014/main" id="{E6D9FC46-74D8-FE24-8AAC-2BD61EAD5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2038" y="4919663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94" name="Oval 456">
              <a:extLst>
                <a:ext uri="{FF2B5EF4-FFF2-40B4-BE49-F238E27FC236}">
                  <a16:creationId xmlns:a16="http://schemas.microsoft.com/office/drawing/2014/main" id="{D350B1A3-F83D-135D-886E-3993C3FF4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1088" y="4960938"/>
              <a:ext cx="11113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95" name="Oval 457">
              <a:extLst>
                <a:ext uri="{FF2B5EF4-FFF2-40B4-BE49-F238E27FC236}">
                  <a16:creationId xmlns:a16="http://schemas.microsoft.com/office/drawing/2014/main" id="{9864653E-427B-3B09-71AA-CD217F018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1725" y="50165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96" name="Oval 458">
              <a:extLst>
                <a:ext uri="{FF2B5EF4-FFF2-40B4-BE49-F238E27FC236}">
                  <a16:creationId xmlns:a16="http://schemas.microsoft.com/office/drawing/2014/main" id="{BDF86E04-0252-6A23-27B6-F3A4CADCAD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7125" y="5100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97" name="Oval 459">
              <a:extLst>
                <a:ext uri="{FF2B5EF4-FFF2-40B4-BE49-F238E27FC236}">
                  <a16:creationId xmlns:a16="http://schemas.microsoft.com/office/drawing/2014/main" id="{F3F04CCC-7224-5792-F4BA-8FE4E055FE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4113" y="5114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98" name="Oval 460">
              <a:extLst>
                <a:ext uri="{FF2B5EF4-FFF2-40B4-BE49-F238E27FC236}">
                  <a16:creationId xmlns:a16="http://schemas.microsoft.com/office/drawing/2014/main" id="{7468AFEC-6A28-CE3F-ABCF-EFF709866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2688" y="5173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99" name="Oval 461">
              <a:extLst>
                <a:ext uri="{FF2B5EF4-FFF2-40B4-BE49-F238E27FC236}">
                  <a16:creationId xmlns:a16="http://schemas.microsoft.com/office/drawing/2014/main" id="{C37F8187-BA1F-6C13-4F11-4A71DBC388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4438" y="5195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00" name="Oval 462">
              <a:extLst>
                <a:ext uri="{FF2B5EF4-FFF2-40B4-BE49-F238E27FC236}">
                  <a16:creationId xmlns:a16="http://schemas.microsoft.com/office/drawing/2014/main" id="{85743323-75C3-E2AE-A6F1-5A08F88E5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6188" y="5286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01" name="Oval 463">
              <a:extLst>
                <a:ext uri="{FF2B5EF4-FFF2-40B4-BE49-F238E27FC236}">
                  <a16:creationId xmlns:a16="http://schemas.microsoft.com/office/drawing/2014/main" id="{F6032BFF-70CE-A3EB-01F7-C7188296A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7938" y="5283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02" name="Oval 464">
              <a:extLst>
                <a:ext uri="{FF2B5EF4-FFF2-40B4-BE49-F238E27FC236}">
                  <a16:creationId xmlns:a16="http://schemas.microsoft.com/office/drawing/2014/main" id="{591BC6F7-E235-93D1-1B6A-37C4AD964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1275" y="52641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03" name="Oval 465">
              <a:extLst>
                <a:ext uri="{FF2B5EF4-FFF2-40B4-BE49-F238E27FC236}">
                  <a16:creationId xmlns:a16="http://schemas.microsoft.com/office/drawing/2014/main" id="{A53B8564-57BB-4E7F-8D56-569000AD8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3025" y="5295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04" name="Oval 466">
              <a:extLst>
                <a:ext uri="{FF2B5EF4-FFF2-40B4-BE49-F238E27FC236}">
                  <a16:creationId xmlns:a16="http://schemas.microsoft.com/office/drawing/2014/main" id="{04431D9B-C1C3-CA0F-629A-261116A85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1725" y="4868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05" name="Oval 467">
              <a:extLst>
                <a:ext uri="{FF2B5EF4-FFF2-40B4-BE49-F238E27FC236}">
                  <a16:creationId xmlns:a16="http://schemas.microsoft.com/office/drawing/2014/main" id="{7B455A28-90CB-535D-13EC-1DCDDACE1A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3313" y="4818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06" name="Oval 468">
              <a:extLst>
                <a:ext uri="{FF2B5EF4-FFF2-40B4-BE49-F238E27FC236}">
                  <a16:creationId xmlns:a16="http://schemas.microsoft.com/office/drawing/2014/main" id="{6C037297-51EB-B4A1-16C3-5BE1F7BEA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1250" y="4846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07" name="Oval 469">
              <a:extLst>
                <a:ext uri="{FF2B5EF4-FFF2-40B4-BE49-F238E27FC236}">
                  <a16:creationId xmlns:a16="http://schemas.microsoft.com/office/drawing/2014/main" id="{1D0CC30B-9CD3-FCD9-96EA-ED0392888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2363" y="4930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08" name="Oval 470">
              <a:extLst>
                <a:ext uri="{FF2B5EF4-FFF2-40B4-BE49-F238E27FC236}">
                  <a16:creationId xmlns:a16="http://schemas.microsoft.com/office/drawing/2014/main" id="{99710995-9624-DACA-2D7B-3E4F4DDB3B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6650" y="4970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09" name="Oval 471">
              <a:extLst>
                <a:ext uri="{FF2B5EF4-FFF2-40B4-BE49-F238E27FC236}">
                  <a16:creationId xmlns:a16="http://schemas.microsoft.com/office/drawing/2014/main" id="{58A45B49-59C3-06E6-71EC-BB1FDD20D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5700" y="5038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10" name="Oval 472">
              <a:extLst>
                <a:ext uri="{FF2B5EF4-FFF2-40B4-BE49-F238E27FC236}">
                  <a16:creationId xmlns:a16="http://schemas.microsoft.com/office/drawing/2014/main" id="{E69D2E4D-ED60-E66B-AB67-EB7224D0C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7925" y="5105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11" name="Oval 473">
              <a:extLst>
                <a:ext uri="{FF2B5EF4-FFF2-40B4-BE49-F238E27FC236}">
                  <a16:creationId xmlns:a16="http://schemas.microsoft.com/office/drawing/2014/main" id="{E3A1DF31-7775-A1E3-A607-C4FC07AF4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1738" y="5160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12" name="Oval 474">
              <a:extLst>
                <a:ext uri="{FF2B5EF4-FFF2-40B4-BE49-F238E27FC236}">
                  <a16:creationId xmlns:a16="http://schemas.microsoft.com/office/drawing/2014/main" id="{334E9599-7517-376F-EF79-BD87C0E4F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7138" y="5237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13" name="Oval 475">
              <a:extLst>
                <a:ext uri="{FF2B5EF4-FFF2-40B4-BE49-F238E27FC236}">
                  <a16:creationId xmlns:a16="http://schemas.microsoft.com/office/drawing/2014/main" id="{6E59978D-E26B-9FB0-023C-5950A3041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5713" y="5273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14" name="Oval 476">
              <a:extLst>
                <a:ext uri="{FF2B5EF4-FFF2-40B4-BE49-F238E27FC236}">
                  <a16:creationId xmlns:a16="http://schemas.microsoft.com/office/drawing/2014/main" id="{884B3D9C-F541-6B55-A225-83F5C9D93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4288" y="5286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15" name="Oval 477">
              <a:extLst>
                <a:ext uri="{FF2B5EF4-FFF2-40B4-BE49-F238E27FC236}">
                  <a16:creationId xmlns:a16="http://schemas.microsoft.com/office/drawing/2014/main" id="{18BD38CF-770E-B627-73B5-E33D5D05C4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863" y="5227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16" name="Oval 478">
              <a:extLst>
                <a:ext uri="{FF2B5EF4-FFF2-40B4-BE49-F238E27FC236}">
                  <a16:creationId xmlns:a16="http://schemas.microsoft.com/office/drawing/2014/main" id="{32B1CF2B-502D-43D3-D287-7A7434249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3025" y="5281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17" name="Oval 479">
              <a:extLst>
                <a:ext uri="{FF2B5EF4-FFF2-40B4-BE49-F238E27FC236}">
                  <a16:creationId xmlns:a16="http://schemas.microsoft.com/office/drawing/2014/main" id="{CA5C81E1-7B4E-6ED5-7F96-CC3456D7A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0463" y="4846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18" name="Oval 480">
              <a:extLst>
                <a:ext uri="{FF2B5EF4-FFF2-40B4-BE49-F238E27FC236}">
                  <a16:creationId xmlns:a16="http://schemas.microsoft.com/office/drawing/2014/main" id="{180DCD09-BA1D-2F83-DDA5-BD85EED8C2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2050" y="4838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19" name="Oval 481">
              <a:extLst>
                <a:ext uri="{FF2B5EF4-FFF2-40B4-BE49-F238E27FC236}">
                  <a16:creationId xmlns:a16="http://schemas.microsoft.com/office/drawing/2014/main" id="{7E56EE28-548B-5391-6DB4-5444A4EB1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8400" y="4872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20" name="Oval 482">
              <a:extLst>
                <a:ext uri="{FF2B5EF4-FFF2-40B4-BE49-F238E27FC236}">
                  <a16:creationId xmlns:a16="http://schemas.microsoft.com/office/drawing/2014/main" id="{B7744F85-E8F1-25B3-B411-DA4345E2A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7925" y="4948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21" name="Oval 483">
              <a:extLst>
                <a:ext uri="{FF2B5EF4-FFF2-40B4-BE49-F238E27FC236}">
                  <a16:creationId xmlns:a16="http://schemas.microsoft.com/office/drawing/2014/main" id="{02DB695D-D60D-7720-7595-A229634075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0625" y="5002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22" name="Oval 484">
              <a:extLst>
                <a:ext uri="{FF2B5EF4-FFF2-40B4-BE49-F238E27FC236}">
                  <a16:creationId xmlns:a16="http://schemas.microsoft.com/office/drawing/2014/main" id="{D820B7DB-1F97-24DA-3EDB-EE6706E9C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6500" y="5021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23" name="Oval 485">
              <a:extLst>
                <a:ext uri="{FF2B5EF4-FFF2-40B4-BE49-F238E27FC236}">
                  <a16:creationId xmlns:a16="http://schemas.microsoft.com/office/drawing/2014/main" id="{448273FF-806C-E4EE-D61F-DD4AB5B02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5550" y="5091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24" name="Oval 486">
              <a:extLst>
                <a:ext uri="{FF2B5EF4-FFF2-40B4-BE49-F238E27FC236}">
                  <a16:creationId xmlns:a16="http://schemas.microsoft.com/office/drawing/2014/main" id="{F6D88984-0C31-8537-B628-304615F2FB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7775" y="52006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25" name="Oval 487">
              <a:extLst>
                <a:ext uri="{FF2B5EF4-FFF2-40B4-BE49-F238E27FC236}">
                  <a16:creationId xmlns:a16="http://schemas.microsoft.com/office/drawing/2014/main" id="{A5432F47-1A3E-C308-E7F5-A07BD63E4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0000" y="52768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26" name="Oval 488">
              <a:extLst>
                <a:ext uri="{FF2B5EF4-FFF2-40B4-BE49-F238E27FC236}">
                  <a16:creationId xmlns:a16="http://schemas.microsoft.com/office/drawing/2014/main" id="{77B57327-C3C5-E359-5381-ADF09ACAF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5400" y="52895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27" name="Oval 490">
              <a:extLst>
                <a:ext uri="{FF2B5EF4-FFF2-40B4-BE49-F238E27FC236}">
                  <a16:creationId xmlns:a16="http://schemas.microsoft.com/office/drawing/2014/main" id="{5C351783-37EB-884C-6ECD-047C428F05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0800" y="5311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28" name="Oval 491">
              <a:extLst>
                <a:ext uri="{FF2B5EF4-FFF2-40B4-BE49-F238E27FC236}">
                  <a16:creationId xmlns:a16="http://schemas.microsoft.com/office/drawing/2014/main" id="{6420B5F4-A009-3A28-3F88-B78EAD2F2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7787" y="5316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29" name="Oval 492">
              <a:extLst>
                <a:ext uri="{FF2B5EF4-FFF2-40B4-BE49-F238E27FC236}">
                  <a16:creationId xmlns:a16="http://schemas.microsoft.com/office/drawing/2014/main" id="{487322FB-1B31-79C8-F4EF-F4DCB20927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4437" y="5021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30" name="Oval 493">
              <a:extLst>
                <a:ext uri="{FF2B5EF4-FFF2-40B4-BE49-F238E27FC236}">
                  <a16:creationId xmlns:a16="http://schemas.microsoft.com/office/drawing/2014/main" id="{1BAE3E06-15F5-0E9D-735D-5C2484786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025" y="49815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31" name="Oval 494">
              <a:extLst>
                <a:ext uri="{FF2B5EF4-FFF2-40B4-BE49-F238E27FC236}">
                  <a16:creationId xmlns:a16="http://schemas.microsoft.com/office/drawing/2014/main" id="{B1AE57E0-11B6-7979-95BD-C5BF45C520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0787" y="4973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32" name="Oval 495">
              <a:extLst>
                <a:ext uri="{FF2B5EF4-FFF2-40B4-BE49-F238E27FC236}">
                  <a16:creationId xmlns:a16="http://schemas.microsoft.com/office/drawing/2014/main" id="{6BDFCFA3-4781-8ACC-68F4-E56DAE143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8725" y="4999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33" name="Oval 496">
              <a:extLst>
                <a:ext uri="{FF2B5EF4-FFF2-40B4-BE49-F238E27FC236}">
                  <a16:creationId xmlns:a16="http://schemas.microsoft.com/office/drawing/2014/main" id="{8BF660BB-1086-4935-FA85-972BCBB231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1425" y="4995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34" name="Oval 497">
              <a:extLst>
                <a:ext uri="{FF2B5EF4-FFF2-40B4-BE49-F238E27FC236}">
                  <a16:creationId xmlns:a16="http://schemas.microsoft.com/office/drawing/2014/main" id="{E79BF602-001B-782A-3EB5-9E76CF8E8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5712" y="5033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35" name="Oval 498">
              <a:extLst>
                <a:ext uri="{FF2B5EF4-FFF2-40B4-BE49-F238E27FC236}">
                  <a16:creationId xmlns:a16="http://schemas.microsoft.com/office/drawing/2014/main" id="{74927534-196C-F5F7-B346-50C0379B3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1587" y="5153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36" name="Oval 499">
              <a:extLst>
                <a:ext uri="{FF2B5EF4-FFF2-40B4-BE49-F238E27FC236}">
                  <a16:creationId xmlns:a16="http://schemas.microsoft.com/office/drawing/2014/main" id="{AA99BFA8-8BF5-AC28-CE33-308F44DA1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0637" y="5249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37" name="Oval 500">
              <a:extLst>
                <a:ext uri="{FF2B5EF4-FFF2-40B4-BE49-F238E27FC236}">
                  <a16:creationId xmlns:a16="http://schemas.microsoft.com/office/drawing/2014/main" id="{4E9C49F2-7F5D-5CE3-749D-00A45F3ADB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862" y="528478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38" name="Oval 501">
              <a:extLst>
                <a:ext uri="{FF2B5EF4-FFF2-40B4-BE49-F238E27FC236}">
                  <a16:creationId xmlns:a16="http://schemas.microsoft.com/office/drawing/2014/main" id="{B75697FD-9EB1-5BF2-B991-D47E3CD94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5087" y="5249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39" name="Oval 502">
              <a:extLst>
                <a:ext uri="{FF2B5EF4-FFF2-40B4-BE49-F238E27FC236}">
                  <a16:creationId xmlns:a16="http://schemas.microsoft.com/office/drawing/2014/main" id="{606CAFD7-BC5D-07B2-243A-C06A8BBC65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5237" y="4930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40" name="Oval 503">
              <a:extLst>
                <a:ext uri="{FF2B5EF4-FFF2-40B4-BE49-F238E27FC236}">
                  <a16:creationId xmlns:a16="http://schemas.microsoft.com/office/drawing/2014/main" id="{930DE99E-7A57-730C-E4E5-F7331A39D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5237" y="4997450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41" name="Oval 504">
              <a:extLst>
                <a:ext uri="{FF2B5EF4-FFF2-40B4-BE49-F238E27FC236}">
                  <a16:creationId xmlns:a16="http://schemas.microsoft.com/office/drawing/2014/main" id="{1A016B0D-FD78-8095-C39B-AA73CEA0D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0000" y="5038725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42" name="Oval 505">
              <a:extLst>
                <a:ext uri="{FF2B5EF4-FFF2-40B4-BE49-F238E27FC236}">
                  <a16:creationId xmlns:a16="http://schemas.microsoft.com/office/drawing/2014/main" id="{AC2ABE8E-A16C-389E-D4A6-CFF750190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7937" y="5127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43" name="Oval 506">
              <a:extLst>
                <a:ext uri="{FF2B5EF4-FFF2-40B4-BE49-F238E27FC236}">
                  <a16:creationId xmlns:a16="http://schemas.microsoft.com/office/drawing/2014/main" id="{BD9B2AA4-4D9D-2875-C045-593CB2242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9050" y="5110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44" name="Oval 507">
              <a:extLst>
                <a:ext uri="{FF2B5EF4-FFF2-40B4-BE49-F238E27FC236}">
                  <a16:creationId xmlns:a16="http://schemas.microsoft.com/office/drawing/2014/main" id="{8FBCE850-7508-D8FA-B7FF-1E7873633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1750" y="513873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45" name="Oval 508">
              <a:extLst>
                <a:ext uri="{FF2B5EF4-FFF2-40B4-BE49-F238E27FC236}">
                  <a16:creationId xmlns:a16="http://schemas.microsoft.com/office/drawing/2014/main" id="{B28CC9C2-76D8-38C9-30DC-42E8FB6207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6037" y="5205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46" name="Oval 509">
              <a:extLst>
                <a:ext uri="{FF2B5EF4-FFF2-40B4-BE49-F238E27FC236}">
                  <a16:creationId xmlns:a16="http://schemas.microsoft.com/office/drawing/2014/main" id="{251BE611-4B5B-0AD1-0C0D-D4D328ABF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3500" y="5253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47" name="Oval 510">
              <a:extLst>
                <a:ext uri="{FF2B5EF4-FFF2-40B4-BE49-F238E27FC236}">
                  <a16:creationId xmlns:a16="http://schemas.microsoft.com/office/drawing/2014/main" id="{FB1A0908-0F4B-D02E-DDC5-78E6513FC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2550" y="5237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48" name="Oval 511">
              <a:extLst>
                <a:ext uri="{FF2B5EF4-FFF2-40B4-BE49-F238E27FC236}">
                  <a16:creationId xmlns:a16="http://schemas.microsoft.com/office/drawing/2014/main" id="{09C22A92-B35B-BF6F-FD25-8B059425E1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1600" y="524668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49" name="Oval 512">
              <a:extLst>
                <a:ext uri="{FF2B5EF4-FFF2-40B4-BE49-F238E27FC236}">
                  <a16:creationId xmlns:a16="http://schemas.microsoft.com/office/drawing/2014/main" id="{CC647D9F-2FDB-1155-C5E8-EA6B42AFA1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862" y="494982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50" name="Oval 513">
              <a:extLst>
                <a:ext uri="{FF2B5EF4-FFF2-40B4-BE49-F238E27FC236}">
                  <a16:creationId xmlns:a16="http://schemas.microsoft.com/office/drawing/2014/main" id="{9F84D90D-523B-373C-A2D2-A60C32E09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862" y="50228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51" name="Oval 514">
              <a:extLst>
                <a:ext uri="{FF2B5EF4-FFF2-40B4-BE49-F238E27FC236}">
                  <a16:creationId xmlns:a16="http://schemas.microsoft.com/office/drawing/2014/main" id="{BDF49EA8-A011-3D6C-72F1-96F34C2D4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7625" y="5068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52" name="Oval 515">
              <a:extLst>
                <a:ext uri="{FF2B5EF4-FFF2-40B4-BE49-F238E27FC236}">
                  <a16:creationId xmlns:a16="http://schemas.microsoft.com/office/drawing/2014/main" id="{4E48123A-733A-F42A-FCE0-B26CCC646B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3975" y="5140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53" name="Oval 516">
              <a:extLst>
                <a:ext uri="{FF2B5EF4-FFF2-40B4-BE49-F238E27FC236}">
                  <a16:creationId xmlns:a16="http://schemas.microsoft.com/office/drawing/2014/main" id="{283152D9-CAE5-8E63-BC92-07943B02B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3500" y="5202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54" name="Oval 517">
              <a:extLst>
                <a:ext uri="{FF2B5EF4-FFF2-40B4-BE49-F238E27FC236}">
                  <a16:creationId xmlns:a16="http://schemas.microsoft.com/office/drawing/2014/main" id="{87DB9005-AB79-857F-9A08-96DA6C4C9B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4612" y="5241925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55" name="Oval 518">
              <a:extLst>
                <a:ext uri="{FF2B5EF4-FFF2-40B4-BE49-F238E27FC236}">
                  <a16:creationId xmlns:a16="http://schemas.microsoft.com/office/drawing/2014/main" id="{827E66D1-73CB-85DE-C2CC-ADF40D80BC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312" y="526732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56" name="Oval 519">
              <a:extLst>
                <a:ext uri="{FF2B5EF4-FFF2-40B4-BE49-F238E27FC236}">
                  <a16:creationId xmlns:a16="http://schemas.microsoft.com/office/drawing/2014/main" id="{F9999490-40C0-CD47-9E1D-2414E5D85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3187" y="5299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57" name="Oval 520">
              <a:extLst>
                <a:ext uri="{FF2B5EF4-FFF2-40B4-BE49-F238E27FC236}">
                  <a16:creationId xmlns:a16="http://schemas.microsoft.com/office/drawing/2014/main" id="{F3AEC7D1-D0E8-D8F5-BF6E-2338C65B4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0650" y="5292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58" name="Oval 521">
              <a:extLst>
                <a:ext uri="{FF2B5EF4-FFF2-40B4-BE49-F238E27FC236}">
                  <a16:creationId xmlns:a16="http://schemas.microsoft.com/office/drawing/2014/main" id="{C326D396-E1B2-E831-0320-63669A7291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9700" y="529748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59" name="Oval 522">
              <a:extLst>
                <a:ext uri="{FF2B5EF4-FFF2-40B4-BE49-F238E27FC236}">
                  <a16:creationId xmlns:a16="http://schemas.microsoft.com/office/drawing/2014/main" id="{B52B8F6D-4885-D6C0-BC89-7DDB71BAE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312" y="5141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60" name="Oval 523">
              <a:extLst>
                <a:ext uri="{FF2B5EF4-FFF2-40B4-BE49-F238E27FC236}">
                  <a16:creationId xmlns:a16="http://schemas.microsoft.com/office/drawing/2014/main" id="{CB7BB037-1FF7-4984-508E-FD3EBCD05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312" y="51546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61" name="Oval 524">
              <a:extLst>
                <a:ext uri="{FF2B5EF4-FFF2-40B4-BE49-F238E27FC236}">
                  <a16:creationId xmlns:a16="http://schemas.microsoft.com/office/drawing/2014/main" id="{949853F3-9FC8-6261-64A7-9F247F647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2075" y="5176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62" name="Oval 525">
              <a:extLst>
                <a:ext uri="{FF2B5EF4-FFF2-40B4-BE49-F238E27FC236}">
                  <a16:creationId xmlns:a16="http://schemas.microsoft.com/office/drawing/2014/main" id="{FCF539E5-C06A-74D4-722D-33D9EB8E2D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6837" y="52181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63" name="Oval 526">
              <a:extLst>
                <a:ext uri="{FF2B5EF4-FFF2-40B4-BE49-F238E27FC236}">
                  <a16:creationId xmlns:a16="http://schemas.microsoft.com/office/drawing/2014/main" id="{30643A87-1B34-2B6C-CF5D-EF4F6EB8E6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362" y="5221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64" name="Oval 527">
              <a:extLst>
                <a:ext uri="{FF2B5EF4-FFF2-40B4-BE49-F238E27FC236}">
                  <a16:creationId xmlns:a16="http://schemas.microsoft.com/office/drawing/2014/main" id="{C7E6F9FE-4BE9-EBB6-D327-488A89E65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5887" y="5227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65" name="Oval 528">
              <a:extLst>
                <a:ext uri="{FF2B5EF4-FFF2-40B4-BE49-F238E27FC236}">
                  <a16:creationId xmlns:a16="http://schemas.microsoft.com/office/drawing/2014/main" id="{C5A63A76-B5BD-D861-26E5-B12FAA731B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8587" y="5064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66" name="Oval 529">
              <a:extLst>
                <a:ext uri="{FF2B5EF4-FFF2-40B4-BE49-F238E27FC236}">
                  <a16:creationId xmlns:a16="http://schemas.microsoft.com/office/drawing/2014/main" id="{0D807CA0-B294-3D29-4CF9-15229B8C3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0175" y="5121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67" name="Oval 530">
              <a:extLst>
                <a:ext uri="{FF2B5EF4-FFF2-40B4-BE49-F238E27FC236}">
                  <a16:creationId xmlns:a16="http://schemas.microsoft.com/office/drawing/2014/main" id="{C9742E3D-C914-000A-ACD2-F4D9A2641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3350" y="5189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68" name="Oval 531">
              <a:extLst>
                <a:ext uri="{FF2B5EF4-FFF2-40B4-BE49-F238E27FC236}">
                  <a16:creationId xmlns:a16="http://schemas.microsoft.com/office/drawing/2014/main" id="{7EF80423-998E-F560-37A1-300CEE101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9700" y="519747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69" name="Oval 532">
              <a:extLst>
                <a:ext uri="{FF2B5EF4-FFF2-40B4-BE49-F238E27FC236}">
                  <a16:creationId xmlns:a16="http://schemas.microsoft.com/office/drawing/2014/main" id="{6D3473B1-2637-75A9-3D08-FB2FEC1727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6050" y="5224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70" name="Oval 533">
              <a:extLst>
                <a:ext uri="{FF2B5EF4-FFF2-40B4-BE49-F238E27FC236}">
                  <a16:creationId xmlns:a16="http://schemas.microsoft.com/office/drawing/2014/main" id="{9690079A-76A5-20B4-EFC5-DD0AFA20D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5575" y="5254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71" name="Oval 534">
              <a:extLst>
                <a:ext uri="{FF2B5EF4-FFF2-40B4-BE49-F238E27FC236}">
                  <a16:creationId xmlns:a16="http://schemas.microsoft.com/office/drawing/2014/main" id="{195F913B-5A4F-4CFC-DA43-626464DA79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9862" y="5168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72" name="Oval 535">
              <a:extLst>
                <a:ext uri="{FF2B5EF4-FFF2-40B4-BE49-F238E27FC236}">
                  <a16:creationId xmlns:a16="http://schemas.microsoft.com/office/drawing/2014/main" id="{9DCEBCDE-897A-37E0-427B-F815D333AF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9862" y="5170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73" name="Oval 536">
              <a:extLst>
                <a:ext uri="{FF2B5EF4-FFF2-40B4-BE49-F238E27FC236}">
                  <a16:creationId xmlns:a16="http://schemas.microsoft.com/office/drawing/2014/main" id="{98FD6199-181A-B1AA-2FC3-97C79CDE67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3037" y="52387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74" name="Oval 537">
              <a:extLst>
                <a:ext uri="{FF2B5EF4-FFF2-40B4-BE49-F238E27FC236}">
                  <a16:creationId xmlns:a16="http://schemas.microsoft.com/office/drawing/2014/main" id="{C84C54AC-38AC-58D0-628C-FAC2E556C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7800" y="5241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75" name="Oval 538">
              <a:extLst>
                <a:ext uri="{FF2B5EF4-FFF2-40B4-BE49-F238E27FC236}">
                  <a16:creationId xmlns:a16="http://schemas.microsoft.com/office/drawing/2014/main" id="{75621321-1E71-7182-5185-050C6C1AD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4150" y="529272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76" name="Oval 539">
              <a:extLst>
                <a:ext uri="{FF2B5EF4-FFF2-40B4-BE49-F238E27FC236}">
                  <a16:creationId xmlns:a16="http://schemas.microsoft.com/office/drawing/2014/main" id="{BAA8B4ED-E243-8857-6CA3-463A538F1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7962" y="5253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77" name="Oval 540">
              <a:extLst>
                <a:ext uri="{FF2B5EF4-FFF2-40B4-BE49-F238E27FC236}">
                  <a16:creationId xmlns:a16="http://schemas.microsoft.com/office/drawing/2014/main" id="{B635E9A1-8C67-5ED7-B913-0D98D64CB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7962" y="5240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78" name="Oval 541">
              <a:extLst>
                <a:ext uri="{FF2B5EF4-FFF2-40B4-BE49-F238E27FC236}">
                  <a16:creationId xmlns:a16="http://schemas.microsoft.com/office/drawing/2014/main" id="{643143E4-48F1-7E3E-1E34-B221B866B1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1137" y="5262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79" name="Oval 542">
              <a:extLst>
                <a:ext uri="{FF2B5EF4-FFF2-40B4-BE49-F238E27FC236}">
                  <a16:creationId xmlns:a16="http://schemas.microsoft.com/office/drawing/2014/main" id="{504401B5-E42C-2A1B-AE10-EE3A338FD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5900" y="5308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0" name="Oval 543">
              <a:extLst>
                <a:ext uri="{FF2B5EF4-FFF2-40B4-BE49-F238E27FC236}">
                  <a16:creationId xmlns:a16="http://schemas.microsoft.com/office/drawing/2014/main" id="{F7A0EDC2-974B-3CBA-B298-3F706477A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4475" y="5257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1" name="Oval 544">
              <a:extLst>
                <a:ext uri="{FF2B5EF4-FFF2-40B4-BE49-F238E27FC236}">
                  <a16:creationId xmlns:a16="http://schemas.microsoft.com/office/drawing/2014/main" id="{6319245C-8F84-B83D-0C6E-E97DBDC3B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4475" y="5248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2" name="Oval 545">
              <a:extLst>
                <a:ext uri="{FF2B5EF4-FFF2-40B4-BE49-F238E27FC236}">
                  <a16:creationId xmlns:a16="http://schemas.microsoft.com/office/drawing/2014/main" id="{3722729A-E5FE-EEE3-7348-9BD91914E4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7650" y="5291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3" name="Oval 546">
              <a:extLst>
                <a:ext uri="{FF2B5EF4-FFF2-40B4-BE49-F238E27FC236}">
                  <a16:creationId xmlns:a16="http://schemas.microsoft.com/office/drawing/2014/main" id="{FF29C035-4EF3-9F46-7A86-322B36633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0825" y="5314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4" name="Oval 547">
              <a:extLst>
                <a:ext uri="{FF2B5EF4-FFF2-40B4-BE49-F238E27FC236}">
                  <a16:creationId xmlns:a16="http://schemas.microsoft.com/office/drawing/2014/main" id="{18034FB3-CFEC-11B0-BB6F-02475106F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7175" y="5311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5" name="Oval 548">
              <a:extLst>
                <a:ext uri="{FF2B5EF4-FFF2-40B4-BE49-F238E27FC236}">
                  <a16:creationId xmlns:a16="http://schemas.microsoft.com/office/drawing/2014/main" id="{23B1C932-EE39-60EE-0F1D-213FE41668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0512" y="5310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6" name="Oval 549">
              <a:extLst>
                <a:ext uri="{FF2B5EF4-FFF2-40B4-BE49-F238E27FC236}">
                  <a16:creationId xmlns:a16="http://schemas.microsoft.com/office/drawing/2014/main" id="{C344B8AF-F48D-318C-6923-1BC373A6B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5750" y="5291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7" name="Oval 550">
              <a:extLst>
                <a:ext uri="{FF2B5EF4-FFF2-40B4-BE49-F238E27FC236}">
                  <a16:creationId xmlns:a16="http://schemas.microsoft.com/office/drawing/2014/main" id="{024D5DA1-60EB-BF23-1C91-77EE78100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4475" y="5257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8" name="Oval 551">
              <a:extLst>
                <a:ext uri="{FF2B5EF4-FFF2-40B4-BE49-F238E27FC236}">
                  <a16:creationId xmlns:a16="http://schemas.microsoft.com/office/drawing/2014/main" id="{33254AAA-D9FC-D0E9-2AC6-665093A5B4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4475" y="5245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89" name="Oval 552">
              <a:extLst>
                <a:ext uri="{FF2B5EF4-FFF2-40B4-BE49-F238E27FC236}">
                  <a16:creationId xmlns:a16="http://schemas.microsoft.com/office/drawing/2014/main" id="{36B881B2-70BE-E2B9-2317-9AB46E7812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7650" y="5246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90" name="Oval 553">
              <a:extLst>
                <a:ext uri="{FF2B5EF4-FFF2-40B4-BE49-F238E27FC236}">
                  <a16:creationId xmlns:a16="http://schemas.microsoft.com/office/drawing/2014/main" id="{475B4133-5202-CA82-1993-C64771A62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0825" y="5318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91" name="Oval 554">
              <a:extLst>
                <a:ext uri="{FF2B5EF4-FFF2-40B4-BE49-F238E27FC236}">
                  <a16:creationId xmlns:a16="http://schemas.microsoft.com/office/drawing/2014/main" id="{F225AFEB-2AC3-0703-4E0C-256267085A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7962" y="5253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92" name="Oval 555">
              <a:extLst>
                <a:ext uri="{FF2B5EF4-FFF2-40B4-BE49-F238E27FC236}">
                  <a16:creationId xmlns:a16="http://schemas.microsoft.com/office/drawing/2014/main" id="{01E43838-E1C8-B675-7609-85D237977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7962" y="529113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93" name="Oval 556">
              <a:extLst>
                <a:ext uri="{FF2B5EF4-FFF2-40B4-BE49-F238E27FC236}">
                  <a16:creationId xmlns:a16="http://schemas.microsoft.com/office/drawing/2014/main" id="{49B41CEA-C0BC-7FA0-80D5-626142C0B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9862" y="5168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94" name="Oval 557">
              <a:extLst>
                <a:ext uri="{FF2B5EF4-FFF2-40B4-BE49-F238E27FC236}">
                  <a16:creationId xmlns:a16="http://schemas.microsoft.com/office/drawing/2014/main" id="{D203B792-AEB8-1D9E-587C-EC4811D3A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9862" y="5232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95" name="Oval 558">
              <a:extLst>
                <a:ext uri="{FF2B5EF4-FFF2-40B4-BE49-F238E27FC236}">
                  <a16:creationId xmlns:a16="http://schemas.microsoft.com/office/drawing/2014/main" id="{5B3711BB-42E6-B5FF-3E2F-5ED6192E8D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3037" y="5187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96" name="Oval 559">
              <a:extLst>
                <a:ext uri="{FF2B5EF4-FFF2-40B4-BE49-F238E27FC236}">
                  <a16:creationId xmlns:a16="http://schemas.microsoft.com/office/drawing/2014/main" id="{2392618C-5648-14CE-0377-1BD2002F79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7800" y="5157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97" name="Oval 560">
              <a:extLst>
                <a:ext uri="{FF2B5EF4-FFF2-40B4-BE49-F238E27FC236}">
                  <a16:creationId xmlns:a16="http://schemas.microsoft.com/office/drawing/2014/main" id="{756FB05E-2AE2-797E-D167-6DB5F7E4DB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4150" y="531177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98" name="Oval 561">
              <a:extLst>
                <a:ext uri="{FF2B5EF4-FFF2-40B4-BE49-F238E27FC236}">
                  <a16:creationId xmlns:a16="http://schemas.microsoft.com/office/drawing/2014/main" id="{3444B7DC-46C8-2A26-8822-037BA46858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3200" y="5311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99" name="Oval 562">
              <a:extLst>
                <a:ext uri="{FF2B5EF4-FFF2-40B4-BE49-F238E27FC236}">
                  <a16:creationId xmlns:a16="http://schemas.microsoft.com/office/drawing/2014/main" id="{3D1CF93E-B97E-D2E1-0957-A7F3F7F8D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04312" y="5254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00" name="Oval 563">
              <a:extLst>
                <a:ext uri="{FF2B5EF4-FFF2-40B4-BE49-F238E27FC236}">
                  <a16:creationId xmlns:a16="http://schemas.microsoft.com/office/drawing/2014/main" id="{2EE57D74-C749-9589-B7A2-B3CEFE544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8587" y="5064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01" name="Oval 564">
              <a:extLst>
                <a:ext uri="{FF2B5EF4-FFF2-40B4-BE49-F238E27FC236}">
                  <a16:creationId xmlns:a16="http://schemas.microsoft.com/office/drawing/2014/main" id="{03FB58B8-764B-8EB8-E765-53307A4D5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0175" y="51085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02" name="Oval 565">
              <a:extLst>
                <a:ext uri="{FF2B5EF4-FFF2-40B4-BE49-F238E27FC236}">
                  <a16:creationId xmlns:a16="http://schemas.microsoft.com/office/drawing/2014/main" id="{CF3903ED-5AD7-81AB-1102-C5A41E76C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3350" y="5118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03" name="Oval 566">
              <a:extLst>
                <a:ext uri="{FF2B5EF4-FFF2-40B4-BE49-F238E27FC236}">
                  <a16:creationId xmlns:a16="http://schemas.microsoft.com/office/drawing/2014/main" id="{9377AE8D-3A60-4DE4-7EAD-E5260473B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9700" y="516096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04" name="Oval 567">
              <a:extLst>
                <a:ext uri="{FF2B5EF4-FFF2-40B4-BE49-F238E27FC236}">
                  <a16:creationId xmlns:a16="http://schemas.microsoft.com/office/drawing/2014/main" id="{20069240-D320-B07D-AFCD-8236B1966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6050" y="5291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05" name="Oval 568">
              <a:extLst>
                <a:ext uri="{FF2B5EF4-FFF2-40B4-BE49-F238E27FC236}">
                  <a16:creationId xmlns:a16="http://schemas.microsoft.com/office/drawing/2014/main" id="{568A7DFC-4158-C63B-E3ED-991ABD8E7B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5575" y="5210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06" name="Oval 569">
              <a:extLst>
                <a:ext uri="{FF2B5EF4-FFF2-40B4-BE49-F238E27FC236}">
                  <a16:creationId xmlns:a16="http://schemas.microsoft.com/office/drawing/2014/main" id="{0EB14D23-2255-4FD1-B5CC-7815DD119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6687" y="5186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07" name="Oval 570">
              <a:extLst>
                <a:ext uri="{FF2B5EF4-FFF2-40B4-BE49-F238E27FC236}">
                  <a16:creationId xmlns:a16="http://schemas.microsoft.com/office/drawing/2014/main" id="{F36DCB51-3974-7BE0-B526-8F8E9B09E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9387" y="5245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08" name="Oval 571">
              <a:extLst>
                <a:ext uri="{FF2B5EF4-FFF2-40B4-BE49-F238E27FC236}">
                  <a16:creationId xmlns:a16="http://schemas.microsoft.com/office/drawing/2014/main" id="{BBF0C7DE-0B8F-26B2-8891-A7830FA8B2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312" y="5141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09" name="Oval 572">
              <a:extLst>
                <a:ext uri="{FF2B5EF4-FFF2-40B4-BE49-F238E27FC236}">
                  <a16:creationId xmlns:a16="http://schemas.microsoft.com/office/drawing/2014/main" id="{043C6C1B-9244-CAF9-4E3C-80D71A400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312" y="5149850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10" name="Oval 573">
              <a:extLst>
                <a:ext uri="{FF2B5EF4-FFF2-40B4-BE49-F238E27FC236}">
                  <a16:creationId xmlns:a16="http://schemas.microsoft.com/office/drawing/2014/main" id="{438D7E95-2F42-08AD-D017-C091F5C39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2075" y="51498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11" name="Oval 574">
              <a:extLst>
                <a:ext uri="{FF2B5EF4-FFF2-40B4-BE49-F238E27FC236}">
                  <a16:creationId xmlns:a16="http://schemas.microsoft.com/office/drawing/2014/main" id="{061F81C3-4370-3286-74EB-3152502EE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6837" y="5156200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12" name="Oval 575">
              <a:extLst>
                <a:ext uri="{FF2B5EF4-FFF2-40B4-BE49-F238E27FC236}">
                  <a16:creationId xmlns:a16="http://schemas.microsoft.com/office/drawing/2014/main" id="{1EBA08BE-E4E9-2318-1252-9B8BD4F0A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362" y="516890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13" name="Oval 576">
              <a:extLst>
                <a:ext uri="{FF2B5EF4-FFF2-40B4-BE49-F238E27FC236}">
                  <a16:creationId xmlns:a16="http://schemas.microsoft.com/office/drawing/2014/main" id="{AAE7806C-CB90-52C2-5DE6-628B9CF60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5887" y="5087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14" name="Oval 577">
              <a:extLst>
                <a:ext uri="{FF2B5EF4-FFF2-40B4-BE49-F238E27FC236}">
                  <a16:creationId xmlns:a16="http://schemas.microsoft.com/office/drawing/2014/main" id="{3962C4C2-716B-1F95-8CC9-D8FA025B8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8587" y="51498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15" name="Oval 578">
              <a:extLst>
                <a:ext uri="{FF2B5EF4-FFF2-40B4-BE49-F238E27FC236}">
                  <a16:creationId xmlns:a16="http://schemas.microsoft.com/office/drawing/2014/main" id="{EA8F18F4-C081-A802-B7B0-6E9AA678B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25" y="5292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16" name="Oval 579">
              <a:extLst>
                <a:ext uri="{FF2B5EF4-FFF2-40B4-BE49-F238E27FC236}">
                  <a16:creationId xmlns:a16="http://schemas.microsoft.com/office/drawing/2014/main" id="{C0D284D1-F907-2642-AFA6-F1E40941F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862" y="494982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17" name="Oval 580">
              <a:extLst>
                <a:ext uri="{FF2B5EF4-FFF2-40B4-BE49-F238E27FC236}">
                  <a16:creationId xmlns:a16="http://schemas.microsoft.com/office/drawing/2014/main" id="{37AD7DFD-0B5E-8AFC-FBFE-35FC9576C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862" y="4894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18" name="Oval 581">
              <a:extLst>
                <a:ext uri="{FF2B5EF4-FFF2-40B4-BE49-F238E27FC236}">
                  <a16:creationId xmlns:a16="http://schemas.microsoft.com/office/drawing/2014/main" id="{CE9DC8E7-4188-DE09-1532-040FDEF24A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7625" y="4999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19" name="Oval 582">
              <a:extLst>
                <a:ext uri="{FF2B5EF4-FFF2-40B4-BE49-F238E27FC236}">
                  <a16:creationId xmlns:a16="http://schemas.microsoft.com/office/drawing/2014/main" id="{5C717D07-85DB-F171-7964-457ABF1494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3975" y="51085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20" name="Oval 583">
              <a:extLst>
                <a:ext uri="{FF2B5EF4-FFF2-40B4-BE49-F238E27FC236}">
                  <a16:creationId xmlns:a16="http://schemas.microsoft.com/office/drawing/2014/main" id="{126DDEF3-C31A-884B-10E7-56FCB98372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3500" y="51371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21" name="Oval 584">
              <a:extLst>
                <a:ext uri="{FF2B5EF4-FFF2-40B4-BE49-F238E27FC236}">
                  <a16:creationId xmlns:a16="http://schemas.microsoft.com/office/drawing/2014/main" id="{7AF91B62-49E2-B77D-ABF6-0902AF50E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4612" y="5148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22" name="Oval 585">
              <a:extLst>
                <a:ext uri="{FF2B5EF4-FFF2-40B4-BE49-F238E27FC236}">
                  <a16:creationId xmlns:a16="http://schemas.microsoft.com/office/drawing/2014/main" id="{45FF1C57-B43D-3FDB-4F52-DD8D001C4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312" y="521652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23" name="Oval 586">
              <a:extLst>
                <a:ext uri="{FF2B5EF4-FFF2-40B4-BE49-F238E27FC236}">
                  <a16:creationId xmlns:a16="http://schemas.microsoft.com/office/drawing/2014/main" id="{F2B59F0F-DCC7-AC77-7951-7D5050797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3187" y="5314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24" name="Oval 587">
              <a:extLst>
                <a:ext uri="{FF2B5EF4-FFF2-40B4-BE49-F238E27FC236}">
                  <a16:creationId xmlns:a16="http://schemas.microsoft.com/office/drawing/2014/main" id="{398310A8-5F95-7339-7C4C-81764FF3B1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5237" y="4930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25" name="Oval 588">
              <a:extLst>
                <a:ext uri="{FF2B5EF4-FFF2-40B4-BE49-F238E27FC236}">
                  <a16:creationId xmlns:a16="http://schemas.microsoft.com/office/drawing/2014/main" id="{EEF7D603-B55E-7C6F-2CEA-89A3B8467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5237" y="48752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26" name="Oval 589">
              <a:extLst>
                <a:ext uri="{FF2B5EF4-FFF2-40B4-BE49-F238E27FC236}">
                  <a16:creationId xmlns:a16="http://schemas.microsoft.com/office/drawing/2014/main" id="{D1780D38-F377-B663-0FED-48AD9A5B3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0000" y="50101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27" name="Oval 590">
              <a:extLst>
                <a:ext uri="{FF2B5EF4-FFF2-40B4-BE49-F238E27FC236}">
                  <a16:creationId xmlns:a16="http://schemas.microsoft.com/office/drawing/2014/main" id="{3EED6DA1-9841-B24B-40BD-7179808B7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7937" y="51244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28" name="Oval 591">
              <a:extLst>
                <a:ext uri="{FF2B5EF4-FFF2-40B4-BE49-F238E27FC236}">
                  <a16:creationId xmlns:a16="http://schemas.microsoft.com/office/drawing/2014/main" id="{31F15897-D9A1-2098-843A-87227C787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9050" y="5103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29" name="Oval 592">
              <a:extLst>
                <a:ext uri="{FF2B5EF4-FFF2-40B4-BE49-F238E27FC236}">
                  <a16:creationId xmlns:a16="http://schemas.microsoft.com/office/drawing/2014/main" id="{E894CA87-6910-DB72-78DF-B399E53BF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1750" y="516572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30" name="Oval 593">
              <a:extLst>
                <a:ext uri="{FF2B5EF4-FFF2-40B4-BE49-F238E27FC236}">
                  <a16:creationId xmlns:a16="http://schemas.microsoft.com/office/drawing/2014/main" id="{2263E92A-534E-EC4D-D3AB-FEF46A700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6037" y="5253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31" name="Oval 594">
              <a:extLst>
                <a:ext uri="{FF2B5EF4-FFF2-40B4-BE49-F238E27FC236}">
                  <a16:creationId xmlns:a16="http://schemas.microsoft.com/office/drawing/2014/main" id="{FF32B61B-73E5-9FCF-1121-29351B14C8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3500" y="5229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32" name="Oval 595">
              <a:extLst>
                <a:ext uri="{FF2B5EF4-FFF2-40B4-BE49-F238E27FC236}">
                  <a16:creationId xmlns:a16="http://schemas.microsoft.com/office/drawing/2014/main" id="{7AD9DA9E-25C5-AE72-0B7B-AD462BE84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2550" y="5248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33" name="Oval 596">
              <a:extLst>
                <a:ext uri="{FF2B5EF4-FFF2-40B4-BE49-F238E27FC236}">
                  <a16:creationId xmlns:a16="http://schemas.microsoft.com/office/drawing/2014/main" id="{EC38057D-CD2C-F1D3-7FF6-F32DC495D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4437" y="5021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34" name="Oval 597">
              <a:extLst>
                <a:ext uri="{FF2B5EF4-FFF2-40B4-BE49-F238E27FC236}">
                  <a16:creationId xmlns:a16="http://schemas.microsoft.com/office/drawing/2014/main" id="{CE98E155-1491-5988-80D9-7AA38130C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025" y="50244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35" name="Oval 598">
              <a:extLst>
                <a:ext uri="{FF2B5EF4-FFF2-40B4-BE49-F238E27FC236}">
                  <a16:creationId xmlns:a16="http://schemas.microsoft.com/office/drawing/2014/main" id="{1475EF6E-6CFC-C2D7-C401-D33788758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0787" y="5057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36" name="Oval 599">
              <a:extLst>
                <a:ext uri="{FF2B5EF4-FFF2-40B4-BE49-F238E27FC236}">
                  <a16:creationId xmlns:a16="http://schemas.microsoft.com/office/drawing/2014/main" id="{7AB598D8-7634-E851-C968-F9D8D9243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8725" y="5008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37" name="Oval 600">
              <a:extLst>
                <a:ext uri="{FF2B5EF4-FFF2-40B4-BE49-F238E27FC236}">
                  <a16:creationId xmlns:a16="http://schemas.microsoft.com/office/drawing/2014/main" id="{C79B3BF3-8422-1307-CD30-820491BF5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1425" y="5051425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38" name="Oval 601">
              <a:extLst>
                <a:ext uri="{FF2B5EF4-FFF2-40B4-BE49-F238E27FC236}">
                  <a16:creationId xmlns:a16="http://schemas.microsoft.com/office/drawing/2014/main" id="{9F299884-6709-C486-659E-1F9DE07EE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5712" y="5164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39" name="Oval 602">
              <a:extLst>
                <a:ext uri="{FF2B5EF4-FFF2-40B4-BE49-F238E27FC236}">
                  <a16:creationId xmlns:a16="http://schemas.microsoft.com/office/drawing/2014/main" id="{908D8F5B-7C1C-67DB-2096-C99353830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1587" y="5176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40" name="Oval 603">
              <a:extLst>
                <a:ext uri="{FF2B5EF4-FFF2-40B4-BE49-F238E27FC236}">
                  <a16:creationId xmlns:a16="http://schemas.microsoft.com/office/drawing/2014/main" id="{AF80D41E-CD7E-CA5B-99F4-CAA5150F2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0637" y="5151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41" name="Oval 604">
              <a:extLst>
                <a:ext uri="{FF2B5EF4-FFF2-40B4-BE49-F238E27FC236}">
                  <a16:creationId xmlns:a16="http://schemas.microsoft.com/office/drawing/2014/main" id="{0812ACAC-43CE-C909-9CA0-BC4D53763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862" y="518795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42" name="Oval 605">
              <a:extLst>
                <a:ext uri="{FF2B5EF4-FFF2-40B4-BE49-F238E27FC236}">
                  <a16:creationId xmlns:a16="http://schemas.microsoft.com/office/drawing/2014/main" id="{559972B4-FE52-6C0C-82CA-62DC6C118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5087" y="5283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43" name="Oval 606">
              <a:extLst>
                <a:ext uri="{FF2B5EF4-FFF2-40B4-BE49-F238E27FC236}">
                  <a16:creationId xmlns:a16="http://schemas.microsoft.com/office/drawing/2014/main" id="{F2D94BE0-9FC7-132D-BEDA-38B40F2D4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312" y="531812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44" name="Oval 607">
              <a:extLst>
                <a:ext uri="{FF2B5EF4-FFF2-40B4-BE49-F238E27FC236}">
                  <a16:creationId xmlns:a16="http://schemas.microsoft.com/office/drawing/2014/main" id="{9D5EE6A3-F3B1-0AEC-D32B-A3103043E7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0462" y="4846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45" name="Oval 608">
              <a:extLst>
                <a:ext uri="{FF2B5EF4-FFF2-40B4-BE49-F238E27FC236}">
                  <a16:creationId xmlns:a16="http://schemas.microsoft.com/office/drawing/2014/main" id="{18F75A93-A5DE-C5ED-24A3-9D4E39003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2050" y="49085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46" name="Oval 609">
              <a:extLst>
                <a:ext uri="{FF2B5EF4-FFF2-40B4-BE49-F238E27FC236}">
                  <a16:creationId xmlns:a16="http://schemas.microsoft.com/office/drawing/2014/main" id="{BF1082BC-FD6F-6D29-5EC3-5A4A560F6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8400" y="4987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47" name="Oval 610">
              <a:extLst>
                <a:ext uri="{FF2B5EF4-FFF2-40B4-BE49-F238E27FC236}">
                  <a16:creationId xmlns:a16="http://schemas.microsoft.com/office/drawing/2014/main" id="{FAAEC46A-503A-1AFA-0EEE-EA4EC3816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7925" y="5018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48" name="Oval 611">
              <a:extLst>
                <a:ext uri="{FF2B5EF4-FFF2-40B4-BE49-F238E27FC236}">
                  <a16:creationId xmlns:a16="http://schemas.microsoft.com/office/drawing/2014/main" id="{44E01EF2-BEF1-CC68-6B50-2B38025EEC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0625" y="5099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49" name="Oval 612">
              <a:extLst>
                <a:ext uri="{FF2B5EF4-FFF2-40B4-BE49-F238E27FC236}">
                  <a16:creationId xmlns:a16="http://schemas.microsoft.com/office/drawing/2014/main" id="{3EDF73FA-9FBF-7CCD-AEFA-1B1977978F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6500" y="5099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50" name="Oval 613">
              <a:extLst>
                <a:ext uri="{FF2B5EF4-FFF2-40B4-BE49-F238E27FC236}">
                  <a16:creationId xmlns:a16="http://schemas.microsoft.com/office/drawing/2014/main" id="{0A53811B-4E26-D91B-49DA-717714775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5550" y="5094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51" name="Oval 614">
              <a:extLst>
                <a:ext uri="{FF2B5EF4-FFF2-40B4-BE49-F238E27FC236}">
                  <a16:creationId xmlns:a16="http://schemas.microsoft.com/office/drawing/2014/main" id="{36A2198D-E887-A388-8B1F-0F5FA4C151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7775" y="5138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52" name="Oval 615">
              <a:extLst>
                <a:ext uri="{FF2B5EF4-FFF2-40B4-BE49-F238E27FC236}">
                  <a16:creationId xmlns:a16="http://schemas.microsoft.com/office/drawing/2014/main" id="{D5971B12-47CE-EB0D-26C1-41A1E108F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0000" y="5173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53" name="Oval 616">
              <a:extLst>
                <a:ext uri="{FF2B5EF4-FFF2-40B4-BE49-F238E27FC236}">
                  <a16:creationId xmlns:a16="http://schemas.microsoft.com/office/drawing/2014/main" id="{153DC2DF-FAFF-EDC2-5107-8D5CB01A2C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5400" y="5251450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54" name="Oval 617">
              <a:extLst>
                <a:ext uri="{FF2B5EF4-FFF2-40B4-BE49-F238E27FC236}">
                  <a16:creationId xmlns:a16="http://schemas.microsoft.com/office/drawing/2014/main" id="{DB8FA58F-D316-6FEB-BE33-02B62D968F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0800" y="5213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55" name="Oval 618">
              <a:extLst>
                <a:ext uri="{FF2B5EF4-FFF2-40B4-BE49-F238E27FC236}">
                  <a16:creationId xmlns:a16="http://schemas.microsoft.com/office/drawing/2014/main" id="{732C91F3-529B-616A-D05E-59A1216FA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7787" y="5275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56" name="Oval 619">
              <a:extLst>
                <a:ext uri="{FF2B5EF4-FFF2-40B4-BE49-F238E27FC236}">
                  <a16:creationId xmlns:a16="http://schemas.microsoft.com/office/drawing/2014/main" id="{4907347F-57A6-792C-5CB9-E8770DF94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1725" y="4868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57" name="Oval 620">
              <a:extLst>
                <a:ext uri="{FF2B5EF4-FFF2-40B4-BE49-F238E27FC236}">
                  <a16:creationId xmlns:a16="http://schemas.microsoft.com/office/drawing/2014/main" id="{FF5208BF-1132-E8B8-614D-E6C96312B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3312" y="4838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58" name="Oval 621">
              <a:extLst>
                <a:ext uri="{FF2B5EF4-FFF2-40B4-BE49-F238E27FC236}">
                  <a16:creationId xmlns:a16="http://schemas.microsoft.com/office/drawing/2014/main" id="{98F7A9A8-905E-0BB0-869B-804D3DCF4B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1250" y="4845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59" name="Oval 622">
              <a:extLst>
                <a:ext uri="{FF2B5EF4-FFF2-40B4-BE49-F238E27FC236}">
                  <a16:creationId xmlns:a16="http://schemas.microsoft.com/office/drawing/2014/main" id="{3930807A-ADF3-6300-FCB0-DDDC8DF7C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2362" y="4945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60" name="Oval 623">
              <a:extLst>
                <a:ext uri="{FF2B5EF4-FFF2-40B4-BE49-F238E27FC236}">
                  <a16:creationId xmlns:a16="http://schemas.microsoft.com/office/drawing/2014/main" id="{792378D1-F93C-CADA-01C8-041264CF9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6650" y="5018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61" name="Oval 624">
              <a:extLst>
                <a:ext uri="{FF2B5EF4-FFF2-40B4-BE49-F238E27FC236}">
                  <a16:creationId xmlns:a16="http://schemas.microsoft.com/office/drawing/2014/main" id="{C91D1AE6-A62D-66E1-EA83-B5CF8C8C8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5700" y="5033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62" name="Oval 625">
              <a:extLst>
                <a:ext uri="{FF2B5EF4-FFF2-40B4-BE49-F238E27FC236}">
                  <a16:creationId xmlns:a16="http://schemas.microsoft.com/office/drawing/2014/main" id="{EE552A48-30DA-7607-0067-BD743FBA2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7925" y="5060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63" name="Oval 626">
              <a:extLst>
                <a:ext uri="{FF2B5EF4-FFF2-40B4-BE49-F238E27FC236}">
                  <a16:creationId xmlns:a16="http://schemas.microsoft.com/office/drawing/2014/main" id="{0C13AEF5-891D-6627-5958-F466B072E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1737" y="5133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64" name="Oval 627">
              <a:extLst>
                <a:ext uri="{FF2B5EF4-FFF2-40B4-BE49-F238E27FC236}">
                  <a16:creationId xmlns:a16="http://schemas.microsoft.com/office/drawing/2014/main" id="{E36AAF08-7286-E1FE-4566-4583DC8C3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7137" y="5189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65" name="Oval 628">
              <a:extLst>
                <a:ext uri="{FF2B5EF4-FFF2-40B4-BE49-F238E27FC236}">
                  <a16:creationId xmlns:a16="http://schemas.microsoft.com/office/drawing/2014/main" id="{D3E622E2-6F44-1B95-EABF-C9C8F89C4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5712" y="5287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66" name="Oval 629">
              <a:extLst>
                <a:ext uri="{FF2B5EF4-FFF2-40B4-BE49-F238E27FC236}">
                  <a16:creationId xmlns:a16="http://schemas.microsoft.com/office/drawing/2014/main" id="{DA401DA2-AB39-138B-4FCF-BF44C742C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4287" y="5248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67" name="Oval 630">
              <a:extLst>
                <a:ext uri="{FF2B5EF4-FFF2-40B4-BE49-F238E27FC236}">
                  <a16:creationId xmlns:a16="http://schemas.microsoft.com/office/drawing/2014/main" id="{5C303F61-909D-88D6-034B-77B5C4888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862" y="52720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68" name="Oval 631">
              <a:extLst>
                <a:ext uri="{FF2B5EF4-FFF2-40B4-BE49-F238E27FC236}">
                  <a16:creationId xmlns:a16="http://schemas.microsoft.com/office/drawing/2014/main" id="{09FF1100-DCD9-A8F3-CD8C-8E804269A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58225" y="476567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69" name="Oval 632">
              <a:extLst>
                <a:ext uri="{FF2B5EF4-FFF2-40B4-BE49-F238E27FC236}">
                  <a16:creationId xmlns:a16="http://schemas.microsoft.com/office/drawing/2014/main" id="{98CB4C6C-8FAB-F03E-C900-67D87AFCA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1400" y="4718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70" name="Oval 633">
              <a:extLst>
                <a:ext uri="{FF2B5EF4-FFF2-40B4-BE49-F238E27FC236}">
                  <a16:creationId xmlns:a16="http://schemas.microsoft.com/office/drawing/2014/main" id="{84C4C355-F08A-7856-D014-05C976D84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9337" y="4729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71" name="Oval 634">
              <a:extLst>
                <a:ext uri="{FF2B5EF4-FFF2-40B4-BE49-F238E27FC236}">
                  <a16:creationId xmlns:a16="http://schemas.microsoft.com/office/drawing/2014/main" id="{9322ABEB-22E9-2DFC-EDA0-E0B869AFCB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2037" y="484822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72" name="Oval 635">
              <a:extLst>
                <a:ext uri="{FF2B5EF4-FFF2-40B4-BE49-F238E27FC236}">
                  <a16:creationId xmlns:a16="http://schemas.microsoft.com/office/drawing/2014/main" id="{504322FD-F6CB-BF8B-6CE8-9024B1E92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1087" y="496887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73" name="Oval 636">
              <a:extLst>
                <a:ext uri="{FF2B5EF4-FFF2-40B4-BE49-F238E27FC236}">
                  <a16:creationId xmlns:a16="http://schemas.microsoft.com/office/drawing/2014/main" id="{E0AD57CB-9CF3-795C-FA1E-0ADA85F09F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1725" y="501808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74" name="Oval 637">
              <a:extLst>
                <a:ext uri="{FF2B5EF4-FFF2-40B4-BE49-F238E27FC236}">
                  <a16:creationId xmlns:a16="http://schemas.microsoft.com/office/drawing/2014/main" id="{99A56BF7-336B-44E4-1106-59885F4E73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7125" y="5043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75" name="Oval 638">
              <a:extLst>
                <a:ext uri="{FF2B5EF4-FFF2-40B4-BE49-F238E27FC236}">
                  <a16:creationId xmlns:a16="http://schemas.microsoft.com/office/drawing/2014/main" id="{CD0FBC35-0E07-485B-A712-D05D8E944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4112" y="5057775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76" name="Oval 639">
              <a:extLst>
                <a:ext uri="{FF2B5EF4-FFF2-40B4-BE49-F238E27FC236}">
                  <a16:creationId xmlns:a16="http://schemas.microsoft.com/office/drawing/2014/main" id="{E7C15FAF-0132-F17D-8D19-583B5684E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2687" y="5138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77" name="Oval 640">
              <a:extLst>
                <a:ext uri="{FF2B5EF4-FFF2-40B4-BE49-F238E27FC236}">
                  <a16:creationId xmlns:a16="http://schemas.microsoft.com/office/drawing/2014/main" id="{0463E03C-F85D-EEA5-D43E-3AF53FF6D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4437" y="52641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78" name="Oval 641">
              <a:extLst>
                <a:ext uri="{FF2B5EF4-FFF2-40B4-BE49-F238E27FC236}">
                  <a16:creationId xmlns:a16="http://schemas.microsoft.com/office/drawing/2014/main" id="{5FE8249E-4FF9-1D0F-4547-3EA5B8A63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6187" y="5300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79" name="Oval 642">
              <a:extLst>
                <a:ext uri="{FF2B5EF4-FFF2-40B4-BE49-F238E27FC236}">
                  <a16:creationId xmlns:a16="http://schemas.microsoft.com/office/drawing/2014/main" id="{2FE01527-F12C-2F72-9467-C9E96DA51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3025" y="5313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80" name="Oval 643">
              <a:extLst>
                <a:ext uri="{FF2B5EF4-FFF2-40B4-BE49-F238E27FC236}">
                  <a16:creationId xmlns:a16="http://schemas.microsoft.com/office/drawing/2014/main" id="{309E2B0E-4E1C-593C-771B-1193ECE91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1550" y="4708525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81" name="Oval 644">
              <a:extLst>
                <a:ext uri="{FF2B5EF4-FFF2-40B4-BE49-F238E27FC236}">
                  <a16:creationId xmlns:a16="http://schemas.microsoft.com/office/drawing/2014/main" id="{102E1DBF-BCE1-ABA3-27AA-EE1BFA3ECF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4725" y="4773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82" name="Oval 645">
              <a:extLst>
                <a:ext uri="{FF2B5EF4-FFF2-40B4-BE49-F238E27FC236}">
                  <a16:creationId xmlns:a16="http://schemas.microsoft.com/office/drawing/2014/main" id="{3BA9BA5D-47AA-F226-677E-D860BEB09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4250" y="4772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83" name="Oval 646">
              <a:extLst>
                <a:ext uri="{FF2B5EF4-FFF2-40B4-BE49-F238E27FC236}">
                  <a16:creationId xmlns:a16="http://schemas.microsoft.com/office/drawing/2014/main" id="{4AF8607C-B844-ABCB-0363-EC1D61E61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8537" y="4829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84" name="Oval 647">
              <a:extLst>
                <a:ext uri="{FF2B5EF4-FFF2-40B4-BE49-F238E27FC236}">
                  <a16:creationId xmlns:a16="http://schemas.microsoft.com/office/drawing/2014/main" id="{6AC3256D-37BD-2C7B-425F-6F1C28D2A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9175" y="4926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85" name="Oval 648">
              <a:extLst>
                <a:ext uri="{FF2B5EF4-FFF2-40B4-BE49-F238E27FC236}">
                  <a16:creationId xmlns:a16="http://schemas.microsoft.com/office/drawing/2014/main" id="{4E72BBBD-BB34-89B8-7552-570B59CE8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4575" y="4954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86" name="Oval 649">
              <a:extLst>
                <a:ext uri="{FF2B5EF4-FFF2-40B4-BE49-F238E27FC236}">
                  <a16:creationId xmlns:a16="http://schemas.microsoft.com/office/drawing/2014/main" id="{1C9F4D2C-6A69-2DC2-2935-DD38B11A3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3150" y="5019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87" name="Oval 650">
              <a:extLst>
                <a:ext uri="{FF2B5EF4-FFF2-40B4-BE49-F238E27FC236}">
                  <a16:creationId xmlns:a16="http://schemas.microsoft.com/office/drawing/2014/main" id="{0353C48A-EB0B-F8A8-84DD-8BD71BD53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3312" y="5087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88" name="Oval 651">
              <a:extLst>
                <a:ext uri="{FF2B5EF4-FFF2-40B4-BE49-F238E27FC236}">
                  <a16:creationId xmlns:a16="http://schemas.microsoft.com/office/drawing/2014/main" id="{866674AC-FAA0-1891-AE19-E145CE2DD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6650" y="5054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89" name="Oval 652">
              <a:extLst>
                <a:ext uri="{FF2B5EF4-FFF2-40B4-BE49-F238E27FC236}">
                  <a16:creationId xmlns:a16="http://schemas.microsoft.com/office/drawing/2014/main" id="{1309F63C-1682-8F84-882D-A84B02ABF2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1575" y="5151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90" name="Oval 653">
              <a:extLst>
                <a:ext uri="{FF2B5EF4-FFF2-40B4-BE49-F238E27FC236}">
                  <a16:creationId xmlns:a16="http://schemas.microsoft.com/office/drawing/2014/main" id="{CB3196F9-C13D-061C-C880-422AEE583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6500" y="52514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91" name="Oval 654">
              <a:extLst>
                <a:ext uri="{FF2B5EF4-FFF2-40B4-BE49-F238E27FC236}">
                  <a16:creationId xmlns:a16="http://schemas.microsoft.com/office/drawing/2014/main" id="{C9427DB7-17A7-2BEA-9759-8384DB77C3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3012" y="5311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92" name="Oval 655">
              <a:extLst>
                <a:ext uri="{FF2B5EF4-FFF2-40B4-BE49-F238E27FC236}">
                  <a16:creationId xmlns:a16="http://schemas.microsoft.com/office/drawing/2014/main" id="{2FB67805-F536-B145-D3E6-A7674D314B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7937" y="5297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93" name="Oval 656">
              <a:extLst>
                <a:ext uri="{FF2B5EF4-FFF2-40B4-BE49-F238E27FC236}">
                  <a16:creationId xmlns:a16="http://schemas.microsoft.com/office/drawing/2014/main" id="{122F7FE3-33F4-1A69-58E4-2C858A262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862" y="5280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94" name="Oval 657">
              <a:extLst>
                <a:ext uri="{FF2B5EF4-FFF2-40B4-BE49-F238E27FC236}">
                  <a16:creationId xmlns:a16="http://schemas.microsoft.com/office/drawing/2014/main" id="{5ED08812-11DA-BE06-BC87-148A82257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5350" y="4594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95" name="Oval 658">
              <a:extLst>
                <a:ext uri="{FF2B5EF4-FFF2-40B4-BE49-F238E27FC236}">
                  <a16:creationId xmlns:a16="http://schemas.microsoft.com/office/drawing/2014/main" id="{77D92698-0ACC-AEAF-0FC0-F7D0CC97A3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0112" y="46593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96" name="Oval 659">
              <a:extLst>
                <a:ext uri="{FF2B5EF4-FFF2-40B4-BE49-F238E27FC236}">
                  <a16:creationId xmlns:a16="http://schemas.microsoft.com/office/drawing/2014/main" id="{8B720B63-3E16-015A-056E-2B22B5D128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1225" y="47148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97" name="Oval 660">
              <a:extLst>
                <a:ext uri="{FF2B5EF4-FFF2-40B4-BE49-F238E27FC236}">
                  <a16:creationId xmlns:a16="http://schemas.microsoft.com/office/drawing/2014/main" id="{9DE4FB48-1ED4-D7A3-B812-038D650695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0275" y="4738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98" name="Oval 661">
              <a:extLst>
                <a:ext uri="{FF2B5EF4-FFF2-40B4-BE49-F238E27FC236}">
                  <a16:creationId xmlns:a16="http://schemas.microsoft.com/office/drawing/2014/main" id="{7E5CC3FA-E829-63D0-7569-93EC97C173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4087" y="4764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99" name="Oval 662">
              <a:extLst>
                <a:ext uri="{FF2B5EF4-FFF2-40B4-BE49-F238E27FC236}">
                  <a16:creationId xmlns:a16="http://schemas.microsoft.com/office/drawing/2014/main" id="{17AF3EF8-3946-80E2-0BA2-53B3AF133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4250" y="48545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00" name="Oval 663">
              <a:extLst>
                <a:ext uri="{FF2B5EF4-FFF2-40B4-BE49-F238E27FC236}">
                  <a16:creationId xmlns:a16="http://schemas.microsoft.com/office/drawing/2014/main" id="{29F9B21F-CBAC-298A-B01F-FDA4BD34A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6000" y="4900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01" name="Oval 664">
              <a:extLst>
                <a:ext uri="{FF2B5EF4-FFF2-40B4-BE49-F238E27FC236}">
                  <a16:creationId xmlns:a16="http://schemas.microsoft.com/office/drawing/2014/main" id="{43311C9F-814A-F214-FFC5-77F2FC5516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2512" y="5040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02" name="Oval 665">
              <a:extLst>
                <a:ext uri="{FF2B5EF4-FFF2-40B4-BE49-F238E27FC236}">
                  <a16:creationId xmlns:a16="http://schemas.microsoft.com/office/drawing/2014/main" id="{D2E1DC67-7DBA-6856-4052-CE767E3D8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0612" y="5060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03" name="Oval 666">
              <a:extLst>
                <a:ext uri="{FF2B5EF4-FFF2-40B4-BE49-F238E27FC236}">
                  <a16:creationId xmlns:a16="http://schemas.microsoft.com/office/drawing/2014/main" id="{CFEFF88C-0255-46B0-EC9A-92A6A98ED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8712" y="5121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04" name="Oval 667">
              <a:extLst>
                <a:ext uri="{FF2B5EF4-FFF2-40B4-BE49-F238E27FC236}">
                  <a16:creationId xmlns:a16="http://schemas.microsoft.com/office/drawing/2014/main" id="{B12A6BCA-97D8-0B38-6949-9581DE4AC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8400" y="5202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05" name="Oval 668">
              <a:extLst>
                <a:ext uri="{FF2B5EF4-FFF2-40B4-BE49-F238E27FC236}">
                  <a16:creationId xmlns:a16="http://schemas.microsoft.com/office/drawing/2014/main" id="{8C9BD87F-10FD-9812-B234-40A4DE988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6500" y="5213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06" name="Oval 669">
              <a:extLst>
                <a:ext uri="{FF2B5EF4-FFF2-40B4-BE49-F238E27FC236}">
                  <a16:creationId xmlns:a16="http://schemas.microsoft.com/office/drawing/2014/main" id="{D272F854-6CA6-53D3-126F-C41DD0075F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6187" y="5272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07" name="Oval 670">
              <a:extLst>
                <a:ext uri="{FF2B5EF4-FFF2-40B4-BE49-F238E27FC236}">
                  <a16:creationId xmlns:a16="http://schemas.microsoft.com/office/drawing/2014/main" id="{E1F1434F-18D5-8C5E-DAC7-8CB67E347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2800" y="4516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08" name="Oval 671">
              <a:extLst>
                <a:ext uri="{FF2B5EF4-FFF2-40B4-BE49-F238E27FC236}">
                  <a16:creationId xmlns:a16="http://schemas.microsoft.com/office/drawing/2014/main" id="{52319343-11D1-3831-BC57-819E72222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7562" y="4532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09" name="Oval 672">
              <a:extLst>
                <a:ext uri="{FF2B5EF4-FFF2-40B4-BE49-F238E27FC236}">
                  <a16:creationId xmlns:a16="http://schemas.microsoft.com/office/drawing/2014/main" id="{91F7B1A0-2D6D-C081-2114-A8AA0A6D8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51850" y="46545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10" name="Oval 673">
              <a:extLst>
                <a:ext uri="{FF2B5EF4-FFF2-40B4-BE49-F238E27FC236}">
                  <a16:creationId xmlns:a16="http://schemas.microsoft.com/office/drawing/2014/main" id="{94757BB4-FE70-3EF3-1038-AA3C6F863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75662" y="4694238"/>
              <a:ext cx="11112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11" name="Oval 674">
              <a:extLst>
                <a:ext uri="{FF2B5EF4-FFF2-40B4-BE49-F238E27FC236}">
                  <a16:creationId xmlns:a16="http://schemas.microsoft.com/office/drawing/2014/main" id="{D043B1C5-4A32-7E9B-7256-9E828D7C5C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4237" y="4721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12" name="Oval 675">
              <a:extLst>
                <a:ext uri="{FF2B5EF4-FFF2-40B4-BE49-F238E27FC236}">
                  <a16:creationId xmlns:a16="http://schemas.microsoft.com/office/drawing/2014/main" id="{39693CB0-AC09-CD77-F9DA-D0BBA4A1F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9162" y="48418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13" name="Oval 676">
              <a:extLst>
                <a:ext uri="{FF2B5EF4-FFF2-40B4-BE49-F238E27FC236}">
                  <a16:creationId xmlns:a16="http://schemas.microsoft.com/office/drawing/2014/main" id="{D75F0725-5681-25E6-F72F-F93D81F3F3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7262" y="4878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14" name="Oval 677">
              <a:extLst>
                <a:ext uri="{FF2B5EF4-FFF2-40B4-BE49-F238E27FC236}">
                  <a16:creationId xmlns:a16="http://schemas.microsoft.com/office/drawing/2014/main" id="{81FA784D-4EF7-8AAF-2302-6CF944C0FB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8537" y="5046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15" name="Oval 678">
              <a:extLst>
                <a:ext uri="{FF2B5EF4-FFF2-40B4-BE49-F238E27FC236}">
                  <a16:creationId xmlns:a16="http://schemas.microsoft.com/office/drawing/2014/main" id="{D5DCF4AC-4AEE-FD99-7329-7B909D1AC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1400" y="5141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16" name="Oval 679">
              <a:extLst>
                <a:ext uri="{FF2B5EF4-FFF2-40B4-BE49-F238E27FC236}">
                  <a16:creationId xmlns:a16="http://schemas.microsoft.com/office/drawing/2014/main" id="{AF8F32D6-D5A1-FF7D-4FB5-E37DD9364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5850" y="5126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17" name="Oval 680">
              <a:extLst>
                <a:ext uri="{FF2B5EF4-FFF2-40B4-BE49-F238E27FC236}">
                  <a16:creationId xmlns:a16="http://schemas.microsoft.com/office/drawing/2014/main" id="{2FB13D2B-B4CA-37AD-305A-DA589C29E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8712" y="5189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18" name="Oval 681">
              <a:extLst>
                <a:ext uri="{FF2B5EF4-FFF2-40B4-BE49-F238E27FC236}">
                  <a16:creationId xmlns:a16="http://schemas.microsoft.com/office/drawing/2014/main" id="{0E14EC3F-689F-432C-C5A3-8E5C60031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1575" y="5211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19" name="Oval 682">
              <a:extLst>
                <a:ext uri="{FF2B5EF4-FFF2-40B4-BE49-F238E27FC236}">
                  <a16:creationId xmlns:a16="http://schemas.microsoft.com/office/drawing/2014/main" id="{AC63E4E5-6DE4-BE33-E9A3-368BB8708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4437" y="5295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20" name="Oval 683">
              <a:extLst>
                <a:ext uri="{FF2B5EF4-FFF2-40B4-BE49-F238E27FC236}">
                  <a16:creationId xmlns:a16="http://schemas.microsoft.com/office/drawing/2014/main" id="{FBE525F2-03B8-D332-8979-08948D2A0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5712" y="5292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21" name="Oval 684">
              <a:extLst>
                <a:ext uri="{FF2B5EF4-FFF2-40B4-BE49-F238E27FC236}">
                  <a16:creationId xmlns:a16="http://schemas.microsoft.com/office/drawing/2014/main" id="{4972989D-C834-5F66-E536-7A93D8E724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5400" y="5316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22" name="Oval 685">
              <a:extLst>
                <a:ext uri="{FF2B5EF4-FFF2-40B4-BE49-F238E27FC236}">
                  <a16:creationId xmlns:a16="http://schemas.microsoft.com/office/drawing/2014/main" id="{90F06812-B6F4-E4D1-7C5B-2CB09805B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0725" y="4510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23" name="Oval 686">
              <a:extLst>
                <a:ext uri="{FF2B5EF4-FFF2-40B4-BE49-F238E27FC236}">
                  <a16:creationId xmlns:a16="http://schemas.microsoft.com/office/drawing/2014/main" id="{4BB9EEF0-6024-9F4E-2133-F05BD4917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7075" y="4498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24" name="Oval 687">
              <a:extLst>
                <a:ext uri="{FF2B5EF4-FFF2-40B4-BE49-F238E27FC236}">
                  <a16:creationId xmlns:a16="http://schemas.microsoft.com/office/drawing/2014/main" id="{4AAA92D8-D339-A23A-67A5-4A184BCAEC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4537" y="458628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25" name="Oval 688">
              <a:extLst>
                <a:ext uri="{FF2B5EF4-FFF2-40B4-BE49-F238E27FC236}">
                  <a16:creationId xmlns:a16="http://schemas.microsoft.com/office/drawing/2014/main" id="{4B618D8A-FE0B-1E02-5DFD-8F9208E25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3112" y="4578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26" name="Oval 689">
              <a:extLst>
                <a:ext uri="{FF2B5EF4-FFF2-40B4-BE49-F238E27FC236}">
                  <a16:creationId xmlns:a16="http://schemas.microsoft.com/office/drawing/2014/main" id="{5E278453-D57F-0301-9060-3FF188E8F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8037" y="4649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27" name="Oval 691">
              <a:extLst>
                <a:ext uri="{FF2B5EF4-FFF2-40B4-BE49-F238E27FC236}">
                  <a16:creationId xmlns:a16="http://schemas.microsoft.com/office/drawing/2014/main" id="{4C470222-EDAF-8794-23A2-D8405E6FD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70900" y="4818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28" name="Oval 692">
              <a:extLst>
                <a:ext uri="{FF2B5EF4-FFF2-40B4-BE49-F238E27FC236}">
                  <a16:creationId xmlns:a16="http://schemas.microsoft.com/office/drawing/2014/main" id="{A18F6EC2-A88C-605B-66D2-8B9EAB455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5350" y="4943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29" name="Oval 693">
              <a:extLst>
                <a:ext uri="{FF2B5EF4-FFF2-40B4-BE49-F238E27FC236}">
                  <a16:creationId xmlns:a16="http://schemas.microsoft.com/office/drawing/2014/main" id="{D1579B37-1F29-746A-D6C7-EE2B32CC6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4563" y="5002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30" name="Oval 694">
              <a:extLst>
                <a:ext uri="{FF2B5EF4-FFF2-40B4-BE49-F238E27FC236}">
                  <a16:creationId xmlns:a16="http://schemas.microsoft.com/office/drawing/2014/main" id="{A6220478-6792-AB3B-0FDD-8D5299AC8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2188" y="5097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31" name="Oval 695">
              <a:extLst>
                <a:ext uri="{FF2B5EF4-FFF2-40B4-BE49-F238E27FC236}">
                  <a16:creationId xmlns:a16="http://schemas.microsoft.com/office/drawing/2014/main" id="{2C4700EF-085C-39F0-6995-E1CF24149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1400" y="5108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32" name="Oval 696">
              <a:extLst>
                <a:ext uri="{FF2B5EF4-FFF2-40B4-BE49-F238E27FC236}">
                  <a16:creationId xmlns:a16="http://schemas.microsoft.com/office/drawing/2014/main" id="{121F63EE-5ECE-1A3C-9D1A-46BDBEC29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0613" y="5149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33" name="Oval 697">
              <a:extLst>
                <a:ext uri="{FF2B5EF4-FFF2-40B4-BE49-F238E27FC236}">
                  <a16:creationId xmlns:a16="http://schemas.microsoft.com/office/drawing/2014/main" id="{3E1BFF3E-E529-DDB5-307B-652B73BEC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6650" y="5183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34" name="Oval 698">
              <a:extLst>
                <a:ext uri="{FF2B5EF4-FFF2-40B4-BE49-F238E27FC236}">
                  <a16:creationId xmlns:a16="http://schemas.microsoft.com/office/drawing/2014/main" id="{C92D6507-2E95-F53C-F449-F7CC41283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2688" y="5189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35" name="Oval 699">
              <a:extLst>
                <a:ext uri="{FF2B5EF4-FFF2-40B4-BE49-F238E27FC236}">
                  <a16:creationId xmlns:a16="http://schemas.microsoft.com/office/drawing/2014/main" id="{2B36AE53-C6B6-90DB-7BE0-D390CFAED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7138" y="5216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36" name="Oval 700">
              <a:extLst>
                <a:ext uri="{FF2B5EF4-FFF2-40B4-BE49-F238E27FC236}">
                  <a16:creationId xmlns:a16="http://schemas.microsoft.com/office/drawing/2014/main" id="{C02445F6-D168-7E2B-E1DB-B699999E6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0000" y="5294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37" name="Oval 701">
              <a:extLst>
                <a:ext uri="{FF2B5EF4-FFF2-40B4-BE49-F238E27FC236}">
                  <a16:creationId xmlns:a16="http://schemas.microsoft.com/office/drawing/2014/main" id="{426222C1-DF5B-9029-3CF4-A145B423B6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5950" y="4264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38" name="Oval 702">
              <a:extLst>
                <a:ext uri="{FF2B5EF4-FFF2-40B4-BE49-F238E27FC236}">
                  <a16:creationId xmlns:a16="http://schemas.microsoft.com/office/drawing/2014/main" id="{F148C7FF-B3EE-07B7-A045-4A6E2F38E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3888" y="4308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39" name="Oval 703">
              <a:extLst>
                <a:ext uri="{FF2B5EF4-FFF2-40B4-BE49-F238E27FC236}">
                  <a16:creationId xmlns:a16="http://schemas.microsoft.com/office/drawing/2014/main" id="{9093FCEB-1B87-151A-C8EA-5968F5FABB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7700" y="4435476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40" name="Oval 704">
              <a:extLst>
                <a:ext uri="{FF2B5EF4-FFF2-40B4-BE49-F238E27FC236}">
                  <a16:creationId xmlns:a16="http://schemas.microsoft.com/office/drawing/2014/main" id="{1166DE92-0629-BC79-885D-23A714FDB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2625" y="4478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41" name="Oval 705">
              <a:extLst>
                <a:ext uri="{FF2B5EF4-FFF2-40B4-BE49-F238E27FC236}">
                  <a16:creationId xmlns:a16="http://schemas.microsoft.com/office/drawing/2014/main" id="{EBF19B36-3379-427C-F314-AD597C943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7075" y="4616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42" name="Oval 706">
              <a:extLst>
                <a:ext uri="{FF2B5EF4-FFF2-40B4-BE49-F238E27FC236}">
                  <a16:creationId xmlns:a16="http://schemas.microsoft.com/office/drawing/2014/main" id="{7F5CD885-6A21-C4AE-75F0-096D21AA14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7875" y="4754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43" name="Oval 707">
              <a:extLst>
                <a:ext uri="{FF2B5EF4-FFF2-40B4-BE49-F238E27FC236}">
                  <a16:creationId xmlns:a16="http://schemas.microsoft.com/office/drawing/2014/main" id="{319031FF-39DC-502E-4816-EA34738E3C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51850" y="48641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44" name="Oval 708">
              <a:extLst>
                <a:ext uri="{FF2B5EF4-FFF2-40B4-BE49-F238E27FC236}">
                  <a16:creationId xmlns:a16="http://schemas.microsoft.com/office/drawing/2014/main" id="{F9F2E6C5-D728-CF76-5DE0-F1EEF19F1B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9000" y="4876801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45" name="Oval 709">
              <a:extLst>
                <a:ext uri="{FF2B5EF4-FFF2-40B4-BE49-F238E27FC236}">
                  <a16:creationId xmlns:a16="http://schemas.microsoft.com/office/drawing/2014/main" id="{1E20E7B6-78CE-E8FB-E499-DFCDA61CE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4563" y="5011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46" name="Oval 710">
              <a:extLst>
                <a:ext uri="{FF2B5EF4-FFF2-40B4-BE49-F238E27FC236}">
                  <a16:creationId xmlns:a16="http://schemas.microsoft.com/office/drawing/2014/main" id="{80B6350F-6C11-1ADA-4315-5073CBE3A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8538" y="5019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47" name="Oval 711">
              <a:extLst>
                <a:ext uri="{FF2B5EF4-FFF2-40B4-BE49-F238E27FC236}">
                  <a16:creationId xmlns:a16="http://schemas.microsoft.com/office/drawing/2014/main" id="{4CF5AC71-07BB-1D54-9181-0AEF584696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72513" y="51022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48" name="Oval 712">
              <a:extLst>
                <a:ext uri="{FF2B5EF4-FFF2-40B4-BE49-F238E27FC236}">
                  <a16:creationId xmlns:a16="http://schemas.microsoft.com/office/drawing/2014/main" id="{33E6F2C2-DE19-97BF-77F3-252D149DC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3313" y="5105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49" name="Oval 713">
              <a:extLst>
                <a:ext uri="{FF2B5EF4-FFF2-40B4-BE49-F238E27FC236}">
                  <a16:creationId xmlns:a16="http://schemas.microsoft.com/office/drawing/2014/main" id="{6AB24681-4659-E51B-5BE1-8554B8089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4113" y="51260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50" name="Oval 714">
              <a:extLst>
                <a:ext uri="{FF2B5EF4-FFF2-40B4-BE49-F238E27FC236}">
                  <a16:creationId xmlns:a16="http://schemas.microsoft.com/office/drawing/2014/main" id="{FC54BCC0-858F-A014-AC90-1DD216EF3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1738" y="5202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51" name="Oval 715">
              <a:extLst>
                <a:ext uri="{FF2B5EF4-FFF2-40B4-BE49-F238E27FC236}">
                  <a16:creationId xmlns:a16="http://schemas.microsoft.com/office/drawing/2014/main" id="{4D2153EF-CE12-B9DA-DD4F-F5EF871BA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7775" y="5276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52" name="Oval 716">
              <a:extLst>
                <a:ext uri="{FF2B5EF4-FFF2-40B4-BE49-F238E27FC236}">
                  <a16:creationId xmlns:a16="http://schemas.microsoft.com/office/drawing/2014/main" id="{4D594A68-F834-40A8-1A9E-1F6C3D8B02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15300" y="4152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53" name="Oval 717">
              <a:extLst>
                <a:ext uri="{FF2B5EF4-FFF2-40B4-BE49-F238E27FC236}">
                  <a16:creationId xmlns:a16="http://schemas.microsoft.com/office/drawing/2014/main" id="{B393FE3B-6296-6A53-1A03-4003063F8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6413" y="4173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54" name="Oval 718">
              <a:extLst>
                <a:ext uri="{FF2B5EF4-FFF2-40B4-BE49-F238E27FC236}">
                  <a16:creationId xmlns:a16="http://schemas.microsoft.com/office/drawing/2014/main" id="{6B5E0B27-4AD2-6690-CD4B-5DA8CC87D9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6575" y="4265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55" name="Oval 719">
              <a:extLst>
                <a:ext uri="{FF2B5EF4-FFF2-40B4-BE49-F238E27FC236}">
                  <a16:creationId xmlns:a16="http://schemas.microsoft.com/office/drawing/2014/main" id="{EDDC477D-B23D-F9C9-FD53-FF14AC679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2613" y="4406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56" name="Oval 720">
              <a:extLst>
                <a:ext uri="{FF2B5EF4-FFF2-40B4-BE49-F238E27FC236}">
                  <a16:creationId xmlns:a16="http://schemas.microsoft.com/office/drawing/2014/main" id="{E016B4A0-D8FD-54CC-949B-7148805D8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59763" y="4646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57" name="Oval 721">
              <a:extLst>
                <a:ext uri="{FF2B5EF4-FFF2-40B4-BE49-F238E27FC236}">
                  <a16:creationId xmlns:a16="http://schemas.microsoft.com/office/drawing/2014/main" id="{74D02C83-5EBE-D6CB-DA68-1704A44D66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1675" y="4768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58" name="Oval 722">
              <a:extLst>
                <a:ext uri="{FF2B5EF4-FFF2-40B4-BE49-F238E27FC236}">
                  <a16:creationId xmlns:a16="http://schemas.microsoft.com/office/drawing/2014/main" id="{BDE4263C-2E84-593C-8212-AAEA7C6BD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6763" y="484505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59" name="Oval 723">
              <a:extLst>
                <a:ext uri="{FF2B5EF4-FFF2-40B4-BE49-F238E27FC236}">
                  <a16:creationId xmlns:a16="http://schemas.microsoft.com/office/drawing/2014/main" id="{678ED6A9-5C4C-CC98-25D4-1BFE08263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51850" y="4894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60" name="Oval 724">
              <a:extLst>
                <a:ext uri="{FF2B5EF4-FFF2-40B4-BE49-F238E27FC236}">
                  <a16:creationId xmlns:a16="http://schemas.microsoft.com/office/drawing/2014/main" id="{D7F4574D-0667-87E9-5DD2-EFBF0FA6D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5350" y="49752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61" name="Oval 725">
              <a:extLst>
                <a:ext uri="{FF2B5EF4-FFF2-40B4-BE49-F238E27FC236}">
                  <a16:creationId xmlns:a16="http://schemas.microsoft.com/office/drawing/2014/main" id="{31E9F1B7-3351-68F0-13D1-7C4058841A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7263" y="5068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62" name="Oval 726">
              <a:extLst>
                <a:ext uri="{FF2B5EF4-FFF2-40B4-BE49-F238E27FC236}">
                  <a16:creationId xmlns:a16="http://schemas.microsoft.com/office/drawing/2014/main" id="{DBF9E437-0D02-E3DA-42E6-017C09908A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6000" y="51181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63" name="Oval 727">
              <a:extLst>
                <a:ext uri="{FF2B5EF4-FFF2-40B4-BE49-F238E27FC236}">
                  <a16:creationId xmlns:a16="http://schemas.microsoft.com/office/drawing/2014/main" id="{C704B9A3-29F2-7482-4DF0-62AC4BF1C7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3150" y="51069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64" name="Oval 728">
              <a:extLst>
                <a:ext uri="{FF2B5EF4-FFF2-40B4-BE49-F238E27FC236}">
                  <a16:creationId xmlns:a16="http://schemas.microsoft.com/office/drawing/2014/main" id="{D13CDFC7-3831-5BA6-7505-BC19F3639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7125" y="5145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65" name="Oval 729">
              <a:extLst>
                <a:ext uri="{FF2B5EF4-FFF2-40B4-BE49-F238E27FC236}">
                  <a16:creationId xmlns:a16="http://schemas.microsoft.com/office/drawing/2014/main" id="{85CB0EFB-105D-6B05-F263-4F44071C1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7925" y="5218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66" name="Oval 730">
              <a:extLst>
                <a:ext uri="{FF2B5EF4-FFF2-40B4-BE49-F238E27FC236}">
                  <a16:creationId xmlns:a16="http://schemas.microsoft.com/office/drawing/2014/main" id="{0FE8962D-6D03-EC8D-E31E-FD0F4BE36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5550" y="5259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67" name="Oval 731">
              <a:extLst>
                <a:ext uri="{FF2B5EF4-FFF2-40B4-BE49-F238E27FC236}">
                  <a16:creationId xmlns:a16="http://schemas.microsoft.com/office/drawing/2014/main" id="{880D92BA-195C-6919-C427-5AC92DB4E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1588" y="5280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68" name="Oval 732">
              <a:extLst>
                <a:ext uri="{FF2B5EF4-FFF2-40B4-BE49-F238E27FC236}">
                  <a16:creationId xmlns:a16="http://schemas.microsoft.com/office/drawing/2014/main" id="{6B89B6E9-FD76-1F94-2063-8223191756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6038" y="5240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69" name="Oval 733">
              <a:extLst>
                <a:ext uri="{FF2B5EF4-FFF2-40B4-BE49-F238E27FC236}">
                  <a16:creationId xmlns:a16="http://schemas.microsoft.com/office/drawing/2014/main" id="{95A0FE10-01D7-C361-1E28-8D927889EA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313" y="5302251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70" name="Oval 734">
              <a:extLst>
                <a:ext uri="{FF2B5EF4-FFF2-40B4-BE49-F238E27FC236}">
                  <a16:creationId xmlns:a16="http://schemas.microsoft.com/office/drawing/2014/main" id="{91A24C1C-63F5-D62C-4852-895E82BE9B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8588" y="53006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71" name="Oval 735">
              <a:extLst>
                <a:ext uri="{FF2B5EF4-FFF2-40B4-BE49-F238E27FC236}">
                  <a16:creationId xmlns:a16="http://schemas.microsoft.com/office/drawing/2014/main" id="{BE1330F5-052D-1B28-B040-01BFF45CB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2425" y="4087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72" name="Oval 736">
              <a:extLst>
                <a:ext uri="{FF2B5EF4-FFF2-40B4-BE49-F238E27FC236}">
                  <a16:creationId xmlns:a16="http://schemas.microsoft.com/office/drawing/2014/main" id="{BF4D90CE-39C4-0AF0-AB86-5CBBD1325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8300" y="4081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73" name="Oval 737">
              <a:extLst>
                <a:ext uri="{FF2B5EF4-FFF2-40B4-BE49-F238E27FC236}">
                  <a16:creationId xmlns:a16="http://schemas.microsoft.com/office/drawing/2014/main" id="{9E8B624B-D0C2-378B-7A14-D5415D770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1163" y="41624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74" name="Oval 738">
              <a:extLst>
                <a:ext uri="{FF2B5EF4-FFF2-40B4-BE49-F238E27FC236}">
                  <a16:creationId xmlns:a16="http://schemas.microsoft.com/office/drawing/2014/main" id="{B113150C-74CF-9D31-4D4C-F77820A67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3075" y="43402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75" name="Oval 739">
              <a:extLst>
                <a:ext uri="{FF2B5EF4-FFF2-40B4-BE49-F238E27FC236}">
                  <a16:creationId xmlns:a16="http://schemas.microsoft.com/office/drawing/2014/main" id="{B84312E3-F84C-DD65-40CB-16EBD80FF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6100" y="4530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76" name="Oval 740">
              <a:extLst>
                <a:ext uri="{FF2B5EF4-FFF2-40B4-BE49-F238E27FC236}">
                  <a16:creationId xmlns:a16="http://schemas.microsoft.com/office/drawing/2014/main" id="{D0A8F54E-53F1-C812-45F6-2D651CEE0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3888" y="4684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77" name="Oval 741">
              <a:extLst>
                <a:ext uri="{FF2B5EF4-FFF2-40B4-BE49-F238E27FC236}">
                  <a16:creationId xmlns:a16="http://schemas.microsoft.com/office/drawing/2014/main" id="{DBF4F853-8D1D-E971-8A85-36E575F57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21675" y="4814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78" name="Oval 742">
              <a:extLst>
                <a:ext uri="{FF2B5EF4-FFF2-40B4-BE49-F238E27FC236}">
                  <a16:creationId xmlns:a16="http://schemas.microsoft.com/office/drawing/2014/main" id="{1131F89F-0CBE-DF36-6529-8AFBF80ED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7875" y="4843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79" name="Oval 743">
              <a:extLst>
                <a:ext uri="{FF2B5EF4-FFF2-40B4-BE49-F238E27FC236}">
                  <a16:creationId xmlns:a16="http://schemas.microsoft.com/office/drawing/2014/main" id="{FFCADBDB-FA1E-5B96-F7CB-E03598D77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70900" y="4843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0" name="Oval 744">
              <a:extLst>
                <a:ext uri="{FF2B5EF4-FFF2-40B4-BE49-F238E27FC236}">
                  <a16:creationId xmlns:a16="http://schemas.microsoft.com/office/drawing/2014/main" id="{A84F9702-E8AF-8BB4-4C85-F9E68A55F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9163" y="4964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1" name="Oval 745">
              <a:extLst>
                <a:ext uri="{FF2B5EF4-FFF2-40B4-BE49-F238E27FC236}">
                  <a16:creationId xmlns:a16="http://schemas.microsoft.com/office/drawing/2014/main" id="{9D748EF3-A7AB-7844-2170-CF6918D0B6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4250" y="5049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2" name="Oval 746">
              <a:extLst>
                <a:ext uri="{FF2B5EF4-FFF2-40B4-BE49-F238E27FC236}">
                  <a16:creationId xmlns:a16="http://schemas.microsoft.com/office/drawing/2014/main" id="{5D44CA13-E366-C82D-76A9-777B21775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4575" y="5035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3" name="Oval 747">
              <a:extLst>
                <a:ext uri="{FF2B5EF4-FFF2-40B4-BE49-F238E27FC236}">
                  <a16:creationId xmlns:a16="http://schemas.microsoft.com/office/drawing/2014/main" id="{4CABB1E6-E9F2-7D74-04B0-15101AECE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1725" y="5083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4" name="Oval 748">
              <a:extLst>
                <a:ext uri="{FF2B5EF4-FFF2-40B4-BE49-F238E27FC236}">
                  <a16:creationId xmlns:a16="http://schemas.microsoft.com/office/drawing/2014/main" id="{ADD54E4C-4638-1C86-DE46-2D894DF74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5700" y="5165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5" name="Oval 749">
              <a:extLst>
                <a:ext uri="{FF2B5EF4-FFF2-40B4-BE49-F238E27FC236}">
                  <a16:creationId xmlns:a16="http://schemas.microsoft.com/office/drawing/2014/main" id="{87498B7B-48E4-3EC8-4D57-D7C5EB01D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6500" y="5165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6" name="Oval 750">
              <a:extLst>
                <a:ext uri="{FF2B5EF4-FFF2-40B4-BE49-F238E27FC236}">
                  <a16:creationId xmlns:a16="http://schemas.microsoft.com/office/drawing/2014/main" id="{6EDAE78A-C0CD-4516-793B-4AC22BF305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5713" y="52292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7" name="Oval 751">
              <a:extLst>
                <a:ext uri="{FF2B5EF4-FFF2-40B4-BE49-F238E27FC236}">
                  <a16:creationId xmlns:a16="http://schemas.microsoft.com/office/drawing/2014/main" id="{99E10917-10A1-FF2B-72CF-CC81C750A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1750" y="522128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8" name="Oval 752">
              <a:extLst>
                <a:ext uri="{FF2B5EF4-FFF2-40B4-BE49-F238E27FC236}">
                  <a16:creationId xmlns:a16="http://schemas.microsoft.com/office/drawing/2014/main" id="{B2063ED0-3EBF-A6F6-F702-A7BFD69228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4613" y="5254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89" name="Oval 753">
              <a:extLst>
                <a:ext uri="{FF2B5EF4-FFF2-40B4-BE49-F238E27FC236}">
                  <a16:creationId xmlns:a16="http://schemas.microsoft.com/office/drawing/2014/main" id="{3A56D440-B632-B0E3-E72F-371C5A5F4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5888" y="5272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90" name="Oval 754">
              <a:extLst>
                <a:ext uri="{FF2B5EF4-FFF2-40B4-BE49-F238E27FC236}">
                  <a16:creationId xmlns:a16="http://schemas.microsoft.com/office/drawing/2014/main" id="{D270E438-5559-863A-B6F8-F0DCEAF137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7800" y="39227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91" name="Oval 755">
              <a:extLst>
                <a:ext uri="{FF2B5EF4-FFF2-40B4-BE49-F238E27FC236}">
                  <a16:creationId xmlns:a16="http://schemas.microsoft.com/office/drawing/2014/main" id="{74A26C20-C30A-D7A3-7821-11BD4C4B8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1613" y="3900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92" name="Oval 756">
              <a:extLst>
                <a:ext uri="{FF2B5EF4-FFF2-40B4-BE49-F238E27FC236}">
                  <a16:creationId xmlns:a16="http://schemas.microsoft.com/office/drawing/2014/main" id="{257E6302-7221-0B4F-10DC-507A872CD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5113" y="4081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93" name="Oval 757">
              <a:extLst>
                <a:ext uri="{FF2B5EF4-FFF2-40B4-BE49-F238E27FC236}">
                  <a16:creationId xmlns:a16="http://schemas.microsoft.com/office/drawing/2014/main" id="{01D4F823-A27C-B888-1250-317C4E8C81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2425" y="4305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94" name="Oval 758">
              <a:extLst>
                <a:ext uri="{FF2B5EF4-FFF2-40B4-BE49-F238E27FC236}">
                  <a16:creationId xmlns:a16="http://schemas.microsoft.com/office/drawing/2014/main" id="{5C056EC6-9B8B-A7B0-7532-C5836B4FD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9263" y="4473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95" name="Oval 759">
              <a:extLst>
                <a:ext uri="{FF2B5EF4-FFF2-40B4-BE49-F238E27FC236}">
                  <a16:creationId xmlns:a16="http://schemas.microsoft.com/office/drawing/2014/main" id="{388C559C-6281-BE17-18CB-A49A739AA0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6100" y="4643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96" name="Oval 760">
              <a:extLst>
                <a:ext uri="{FF2B5EF4-FFF2-40B4-BE49-F238E27FC236}">
                  <a16:creationId xmlns:a16="http://schemas.microsoft.com/office/drawing/2014/main" id="{7FF0A3C4-77D7-1A27-6B87-7845DB3850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59763" y="4719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97" name="Oval 761">
              <a:extLst>
                <a:ext uri="{FF2B5EF4-FFF2-40B4-BE49-F238E27FC236}">
                  <a16:creationId xmlns:a16="http://schemas.microsoft.com/office/drawing/2014/main" id="{715205F4-5643-E666-9EC6-A117AD9BB9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7075" y="4783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98" name="Oval 762">
              <a:extLst>
                <a:ext uri="{FF2B5EF4-FFF2-40B4-BE49-F238E27FC236}">
                  <a16:creationId xmlns:a16="http://schemas.microsoft.com/office/drawing/2014/main" id="{D6797335-DB4F-2517-6C74-3E6B7C21F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8038" y="4786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99" name="Oval 763">
              <a:extLst>
                <a:ext uri="{FF2B5EF4-FFF2-40B4-BE49-F238E27FC236}">
                  <a16:creationId xmlns:a16="http://schemas.microsoft.com/office/drawing/2014/main" id="{A11B62EA-1D46-B2CC-D949-0F975FE288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4238" y="4856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00" name="Oval 764">
              <a:extLst>
                <a:ext uri="{FF2B5EF4-FFF2-40B4-BE49-F238E27FC236}">
                  <a16:creationId xmlns:a16="http://schemas.microsoft.com/office/drawing/2014/main" id="{BCEB4960-DED7-BF14-4E90-14E6FDD19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4088" y="4948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01" name="Oval 765">
              <a:extLst>
                <a:ext uri="{FF2B5EF4-FFF2-40B4-BE49-F238E27FC236}">
                  <a16:creationId xmlns:a16="http://schemas.microsoft.com/office/drawing/2014/main" id="{519DF1E8-FC0C-D936-5436-F4410B634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9175" y="4981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02" name="Oval 766">
              <a:extLst>
                <a:ext uri="{FF2B5EF4-FFF2-40B4-BE49-F238E27FC236}">
                  <a16:creationId xmlns:a16="http://schemas.microsoft.com/office/drawing/2014/main" id="{557BB9CB-FD30-7C56-1221-A390DFF5F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1088" y="5029201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03" name="Oval 767">
              <a:extLst>
                <a:ext uri="{FF2B5EF4-FFF2-40B4-BE49-F238E27FC236}">
                  <a16:creationId xmlns:a16="http://schemas.microsoft.com/office/drawing/2014/main" id="{FD4C38D0-4B8A-D97A-F701-C32E5ACAB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6650" y="50927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04" name="Oval 768">
              <a:extLst>
                <a:ext uri="{FF2B5EF4-FFF2-40B4-BE49-F238E27FC236}">
                  <a16:creationId xmlns:a16="http://schemas.microsoft.com/office/drawing/2014/main" id="{190BB729-62E1-808A-DBD1-A6A8377E3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0625" y="5119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05" name="Oval 769">
              <a:extLst>
                <a:ext uri="{FF2B5EF4-FFF2-40B4-BE49-F238E27FC236}">
                  <a16:creationId xmlns:a16="http://schemas.microsoft.com/office/drawing/2014/main" id="{59C9FDC5-9EC1-2FBB-4101-980FA962B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61425" y="5191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06" name="Oval 770">
              <a:extLst>
                <a:ext uri="{FF2B5EF4-FFF2-40B4-BE49-F238E27FC236}">
                  <a16:creationId xmlns:a16="http://schemas.microsoft.com/office/drawing/2014/main" id="{CE0A5FCE-BB0E-EF1E-7126-38FA17637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9050" y="5227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07" name="Oval 771">
              <a:extLst>
                <a:ext uri="{FF2B5EF4-FFF2-40B4-BE49-F238E27FC236}">
                  <a16:creationId xmlns:a16="http://schemas.microsoft.com/office/drawing/2014/main" id="{521CD296-1660-1227-CC2F-D811AB7C1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3500" y="5246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08" name="Oval 772">
              <a:extLst>
                <a:ext uri="{FF2B5EF4-FFF2-40B4-BE49-F238E27FC236}">
                  <a16:creationId xmlns:a16="http://schemas.microsoft.com/office/drawing/2014/main" id="{54EC86AA-9CAD-07AD-282F-231293CA0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363" y="5313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09" name="Oval 773">
              <a:extLst>
                <a:ext uri="{FF2B5EF4-FFF2-40B4-BE49-F238E27FC236}">
                  <a16:creationId xmlns:a16="http://schemas.microsoft.com/office/drawing/2014/main" id="{25095858-120B-4EC7-F6B0-22698C0E8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2375" y="36845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10" name="Oval 774">
              <a:extLst>
                <a:ext uri="{FF2B5EF4-FFF2-40B4-BE49-F238E27FC236}">
                  <a16:creationId xmlns:a16="http://schemas.microsoft.com/office/drawing/2014/main" id="{526C7A47-140F-FEA8-2A92-6FDCD4F17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3650" y="3717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11" name="Oval 775">
              <a:extLst>
                <a:ext uri="{FF2B5EF4-FFF2-40B4-BE49-F238E27FC236}">
                  <a16:creationId xmlns:a16="http://schemas.microsoft.com/office/drawing/2014/main" id="{698C4CBE-E81F-9606-504D-86A6B77B6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6838" y="3990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12" name="Oval 776">
              <a:extLst>
                <a:ext uri="{FF2B5EF4-FFF2-40B4-BE49-F238E27FC236}">
                  <a16:creationId xmlns:a16="http://schemas.microsoft.com/office/drawing/2014/main" id="{E9ADA83D-2FAB-1EE7-4EE6-BB6082E5C0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43838" y="4246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13" name="Oval 777">
              <a:extLst>
                <a:ext uri="{FF2B5EF4-FFF2-40B4-BE49-F238E27FC236}">
                  <a16:creationId xmlns:a16="http://schemas.microsoft.com/office/drawing/2014/main" id="{04094309-5A3D-5A20-3962-53DD4F111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2425" y="4448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14" name="Oval 778">
              <a:extLst>
                <a:ext uri="{FF2B5EF4-FFF2-40B4-BE49-F238E27FC236}">
                  <a16:creationId xmlns:a16="http://schemas.microsoft.com/office/drawing/2014/main" id="{58AB12DD-066E-9E6D-3562-B53230AA31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3075" y="4618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15" name="Oval 779">
              <a:extLst>
                <a:ext uri="{FF2B5EF4-FFF2-40B4-BE49-F238E27FC236}">
                  <a16:creationId xmlns:a16="http://schemas.microsoft.com/office/drawing/2014/main" id="{3DF04C7E-EC3F-66FE-9A19-05B5EB775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2613" y="4719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16" name="Oval 780">
              <a:extLst>
                <a:ext uri="{FF2B5EF4-FFF2-40B4-BE49-F238E27FC236}">
                  <a16:creationId xmlns:a16="http://schemas.microsoft.com/office/drawing/2014/main" id="{989F94ED-C6F7-BE81-1461-9794B564AB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2625" y="4792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17" name="Oval 781">
              <a:extLst>
                <a:ext uri="{FF2B5EF4-FFF2-40B4-BE49-F238E27FC236}">
                  <a16:creationId xmlns:a16="http://schemas.microsoft.com/office/drawing/2014/main" id="{EEC0693E-0BD3-BBB3-2DB8-A7D893259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3113" y="48974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18" name="Oval 782">
              <a:extLst>
                <a:ext uri="{FF2B5EF4-FFF2-40B4-BE49-F238E27FC236}">
                  <a16:creationId xmlns:a16="http://schemas.microsoft.com/office/drawing/2014/main" id="{C327AFFF-698B-251F-9575-E2483030E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75663" y="4945063"/>
              <a:ext cx="11112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19" name="Oval 783">
              <a:extLst>
                <a:ext uri="{FF2B5EF4-FFF2-40B4-BE49-F238E27FC236}">
                  <a16:creationId xmlns:a16="http://schemas.microsoft.com/office/drawing/2014/main" id="{810B3E30-5078-04B3-7B67-A6A097DB9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50275" y="5014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20" name="Oval 784">
              <a:extLst>
                <a:ext uri="{FF2B5EF4-FFF2-40B4-BE49-F238E27FC236}">
                  <a16:creationId xmlns:a16="http://schemas.microsoft.com/office/drawing/2014/main" id="{9BCF5773-F986-A69E-1037-12A7FC8AC5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8538" y="5072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21" name="Oval 785">
              <a:extLst>
                <a:ext uri="{FF2B5EF4-FFF2-40B4-BE49-F238E27FC236}">
                  <a16:creationId xmlns:a16="http://schemas.microsoft.com/office/drawing/2014/main" id="{7F273FBC-8B3A-53F1-AF39-94F3A22872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2038" y="5146676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22" name="Oval 786">
              <a:extLst>
                <a:ext uri="{FF2B5EF4-FFF2-40B4-BE49-F238E27FC236}">
                  <a16:creationId xmlns:a16="http://schemas.microsoft.com/office/drawing/2014/main" id="{F0E33322-65E8-599F-B5AB-0A5F261B0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2363" y="5154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23" name="Oval 787">
              <a:extLst>
                <a:ext uri="{FF2B5EF4-FFF2-40B4-BE49-F238E27FC236}">
                  <a16:creationId xmlns:a16="http://schemas.microsoft.com/office/drawing/2014/main" id="{C867F0A1-95E4-6596-5D10-1868A999DC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7925" y="5194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24" name="Oval 788">
              <a:extLst>
                <a:ext uri="{FF2B5EF4-FFF2-40B4-BE49-F238E27FC236}">
                  <a16:creationId xmlns:a16="http://schemas.microsoft.com/office/drawing/2014/main" id="{CC748E92-294A-A1AE-632B-3408F6508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8725" y="5203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25" name="Oval 789">
              <a:extLst>
                <a:ext uri="{FF2B5EF4-FFF2-40B4-BE49-F238E27FC236}">
                  <a16:creationId xmlns:a16="http://schemas.microsoft.com/office/drawing/2014/main" id="{F13940E8-FBE1-D3A9-1ACA-7BA79CE9C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7938" y="525145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26" name="Oval 790">
              <a:extLst>
                <a:ext uri="{FF2B5EF4-FFF2-40B4-BE49-F238E27FC236}">
                  <a16:creationId xmlns:a16="http://schemas.microsoft.com/office/drawing/2014/main" id="{74F879FF-702C-7C1E-6C47-A6D6276AA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3975" y="5295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27" name="Oval 791">
              <a:extLst>
                <a:ext uri="{FF2B5EF4-FFF2-40B4-BE49-F238E27FC236}">
                  <a16:creationId xmlns:a16="http://schemas.microsoft.com/office/drawing/2014/main" id="{DACB0045-0C59-A48D-1B18-CE72DD59E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4875" y="335915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28" name="Oval 792">
              <a:extLst>
                <a:ext uri="{FF2B5EF4-FFF2-40B4-BE49-F238E27FC236}">
                  <a16:creationId xmlns:a16="http://schemas.microsoft.com/office/drawing/2014/main" id="{1DEC80D4-5B85-ADEA-2606-6121D7F88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2188" y="3532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29" name="Oval 793">
              <a:extLst>
                <a:ext uri="{FF2B5EF4-FFF2-40B4-BE49-F238E27FC236}">
                  <a16:creationId xmlns:a16="http://schemas.microsoft.com/office/drawing/2014/main" id="{505F52AC-F25B-BC2A-C638-DCAEE2D73C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6338" y="389255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0" name="Oval 794">
              <a:extLst>
                <a:ext uri="{FF2B5EF4-FFF2-40B4-BE49-F238E27FC236}">
                  <a16:creationId xmlns:a16="http://schemas.microsoft.com/office/drawing/2014/main" id="{CCF60B4F-80AC-3613-D5E9-B0BBCA76E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6838" y="4143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1" name="Oval 795">
              <a:extLst>
                <a:ext uri="{FF2B5EF4-FFF2-40B4-BE49-F238E27FC236}">
                  <a16:creationId xmlns:a16="http://schemas.microsoft.com/office/drawing/2014/main" id="{0B402FCD-0BFF-A2C9-86FE-F5EB6E910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5113" y="43561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2" name="Oval 796">
              <a:extLst>
                <a:ext uri="{FF2B5EF4-FFF2-40B4-BE49-F238E27FC236}">
                  <a16:creationId xmlns:a16="http://schemas.microsoft.com/office/drawing/2014/main" id="{81ED9B93-7982-28FA-11AD-140D110B4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1163" y="4503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3" name="Oval 797">
              <a:extLst>
                <a:ext uri="{FF2B5EF4-FFF2-40B4-BE49-F238E27FC236}">
                  <a16:creationId xmlns:a16="http://schemas.microsoft.com/office/drawing/2014/main" id="{37FE1263-FBE7-D9F5-C206-67CEE83B2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6575" y="4576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4" name="Oval 798">
              <a:extLst>
                <a:ext uri="{FF2B5EF4-FFF2-40B4-BE49-F238E27FC236}">
                  <a16:creationId xmlns:a16="http://schemas.microsoft.com/office/drawing/2014/main" id="{A3E05E01-0836-9F2B-9EF0-EAF6C3113D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7700" y="4694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5" name="Oval 799">
              <a:extLst>
                <a:ext uri="{FF2B5EF4-FFF2-40B4-BE49-F238E27FC236}">
                  <a16:creationId xmlns:a16="http://schemas.microsoft.com/office/drawing/2014/main" id="{934D1F17-C19A-B1D6-E4AD-236FD8DDC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64538" y="4784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6" name="Oval 800">
              <a:extLst>
                <a:ext uri="{FF2B5EF4-FFF2-40B4-BE49-F238E27FC236}">
                  <a16:creationId xmlns:a16="http://schemas.microsoft.com/office/drawing/2014/main" id="{D8962669-A16D-A536-D173-B0F113EE7F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51850" y="4892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7" name="Oval 801">
              <a:extLst>
                <a:ext uri="{FF2B5EF4-FFF2-40B4-BE49-F238E27FC236}">
                  <a16:creationId xmlns:a16="http://schemas.microsoft.com/office/drawing/2014/main" id="{3F007163-E72A-1A97-4DAD-F0E75915E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1225" y="4992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8" name="Oval 802">
              <a:extLst>
                <a:ext uri="{FF2B5EF4-FFF2-40B4-BE49-F238E27FC236}">
                  <a16:creationId xmlns:a16="http://schemas.microsoft.com/office/drawing/2014/main" id="{D1858E14-3E55-0A89-D696-8467F7EC9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4250" y="5057776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39" name="Oval 803">
              <a:extLst>
                <a:ext uri="{FF2B5EF4-FFF2-40B4-BE49-F238E27FC236}">
                  <a16:creationId xmlns:a16="http://schemas.microsoft.com/office/drawing/2014/main" id="{90D5ACA5-E957-767F-AC12-3E8562405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9338" y="5030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0" name="Oval 804">
              <a:extLst>
                <a:ext uri="{FF2B5EF4-FFF2-40B4-BE49-F238E27FC236}">
                  <a16:creationId xmlns:a16="http://schemas.microsoft.com/office/drawing/2014/main" id="{EBD85157-AC51-3059-7B37-C8AB98E764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1250" y="5049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1" name="Oval 805">
              <a:extLst>
                <a:ext uri="{FF2B5EF4-FFF2-40B4-BE49-F238E27FC236}">
                  <a16:creationId xmlns:a16="http://schemas.microsoft.com/office/drawing/2014/main" id="{64B3DB05-0B76-D010-1BBB-12E455AA2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8400" y="5157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2" name="Oval 806">
              <a:extLst>
                <a:ext uri="{FF2B5EF4-FFF2-40B4-BE49-F238E27FC236}">
                  <a16:creationId xmlns:a16="http://schemas.microsoft.com/office/drawing/2014/main" id="{39726BFE-7283-D43D-ED82-9AB62A37D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0788" y="514826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3" name="Oval 807">
              <a:extLst>
                <a:ext uri="{FF2B5EF4-FFF2-40B4-BE49-F238E27FC236}">
                  <a16:creationId xmlns:a16="http://schemas.microsoft.com/office/drawing/2014/main" id="{E37189B9-4049-4857-4F38-4DA856C8B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0000" y="5221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4" name="Oval 808">
              <a:extLst>
                <a:ext uri="{FF2B5EF4-FFF2-40B4-BE49-F238E27FC236}">
                  <a16:creationId xmlns:a16="http://schemas.microsoft.com/office/drawing/2014/main" id="{146CC04F-DAF6-9149-7164-525AA42A69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7625" y="5268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5" name="Oval 809">
              <a:extLst>
                <a:ext uri="{FF2B5EF4-FFF2-40B4-BE49-F238E27FC236}">
                  <a16:creationId xmlns:a16="http://schemas.microsoft.com/office/drawing/2014/main" id="{73CEE91A-4EB8-C514-2CD9-77EEE46B6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2075" y="53054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6" name="Oval 810">
              <a:extLst>
                <a:ext uri="{FF2B5EF4-FFF2-40B4-BE49-F238E27FC236}">
                  <a16:creationId xmlns:a16="http://schemas.microsoft.com/office/drawing/2014/main" id="{458D4D8A-9EFD-923E-9610-A37E521E6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3350" y="5303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7" name="Oval 811">
              <a:extLst>
                <a:ext uri="{FF2B5EF4-FFF2-40B4-BE49-F238E27FC236}">
                  <a16:creationId xmlns:a16="http://schemas.microsoft.com/office/drawing/2014/main" id="{B61BC450-696E-DB79-8EA2-8C78A4977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0363" y="3024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8" name="Oval 812">
              <a:extLst>
                <a:ext uri="{FF2B5EF4-FFF2-40B4-BE49-F238E27FC236}">
                  <a16:creationId xmlns:a16="http://schemas.microsoft.com/office/drawing/2014/main" id="{8162E4B5-28D2-C178-1317-2FD842A3B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3413" y="32115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49" name="Oval 813">
              <a:extLst>
                <a:ext uri="{FF2B5EF4-FFF2-40B4-BE49-F238E27FC236}">
                  <a16:creationId xmlns:a16="http://schemas.microsoft.com/office/drawing/2014/main" id="{3FED98F0-A157-04BD-6856-2D6185602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2188" y="37322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0" name="Oval 814">
              <a:extLst>
                <a:ext uri="{FF2B5EF4-FFF2-40B4-BE49-F238E27FC236}">
                  <a16:creationId xmlns:a16="http://schemas.microsoft.com/office/drawing/2014/main" id="{6B537264-1212-F7B7-A9BF-C9F4CB964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3650" y="40290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1" name="Oval 815">
              <a:extLst>
                <a:ext uri="{FF2B5EF4-FFF2-40B4-BE49-F238E27FC236}">
                  <a16:creationId xmlns:a16="http://schemas.microsoft.com/office/drawing/2014/main" id="{0E5225CD-2013-E5BF-2709-8D0020769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21613" y="42037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2" name="Oval 816">
              <a:extLst>
                <a:ext uri="{FF2B5EF4-FFF2-40B4-BE49-F238E27FC236}">
                  <a16:creationId xmlns:a16="http://schemas.microsoft.com/office/drawing/2014/main" id="{EE582F1F-05F5-B9F3-E735-9DAAA157E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88300" y="4348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3" name="Oval 817">
              <a:extLst>
                <a:ext uri="{FF2B5EF4-FFF2-40B4-BE49-F238E27FC236}">
                  <a16:creationId xmlns:a16="http://schemas.microsoft.com/office/drawing/2014/main" id="{DFB9B02A-E69B-7F43-404F-FEEAB69C3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6413" y="44577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4" name="Oval 818">
              <a:extLst>
                <a:ext uri="{FF2B5EF4-FFF2-40B4-BE49-F238E27FC236}">
                  <a16:creationId xmlns:a16="http://schemas.microsoft.com/office/drawing/2014/main" id="{45603410-AE15-2DE2-8A01-5498630ED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3888" y="4573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5" name="Oval 819">
              <a:extLst>
                <a:ext uri="{FF2B5EF4-FFF2-40B4-BE49-F238E27FC236}">
                  <a16:creationId xmlns:a16="http://schemas.microsoft.com/office/drawing/2014/main" id="{624F8E19-7172-FC63-9185-3440BB8FE5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7075" y="4667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6" name="Oval 820">
              <a:extLst>
                <a:ext uri="{FF2B5EF4-FFF2-40B4-BE49-F238E27FC236}">
                  <a16:creationId xmlns:a16="http://schemas.microsoft.com/office/drawing/2014/main" id="{898CCD32-F6DF-491A-FF40-ABD0AD4AE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7563" y="477043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7" name="Oval 821">
              <a:extLst>
                <a:ext uri="{FF2B5EF4-FFF2-40B4-BE49-F238E27FC236}">
                  <a16:creationId xmlns:a16="http://schemas.microsoft.com/office/drawing/2014/main" id="{2F861B15-DFBA-1681-D0E8-10D25A836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0113" y="4813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8" name="Oval 822">
              <a:extLst>
                <a:ext uri="{FF2B5EF4-FFF2-40B4-BE49-F238E27FC236}">
                  <a16:creationId xmlns:a16="http://schemas.microsoft.com/office/drawing/2014/main" id="{6FFD0369-874A-C9F0-21DE-E4AD0AEB3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4725" y="4910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59" name="Oval 823">
              <a:extLst>
                <a:ext uri="{FF2B5EF4-FFF2-40B4-BE49-F238E27FC236}">
                  <a16:creationId xmlns:a16="http://schemas.microsoft.com/office/drawing/2014/main" id="{D7BCD877-232B-170A-2045-C88719136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1400" y="4919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0" name="Oval 824">
              <a:extLst>
                <a:ext uri="{FF2B5EF4-FFF2-40B4-BE49-F238E27FC236}">
                  <a16:creationId xmlns:a16="http://schemas.microsoft.com/office/drawing/2014/main" id="{BF46CF16-8079-76C5-2CDC-46A4AC0C82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3313" y="4999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1" name="Oval 825">
              <a:extLst>
                <a:ext uri="{FF2B5EF4-FFF2-40B4-BE49-F238E27FC236}">
                  <a16:creationId xmlns:a16="http://schemas.microsoft.com/office/drawing/2014/main" id="{320867A8-5878-C966-4149-870CD03A3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2050" y="504190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2" name="Oval 826">
              <a:extLst>
                <a:ext uri="{FF2B5EF4-FFF2-40B4-BE49-F238E27FC236}">
                  <a16:creationId xmlns:a16="http://schemas.microsoft.com/office/drawing/2014/main" id="{A4DADF75-99F9-28AA-8294-0904966B63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6025" y="5113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3" name="Oval 827">
              <a:extLst>
                <a:ext uri="{FF2B5EF4-FFF2-40B4-BE49-F238E27FC236}">
                  <a16:creationId xmlns:a16="http://schemas.microsoft.com/office/drawing/2014/main" id="{C7B2C6C1-8A61-25DF-707A-0BD9F0B68A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5238" y="517683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4" name="Oval 828">
              <a:extLst>
                <a:ext uri="{FF2B5EF4-FFF2-40B4-BE49-F238E27FC236}">
                  <a16:creationId xmlns:a16="http://schemas.microsoft.com/office/drawing/2014/main" id="{EED622B6-4522-D6E2-8CE8-6BEB50E8F0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863" y="5254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5" name="Oval 829">
              <a:extLst>
                <a:ext uri="{FF2B5EF4-FFF2-40B4-BE49-F238E27FC236}">
                  <a16:creationId xmlns:a16="http://schemas.microsoft.com/office/drawing/2014/main" id="{6ADB691A-354B-FBAB-00DB-18D127C6FA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313" y="5280026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6" name="Oval 830">
              <a:extLst>
                <a:ext uri="{FF2B5EF4-FFF2-40B4-BE49-F238E27FC236}">
                  <a16:creationId xmlns:a16="http://schemas.microsoft.com/office/drawing/2014/main" id="{BF792047-342F-6C61-D089-C89CC8288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0175" y="5314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7" name="Line 831">
              <a:extLst>
                <a:ext uri="{FF2B5EF4-FFF2-40B4-BE49-F238E27FC236}">
                  <a16:creationId xmlns:a16="http://schemas.microsoft.com/office/drawing/2014/main" id="{2B5D321F-1754-1D58-D0BF-06E48075F9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008313"/>
              <a:ext cx="2306637" cy="2320925"/>
            </a:xfrm>
            <a:prstGeom prst="line">
              <a:avLst/>
            </a:prstGeom>
            <a:noFill/>
            <a:ln w="3175" cap="flat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8" name="Freeform 832">
              <a:extLst>
                <a:ext uri="{FF2B5EF4-FFF2-40B4-BE49-F238E27FC236}">
                  <a16:creationId xmlns:a16="http://schemas.microsoft.com/office/drawing/2014/main" id="{C5DF9C16-3053-2CDA-8E2D-CB9BB88316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69125" y="3009901"/>
              <a:ext cx="41275" cy="41275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69" name="Freeform 833">
              <a:extLst>
                <a:ext uri="{FF2B5EF4-FFF2-40B4-BE49-F238E27FC236}">
                  <a16:creationId xmlns:a16="http://schemas.microsoft.com/office/drawing/2014/main" id="{1BDD253D-231C-34C3-013F-55DABAC271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12050" y="3517901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0" name="Freeform 834">
              <a:extLst>
                <a:ext uri="{FF2B5EF4-FFF2-40B4-BE49-F238E27FC236}">
                  <a16:creationId xmlns:a16="http://schemas.microsoft.com/office/drawing/2014/main" id="{43478F5F-C849-2B3D-130C-767DC87985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29550" y="3976688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1" name="Freeform 835">
              <a:extLst>
                <a:ext uri="{FF2B5EF4-FFF2-40B4-BE49-F238E27FC236}">
                  <a16:creationId xmlns:a16="http://schemas.microsoft.com/office/drawing/2014/main" id="{9628FA29-D7BE-7AAF-251D-8C5D12329E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54975" y="4291013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2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2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2" name="Freeform 836">
              <a:extLst>
                <a:ext uri="{FF2B5EF4-FFF2-40B4-BE49-F238E27FC236}">
                  <a16:creationId xmlns:a16="http://schemas.microsoft.com/office/drawing/2014/main" id="{F2B9275F-95D2-067F-3272-85F527C231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29600" y="4516438"/>
              <a:ext cx="41275" cy="41275"/>
            </a:xfrm>
            <a:custGeom>
              <a:avLst/>
              <a:gdLst>
                <a:gd name="T0" fmla="*/ 70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70 w 139"/>
                <a:gd name="T7" fmla="*/ 128 h 138"/>
                <a:gd name="T8" fmla="*/ 11 w 139"/>
                <a:gd name="T9" fmla="*/ 69 h 138"/>
                <a:gd name="T10" fmla="*/ 70 w 139"/>
                <a:gd name="T11" fmla="*/ 10 h 138"/>
                <a:gd name="T12" fmla="*/ 70 w 139"/>
                <a:gd name="T13" fmla="*/ 0 h 138"/>
                <a:gd name="T14" fmla="*/ 0 w 139"/>
                <a:gd name="T15" fmla="*/ 69 h 138"/>
                <a:gd name="T16" fmla="*/ 70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70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70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2" y="128"/>
                    <a:pt x="70" y="128"/>
                  </a:cubicBezTo>
                  <a:cubicBezTo>
                    <a:pt x="37" y="128"/>
                    <a:pt x="11" y="101"/>
                    <a:pt x="11" y="69"/>
                  </a:cubicBezTo>
                  <a:cubicBezTo>
                    <a:pt x="11" y="37"/>
                    <a:pt x="37" y="10"/>
                    <a:pt x="70" y="10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70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3" name="Freeform 837">
              <a:extLst>
                <a:ext uri="{FF2B5EF4-FFF2-40B4-BE49-F238E27FC236}">
                  <a16:creationId xmlns:a16="http://schemas.microsoft.com/office/drawing/2014/main" id="{C97D8746-466B-2ED2-38E7-C4CD4D0520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72475" y="4754563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4" name="Freeform 838">
              <a:extLst>
                <a:ext uri="{FF2B5EF4-FFF2-40B4-BE49-F238E27FC236}">
                  <a16:creationId xmlns:a16="http://schemas.microsoft.com/office/drawing/2014/main" id="{28FB7C13-EF5E-EEF6-98A2-D88ED1E6EB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94713" y="4849813"/>
              <a:ext cx="39687" cy="41275"/>
            </a:xfrm>
            <a:custGeom>
              <a:avLst/>
              <a:gdLst>
                <a:gd name="T0" fmla="*/ 69 w 138"/>
                <a:gd name="T1" fmla="*/ 10 h 138"/>
                <a:gd name="T2" fmla="*/ 128 w 138"/>
                <a:gd name="T3" fmla="*/ 69 h 138"/>
                <a:gd name="T4" fmla="*/ 128 w 138"/>
                <a:gd name="T5" fmla="*/ 69 h 138"/>
                <a:gd name="T6" fmla="*/ 69 w 138"/>
                <a:gd name="T7" fmla="*/ 128 h 138"/>
                <a:gd name="T8" fmla="*/ 10 w 138"/>
                <a:gd name="T9" fmla="*/ 69 h 138"/>
                <a:gd name="T10" fmla="*/ 69 w 138"/>
                <a:gd name="T11" fmla="*/ 10 h 138"/>
                <a:gd name="T12" fmla="*/ 69 w 138"/>
                <a:gd name="T13" fmla="*/ 0 h 138"/>
                <a:gd name="T14" fmla="*/ 0 w 138"/>
                <a:gd name="T15" fmla="*/ 69 h 138"/>
                <a:gd name="T16" fmla="*/ 69 w 138"/>
                <a:gd name="T17" fmla="*/ 138 h 138"/>
                <a:gd name="T18" fmla="*/ 138 w 138"/>
                <a:gd name="T19" fmla="*/ 69 h 138"/>
                <a:gd name="T20" fmla="*/ 138 w 138"/>
                <a:gd name="T21" fmla="*/ 69 h 138"/>
                <a:gd name="T22" fmla="*/ 69 w 138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8">
                  <a:moveTo>
                    <a:pt x="69" y="10"/>
                  </a:moveTo>
                  <a:cubicBezTo>
                    <a:pt x="101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1" y="128"/>
                    <a:pt x="69" y="128"/>
                  </a:cubicBezTo>
                  <a:cubicBezTo>
                    <a:pt x="37" y="128"/>
                    <a:pt x="10" y="101"/>
                    <a:pt x="10" y="69"/>
                  </a:cubicBezTo>
                  <a:cubicBezTo>
                    <a:pt x="10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7" y="138"/>
                    <a:pt x="138" y="107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5" name="Freeform 839">
              <a:extLst>
                <a:ext uri="{FF2B5EF4-FFF2-40B4-BE49-F238E27FC236}">
                  <a16:creationId xmlns:a16="http://schemas.microsoft.com/office/drawing/2014/main" id="{CF7703C4-13A3-2F87-864E-5FA4D74FB8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97900" y="4987926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6" name="Freeform 840">
              <a:extLst>
                <a:ext uri="{FF2B5EF4-FFF2-40B4-BE49-F238E27FC236}">
                  <a16:creationId xmlns:a16="http://schemas.microsoft.com/office/drawing/2014/main" id="{72EE6D7F-1EE7-F923-7427-120EEECC49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91563" y="5127626"/>
              <a:ext cx="41275" cy="41275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2" y="128"/>
                    <a:pt x="69" y="128"/>
                  </a:cubicBezTo>
                  <a:cubicBezTo>
                    <a:pt x="37" y="128"/>
                    <a:pt x="11" y="101"/>
                    <a:pt x="11" y="69"/>
                  </a:cubicBezTo>
                  <a:cubicBezTo>
                    <a:pt x="11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7" name="Freeform 841">
              <a:extLst>
                <a:ext uri="{FF2B5EF4-FFF2-40B4-BE49-F238E27FC236}">
                  <a16:creationId xmlns:a16="http://schemas.microsoft.com/office/drawing/2014/main" id="{4914A985-1A8E-0A3D-4464-D1FDCE1D7C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74113" y="5106988"/>
              <a:ext cx="41275" cy="41275"/>
            </a:xfrm>
            <a:custGeom>
              <a:avLst/>
              <a:gdLst>
                <a:gd name="T0" fmla="*/ 70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70 w 139"/>
                <a:gd name="T7" fmla="*/ 128 h 139"/>
                <a:gd name="T8" fmla="*/ 11 w 139"/>
                <a:gd name="T9" fmla="*/ 69 h 139"/>
                <a:gd name="T10" fmla="*/ 70 w 139"/>
                <a:gd name="T11" fmla="*/ 11 h 139"/>
                <a:gd name="T12" fmla="*/ 70 w 139"/>
                <a:gd name="T13" fmla="*/ 0 h 139"/>
                <a:gd name="T14" fmla="*/ 0 w 139"/>
                <a:gd name="T15" fmla="*/ 69 h 139"/>
                <a:gd name="T16" fmla="*/ 70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70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70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70" y="11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70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8" name="Freeform 842">
              <a:extLst>
                <a:ext uri="{FF2B5EF4-FFF2-40B4-BE49-F238E27FC236}">
                  <a16:creationId xmlns:a16="http://schemas.microsoft.com/office/drawing/2014/main" id="{F84FF664-5B9F-2C43-4060-A0B454FC43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48725" y="5237163"/>
              <a:ext cx="41275" cy="41275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2" y="128"/>
                    <a:pt x="69" y="128"/>
                  </a:cubicBezTo>
                  <a:cubicBezTo>
                    <a:pt x="37" y="128"/>
                    <a:pt x="11" y="101"/>
                    <a:pt x="11" y="69"/>
                  </a:cubicBezTo>
                  <a:cubicBezTo>
                    <a:pt x="11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79" name="Line 843">
              <a:extLst>
                <a:ext uri="{FF2B5EF4-FFF2-40B4-BE49-F238E27FC236}">
                  <a16:creationId xmlns:a16="http://schemas.microsoft.com/office/drawing/2014/main" id="{7D6B10FE-C1A5-4E05-4549-9C7BEA1A8E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760663"/>
              <a:ext cx="2255837" cy="2568575"/>
            </a:xfrm>
            <a:prstGeom prst="line">
              <a:avLst/>
            </a:prstGeom>
            <a:noFill/>
            <a:ln w="3175" cap="flat">
              <a:solidFill>
                <a:srgbClr val="0059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80" name="Freeform 844">
              <a:extLst>
                <a:ext uri="{FF2B5EF4-FFF2-40B4-BE49-F238E27FC236}">
                  <a16:creationId xmlns:a16="http://schemas.microsoft.com/office/drawing/2014/main" id="{20AC884B-490D-7194-973C-9D36DD7075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75475" y="3211513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81" name="Freeform 845">
              <a:extLst>
                <a:ext uri="{FF2B5EF4-FFF2-40B4-BE49-F238E27FC236}">
                  <a16:creationId xmlns:a16="http://schemas.microsoft.com/office/drawing/2014/main" id="{2C581040-3546-0D27-3A77-1D7228EFCD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18400" y="3854451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82" name="Freeform 846">
              <a:extLst>
                <a:ext uri="{FF2B5EF4-FFF2-40B4-BE49-F238E27FC236}">
                  <a16:creationId xmlns:a16="http://schemas.microsoft.com/office/drawing/2014/main" id="{02541E7B-42A0-FFF6-15D1-CD8C60D79B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37488" y="4170363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83" name="Freeform 847">
              <a:extLst>
                <a:ext uri="{FF2B5EF4-FFF2-40B4-BE49-F238E27FC236}">
                  <a16:creationId xmlns:a16="http://schemas.microsoft.com/office/drawing/2014/main" id="{2EDEB271-9030-9A2A-7CE5-3A3786C8DC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62913" y="4405313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84" name="Freeform 848">
              <a:extLst>
                <a:ext uri="{FF2B5EF4-FFF2-40B4-BE49-F238E27FC236}">
                  <a16:creationId xmlns:a16="http://schemas.microsoft.com/office/drawing/2014/main" id="{4004A117-7C6D-4D61-6A50-272171E349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37538" y="4638676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85" name="Freeform 849">
              <a:extLst>
                <a:ext uri="{FF2B5EF4-FFF2-40B4-BE49-F238E27FC236}">
                  <a16:creationId xmlns:a16="http://schemas.microsoft.com/office/drawing/2014/main" id="{A5EF3096-9907-94B9-C180-D32630E6B9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80413" y="4779963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86" name="Freeform 850">
              <a:extLst>
                <a:ext uri="{FF2B5EF4-FFF2-40B4-BE49-F238E27FC236}">
                  <a16:creationId xmlns:a16="http://schemas.microsoft.com/office/drawing/2014/main" id="{D5D8BBEA-18AC-39BE-85BA-F07462FDFC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01063" y="4868863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87" name="Freeform 851">
              <a:extLst>
                <a:ext uri="{FF2B5EF4-FFF2-40B4-BE49-F238E27FC236}">
                  <a16:creationId xmlns:a16="http://schemas.microsoft.com/office/drawing/2014/main" id="{EDB603D3-BDBE-9FFA-6E13-F19A0E83D9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05838" y="4933951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88" name="Freeform 852">
              <a:extLst>
                <a:ext uri="{FF2B5EF4-FFF2-40B4-BE49-F238E27FC236}">
                  <a16:creationId xmlns:a16="http://schemas.microsoft.com/office/drawing/2014/main" id="{8C8BD210-A58D-E05F-D6BF-AEA4FBAB1B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97913" y="5064126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89" name="Freeform 853">
              <a:extLst>
                <a:ext uri="{FF2B5EF4-FFF2-40B4-BE49-F238E27FC236}">
                  <a16:creationId xmlns:a16="http://schemas.microsoft.com/office/drawing/2014/main" id="{423D82CE-C5A5-35B6-ABD8-1DDF98426D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80463" y="5170488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90" name="Freeform 854">
              <a:extLst>
                <a:ext uri="{FF2B5EF4-FFF2-40B4-BE49-F238E27FC236}">
                  <a16:creationId xmlns:a16="http://schemas.microsoft.com/office/drawing/2014/main" id="{471C6BEF-A9BE-B437-0239-D50BCA2BE0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55075" y="5302251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91" name="Freeform 855">
              <a:extLst>
                <a:ext uri="{FF2B5EF4-FFF2-40B4-BE49-F238E27FC236}">
                  <a16:creationId xmlns:a16="http://schemas.microsoft.com/office/drawing/2014/main" id="{4296C914-14EA-5FC0-904D-37F2AFC110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23338" y="5256213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92" name="Line 856">
              <a:extLst>
                <a:ext uri="{FF2B5EF4-FFF2-40B4-BE49-F238E27FC236}">
                  <a16:creationId xmlns:a16="http://schemas.microsoft.com/office/drawing/2014/main" id="{9D213A80-6419-E281-0290-1E7A089807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025776"/>
              <a:ext cx="2227262" cy="2303463"/>
            </a:xfrm>
            <a:prstGeom prst="line">
              <a:avLst/>
            </a:prstGeom>
            <a:noFill/>
            <a:ln w="3175" cap="flat">
              <a:solidFill>
                <a:srgbClr val="59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93" name="Oval 857">
              <a:extLst>
                <a:ext uri="{FF2B5EF4-FFF2-40B4-BE49-F238E27FC236}">
                  <a16:creationId xmlns:a16="http://schemas.microsoft.com/office/drawing/2014/main" id="{B12D6483-72DB-4168-A0A0-A326AA0F7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0363" y="3165476"/>
              <a:ext cx="12700" cy="14288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94" name="Oval 858">
              <a:extLst>
                <a:ext uri="{FF2B5EF4-FFF2-40B4-BE49-F238E27FC236}">
                  <a16:creationId xmlns:a16="http://schemas.microsoft.com/office/drawing/2014/main" id="{1E8BAF1A-29D5-7534-E8E3-E8769870F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4875" y="3575051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95" name="Oval 859">
              <a:extLst>
                <a:ext uri="{FF2B5EF4-FFF2-40B4-BE49-F238E27FC236}">
                  <a16:creationId xmlns:a16="http://schemas.microsoft.com/office/drawing/2014/main" id="{1DEFCD63-CD4A-61A1-F38D-98825A088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2375" y="392588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96" name="Oval 860">
              <a:extLst>
                <a:ext uri="{FF2B5EF4-FFF2-40B4-BE49-F238E27FC236}">
                  <a16:creationId xmlns:a16="http://schemas.microsoft.com/office/drawing/2014/main" id="{3D279D5A-F132-E1BA-33DE-198D3F7DF8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7800" y="4092576"/>
              <a:ext cx="12700" cy="11113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97" name="Oval 861">
              <a:extLst>
                <a:ext uri="{FF2B5EF4-FFF2-40B4-BE49-F238E27FC236}">
                  <a16:creationId xmlns:a16="http://schemas.microsoft.com/office/drawing/2014/main" id="{B6A425D5-9418-E072-F946-E43126FC5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2425" y="4321176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98" name="Oval 862">
              <a:extLst>
                <a:ext uri="{FF2B5EF4-FFF2-40B4-BE49-F238E27FC236}">
                  <a16:creationId xmlns:a16="http://schemas.microsoft.com/office/drawing/2014/main" id="{9D11F382-02C1-0942-58C4-EE9F60821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15300" y="4470401"/>
              <a:ext cx="12700" cy="11113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99" name="Oval 863">
              <a:extLst>
                <a:ext uri="{FF2B5EF4-FFF2-40B4-BE49-F238E27FC236}">
                  <a16:creationId xmlns:a16="http://schemas.microsoft.com/office/drawing/2014/main" id="{D44DECB7-64D1-7177-A25D-CE5940D46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5950" y="460533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00" name="Oval 864">
              <a:extLst>
                <a:ext uri="{FF2B5EF4-FFF2-40B4-BE49-F238E27FC236}">
                  <a16:creationId xmlns:a16="http://schemas.microsoft.com/office/drawing/2014/main" id="{E7F28089-51C4-FA6F-4752-634C119DA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0725" y="4699001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01" name="Oval 865">
              <a:extLst>
                <a:ext uri="{FF2B5EF4-FFF2-40B4-BE49-F238E27FC236}">
                  <a16:creationId xmlns:a16="http://schemas.microsoft.com/office/drawing/2014/main" id="{4D55FE81-6795-0211-B36A-FFA5955F5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2800" y="4741863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02" name="Oval 866">
              <a:extLst>
                <a:ext uri="{FF2B5EF4-FFF2-40B4-BE49-F238E27FC236}">
                  <a16:creationId xmlns:a16="http://schemas.microsoft.com/office/drawing/2014/main" id="{D0C8BF88-6DA6-AA9F-C3A5-38A1C5E22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5350" y="4803776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03" name="Oval 867">
              <a:extLst>
                <a:ext uri="{FF2B5EF4-FFF2-40B4-BE49-F238E27FC236}">
                  <a16:creationId xmlns:a16="http://schemas.microsoft.com/office/drawing/2014/main" id="{ABD94C14-A32C-4D58-17A5-9CFA1CB14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1550" y="4900613"/>
              <a:ext cx="12700" cy="11113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04" name="Oval 868">
              <a:extLst>
                <a:ext uri="{FF2B5EF4-FFF2-40B4-BE49-F238E27FC236}">
                  <a16:creationId xmlns:a16="http://schemas.microsoft.com/office/drawing/2014/main" id="{A9FD5D6B-3885-ED24-1328-0BE2CE59D8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58225" y="4964113"/>
              <a:ext cx="14287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05" name="Oval 869">
              <a:extLst>
                <a:ext uri="{FF2B5EF4-FFF2-40B4-BE49-F238E27FC236}">
                  <a16:creationId xmlns:a16="http://schemas.microsoft.com/office/drawing/2014/main" id="{03CEDC24-44BF-DC63-86E0-AE70FA4B3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1725" y="5035551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06" name="Oval 870">
              <a:extLst>
                <a:ext uri="{FF2B5EF4-FFF2-40B4-BE49-F238E27FC236}">
                  <a16:creationId xmlns:a16="http://schemas.microsoft.com/office/drawing/2014/main" id="{B75793E6-C422-A3C0-F77F-E8427B995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0463" y="505618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07" name="Oval 871">
              <a:extLst>
                <a:ext uri="{FF2B5EF4-FFF2-40B4-BE49-F238E27FC236}">
                  <a16:creationId xmlns:a16="http://schemas.microsoft.com/office/drawing/2014/main" id="{9AC0C067-D451-BE3A-50CD-FE38FBB45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4438" y="511968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08" name="Oval 872">
              <a:extLst>
                <a:ext uri="{FF2B5EF4-FFF2-40B4-BE49-F238E27FC236}">
                  <a16:creationId xmlns:a16="http://schemas.microsoft.com/office/drawing/2014/main" id="{678EE2D9-D96C-749E-4272-19954D5A1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5238" y="5135563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09" name="Oval 873">
              <a:extLst>
                <a:ext uri="{FF2B5EF4-FFF2-40B4-BE49-F238E27FC236}">
                  <a16:creationId xmlns:a16="http://schemas.microsoft.com/office/drawing/2014/main" id="{293039F6-6278-BA89-092D-1251680CB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863" y="5237163"/>
              <a:ext cx="11112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10" name="Line 874">
              <a:extLst>
                <a:ext uri="{FF2B5EF4-FFF2-40B4-BE49-F238E27FC236}">
                  <a16:creationId xmlns:a16="http://schemas.microsoft.com/office/drawing/2014/main" id="{1B5DBAAE-752B-C2A8-F455-BCEAE7EE6A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3046413"/>
              <a:ext cx="2286000" cy="2282825"/>
            </a:xfrm>
            <a:prstGeom prst="line">
              <a:avLst/>
            </a:prstGeom>
            <a:noFill/>
            <a:ln w="3175" cap="flat">
              <a:solidFill>
                <a:srgbClr val="00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11" name="Oval 875">
              <a:extLst>
                <a:ext uri="{FF2B5EF4-FFF2-40B4-BE49-F238E27FC236}">
                  <a16:creationId xmlns:a16="http://schemas.microsoft.com/office/drawing/2014/main" id="{EC932CA0-2DE6-51B8-0D11-E3AFA9991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0363" y="302418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12" name="Oval 876">
              <a:extLst>
                <a:ext uri="{FF2B5EF4-FFF2-40B4-BE49-F238E27FC236}">
                  <a16:creationId xmlns:a16="http://schemas.microsoft.com/office/drawing/2014/main" id="{674C2B0B-79AD-FE5E-0EDE-A2CCC2AA8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4875" y="3359151"/>
              <a:ext cx="12700" cy="14288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13" name="Oval 877">
              <a:extLst>
                <a:ext uri="{FF2B5EF4-FFF2-40B4-BE49-F238E27FC236}">
                  <a16:creationId xmlns:a16="http://schemas.microsoft.com/office/drawing/2014/main" id="{4674B4C1-D84E-B0DF-F62C-CDFD34E17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2375" y="3684588"/>
              <a:ext cx="12700" cy="14288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14" name="Oval 878">
              <a:extLst>
                <a:ext uri="{FF2B5EF4-FFF2-40B4-BE49-F238E27FC236}">
                  <a16:creationId xmlns:a16="http://schemas.microsoft.com/office/drawing/2014/main" id="{6B0AAC68-5359-1898-5282-2D695C813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97800" y="3922713"/>
              <a:ext cx="12700" cy="11113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15" name="Oval 879">
              <a:extLst>
                <a:ext uri="{FF2B5EF4-FFF2-40B4-BE49-F238E27FC236}">
                  <a16:creationId xmlns:a16="http://schemas.microsoft.com/office/drawing/2014/main" id="{8F6C85B3-3912-EEAF-78B4-91A2FB2B87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2425" y="408781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16" name="Oval 880">
              <a:extLst>
                <a:ext uri="{FF2B5EF4-FFF2-40B4-BE49-F238E27FC236}">
                  <a16:creationId xmlns:a16="http://schemas.microsoft.com/office/drawing/2014/main" id="{17F9B2F3-51E3-7D98-E408-07C2D52AB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15300" y="4152901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17" name="Oval 881">
              <a:extLst>
                <a:ext uri="{FF2B5EF4-FFF2-40B4-BE49-F238E27FC236}">
                  <a16:creationId xmlns:a16="http://schemas.microsoft.com/office/drawing/2014/main" id="{82EAA51E-5721-383B-6D04-DC39FF73A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35950" y="4264026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18" name="Oval 882">
              <a:extLst>
                <a:ext uri="{FF2B5EF4-FFF2-40B4-BE49-F238E27FC236}">
                  <a16:creationId xmlns:a16="http://schemas.microsoft.com/office/drawing/2014/main" id="{1BA6EEEC-4FBF-2109-AA72-52F6D1E09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0725" y="451008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19" name="Oval 883">
              <a:extLst>
                <a:ext uri="{FF2B5EF4-FFF2-40B4-BE49-F238E27FC236}">
                  <a16:creationId xmlns:a16="http://schemas.microsoft.com/office/drawing/2014/main" id="{789C89DD-9CB1-A624-96A7-E599D7617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2800" y="451643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20" name="Oval 884">
              <a:extLst>
                <a:ext uri="{FF2B5EF4-FFF2-40B4-BE49-F238E27FC236}">
                  <a16:creationId xmlns:a16="http://schemas.microsoft.com/office/drawing/2014/main" id="{CDA4ED13-A103-719D-B59C-61335C59F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5350" y="4594226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21" name="Oval 885">
              <a:extLst>
                <a:ext uri="{FF2B5EF4-FFF2-40B4-BE49-F238E27FC236}">
                  <a16:creationId xmlns:a16="http://schemas.microsoft.com/office/drawing/2014/main" id="{26BCE6C2-3997-9083-C657-810166D706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1550" y="4708526"/>
              <a:ext cx="12700" cy="14288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22" name="Oval 886">
              <a:extLst>
                <a:ext uri="{FF2B5EF4-FFF2-40B4-BE49-F238E27FC236}">
                  <a16:creationId xmlns:a16="http://schemas.microsoft.com/office/drawing/2014/main" id="{E0DC57AE-B9F3-3CC5-E847-7FFC96EAA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58225" y="4765676"/>
              <a:ext cx="14287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23" name="Oval 887">
              <a:extLst>
                <a:ext uri="{FF2B5EF4-FFF2-40B4-BE49-F238E27FC236}">
                  <a16:creationId xmlns:a16="http://schemas.microsoft.com/office/drawing/2014/main" id="{48669E89-9413-7351-BC22-1FB378DF6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1725" y="48688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24" name="Oval 888">
              <a:extLst>
                <a:ext uri="{FF2B5EF4-FFF2-40B4-BE49-F238E27FC236}">
                  <a16:creationId xmlns:a16="http://schemas.microsoft.com/office/drawing/2014/main" id="{609DEC6D-3F6A-3C77-32EA-82C26C0C19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0463" y="484663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25" name="Oval 889">
              <a:extLst>
                <a:ext uri="{FF2B5EF4-FFF2-40B4-BE49-F238E27FC236}">
                  <a16:creationId xmlns:a16="http://schemas.microsoft.com/office/drawing/2014/main" id="{ECD0A176-E492-0970-6898-5CF6A5007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34438" y="50212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26" name="Oval 890">
              <a:extLst>
                <a:ext uri="{FF2B5EF4-FFF2-40B4-BE49-F238E27FC236}">
                  <a16:creationId xmlns:a16="http://schemas.microsoft.com/office/drawing/2014/main" id="{EDF56E4A-E848-F2AA-6590-9E4AAF502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5238" y="4930776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06" name="Oval 892">
              <a:extLst>
                <a:ext uri="{FF2B5EF4-FFF2-40B4-BE49-F238E27FC236}">
                  <a16:creationId xmlns:a16="http://schemas.microsoft.com/office/drawing/2014/main" id="{DF7BAA0A-571D-644F-6452-47EC8E16A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2863" y="4949825"/>
              <a:ext cx="11112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07" name="Oval 893">
              <a:extLst>
                <a:ext uri="{FF2B5EF4-FFF2-40B4-BE49-F238E27FC236}">
                  <a16:creationId xmlns:a16="http://schemas.microsoft.com/office/drawing/2014/main" id="{EB7098FD-D445-5760-9B4D-E4A4882CB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77313" y="514191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08" name="Oval 894">
              <a:extLst>
                <a:ext uri="{FF2B5EF4-FFF2-40B4-BE49-F238E27FC236}">
                  <a16:creationId xmlns:a16="http://schemas.microsoft.com/office/drawing/2014/main" id="{DDE0E7E1-DF33-2AF0-5353-86BCFDC1D0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8588" y="506412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09" name="Oval 895">
              <a:extLst>
                <a:ext uri="{FF2B5EF4-FFF2-40B4-BE49-F238E27FC236}">
                  <a16:creationId xmlns:a16="http://schemas.microsoft.com/office/drawing/2014/main" id="{2A89B45D-6C81-4B83-1695-9C625C464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9863" y="516890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10" name="Oval 896">
              <a:extLst>
                <a:ext uri="{FF2B5EF4-FFF2-40B4-BE49-F238E27FC236}">
                  <a16:creationId xmlns:a16="http://schemas.microsoft.com/office/drawing/2014/main" id="{45E9D8BC-90AC-09ED-D42C-B5C8B67B6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7963" y="525303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11" name="Oval 897">
              <a:extLst>
                <a:ext uri="{FF2B5EF4-FFF2-40B4-BE49-F238E27FC236}">
                  <a16:creationId xmlns:a16="http://schemas.microsoft.com/office/drawing/2014/main" id="{3F53EC7E-A296-42AB-03AF-55D0018F6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34475" y="525780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12" name="Line 898">
              <a:extLst>
                <a:ext uri="{FF2B5EF4-FFF2-40B4-BE49-F238E27FC236}">
                  <a16:creationId xmlns:a16="http://schemas.microsoft.com/office/drawing/2014/main" id="{4C361997-8D63-5EF4-8F83-9828256843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6713" y="2754313"/>
              <a:ext cx="2466975" cy="2574925"/>
            </a:xfrm>
            <a:prstGeom prst="line">
              <a:avLst/>
            </a:prstGeom>
            <a:noFill/>
            <a:ln w="3175" cap="flat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13" name="Rectangle 899">
              <a:extLst>
                <a:ext uri="{FF2B5EF4-FFF2-40B4-BE49-F238E27FC236}">
                  <a16:creationId xmlns:a16="http://schemas.microsoft.com/office/drawing/2014/main" id="{188C5B9F-173B-6632-1628-9F7211FD7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0688" y="1933575"/>
              <a:ext cx="614362" cy="41116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14" name="Rectangle 900">
              <a:extLst>
                <a:ext uri="{FF2B5EF4-FFF2-40B4-BE49-F238E27FC236}">
                  <a16:creationId xmlns:a16="http://schemas.microsoft.com/office/drawing/2014/main" id="{ADBABDA4-07A2-8E8B-8C89-B384CD5A4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525" y="1952625"/>
              <a:ext cx="90487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all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15" name="Oval 901">
              <a:extLst>
                <a:ext uri="{FF2B5EF4-FFF2-40B4-BE49-F238E27FC236}">
                  <a16:creationId xmlns:a16="http://schemas.microsoft.com/office/drawing/2014/main" id="{64985DD1-3E69-B0BE-AAC8-749BCE347A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8638" y="19748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16" name="Rectangle 902">
              <a:extLst>
                <a:ext uri="{FF2B5EF4-FFF2-40B4-BE49-F238E27FC236}">
                  <a16:creationId xmlns:a16="http://schemas.microsoft.com/office/drawing/2014/main" id="{2690ED0D-65B3-EE99-F5F2-BF973664D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525" y="2033588"/>
              <a:ext cx="38576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diag oppsign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17" name="Freeform 903">
              <a:extLst>
                <a:ext uri="{FF2B5EF4-FFF2-40B4-BE49-F238E27FC236}">
                  <a16:creationId xmlns:a16="http://schemas.microsoft.com/office/drawing/2014/main" id="{FC5F056A-4669-977C-0CE1-651C775C9B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04350" y="2039938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18" name="Rectangle 904">
              <a:extLst>
                <a:ext uri="{FF2B5EF4-FFF2-40B4-BE49-F238E27FC236}">
                  <a16:creationId xmlns:a16="http://schemas.microsoft.com/office/drawing/2014/main" id="{FE85228D-876C-B547-75AE-76E767FAF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525" y="2109788"/>
              <a:ext cx="433387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diag samesign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19" name="Freeform 905">
              <a:extLst>
                <a:ext uri="{FF2B5EF4-FFF2-40B4-BE49-F238E27FC236}">
                  <a16:creationId xmlns:a16="http://schemas.microsoft.com/office/drawing/2014/main" id="{DE9F4109-7592-A10A-AE40-6956771DA6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10700" y="2125663"/>
              <a:ext cx="26987" cy="26987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20" name="Rectangle 906">
              <a:extLst>
                <a:ext uri="{FF2B5EF4-FFF2-40B4-BE49-F238E27FC236}">
                  <a16:creationId xmlns:a16="http://schemas.microsoft.com/office/drawing/2014/main" id="{A5182671-7A3E-235B-19B9-E90DA4A7A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525" y="2190750"/>
              <a:ext cx="133350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vert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21" name="Oval 907">
              <a:extLst>
                <a:ext uri="{FF2B5EF4-FFF2-40B4-BE49-F238E27FC236}">
                  <a16:creationId xmlns:a16="http://schemas.microsoft.com/office/drawing/2014/main" id="{4734945F-57F4-3880-A110-F5BAD7270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8638" y="221138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22" name="Rectangle 908">
              <a:extLst>
                <a:ext uri="{FF2B5EF4-FFF2-40B4-BE49-F238E27FC236}">
                  <a16:creationId xmlns:a16="http://schemas.microsoft.com/office/drawing/2014/main" id="{F08B0DAF-43E6-87AA-8046-3D6509C5D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525" y="2268538"/>
              <a:ext cx="1619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horiz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23" name="Oval 909">
              <a:extLst>
                <a:ext uri="{FF2B5EF4-FFF2-40B4-BE49-F238E27FC236}">
                  <a16:creationId xmlns:a16="http://schemas.microsoft.com/office/drawing/2014/main" id="{DF2EAE44-367A-CFA3-8389-45E0CCC33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8638" y="22907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24" name="Rectangle 910">
              <a:extLst>
                <a:ext uri="{FF2B5EF4-FFF2-40B4-BE49-F238E27FC236}">
                  <a16:creationId xmlns:a16="http://schemas.microsoft.com/office/drawing/2014/main" id="{BEA5A3F6-9B8B-5D0D-D65E-C7E41C4605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0688" y="1933575"/>
              <a:ext cx="614362" cy="411162"/>
            </a:xfrm>
            <a:prstGeom prst="rect">
              <a:avLst/>
            </a:prstGeom>
            <a:noFill/>
            <a:ln w="3175" cap="flat">
              <a:solidFill>
                <a:srgbClr val="26262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25" name="Rectangle 911">
              <a:extLst>
                <a:ext uri="{FF2B5EF4-FFF2-40B4-BE49-F238E27FC236}">
                  <a16:creationId xmlns:a16="http://schemas.microsoft.com/office/drawing/2014/main" id="{0D0ECEA1-8370-FF99-8A36-9128C2759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9513" y="5657850"/>
              <a:ext cx="2768600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bonedatabasesubroi pad=1 whiten=per view (subj wtd) marg=1 pxlmean 0 roimean 1 cosbell 1 gen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26" name="Rectangle 912">
              <a:extLst>
                <a:ext uri="{FF2B5EF4-FFF2-40B4-BE49-F238E27FC236}">
                  <a16:creationId xmlns:a16="http://schemas.microsoft.com/office/drawing/2014/main" id="{848A0F8B-6E64-F07A-84A6-255717F8D3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9513" y="5495925"/>
              <a:ext cx="452437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std (N=2 R=64)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60780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2" name="TextBox 2861">
            <a:extLst>
              <a:ext uri="{FF2B5EF4-FFF2-40B4-BE49-F238E27FC236}">
                <a16:creationId xmlns:a16="http://schemas.microsoft.com/office/drawing/2014/main" id="{11B38BAE-555B-AA0A-A9C4-DA0E2005F2BB}"/>
              </a:ext>
            </a:extLst>
          </p:cNvPr>
          <p:cNvSpPr txBox="1"/>
          <p:nvPr/>
        </p:nvSpPr>
        <p:spPr>
          <a:xfrm>
            <a:off x="427654" y="79138"/>
            <a:ext cx="9631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/>
              <a:t>scint</a:t>
            </a:r>
            <a:endParaRPr lang="en-US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D0430-FD88-406B-AB97-58D53124578F}"/>
              </a:ext>
            </a:extLst>
          </p:cNvPr>
          <p:cNvSpPr txBox="1"/>
          <p:nvPr/>
        </p:nvSpPr>
        <p:spPr>
          <a:xfrm>
            <a:off x="2035689" y="58822"/>
            <a:ext cx="886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[</a:t>
            </a:r>
            <a:r>
              <a:rPr lang="en-US" dirty="0" err="1"/>
              <a:t>bone|bonesubs|scin</a:t>
            </a:r>
            <a:r>
              <a:rPr lang="en-US" dirty="0"/>
              <a:t>]_spec_n2_r64_[23|30]jan2023_[</a:t>
            </a:r>
            <a:r>
              <a:rPr lang="en-US" dirty="0" err="1"/>
              <a:t>heatmap|dotplot_tweaked.emf</a:t>
            </a:r>
            <a:endParaRPr lang="en-US" dirty="0"/>
          </a:p>
        </p:txBody>
      </p:sp>
      <p:grpSp>
        <p:nvGrpSpPr>
          <p:cNvPr id="4568" name="Group 4567">
            <a:extLst>
              <a:ext uri="{FF2B5EF4-FFF2-40B4-BE49-F238E27FC236}">
                <a16:creationId xmlns:a16="http://schemas.microsoft.com/office/drawing/2014/main" id="{0F239B61-90C4-8239-09E8-166FA6CA6BEF}"/>
              </a:ext>
            </a:extLst>
          </p:cNvPr>
          <p:cNvGrpSpPr/>
          <p:nvPr/>
        </p:nvGrpSpPr>
        <p:grpSpPr>
          <a:xfrm>
            <a:off x="1084262" y="1633537"/>
            <a:ext cx="4408488" cy="3590925"/>
            <a:chOff x="-1620838" y="2357438"/>
            <a:chExt cx="4408488" cy="3590925"/>
          </a:xfrm>
        </p:grpSpPr>
        <p:sp>
          <p:nvSpPr>
            <p:cNvPr id="4490" name="Rectangle 1008">
              <a:extLst>
                <a:ext uri="{FF2B5EF4-FFF2-40B4-BE49-F238E27FC236}">
                  <a16:creationId xmlns:a16="http://schemas.microsoft.com/office/drawing/2014/main" id="{E93D2124-1AC9-0E5A-0AF0-716D0B425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28663" y="2490788"/>
              <a:ext cx="3040063" cy="30432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91" name="Rectangle 1009">
              <a:extLst>
                <a:ext uri="{FF2B5EF4-FFF2-40B4-BE49-F238E27FC236}">
                  <a16:creationId xmlns:a16="http://schemas.microsoft.com/office/drawing/2014/main" id="{14F10C89-688A-57B0-C599-DD93B5571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" y="2357438"/>
              <a:ext cx="88106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std (avg per subj)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4492" name="Picture 1010">
              <a:extLst>
                <a:ext uri="{FF2B5EF4-FFF2-40B4-BE49-F238E27FC236}">
                  <a16:creationId xmlns:a16="http://schemas.microsoft.com/office/drawing/2014/main" id="{970DC8D6-A868-E0D9-F84B-8E57273B09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728663" y="2490788"/>
              <a:ext cx="3040063" cy="304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93" name="Line 1011">
              <a:extLst>
                <a:ext uri="{FF2B5EF4-FFF2-40B4-BE49-F238E27FC236}">
                  <a16:creationId xmlns:a16="http://schemas.microsoft.com/office/drawing/2014/main" id="{ECEBBBF7-D97C-1CFA-C543-14D1033276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728663" y="5534025"/>
              <a:ext cx="30400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94" name="Line 1012">
              <a:extLst>
                <a:ext uri="{FF2B5EF4-FFF2-40B4-BE49-F238E27FC236}">
                  <a16:creationId xmlns:a16="http://schemas.microsoft.com/office/drawing/2014/main" id="{AFFC11C8-2194-FDBD-892A-1713CFC184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728663" y="2490788"/>
              <a:ext cx="30400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95" name="Line 1013">
              <a:extLst>
                <a:ext uri="{FF2B5EF4-FFF2-40B4-BE49-F238E27FC236}">
                  <a16:creationId xmlns:a16="http://schemas.microsoft.com/office/drawing/2014/main" id="{425A54C0-3C72-A11F-3E75-DFC728B931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728663" y="5503863"/>
              <a:ext cx="0" cy="301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96" name="Line 1014">
              <a:extLst>
                <a:ext uri="{FF2B5EF4-FFF2-40B4-BE49-F238E27FC236}">
                  <a16:creationId xmlns:a16="http://schemas.microsoft.com/office/drawing/2014/main" id="{C4011DB8-7CED-3831-9CCB-4113881BC9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0575" y="5503863"/>
              <a:ext cx="0" cy="301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97" name="Line 1015">
              <a:extLst>
                <a:ext uri="{FF2B5EF4-FFF2-40B4-BE49-F238E27FC236}">
                  <a16:creationId xmlns:a16="http://schemas.microsoft.com/office/drawing/2014/main" id="{60EA54FC-7908-0FA0-3CCE-C6CE237758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11400" y="5503863"/>
              <a:ext cx="0" cy="301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98" name="Line 1016">
              <a:extLst>
                <a:ext uri="{FF2B5EF4-FFF2-40B4-BE49-F238E27FC236}">
                  <a16:creationId xmlns:a16="http://schemas.microsoft.com/office/drawing/2014/main" id="{E97903AE-370B-E463-FED7-B0480597A6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728663" y="2490788"/>
              <a:ext cx="0" cy="317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99" name="Line 1017">
              <a:extLst>
                <a:ext uri="{FF2B5EF4-FFF2-40B4-BE49-F238E27FC236}">
                  <a16:creationId xmlns:a16="http://schemas.microsoft.com/office/drawing/2014/main" id="{E23C69CA-640E-EE1F-352A-F64B8DD88F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0575" y="2490788"/>
              <a:ext cx="0" cy="317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0" name="Line 1018">
              <a:extLst>
                <a:ext uri="{FF2B5EF4-FFF2-40B4-BE49-F238E27FC236}">
                  <a16:creationId xmlns:a16="http://schemas.microsoft.com/office/drawing/2014/main" id="{B2D8B639-DFFF-6FA8-5E97-45CDFCFB39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1400" y="2490788"/>
              <a:ext cx="0" cy="317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1" name="Rectangle 1019">
              <a:extLst>
                <a:ext uri="{FF2B5EF4-FFF2-40B4-BE49-F238E27FC236}">
                  <a16:creationId xmlns:a16="http://schemas.microsoft.com/office/drawing/2014/main" id="{1F8A87B4-66B7-4527-CDE0-062E65E76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828675" y="5572125"/>
              <a:ext cx="27146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-0.25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02" name="Rectangle 1020">
              <a:extLst>
                <a:ext uri="{FF2B5EF4-FFF2-40B4-BE49-F238E27FC236}">
                  <a16:creationId xmlns:a16="http://schemas.microsoft.com/office/drawing/2014/main" id="{138CC4CA-823B-F749-8739-5AF570A8A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375" y="5572125"/>
              <a:ext cx="21431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   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03" name="Rectangle 1021">
              <a:extLst>
                <a:ext uri="{FF2B5EF4-FFF2-40B4-BE49-F238E27FC236}">
                  <a16:creationId xmlns:a16="http://schemas.microsoft.com/office/drawing/2014/main" id="{EC9F54DF-D275-3D4E-D4E6-4639AF339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387" y="5572125"/>
              <a:ext cx="266700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0.25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04" name="Rectangle 1022">
              <a:extLst>
                <a:ext uri="{FF2B5EF4-FFF2-40B4-BE49-F238E27FC236}">
                  <a16:creationId xmlns:a16="http://schemas.microsoft.com/office/drawing/2014/main" id="{A5DDD3DE-36F7-9A40-DB9B-A6C587E6C8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5695950"/>
              <a:ext cx="72866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cycles per pixel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05" name="Line 1023">
              <a:extLst>
                <a:ext uri="{FF2B5EF4-FFF2-40B4-BE49-F238E27FC236}">
                  <a16:creationId xmlns:a16="http://schemas.microsoft.com/office/drawing/2014/main" id="{A9A48947-E55A-6C71-7437-A4D3DF3C99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728663" y="2490788"/>
              <a:ext cx="0" cy="3043238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6" name="Line 1024">
              <a:extLst>
                <a:ext uri="{FF2B5EF4-FFF2-40B4-BE49-F238E27FC236}">
                  <a16:creationId xmlns:a16="http://schemas.microsoft.com/office/drawing/2014/main" id="{D7A8E406-57FA-ACCB-BEF0-4B94A91D0C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11400" y="2490788"/>
              <a:ext cx="0" cy="3043238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7" name="Line 1025">
              <a:extLst>
                <a:ext uri="{FF2B5EF4-FFF2-40B4-BE49-F238E27FC236}">
                  <a16:creationId xmlns:a16="http://schemas.microsoft.com/office/drawing/2014/main" id="{5866140C-75BC-3870-564F-B0737C8B35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728663" y="5534025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8" name="Line 1026">
              <a:extLst>
                <a:ext uri="{FF2B5EF4-FFF2-40B4-BE49-F238E27FC236}">
                  <a16:creationId xmlns:a16="http://schemas.microsoft.com/office/drawing/2014/main" id="{F49587AC-1EE9-92BD-7425-4F1FF289A7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728663" y="4013200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09" name="Line 1027">
              <a:extLst>
                <a:ext uri="{FF2B5EF4-FFF2-40B4-BE49-F238E27FC236}">
                  <a16:creationId xmlns:a16="http://schemas.microsoft.com/office/drawing/2014/main" id="{5679E286-12A5-0068-7008-CEE03AA036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728663" y="2490788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0" name="Line 1028">
              <a:extLst>
                <a:ext uri="{FF2B5EF4-FFF2-40B4-BE49-F238E27FC236}">
                  <a16:creationId xmlns:a16="http://schemas.microsoft.com/office/drawing/2014/main" id="{14A37E2D-FB5A-1009-CCE0-E1212E7440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81237" y="5534025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1" name="Line 1029">
              <a:extLst>
                <a:ext uri="{FF2B5EF4-FFF2-40B4-BE49-F238E27FC236}">
                  <a16:creationId xmlns:a16="http://schemas.microsoft.com/office/drawing/2014/main" id="{6ACFC350-87D8-EE1F-F3BB-F967D5E52C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81237" y="4013200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2" name="Line 1030">
              <a:extLst>
                <a:ext uri="{FF2B5EF4-FFF2-40B4-BE49-F238E27FC236}">
                  <a16:creationId xmlns:a16="http://schemas.microsoft.com/office/drawing/2014/main" id="{06823144-2CE4-5650-441C-24D1BBDA9E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81237" y="2490788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13" name="Rectangle 1031">
              <a:extLst>
                <a:ext uri="{FF2B5EF4-FFF2-40B4-BE49-F238E27FC236}">
                  <a16:creationId xmlns:a16="http://schemas.microsoft.com/office/drawing/2014/main" id="{2144380A-CEAB-229D-DABE-8CDB7E80AC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63613" y="5486400"/>
              <a:ext cx="27146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-0.25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14" name="Rectangle 1032">
              <a:extLst>
                <a:ext uri="{FF2B5EF4-FFF2-40B4-BE49-F238E27FC236}">
                  <a16:creationId xmlns:a16="http://schemas.microsoft.com/office/drawing/2014/main" id="{96B97E74-F813-9B4C-A1AB-7CC0ED4D4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11225" y="3965575"/>
              <a:ext cx="21431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   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15" name="Rectangle 1033">
              <a:extLst>
                <a:ext uri="{FF2B5EF4-FFF2-40B4-BE49-F238E27FC236}">
                  <a16:creationId xmlns:a16="http://schemas.microsoft.com/office/drawing/2014/main" id="{2F49F8F3-CE57-CCAC-C27F-4F58BC4AF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958850" y="2444750"/>
              <a:ext cx="266700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0.25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16" name="Rectangle 1034">
              <a:extLst>
                <a:ext uri="{FF2B5EF4-FFF2-40B4-BE49-F238E27FC236}">
                  <a16:creationId xmlns:a16="http://schemas.microsoft.com/office/drawing/2014/main" id="{31B4407A-7886-89F1-DEB0-0F678348AFB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081088" y="4227513"/>
              <a:ext cx="95250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17" name="Rectangle 1035">
              <a:extLst>
                <a:ext uri="{FF2B5EF4-FFF2-40B4-BE49-F238E27FC236}">
                  <a16:creationId xmlns:a16="http://schemas.microsoft.com/office/drawing/2014/main" id="{AEF43D02-03A7-33D9-EB23-360D69C5788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077913" y="4183063"/>
              <a:ext cx="90488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y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18" name="Rectangle 1036">
              <a:extLst>
                <a:ext uri="{FF2B5EF4-FFF2-40B4-BE49-F238E27FC236}">
                  <a16:creationId xmlns:a16="http://schemas.microsoft.com/office/drawing/2014/main" id="{AE92EC34-201D-6E84-181C-191D251AB78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081088" y="4127500"/>
              <a:ext cx="95250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19" name="Rectangle 1037">
              <a:extLst>
                <a:ext uri="{FF2B5EF4-FFF2-40B4-BE49-F238E27FC236}">
                  <a16:creationId xmlns:a16="http://schemas.microsoft.com/office/drawing/2014/main" id="{6C467264-6567-B5F1-A63A-298C99CBE8F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066800" y="4089400"/>
              <a:ext cx="66675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20" name="Rectangle 1038">
              <a:extLst>
                <a:ext uri="{FF2B5EF4-FFF2-40B4-BE49-F238E27FC236}">
                  <a16:creationId xmlns:a16="http://schemas.microsoft.com/office/drawing/2014/main" id="{0E53E7A0-B47D-E1A4-FCD3-4EA16B55C64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082675" y="4049713"/>
              <a:ext cx="10001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21" name="Rectangle 1039">
              <a:extLst>
                <a:ext uri="{FF2B5EF4-FFF2-40B4-BE49-F238E27FC236}">
                  <a16:creationId xmlns:a16="http://schemas.microsoft.com/office/drawing/2014/main" id="{84078EA4-89F3-BDA5-4A55-B8516ABAF43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081088" y="3989388"/>
              <a:ext cx="95250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22" name="Rectangle 1040">
              <a:extLst>
                <a:ext uri="{FF2B5EF4-FFF2-40B4-BE49-F238E27FC236}">
                  <a16:creationId xmlns:a16="http://schemas.microsoft.com/office/drawing/2014/main" id="{F43E4826-142A-B7EB-E7F6-50BB34A3F3E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068388" y="3954463"/>
              <a:ext cx="71438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23" name="Rectangle 1041">
              <a:extLst>
                <a:ext uri="{FF2B5EF4-FFF2-40B4-BE49-F238E27FC236}">
                  <a16:creationId xmlns:a16="http://schemas.microsoft.com/office/drawing/2014/main" id="{BFD9E279-E0F4-BD3B-A06A-D682A0E2C1A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082675" y="3921125"/>
              <a:ext cx="10001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24" name="Rectangle 1042">
              <a:extLst>
                <a:ext uri="{FF2B5EF4-FFF2-40B4-BE49-F238E27FC236}">
                  <a16:creationId xmlns:a16="http://schemas.microsoft.com/office/drawing/2014/main" id="{52978AA0-5BFD-87E3-301F-0C5F14FE98D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082675" y="3863975"/>
              <a:ext cx="10001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25" name="Rectangle 1043">
              <a:extLst>
                <a:ext uri="{FF2B5EF4-FFF2-40B4-BE49-F238E27FC236}">
                  <a16:creationId xmlns:a16="http://schemas.microsoft.com/office/drawing/2014/main" id="{CA156B8F-ED6F-C1BF-5CC1-BE5F4FBEA0F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071563" y="3817938"/>
              <a:ext cx="76200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26" name="Rectangle 1044">
              <a:extLst>
                <a:ext uri="{FF2B5EF4-FFF2-40B4-BE49-F238E27FC236}">
                  <a16:creationId xmlns:a16="http://schemas.microsoft.com/office/drawing/2014/main" id="{273DC9B6-816E-7971-4504-57A1EA01F7D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068388" y="3787775"/>
              <a:ext cx="71438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27" name="Rectangle 1045">
              <a:extLst>
                <a:ext uri="{FF2B5EF4-FFF2-40B4-BE49-F238E27FC236}">
                  <a16:creationId xmlns:a16="http://schemas.microsoft.com/office/drawing/2014/main" id="{03E4F5A8-B789-443D-6BAE-1DB6D49E49A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082675" y="3759200"/>
              <a:ext cx="10001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28" name="Rectangle 1046">
              <a:extLst>
                <a:ext uri="{FF2B5EF4-FFF2-40B4-BE49-F238E27FC236}">
                  <a16:creationId xmlns:a16="http://schemas.microsoft.com/office/drawing/2014/main" id="{49C4E31A-12B1-1134-9113-DCAC5422E37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066800" y="3716338"/>
              <a:ext cx="66675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i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29" name="Rectangle 1047">
              <a:extLst>
                <a:ext uri="{FF2B5EF4-FFF2-40B4-BE49-F238E27FC236}">
                  <a16:creationId xmlns:a16="http://schemas.microsoft.com/office/drawing/2014/main" id="{FA271086-5B29-07BE-656B-2252A3851C9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077913" y="3681413"/>
              <a:ext cx="90488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x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30" name="Rectangle 1048">
              <a:extLst>
                <a:ext uri="{FF2B5EF4-FFF2-40B4-BE49-F238E27FC236}">
                  <a16:creationId xmlns:a16="http://schemas.microsoft.com/office/drawing/2014/main" id="{F0E13A47-40A2-A33F-80B9-953FA2378C4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082675" y="3633788"/>
              <a:ext cx="10001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31" name="Rectangle 1049">
              <a:extLst>
                <a:ext uri="{FF2B5EF4-FFF2-40B4-BE49-F238E27FC236}">
                  <a16:creationId xmlns:a16="http://schemas.microsoft.com/office/drawing/2014/main" id="{4037F5C6-CE0A-4144-198E-BDE618B91FC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1066800" y="3597275"/>
              <a:ext cx="66675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32" name="Line 1050">
              <a:extLst>
                <a:ext uri="{FF2B5EF4-FFF2-40B4-BE49-F238E27FC236}">
                  <a16:creationId xmlns:a16="http://schemas.microsoft.com/office/drawing/2014/main" id="{A9D81B5F-DA7D-3C9D-4EA2-5E84586320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3800" y="5534025"/>
              <a:ext cx="10001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33" name="Line 1051">
              <a:extLst>
                <a:ext uri="{FF2B5EF4-FFF2-40B4-BE49-F238E27FC236}">
                  <a16:creationId xmlns:a16="http://schemas.microsoft.com/office/drawing/2014/main" id="{EB75470F-88B1-B195-B12A-2E2D6C026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3800" y="2490788"/>
              <a:ext cx="10001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34" name="Line 1052">
              <a:extLst>
                <a:ext uri="{FF2B5EF4-FFF2-40B4-BE49-F238E27FC236}">
                  <a16:creationId xmlns:a16="http://schemas.microsoft.com/office/drawing/2014/main" id="{0A919AEE-F05D-0583-1C87-C4335D9582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3800" y="2490788"/>
              <a:ext cx="0" cy="3043238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35" name="Line 1053">
              <a:extLst>
                <a:ext uri="{FF2B5EF4-FFF2-40B4-BE49-F238E27FC236}">
                  <a16:creationId xmlns:a16="http://schemas.microsoft.com/office/drawing/2014/main" id="{ADDB9506-FFB6-8CB8-650B-D6441B9600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3812" y="2490788"/>
              <a:ext cx="0" cy="3043238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4536" name="Picture 1054">
              <a:extLst>
                <a:ext uri="{FF2B5EF4-FFF2-40B4-BE49-F238E27FC236}">
                  <a16:creationId xmlns:a16="http://schemas.microsoft.com/office/drawing/2014/main" id="{E56D0456-6AF5-6820-C788-8A430F3D52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3800" y="2490788"/>
              <a:ext cx="100013" cy="304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37" name="Line 1055">
              <a:extLst>
                <a:ext uri="{FF2B5EF4-FFF2-40B4-BE49-F238E27FC236}">
                  <a16:creationId xmlns:a16="http://schemas.microsoft.com/office/drawing/2014/main" id="{C9A7A7F0-C233-D1AC-0CE5-C7724299D9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3812" y="2490788"/>
              <a:ext cx="0" cy="3043238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38" name="Line 1056">
              <a:extLst>
                <a:ext uri="{FF2B5EF4-FFF2-40B4-BE49-F238E27FC236}">
                  <a16:creationId xmlns:a16="http://schemas.microsoft.com/office/drawing/2014/main" id="{322C2861-A384-00A0-5DA1-5AB30B9FD3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3650" y="5534025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39" name="Line 1057">
              <a:extLst>
                <a:ext uri="{FF2B5EF4-FFF2-40B4-BE49-F238E27FC236}">
                  <a16:creationId xmlns:a16="http://schemas.microsoft.com/office/drawing/2014/main" id="{6FDDA46D-CCA2-2CCA-D334-A3840B2C61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3650" y="5257800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0" name="Line 1058">
              <a:extLst>
                <a:ext uri="{FF2B5EF4-FFF2-40B4-BE49-F238E27FC236}">
                  <a16:creationId xmlns:a16="http://schemas.microsoft.com/office/drawing/2014/main" id="{BD600F1D-67A8-1CC4-898F-0EBF638E1E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3650" y="4979988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1" name="Line 1059">
              <a:extLst>
                <a:ext uri="{FF2B5EF4-FFF2-40B4-BE49-F238E27FC236}">
                  <a16:creationId xmlns:a16="http://schemas.microsoft.com/office/drawing/2014/main" id="{C3C40EE5-048C-9E6D-19EA-4499F91C65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3650" y="4703763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2" name="Line 1060">
              <a:extLst>
                <a:ext uri="{FF2B5EF4-FFF2-40B4-BE49-F238E27FC236}">
                  <a16:creationId xmlns:a16="http://schemas.microsoft.com/office/drawing/2014/main" id="{E87EE516-B067-0220-BC33-A1727BBAC5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3650" y="4427538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3" name="Line 1061">
              <a:extLst>
                <a:ext uri="{FF2B5EF4-FFF2-40B4-BE49-F238E27FC236}">
                  <a16:creationId xmlns:a16="http://schemas.microsoft.com/office/drawing/2014/main" id="{6AB315D2-DB8F-E556-85D1-FEFEDB0FEA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3650" y="4151313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4" name="Line 1062">
              <a:extLst>
                <a:ext uri="{FF2B5EF4-FFF2-40B4-BE49-F238E27FC236}">
                  <a16:creationId xmlns:a16="http://schemas.microsoft.com/office/drawing/2014/main" id="{5ACE0372-E89B-8BCB-3F7B-EF898002BA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3650" y="3875088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5" name="Line 1063">
              <a:extLst>
                <a:ext uri="{FF2B5EF4-FFF2-40B4-BE49-F238E27FC236}">
                  <a16:creationId xmlns:a16="http://schemas.microsoft.com/office/drawing/2014/main" id="{E4B4A64D-B455-6343-0E95-B26BBA8A73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3650" y="3597275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6" name="Line 1064">
              <a:extLst>
                <a:ext uri="{FF2B5EF4-FFF2-40B4-BE49-F238E27FC236}">
                  <a16:creationId xmlns:a16="http://schemas.microsoft.com/office/drawing/2014/main" id="{2AA8D266-DEB3-1A26-EA4F-3D62DB9906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3650" y="3321050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7" name="Line 1065">
              <a:extLst>
                <a:ext uri="{FF2B5EF4-FFF2-40B4-BE49-F238E27FC236}">
                  <a16:creationId xmlns:a16="http://schemas.microsoft.com/office/drawing/2014/main" id="{E23ABD15-6511-F529-3426-97641CD891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3650" y="3044825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8" name="Line 1066">
              <a:extLst>
                <a:ext uri="{FF2B5EF4-FFF2-40B4-BE49-F238E27FC236}">
                  <a16:creationId xmlns:a16="http://schemas.microsoft.com/office/drawing/2014/main" id="{421C4695-EE11-D1B1-9551-FCE38558C0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3650" y="2768600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49" name="Line 1067">
              <a:extLst>
                <a:ext uri="{FF2B5EF4-FFF2-40B4-BE49-F238E27FC236}">
                  <a16:creationId xmlns:a16="http://schemas.microsoft.com/office/drawing/2014/main" id="{274F9EB1-527F-51D5-5F4C-7D39528124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3650" y="2490788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50" name="Rectangle 1068">
              <a:extLst>
                <a:ext uri="{FF2B5EF4-FFF2-40B4-BE49-F238E27FC236}">
                  <a16:creationId xmlns:a16="http://schemas.microsoft.com/office/drawing/2014/main" id="{69DC6AF8-85A2-5BAD-2480-95DA273ACC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387" y="5486400"/>
              <a:ext cx="1190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51" name="Rectangle 1069">
              <a:extLst>
                <a:ext uri="{FF2B5EF4-FFF2-40B4-BE49-F238E27FC236}">
                  <a16:creationId xmlns:a16="http://schemas.microsoft.com/office/drawing/2014/main" id="{3A251415-D4F9-A738-C83F-CF5AD82CC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387" y="5210175"/>
              <a:ext cx="1952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-2.5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52" name="Rectangle 1070">
              <a:extLst>
                <a:ext uri="{FF2B5EF4-FFF2-40B4-BE49-F238E27FC236}">
                  <a16:creationId xmlns:a16="http://schemas.microsoft.com/office/drawing/2014/main" id="{CE10C652-8DEE-3C9E-6DD4-155AAE1DC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387" y="4932363"/>
              <a:ext cx="1190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53" name="Rectangle 1071">
              <a:extLst>
                <a:ext uri="{FF2B5EF4-FFF2-40B4-BE49-F238E27FC236}">
                  <a16:creationId xmlns:a16="http://schemas.microsoft.com/office/drawing/2014/main" id="{C9CC90AE-B745-1F87-B443-587FB96E07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387" y="4656138"/>
              <a:ext cx="1952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-1.5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54" name="Rectangle 1072">
              <a:extLst>
                <a:ext uri="{FF2B5EF4-FFF2-40B4-BE49-F238E27FC236}">
                  <a16:creationId xmlns:a16="http://schemas.microsoft.com/office/drawing/2014/main" id="{46E46471-90C8-8A3B-7EDC-256F8C930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387" y="4379913"/>
              <a:ext cx="1190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55" name="Rectangle 1073">
              <a:extLst>
                <a:ext uri="{FF2B5EF4-FFF2-40B4-BE49-F238E27FC236}">
                  <a16:creationId xmlns:a16="http://schemas.microsoft.com/office/drawing/2014/main" id="{CBFE9B78-F59F-FE45-CF44-48CA3AF35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387" y="4103688"/>
              <a:ext cx="1952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-0.5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56" name="Rectangle 1074">
              <a:extLst>
                <a:ext uri="{FF2B5EF4-FFF2-40B4-BE49-F238E27FC236}">
                  <a16:creationId xmlns:a16="http://schemas.microsoft.com/office/drawing/2014/main" id="{50AA7347-BC00-E9BB-0836-3F5B3F6C9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387" y="3827463"/>
              <a:ext cx="90488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57" name="Rectangle 1075">
              <a:extLst>
                <a:ext uri="{FF2B5EF4-FFF2-40B4-BE49-F238E27FC236}">
                  <a16:creationId xmlns:a16="http://schemas.microsoft.com/office/drawing/2014/main" id="{A5F0E182-4F87-AD75-3404-650734D90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387" y="3549650"/>
              <a:ext cx="166688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58" name="Rectangle 1076">
              <a:extLst>
                <a:ext uri="{FF2B5EF4-FFF2-40B4-BE49-F238E27FC236}">
                  <a16:creationId xmlns:a16="http://schemas.microsoft.com/office/drawing/2014/main" id="{4BE216B0-9264-56F0-D6FE-36EED460B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387" y="3273425"/>
              <a:ext cx="90488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59" name="Rectangle 1077">
              <a:extLst>
                <a:ext uri="{FF2B5EF4-FFF2-40B4-BE49-F238E27FC236}">
                  <a16:creationId xmlns:a16="http://schemas.microsoft.com/office/drawing/2014/main" id="{C4223920-464B-9D82-E45E-84AC49EAF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387" y="2997200"/>
              <a:ext cx="166688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60" name="Rectangle 1078">
              <a:extLst>
                <a:ext uri="{FF2B5EF4-FFF2-40B4-BE49-F238E27FC236}">
                  <a16:creationId xmlns:a16="http://schemas.microsoft.com/office/drawing/2014/main" id="{0FC7E30A-80D1-AC2D-1688-63470C3E0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387" y="2720975"/>
              <a:ext cx="90488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61" name="Rectangle 1079">
              <a:extLst>
                <a:ext uri="{FF2B5EF4-FFF2-40B4-BE49-F238E27FC236}">
                  <a16:creationId xmlns:a16="http://schemas.microsoft.com/office/drawing/2014/main" id="{D639D6EF-159B-71DF-8127-71BF8E526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387" y="2444750"/>
              <a:ext cx="166688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62" name="Line 1080">
              <a:extLst>
                <a:ext uri="{FF2B5EF4-FFF2-40B4-BE49-F238E27FC236}">
                  <a16:creationId xmlns:a16="http://schemas.microsoft.com/office/drawing/2014/main" id="{64B40B53-6497-4B76-5EA9-003BFBD5BB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3800" y="2490788"/>
              <a:ext cx="10001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63" name="Line 1081">
              <a:extLst>
                <a:ext uri="{FF2B5EF4-FFF2-40B4-BE49-F238E27FC236}">
                  <a16:creationId xmlns:a16="http://schemas.microsoft.com/office/drawing/2014/main" id="{3BA558D5-54A7-DD73-9239-90CF038CB4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3800" y="5534025"/>
              <a:ext cx="10001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64" name="Line 1082">
              <a:extLst>
                <a:ext uri="{FF2B5EF4-FFF2-40B4-BE49-F238E27FC236}">
                  <a16:creationId xmlns:a16="http://schemas.microsoft.com/office/drawing/2014/main" id="{334C0CC7-F793-0FD5-A043-500815A0CA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3800" y="2490788"/>
              <a:ext cx="0" cy="3043238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65" name="Line 1083">
              <a:extLst>
                <a:ext uri="{FF2B5EF4-FFF2-40B4-BE49-F238E27FC236}">
                  <a16:creationId xmlns:a16="http://schemas.microsoft.com/office/drawing/2014/main" id="{FB119BD8-A82D-7A7C-28BE-5B75516D56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3812" y="2490788"/>
              <a:ext cx="0" cy="3043238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66" name="Rectangle 1084">
              <a:extLst>
                <a:ext uri="{FF2B5EF4-FFF2-40B4-BE49-F238E27FC236}">
                  <a16:creationId xmlns:a16="http://schemas.microsoft.com/office/drawing/2014/main" id="{5B1EFFB9-FE77-CF76-1E44-75ADC14E9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620838" y="5862638"/>
              <a:ext cx="256857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scindatabase pad=1 whiten=per view (subj wtd) marg=1 pxlmean 0 roimean 1 cosbell 1 gen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67" name="Rectangle 1085">
              <a:extLst>
                <a:ext uri="{FF2B5EF4-FFF2-40B4-BE49-F238E27FC236}">
                  <a16:creationId xmlns:a16="http://schemas.microsoft.com/office/drawing/2014/main" id="{38FEBEB7-E181-892B-A122-25D39F319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535113" y="5719763"/>
              <a:ext cx="452438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std (N=2 R=64)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5486" name="Group 5485">
            <a:extLst>
              <a:ext uri="{FF2B5EF4-FFF2-40B4-BE49-F238E27FC236}">
                <a16:creationId xmlns:a16="http://schemas.microsoft.com/office/drawing/2014/main" id="{4F6A023B-7880-8A82-0F49-E76C5CA2480E}"/>
              </a:ext>
            </a:extLst>
          </p:cNvPr>
          <p:cNvGrpSpPr/>
          <p:nvPr/>
        </p:nvGrpSpPr>
        <p:grpSpPr>
          <a:xfrm>
            <a:off x="7116762" y="1589087"/>
            <a:ext cx="3717925" cy="3862388"/>
            <a:chOff x="7037388" y="2390775"/>
            <a:chExt cx="3717925" cy="3862388"/>
          </a:xfrm>
        </p:grpSpPr>
        <p:sp>
          <p:nvSpPr>
            <p:cNvPr id="5289" name="Line 1092">
              <a:extLst>
                <a:ext uri="{FF2B5EF4-FFF2-40B4-BE49-F238E27FC236}">
                  <a16:creationId xmlns:a16="http://schemas.microsoft.com/office/drawing/2014/main" id="{DA9619FC-2B89-87D1-2E98-18C879FF51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5838825"/>
              <a:ext cx="32607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0" name="Line 1093">
              <a:extLst>
                <a:ext uri="{FF2B5EF4-FFF2-40B4-BE49-F238E27FC236}">
                  <a16:creationId xmlns:a16="http://schemas.microsoft.com/office/drawing/2014/main" id="{E4700728-6B38-550C-B396-9EC8C2B57D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390775"/>
              <a:ext cx="32607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1" name="Line 1094">
              <a:extLst>
                <a:ext uri="{FF2B5EF4-FFF2-40B4-BE49-F238E27FC236}">
                  <a16:creationId xmlns:a16="http://schemas.microsoft.com/office/drawing/2014/main" id="{D968A7B8-0280-385E-9FC0-90635D8D84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88263" y="5803900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2" name="Line 1095">
              <a:extLst>
                <a:ext uri="{FF2B5EF4-FFF2-40B4-BE49-F238E27FC236}">
                  <a16:creationId xmlns:a16="http://schemas.microsoft.com/office/drawing/2014/main" id="{DADEA873-F227-811A-A9E8-BDFC9A5366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93250" y="5803900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3" name="Line 1096">
              <a:extLst>
                <a:ext uri="{FF2B5EF4-FFF2-40B4-BE49-F238E27FC236}">
                  <a16:creationId xmlns:a16="http://schemas.microsoft.com/office/drawing/2014/main" id="{805622B6-796F-D57A-C482-E855B5990E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8263" y="2390775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4" name="Line 1097">
              <a:extLst>
                <a:ext uri="{FF2B5EF4-FFF2-40B4-BE49-F238E27FC236}">
                  <a16:creationId xmlns:a16="http://schemas.microsoft.com/office/drawing/2014/main" id="{A71C207E-2B08-D754-3B5E-8606404A69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93250" y="2390775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5" name="Line 1098">
              <a:extLst>
                <a:ext uri="{FF2B5EF4-FFF2-40B4-BE49-F238E27FC236}">
                  <a16:creationId xmlns:a16="http://schemas.microsoft.com/office/drawing/2014/main" id="{1734E390-C664-6F03-E01B-7D6810A09E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13638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6" name="Line 1099">
              <a:extLst>
                <a:ext uri="{FF2B5EF4-FFF2-40B4-BE49-F238E27FC236}">
                  <a16:creationId xmlns:a16="http://schemas.microsoft.com/office/drawing/2014/main" id="{B78CE159-8726-696E-3153-242CFC201A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05713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7" name="Line 1100">
              <a:extLst>
                <a:ext uri="{FF2B5EF4-FFF2-40B4-BE49-F238E27FC236}">
                  <a16:creationId xmlns:a16="http://schemas.microsoft.com/office/drawing/2014/main" id="{5640A63D-E505-4A53-30F0-0E6E5A4F0D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88263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8" name="Line 1101">
              <a:extLst>
                <a:ext uri="{FF2B5EF4-FFF2-40B4-BE49-F238E27FC236}">
                  <a16:creationId xmlns:a16="http://schemas.microsoft.com/office/drawing/2014/main" id="{299F0B5D-FF51-3E06-A242-2CF4CD53E5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232775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99" name="Line 1102">
              <a:extLst>
                <a:ext uri="{FF2B5EF4-FFF2-40B4-BE49-F238E27FC236}">
                  <a16:creationId xmlns:a16="http://schemas.microsoft.com/office/drawing/2014/main" id="{F4F0501D-2D2B-F154-AE7D-03A1E2723B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550275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00" name="Line 1103">
              <a:extLst>
                <a:ext uri="{FF2B5EF4-FFF2-40B4-BE49-F238E27FC236}">
                  <a16:creationId xmlns:a16="http://schemas.microsoft.com/office/drawing/2014/main" id="{BCAB66F0-4E93-7494-9FEA-53A7C55893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75700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01" name="Line 1104">
              <a:extLst>
                <a:ext uri="{FF2B5EF4-FFF2-40B4-BE49-F238E27FC236}">
                  <a16:creationId xmlns:a16="http://schemas.microsoft.com/office/drawing/2014/main" id="{A5281E71-2EC8-E269-FF26-DB5D0C0B66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50325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02" name="Line 1105">
              <a:extLst>
                <a:ext uri="{FF2B5EF4-FFF2-40B4-BE49-F238E27FC236}">
                  <a16:creationId xmlns:a16="http://schemas.microsoft.com/office/drawing/2014/main" id="{22382AB6-49D6-D74C-BD2F-E4BEE94769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093200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03" name="Line 1106">
              <a:extLst>
                <a:ext uri="{FF2B5EF4-FFF2-40B4-BE49-F238E27FC236}">
                  <a16:creationId xmlns:a16="http://schemas.microsoft.com/office/drawing/2014/main" id="{F0E45B18-11ED-68C0-96C6-E8422125E8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13850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04" name="Line 1107">
              <a:extLst>
                <a:ext uri="{FF2B5EF4-FFF2-40B4-BE49-F238E27FC236}">
                  <a16:creationId xmlns:a16="http://schemas.microsoft.com/office/drawing/2014/main" id="{D6565F75-439A-6F2C-753F-0DE8A5D934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18625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05" name="Line 1108">
              <a:extLst>
                <a:ext uri="{FF2B5EF4-FFF2-40B4-BE49-F238E27FC236}">
                  <a16:creationId xmlns:a16="http://schemas.microsoft.com/office/drawing/2014/main" id="{31EF908B-D0B5-479C-90F9-8515542C3E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10700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06" name="Line 1109">
              <a:extLst>
                <a:ext uri="{FF2B5EF4-FFF2-40B4-BE49-F238E27FC236}">
                  <a16:creationId xmlns:a16="http://schemas.microsoft.com/office/drawing/2014/main" id="{0BBF090B-D120-44EF-E2FD-71D716280C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93250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07" name="Line 1110">
              <a:extLst>
                <a:ext uri="{FF2B5EF4-FFF2-40B4-BE49-F238E27FC236}">
                  <a16:creationId xmlns:a16="http://schemas.microsoft.com/office/drawing/2014/main" id="{6DE6FF3E-DDC1-A7D9-6F80-07CA851B5A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37763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08" name="Line 1111">
              <a:extLst>
                <a:ext uri="{FF2B5EF4-FFF2-40B4-BE49-F238E27FC236}">
                  <a16:creationId xmlns:a16="http://schemas.microsoft.com/office/drawing/2014/main" id="{751DEAEC-A64D-5212-87E8-659ED26387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355263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09" name="Line 1112">
              <a:extLst>
                <a:ext uri="{FF2B5EF4-FFF2-40B4-BE49-F238E27FC236}">
                  <a16:creationId xmlns:a16="http://schemas.microsoft.com/office/drawing/2014/main" id="{9E636CAE-56EB-A713-7AF8-457F14DE2D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80688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10" name="Line 1113">
              <a:extLst>
                <a:ext uri="{FF2B5EF4-FFF2-40B4-BE49-F238E27FC236}">
                  <a16:creationId xmlns:a16="http://schemas.microsoft.com/office/drawing/2014/main" id="{BAFBC6A0-1D14-1B9A-2C7F-272880631C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755313" y="5821363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11" name="Line 1114">
              <a:extLst>
                <a:ext uri="{FF2B5EF4-FFF2-40B4-BE49-F238E27FC236}">
                  <a16:creationId xmlns:a16="http://schemas.microsoft.com/office/drawing/2014/main" id="{67A5D2E2-AD30-30D5-01CE-E448081A16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3638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12" name="Line 1115">
              <a:extLst>
                <a:ext uri="{FF2B5EF4-FFF2-40B4-BE49-F238E27FC236}">
                  <a16:creationId xmlns:a16="http://schemas.microsoft.com/office/drawing/2014/main" id="{A3F5DAE5-A185-81D1-666A-A154E861A5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05713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13" name="Line 1116">
              <a:extLst>
                <a:ext uri="{FF2B5EF4-FFF2-40B4-BE49-F238E27FC236}">
                  <a16:creationId xmlns:a16="http://schemas.microsoft.com/office/drawing/2014/main" id="{D9D3EE13-4384-B6E6-FD4D-7244772999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8263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14" name="Line 1117">
              <a:extLst>
                <a:ext uri="{FF2B5EF4-FFF2-40B4-BE49-F238E27FC236}">
                  <a16:creationId xmlns:a16="http://schemas.microsoft.com/office/drawing/2014/main" id="{15F5752E-55B0-F703-28F4-2081B1E80F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32775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15" name="Line 1118">
              <a:extLst>
                <a:ext uri="{FF2B5EF4-FFF2-40B4-BE49-F238E27FC236}">
                  <a16:creationId xmlns:a16="http://schemas.microsoft.com/office/drawing/2014/main" id="{105AFE3F-1564-4254-D34D-01BAEE628E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50275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16" name="Line 1119">
              <a:extLst>
                <a:ext uri="{FF2B5EF4-FFF2-40B4-BE49-F238E27FC236}">
                  <a16:creationId xmlns:a16="http://schemas.microsoft.com/office/drawing/2014/main" id="{561F5E00-9AD4-990B-F4D1-0C5529ECC4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75700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17" name="Line 1120">
              <a:extLst>
                <a:ext uri="{FF2B5EF4-FFF2-40B4-BE49-F238E27FC236}">
                  <a16:creationId xmlns:a16="http://schemas.microsoft.com/office/drawing/2014/main" id="{DA809EFA-9375-5D25-AD82-547EE59EA1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50325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18" name="Line 1121">
              <a:extLst>
                <a:ext uri="{FF2B5EF4-FFF2-40B4-BE49-F238E27FC236}">
                  <a16:creationId xmlns:a16="http://schemas.microsoft.com/office/drawing/2014/main" id="{2484410C-FFAC-3946-7C34-127361C891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093200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19" name="Line 1122">
              <a:extLst>
                <a:ext uri="{FF2B5EF4-FFF2-40B4-BE49-F238E27FC236}">
                  <a16:creationId xmlns:a16="http://schemas.microsoft.com/office/drawing/2014/main" id="{FB5AA7D2-92EE-153B-C7F2-77E16E5FE8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13850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20" name="Line 1123">
              <a:extLst>
                <a:ext uri="{FF2B5EF4-FFF2-40B4-BE49-F238E27FC236}">
                  <a16:creationId xmlns:a16="http://schemas.microsoft.com/office/drawing/2014/main" id="{356CA48F-0AFF-CAA0-643B-0CB89E917C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18625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21" name="Line 1124">
              <a:extLst>
                <a:ext uri="{FF2B5EF4-FFF2-40B4-BE49-F238E27FC236}">
                  <a16:creationId xmlns:a16="http://schemas.microsoft.com/office/drawing/2014/main" id="{3832A3E5-49A7-A29B-CF67-03879D4150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10700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22" name="Line 1125">
              <a:extLst>
                <a:ext uri="{FF2B5EF4-FFF2-40B4-BE49-F238E27FC236}">
                  <a16:creationId xmlns:a16="http://schemas.microsoft.com/office/drawing/2014/main" id="{06DEF714-FEEB-CAA4-CCE5-76DD222D53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93250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23" name="Line 1126">
              <a:extLst>
                <a:ext uri="{FF2B5EF4-FFF2-40B4-BE49-F238E27FC236}">
                  <a16:creationId xmlns:a16="http://schemas.microsoft.com/office/drawing/2014/main" id="{F5BB6FE4-30DC-A87E-765D-2667F9033C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37763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24" name="Line 1127">
              <a:extLst>
                <a:ext uri="{FF2B5EF4-FFF2-40B4-BE49-F238E27FC236}">
                  <a16:creationId xmlns:a16="http://schemas.microsoft.com/office/drawing/2014/main" id="{775541D9-5E07-07C5-0683-EBAEFE924C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55263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25" name="Line 1128">
              <a:extLst>
                <a:ext uri="{FF2B5EF4-FFF2-40B4-BE49-F238E27FC236}">
                  <a16:creationId xmlns:a16="http://schemas.microsoft.com/office/drawing/2014/main" id="{7752A5A3-4476-0847-5AB0-7E43FBD36A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80688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26" name="Line 1129">
              <a:extLst>
                <a:ext uri="{FF2B5EF4-FFF2-40B4-BE49-F238E27FC236}">
                  <a16:creationId xmlns:a16="http://schemas.microsoft.com/office/drawing/2014/main" id="{484D5EEC-AEC8-584A-DBF9-D87C7A0BBA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55313" y="2390775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27" name="Rectangle 1130">
              <a:extLst>
                <a:ext uri="{FF2B5EF4-FFF2-40B4-BE49-F238E27FC236}">
                  <a16:creationId xmlns:a16="http://schemas.microsoft.com/office/drawing/2014/main" id="{34C73BA1-6A9C-3E62-B08C-770427CFB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7938" y="5886450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28" name="Rectangle 1131">
              <a:extLst>
                <a:ext uri="{FF2B5EF4-FFF2-40B4-BE49-F238E27FC236}">
                  <a16:creationId xmlns:a16="http://schemas.microsoft.com/office/drawing/2014/main" id="{0C727DE6-37E4-D43D-0A77-371F27339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9375" y="5867400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29" name="Rectangle 1132">
              <a:extLst>
                <a:ext uri="{FF2B5EF4-FFF2-40B4-BE49-F238E27FC236}">
                  <a16:creationId xmlns:a16="http://schemas.microsoft.com/office/drawing/2014/main" id="{09CB9680-BDB1-DE10-A1DE-5E118D2C75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9750" y="5886450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30" name="Rectangle 1133">
              <a:extLst>
                <a:ext uri="{FF2B5EF4-FFF2-40B4-BE49-F238E27FC236}">
                  <a16:creationId xmlns:a16="http://schemas.microsoft.com/office/drawing/2014/main" id="{254F703F-31C0-D77B-AB8D-3BE4AEDBCF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1188" y="5867400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31" name="Rectangle 1134">
              <a:extLst>
                <a:ext uri="{FF2B5EF4-FFF2-40B4-BE49-F238E27FC236}">
                  <a16:creationId xmlns:a16="http://schemas.microsoft.com/office/drawing/2014/main" id="{6D9C05C4-6CC4-3934-F7A9-6C61B6C64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0150" y="5976938"/>
              <a:ext cx="728662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cycles per pixel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32" name="Line 1135">
              <a:extLst>
                <a:ext uri="{FF2B5EF4-FFF2-40B4-BE49-F238E27FC236}">
                  <a16:creationId xmlns:a16="http://schemas.microsoft.com/office/drawing/2014/main" id="{680D5D17-BC28-ADDA-E46D-BC4B13BBCF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94588" y="2390775"/>
              <a:ext cx="0" cy="34480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33" name="Line 1136">
              <a:extLst>
                <a:ext uri="{FF2B5EF4-FFF2-40B4-BE49-F238E27FC236}">
                  <a16:creationId xmlns:a16="http://schemas.microsoft.com/office/drawing/2014/main" id="{BAB74816-F5E1-FF58-1A3A-D9EEF47687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755313" y="2390775"/>
              <a:ext cx="0" cy="34480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34" name="Line 1137">
              <a:extLst>
                <a:ext uri="{FF2B5EF4-FFF2-40B4-BE49-F238E27FC236}">
                  <a16:creationId xmlns:a16="http://schemas.microsoft.com/office/drawing/2014/main" id="{36CD5AB5-7FA4-747C-C28A-8C247F74C1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5838825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35" name="Line 1138">
              <a:extLst>
                <a:ext uri="{FF2B5EF4-FFF2-40B4-BE49-F238E27FC236}">
                  <a16:creationId xmlns:a16="http://schemas.microsoft.com/office/drawing/2014/main" id="{D0F145F7-13AF-8924-995E-90AD4F4536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5211763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36" name="Line 1139">
              <a:extLst>
                <a:ext uri="{FF2B5EF4-FFF2-40B4-BE49-F238E27FC236}">
                  <a16:creationId xmlns:a16="http://schemas.microsoft.com/office/drawing/2014/main" id="{F46A4F89-8788-E5F0-47C2-3901DA4E27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584700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37" name="Line 1140">
              <a:extLst>
                <a:ext uri="{FF2B5EF4-FFF2-40B4-BE49-F238E27FC236}">
                  <a16:creationId xmlns:a16="http://schemas.microsoft.com/office/drawing/2014/main" id="{1005FD7A-F319-3FA2-C731-A5A842377A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957638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38" name="Line 1141">
              <a:extLst>
                <a:ext uri="{FF2B5EF4-FFF2-40B4-BE49-F238E27FC236}">
                  <a16:creationId xmlns:a16="http://schemas.microsoft.com/office/drawing/2014/main" id="{1EAD36D3-9273-EAED-282F-FC3CB0492B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330575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39" name="Line 1142">
              <a:extLst>
                <a:ext uri="{FF2B5EF4-FFF2-40B4-BE49-F238E27FC236}">
                  <a16:creationId xmlns:a16="http://schemas.microsoft.com/office/drawing/2014/main" id="{0C097306-DE74-2FD2-7766-EA6406CEA7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705100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40" name="Line 1143">
              <a:extLst>
                <a:ext uri="{FF2B5EF4-FFF2-40B4-BE49-F238E27FC236}">
                  <a16:creationId xmlns:a16="http://schemas.microsoft.com/office/drawing/2014/main" id="{7232AB55-A625-56B8-212F-56E64009E4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20388" y="5838825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41" name="Line 1144">
              <a:extLst>
                <a:ext uri="{FF2B5EF4-FFF2-40B4-BE49-F238E27FC236}">
                  <a16:creationId xmlns:a16="http://schemas.microsoft.com/office/drawing/2014/main" id="{CEFB1944-EA71-7537-DDFC-D365DD660F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20388" y="5211763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42" name="Line 1145">
              <a:extLst>
                <a:ext uri="{FF2B5EF4-FFF2-40B4-BE49-F238E27FC236}">
                  <a16:creationId xmlns:a16="http://schemas.microsoft.com/office/drawing/2014/main" id="{FF910A1F-0016-183C-3F67-A20A7B4906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20388" y="4584700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43" name="Line 1146">
              <a:extLst>
                <a:ext uri="{FF2B5EF4-FFF2-40B4-BE49-F238E27FC236}">
                  <a16:creationId xmlns:a16="http://schemas.microsoft.com/office/drawing/2014/main" id="{6EAA1BD7-E60C-DC5E-48FE-C584B64AA3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20388" y="3957638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44" name="Line 1147">
              <a:extLst>
                <a:ext uri="{FF2B5EF4-FFF2-40B4-BE49-F238E27FC236}">
                  <a16:creationId xmlns:a16="http://schemas.microsoft.com/office/drawing/2014/main" id="{17D61CBA-E2D7-F3E5-8EBE-92ED3F912D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20388" y="3330575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45" name="Line 1148">
              <a:extLst>
                <a:ext uri="{FF2B5EF4-FFF2-40B4-BE49-F238E27FC236}">
                  <a16:creationId xmlns:a16="http://schemas.microsoft.com/office/drawing/2014/main" id="{895B0903-92F3-B51D-278F-BA9D2D9B16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20388" y="2705100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46" name="Line 1149">
              <a:extLst>
                <a:ext uri="{FF2B5EF4-FFF2-40B4-BE49-F238E27FC236}">
                  <a16:creationId xmlns:a16="http://schemas.microsoft.com/office/drawing/2014/main" id="{ACBF0838-E1FE-97AC-FD62-0FEFDFBFC8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58388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47" name="Line 1150">
              <a:extLst>
                <a:ext uri="{FF2B5EF4-FFF2-40B4-BE49-F238E27FC236}">
                  <a16:creationId xmlns:a16="http://schemas.microsoft.com/office/drawing/2014/main" id="{0A5A22F5-268E-CBD1-B9F5-579CF8D646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56499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48" name="Line 1151">
              <a:extLst>
                <a:ext uri="{FF2B5EF4-FFF2-40B4-BE49-F238E27FC236}">
                  <a16:creationId xmlns:a16="http://schemas.microsoft.com/office/drawing/2014/main" id="{B4B9289A-049E-1D22-2250-05D701CAFD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55387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49" name="Line 1152">
              <a:extLst>
                <a:ext uri="{FF2B5EF4-FFF2-40B4-BE49-F238E27FC236}">
                  <a16:creationId xmlns:a16="http://schemas.microsoft.com/office/drawing/2014/main" id="{E43689A6-BE68-2590-91D3-C9E3C78588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54610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50" name="Line 1153">
              <a:extLst>
                <a:ext uri="{FF2B5EF4-FFF2-40B4-BE49-F238E27FC236}">
                  <a16:creationId xmlns:a16="http://schemas.microsoft.com/office/drawing/2014/main" id="{14814B3C-2798-6256-E779-565791CA2B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54006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51" name="Line 1154">
              <a:extLst>
                <a:ext uri="{FF2B5EF4-FFF2-40B4-BE49-F238E27FC236}">
                  <a16:creationId xmlns:a16="http://schemas.microsoft.com/office/drawing/2014/main" id="{408746FA-427A-DD3E-A7D1-730DEF008D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53514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52" name="Line 1155">
              <a:extLst>
                <a:ext uri="{FF2B5EF4-FFF2-40B4-BE49-F238E27FC236}">
                  <a16:creationId xmlns:a16="http://schemas.microsoft.com/office/drawing/2014/main" id="{36F71747-AF13-D1B5-7F9C-7F954758EF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53086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53" name="Line 1156">
              <a:extLst>
                <a:ext uri="{FF2B5EF4-FFF2-40B4-BE49-F238E27FC236}">
                  <a16:creationId xmlns:a16="http://schemas.microsoft.com/office/drawing/2014/main" id="{D982AE09-C23B-F872-7913-2DB4944779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52720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54" name="Line 1157">
              <a:extLst>
                <a:ext uri="{FF2B5EF4-FFF2-40B4-BE49-F238E27FC236}">
                  <a16:creationId xmlns:a16="http://schemas.microsoft.com/office/drawing/2014/main" id="{F468068C-0D20-FE10-130A-A2FA9CE11D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52403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55" name="Line 1158">
              <a:extLst>
                <a:ext uri="{FF2B5EF4-FFF2-40B4-BE49-F238E27FC236}">
                  <a16:creationId xmlns:a16="http://schemas.microsoft.com/office/drawing/2014/main" id="{353F5D41-3334-0867-75CD-0FD6F7F264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52117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56" name="Line 1159">
              <a:extLst>
                <a:ext uri="{FF2B5EF4-FFF2-40B4-BE49-F238E27FC236}">
                  <a16:creationId xmlns:a16="http://schemas.microsoft.com/office/drawing/2014/main" id="{837D176B-7D02-7662-5EBE-998305DF35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50228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57" name="Line 1160">
              <a:extLst>
                <a:ext uri="{FF2B5EF4-FFF2-40B4-BE49-F238E27FC236}">
                  <a16:creationId xmlns:a16="http://schemas.microsoft.com/office/drawing/2014/main" id="{188280A6-FDC8-445A-3501-7C5C21A61A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9133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58" name="Line 1161">
              <a:extLst>
                <a:ext uri="{FF2B5EF4-FFF2-40B4-BE49-F238E27FC236}">
                  <a16:creationId xmlns:a16="http://schemas.microsoft.com/office/drawing/2014/main" id="{8452A5B6-1E73-A834-BAF1-81F36240DF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8339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59" name="Line 1162">
              <a:extLst>
                <a:ext uri="{FF2B5EF4-FFF2-40B4-BE49-F238E27FC236}">
                  <a16:creationId xmlns:a16="http://schemas.microsoft.com/office/drawing/2014/main" id="{58C28E93-46A4-3F19-5F13-F63A7517EC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7736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60" name="Line 1163">
              <a:extLst>
                <a:ext uri="{FF2B5EF4-FFF2-40B4-BE49-F238E27FC236}">
                  <a16:creationId xmlns:a16="http://schemas.microsoft.com/office/drawing/2014/main" id="{30C1A226-82D1-31FC-0CC3-C29DC457F9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7244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61" name="Line 1164">
              <a:extLst>
                <a:ext uri="{FF2B5EF4-FFF2-40B4-BE49-F238E27FC236}">
                  <a16:creationId xmlns:a16="http://schemas.microsoft.com/office/drawing/2014/main" id="{9171AEC4-8590-8820-9720-1958C8E565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6815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62" name="Line 1165">
              <a:extLst>
                <a:ext uri="{FF2B5EF4-FFF2-40B4-BE49-F238E27FC236}">
                  <a16:creationId xmlns:a16="http://schemas.microsoft.com/office/drawing/2014/main" id="{46FCA4D4-157E-37BB-3E44-11CB41CFE3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6450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63" name="Line 1166">
              <a:extLst>
                <a:ext uri="{FF2B5EF4-FFF2-40B4-BE49-F238E27FC236}">
                  <a16:creationId xmlns:a16="http://schemas.microsoft.com/office/drawing/2014/main" id="{BB780FD2-38CA-9EEA-8CF9-680AC21673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6132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64" name="Line 1167">
              <a:extLst>
                <a:ext uri="{FF2B5EF4-FFF2-40B4-BE49-F238E27FC236}">
                  <a16:creationId xmlns:a16="http://schemas.microsoft.com/office/drawing/2014/main" id="{9EBDEF2E-0EBC-5A8F-606B-49DB0657C6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5847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65" name="Line 1168">
              <a:extLst>
                <a:ext uri="{FF2B5EF4-FFF2-40B4-BE49-F238E27FC236}">
                  <a16:creationId xmlns:a16="http://schemas.microsoft.com/office/drawing/2014/main" id="{7DA69AA3-6B4C-9EC1-DDFD-4724E7DFB9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3957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66" name="Line 1169">
              <a:extLst>
                <a:ext uri="{FF2B5EF4-FFF2-40B4-BE49-F238E27FC236}">
                  <a16:creationId xmlns:a16="http://schemas.microsoft.com/office/drawing/2014/main" id="{A90410B0-A5BC-238A-2612-BE9A74D32C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2862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67" name="Line 1170">
              <a:extLst>
                <a:ext uri="{FF2B5EF4-FFF2-40B4-BE49-F238E27FC236}">
                  <a16:creationId xmlns:a16="http://schemas.microsoft.com/office/drawing/2014/main" id="{77DA2B8E-0325-00BE-285F-7D7AE1DB77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2084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68" name="Line 1171">
              <a:extLst>
                <a:ext uri="{FF2B5EF4-FFF2-40B4-BE49-F238E27FC236}">
                  <a16:creationId xmlns:a16="http://schemas.microsoft.com/office/drawing/2014/main" id="{44F625B7-2C18-F7D7-EBB3-9F65844383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1465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69" name="Line 1172">
              <a:extLst>
                <a:ext uri="{FF2B5EF4-FFF2-40B4-BE49-F238E27FC236}">
                  <a16:creationId xmlns:a16="http://schemas.microsoft.com/office/drawing/2014/main" id="{773EF5E8-A103-9F91-7EEC-C33C220ECE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0973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70" name="Line 1173">
              <a:extLst>
                <a:ext uri="{FF2B5EF4-FFF2-40B4-BE49-F238E27FC236}">
                  <a16:creationId xmlns:a16="http://schemas.microsoft.com/office/drawing/2014/main" id="{062E66DF-FC79-219C-57B5-DF80AF276F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0544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71" name="Line 1174">
              <a:extLst>
                <a:ext uri="{FF2B5EF4-FFF2-40B4-BE49-F238E27FC236}">
                  <a16:creationId xmlns:a16="http://schemas.microsoft.com/office/drawing/2014/main" id="{E1E2A31F-D60C-EBFD-62F6-16B1E9FC6B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40195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72" name="Line 1175">
              <a:extLst>
                <a:ext uri="{FF2B5EF4-FFF2-40B4-BE49-F238E27FC236}">
                  <a16:creationId xmlns:a16="http://schemas.microsoft.com/office/drawing/2014/main" id="{4169F2DA-DF5B-8376-0B22-4C0FEC6B48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9862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73" name="Line 1176">
              <a:extLst>
                <a:ext uri="{FF2B5EF4-FFF2-40B4-BE49-F238E27FC236}">
                  <a16:creationId xmlns:a16="http://schemas.microsoft.com/office/drawing/2014/main" id="{FD10A875-4002-A4D8-B4F0-7A56708469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9576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74" name="Line 1177">
              <a:extLst>
                <a:ext uri="{FF2B5EF4-FFF2-40B4-BE49-F238E27FC236}">
                  <a16:creationId xmlns:a16="http://schemas.microsoft.com/office/drawing/2014/main" id="{BF831E4D-7520-C8ED-B52C-C4B2547CD1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7703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75" name="Line 1178">
              <a:extLst>
                <a:ext uri="{FF2B5EF4-FFF2-40B4-BE49-F238E27FC236}">
                  <a16:creationId xmlns:a16="http://schemas.microsoft.com/office/drawing/2014/main" id="{6F5B3611-A1BB-BAC2-1A12-26A2785DBB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6591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76" name="Line 1179">
              <a:extLst>
                <a:ext uri="{FF2B5EF4-FFF2-40B4-BE49-F238E27FC236}">
                  <a16:creationId xmlns:a16="http://schemas.microsoft.com/office/drawing/2014/main" id="{4A73DD00-0401-5A8B-F884-F4DF259364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5814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77" name="Line 1180">
              <a:extLst>
                <a:ext uri="{FF2B5EF4-FFF2-40B4-BE49-F238E27FC236}">
                  <a16:creationId xmlns:a16="http://schemas.microsoft.com/office/drawing/2014/main" id="{B62EC1D7-AFA5-C6C5-775F-487F796A05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5194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78" name="Line 1181">
              <a:extLst>
                <a:ext uri="{FF2B5EF4-FFF2-40B4-BE49-F238E27FC236}">
                  <a16:creationId xmlns:a16="http://schemas.microsoft.com/office/drawing/2014/main" id="{50F6F966-E62A-4E6E-16D0-A00862B01C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4702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79" name="Line 1182">
              <a:extLst>
                <a:ext uri="{FF2B5EF4-FFF2-40B4-BE49-F238E27FC236}">
                  <a16:creationId xmlns:a16="http://schemas.microsoft.com/office/drawing/2014/main" id="{AF26A89F-F611-0435-1AC2-1BE8A79EAE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4290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80" name="Line 1183">
              <a:extLst>
                <a:ext uri="{FF2B5EF4-FFF2-40B4-BE49-F238E27FC236}">
                  <a16:creationId xmlns:a16="http://schemas.microsoft.com/office/drawing/2014/main" id="{7AA45E81-7018-7BDB-6539-150ED5F7F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3924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81" name="Line 1184">
              <a:extLst>
                <a:ext uri="{FF2B5EF4-FFF2-40B4-BE49-F238E27FC236}">
                  <a16:creationId xmlns:a16="http://schemas.microsoft.com/office/drawing/2014/main" id="{23B09595-0705-AF4F-399D-79EC5EAF52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3607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82" name="Line 1185">
              <a:extLst>
                <a:ext uri="{FF2B5EF4-FFF2-40B4-BE49-F238E27FC236}">
                  <a16:creationId xmlns:a16="http://schemas.microsoft.com/office/drawing/2014/main" id="{0657FC22-6CD0-8D50-EDB7-C45C41454B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3305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83" name="Line 1186">
              <a:extLst>
                <a:ext uri="{FF2B5EF4-FFF2-40B4-BE49-F238E27FC236}">
                  <a16:creationId xmlns:a16="http://schemas.microsoft.com/office/drawing/2014/main" id="{4980F1E0-B53A-BA69-68D2-5B8C35AB88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1432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84" name="Line 1187">
              <a:extLst>
                <a:ext uri="{FF2B5EF4-FFF2-40B4-BE49-F238E27FC236}">
                  <a16:creationId xmlns:a16="http://schemas.microsoft.com/office/drawing/2014/main" id="{3DAFDD4D-CB5B-52E4-6F8F-3643D528CD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0321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85" name="Line 1188">
              <a:extLst>
                <a:ext uri="{FF2B5EF4-FFF2-40B4-BE49-F238E27FC236}">
                  <a16:creationId xmlns:a16="http://schemas.microsoft.com/office/drawing/2014/main" id="{1FCA3DCE-A23E-B7CB-AA2B-51E9B770AE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9543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86" name="Line 1189">
              <a:extLst>
                <a:ext uri="{FF2B5EF4-FFF2-40B4-BE49-F238E27FC236}">
                  <a16:creationId xmlns:a16="http://schemas.microsoft.com/office/drawing/2014/main" id="{CF213AEF-708C-8AC3-E234-722BA8311D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8924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87" name="Line 1190">
              <a:extLst>
                <a:ext uri="{FF2B5EF4-FFF2-40B4-BE49-F238E27FC236}">
                  <a16:creationId xmlns:a16="http://schemas.microsoft.com/office/drawing/2014/main" id="{7C3DA0D0-3DAF-3652-B4EA-CE9E7C9A65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8432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88" name="Line 1191">
              <a:extLst>
                <a:ext uri="{FF2B5EF4-FFF2-40B4-BE49-F238E27FC236}">
                  <a16:creationId xmlns:a16="http://schemas.microsoft.com/office/drawing/2014/main" id="{96B06DB1-0F3E-CB2E-7EB6-92E43DF167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8019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89" name="Line 1192">
              <a:extLst>
                <a:ext uri="{FF2B5EF4-FFF2-40B4-BE49-F238E27FC236}">
                  <a16:creationId xmlns:a16="http://schemas.microsoft.com/office/drawing/2014/main" id="{41DECC3C-0C70-9F0D-B28A-1ADEC90496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7654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90" name="Line 1193">
              <a:extLst>
                <a:ext uri="{FF2B5EF4-FFF2-40B4-BE49-F238E27FC236}">
                  <a16:creationId xmlns:a16="http://schemas.microsoft.com/office/drawing/2014/main" id="{3CEC8403-C289-DE95-17FB-AE6CAB2205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7336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91" name="Line 1194">
              <a:extLst>
                <a:ext uri="{FF2B5EF4-FFF2-40B4-BE49-F238E27FC236}">
                  <a16:creationId xmlns:a16="http://schemas.microsoft.com/office/drawing/2014/main" id="{EEF74C21-E946-964E-376F-781E7B4740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7051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92" name="Line 1195">
              <a:extLst>
                <a:ext uri="{FF2B5EF4-FFF2-40B4-BE49-F238E27FC236}">
                  <a16:creationId xmlns:a16="http://schemas.microsoft.com/office/drawing/2014/main" id="{6E74011B-DAB2-89D3-8EF0-FB8A12A171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5161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93" name="Line 1196">
              <a:extLst>
                <a:ext uri="{FF2B5EF4-FFF2-40B4-BE49-F238E27FC236}">
                  <a16:creationId xmlns:a16="http://schemas.microsoft.com/office/drawing/2014/main" id="{D049F025-D334-C961-392C-4D0B13CFD6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4050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94" name="Line 1197">
              <a:extLst>
                <a:ext uri="{FF2B5EF4-FFF2-40B4-BE49-F238E27FC236}">
                  <a16:creationId xmlns:a16="http://schemas.microsoft.com/office/drawing/2014/main" id="{927FCAB8-8E58-6F20-4624-3682FBD202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58388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95" name="Line 1198">
              <a:extLst>
                <a:ext uri="{FF2B5EF4-FFF2-40B4-BE49-F238E27FC236}">
                  <a16:creationId xmlns:a16="http://schemas.microsoft.com/office/drawing/2014/main" id="{59997DD4-AA17-6A70-7E26-438D576CE7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56499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96" name="Line 1199">
              <a:extLst>
                <a:ext uri="{FF2B5EF4-FFF2-40B4-BE49-F238E27FC236}">
                  <a16:creationId xmlns:a16="http://schemas.microsoft.com/office/drawing/2014/main" id="{5FC1C1E6-7237-7ACB-20E8-E341285394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55387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97" name="Line 1200">
              <a:extLst>
                <a:ext uri="{FF2B5EF4-FFF2-40B4-BE49-F238E27FC236}">
                  <a16:creationId xmlns:a16="http://schemas.microsoft.com/office/drawing/2014/main" id="{EA83836E-4B97-E729-3BCE-FB97CB9F83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54610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98" name="Line 1201">
              <a:extLst>
                <a:ext uri="{FF2B5EF4-FFF2-40B4-BE49-F238E27FC236}">
                  <a16:creationId xmlns:a16="http://schemas.microsoft.com/office/drawing/2014/main" id="{6BF01993-5916-C1DE-2B84-82DFC7B7DE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54006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99" name="Line 1202">
              <a:extLst>
                <a:ext uri="{FF2B5EF4-FFF2-40B4-BE49-F238E27FC236}">
                  <a16:creationId xmlns:a16="http://schemas.microsoft.com/office/drawing/2014/main" id="{2DF21366-3CD0-47C8-F69B-D06518EF15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53514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00" name="Line 1203">
              <a:extLst>
                <a:ext uri="{FF2B5EF4-FFF2-40B4-BE49-F238E27FC236}">
                  <a16:creationId xmlns:a16="http://schemas.microsoft.com/office/drawing/2014/main" id="{C3E7D2E6-9B7B-BC8F-436B-3A4E4E9657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53086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01" name="Line 1204">
              <a:extLst>
                <a:ext uri="{FF2B5EF4-FFF2-40B4-BE49-F238E27FC236}">
                  <a16:creationId xmlns:a16="http://schemas.microsoft.com/office/drawing/2014/main" id="{72C410D5-89B3-C3B5-F3FB-40D084AB01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52720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02" name="Line 1205">
              <a:extLst>
                <a:ext uri="{FF2B5EF4-FFF2-40B4-BE49-F238E27FC236}">
                  <a16:creationId xmlns:a16="http://schemas.microsoft.com/office/drawing/2014/main" id="{F5D5D108-F15C-0233-9885-711A979200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52403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03" name="Line 1206">
              <a:extLst>
                <a:ext uri="{FF2B5EF4-FFF2-40B4-BE49-F238E27FC236}">
                  <a16:creationId xmlns:a16="http://schemas.microsoft.com/office/drawing/2014/main" id="{1E7EAAAF-0FDA-1FCD-31CF-685CE06545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52117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04" name="Line 1207">
              <a:extLst>
                <a:ext uri="{FF2B5EF4-FFF2-40B4-BE49-F238E27FC236}">
                  <a16:creationId xmlns:a16="http://schemas.microsoft.com/office/drawing/2014/main" id="{EA819858-5AFB-4E5D-FBE5-3FB3C9DDA9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50228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05" name="Line 1208">
              <a:extLst>
                <a:ext uri="{FF2B5EF4-FFF2-40B4-BE49-F238E27FC236}">
                  <a16:creationId xmlns:a16="http://schemas.microsoft.com/office/drawing/2014/main" id="{4CB555D6-E0A0-4E01-4192-29F4700632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9133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06" name="Line 1209">
              <a:extLst>
                <a:ext uri="{FF2B5EF4-FFF2-40B4-BE49-F238E27FC236}">
                  <a16:creationId xmlns:a16="http://schemas.microsoft.com/office/drawing/2014/main" id="{C1E5391B-6E20-23F5-1FF1-C320F0628C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8339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07" name="Line 1210">
              <a:extLst>
                <a:ext uri="{FF2B5EF4-FFF2-40B4-BE49-F238E27FC236}">
                  <a16:creationId xmlns:a16="http://schemas.microsoft.com/office/drawing/2014/main" id="{FD57DCB4-BC95-E476-28DF-E6BF20CDC0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7736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08" name="Line 1211">
              <a:extLst>
                <a:ext uri="{FF2B5EF4-FFF2-40B4-BE49-F238E27FC236}">
                  <a16:creationId xmlns:a16="http://schemas.microsoft.com/office/drawing/2014/main" id="{41608CA8-4F5C-D0B8-B25E-F3236DA2D0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7244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09" name="Line 1212">
              <a:extLst>
                <a:ext uri="{FF2B5EF4-FFF2-40B4-BE49-F238E27FC236}">
                  <a16:creationId xmlns:a16="http://schemas.microsoft.com/office/drawing/2014/main" id="{68896F49-BCCC-95CD-C6D0-40F8B66FFA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6815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10" name="Line 1213">
              <a:extLst>
                <a:ext uri="{FF2B5EF4-FFF2-40B4-BE49-F238E27FC236}">
                  <a16:creationId xmlns:a16="http://schemas.microsoft.com/office/drawing/2014/main" id="{1495EB0A-BBD2-128D-8112-7BC092157E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6450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11" name="Line 1214">
              <a:extLst>
                <a:ext uri="{FF2B5EF4-FFF2-40B4-BE49-F238E27FC236}">
                  <a16:creationId xmlns:a16="http://schemas.microsoft.com/office/drawing/2014/main" id="{897E0498-0B72-CBEB-A852-5BBC0C3E16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6132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12" name="Line 1215">
              <a:extLst>
                <a:ext uri="{FF2B5EF4-FFF2-40B4-BE49-F238E27FC236}">
                  <a16:creationId xmlns:a16="http://schemas.microsoft.com/office/drawing/2014/main" id="{C94A3C25-5B38-1161-17D2-2A2B406661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5847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13" name="Line 1216">
              <a:extLst>
                <a:ext uri="{FF2B5EF4-FFF2-40B4-BE49-F238E27FC236}">
                  <a16:creationId xmlns:a16="http://schemas.microsoft.com/office/drawing/2014/main" id="{2AD6C158-6410-C5BE-7F33-C580C300EA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3957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14" name="Line 1217">
              <a:extLst>
                <a:ext uri="{FF2B5EF4-FFF2-40B4-BE49-F238E27FC236}">
                  <a16:creationId xmlns:a16="http://schemas.microsoft.com/office/drawing/2014/main" id="{DC031DF1-ABC4-6AF5-6B6F-FEEC28183F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2862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15" name="Line 1218">
              <a:extLst>
                <a:ext uri="{FF2B5EF4-FFF2-40B4-BE49-F238E27FC236}">
                  <a16:creationId xmlns:a16="http://schemas.microsoft.com/office/drawing/2014/main" id="{3B913877-7F8F-3BCA-F6C8-662B8102A8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2084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16" name="Line 1219">
              <a:extLst>
                <a:ext uri="{FF2B5EF4-FFF2-40B4-BE49-F238E27FC236}">
                  <a16:creationId xmlns:a16="http://schemas.microsoft.com/office/drawing/2014/main" id="{C55D81D3-ED80-A6A4-0D8B-005E560680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1465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17" name="Line 1220">
              <a:extLst>
                <a:ext uri="{FF2B5EF4-FFF2-40B4-BE49-F238E27FC236}">
                  <a16:creationId xmlns:a16="http://schemas.microsoft.com/office/drawing/2014/main" id="{D2CBEE0C-886C-1F79-A3FF-43646B317C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0973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18" name="Line 1221">
              <a:extLst>
                <a:ext uri="{FF2B5EF4-FFF2-40B4-BE49-F238E27FC236}">
                  <a16:creationId xmlns:a16="http://schemas.microsoft.com/office/drawing/2014/main" id="{2122B0AF-595E-9C45-8477-CC35A179BB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0544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19" name="Line 1222">
              <a:extLst>
                <a:ext uri="{FF2B5EF4-FFF2-40B4-BE49-F238E27FC236}">
                  <a16:creationId xmlns:a16="http://schemas.microsoft.com/office/drawing/2014/main" id="{356FAA7A-4CF4-F427-8E51-27E66347D7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40195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20" name="Line 1223">
              <a:extLst>
                <a:ext uri="{FF2B5EF4-FFF2-40B4-BE49-F238E27FC236}">
                  <a16:creationId xmlns:a16="http://schemas.microsoft.com/office/drawing/2014/main" id="{62722DD6-B502-96DE-EE37-E1F6F0C2B6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39862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21" name="Line 1224">
              <a:extLst>
                <a:ext uri="{FF2B5EF4-FFF2-40B4-BE49-F238E27FC236}">
                  <a16:creationId xmlns:a16="http://schemas.microsoft.com/office/drawing/2014/main" id="{991EC890-DA19-C41A-33F9-9D5943AF3F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39576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22" name="Line 1225">
              <a:extLst>
                <a:ext uri="{FF2B5EF4-FFF2-40B4-BE49-F238E27FC236}">
                  <a16:creationId xmlns:a16="http://schemas.microsoft.com/office/drawing/2014/main" id="{5299B024-0DCE-DC64-588B-E48C2C95B8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37703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23" name="Line 1226">
              <a:extLst>
                <a:ext uri="{FF2B5EF4-FFF2-40B4-BE49-F238E27FC236}">
                  <a16:creationId xmlns:a16="http://schemas.microsoft.com/office/drawing/2014/main" id="{997FD623-544C-305D-6B26-100D44688E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36591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24" name="Line 1227">
              <a:extLst>
                <a:ext uri="{FF2B5EF4-FFF2-40B4-BE49-F238E27FC236}">
                  <a16:creationId xmlns:a16="http://schemas.microsoft.com/office/drawing/2014/main" id="{98946AD8-2CC7-19BC-9EA7-AED3A85761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35814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25" name="Line 1228">
              <a:extLst>
                <a:ext uri="{FF2B5EF4-FFF2-40B4-BE49-F238E27FC236}">
                  <a16:creationId xmlns:a16="http://schemas.microsoft.com/office/drawing/2014/main" id="{1152C144-9F59-8992-B5DC-7FCA0C06BD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35194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26" name="Line 1229">
              <a:extLst>
                <a:ext uri="{FF2B5EF4-FFF2-40B4-BE49-F238E27FC236}">
                  <a16:creationId xmlns:a16="http://schemas.microsoft.com/office/drawing/2014/main" id="{B78C4E0A-056C-525F-3149-274CCDDACD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34702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27" name="Line 1230">
              <a:extLst>
                <a:ext uri="{FF2B5EF4-FFF2-40B4-BE49-F238E27FC236}">
                  <a16:creationId xmlns:a16="http://schemas.microsoft.com/office/drawing/2014/main" id="{9E65BAEE-8594-C9EB-FF8F-4572BF2B30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34290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28" name="Line 1231">
              <a:extLst>
                <a:ext uri="{FF2B5EF4-FFF2-40B4-BE49-F238E27FC236}">
                  <a16:creationId xmlns:a16="http://schemas.microsoft.com/office/drawing/2014/main" id="{07B18DEA-2401-F5A1-0EEA-5646001CFA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33924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29" name="Line 1232">
              <a:extLst>
                <a:ext uri="{FF2B5EF4-FFF2-40B4-BE49-F238E27FC236}">
                  <a16:creationId xmlns:a16="http://schemas.microsoft.com/office/drawing/2014/main" id="{8750ED31-FF6B-A212-0714-2E4C5850D5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33607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30" name="Line 1233">
              <a:extLst>
                <a:ext uri="{FF2B5EF4-FFF2-40B4-BE49-F238E27FC236}">
                  <a16:creationId xmlns:a16="http://schemas.microsoft.com/office/drawing/2014/main" id="{63101E46-E376-65A7-3E2D-5457D92089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33305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31" name="Line 1234">
              <a:extLst>
                <a:ext uri="{FF2B5EF4-FFF2-40B4-BE49-F238E27FC236}">
                  <a16:creationId xmlns:a16="http://schemas.microsoft.com/office/drawing/2014/main" id="{77B9A0FE-EEF3-2500-69BB-E8651DD6FF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31432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32" name="Line 1235">
              <a:extLst>
                <a:ext uri="{FF2B5EF4-FFF2-40B4-BE49-F238E27FC236}">
                  <a16:creationId xmlns:a16="http://schemas.microsoft.com/office/drawing/2014/main" id="{10F0F466-C5BE-37FA-C451-73B4834848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30321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33" name="Line 1236">
              <a:extLst>
                <a:ext uri="{FF2B5EF4-FFF2-40B4-BE49-F238E27FC236}">
                  <a16:creationId xmlns:a16="http://schemas.microsoft.com/office/drawing/2014/main" id="{C9DF879E-8E54-B3B6-72E6-E7001F5EFB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29543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34" name="Line 1237">
              <a:extLst>
                <a:ext uri="{FF2B5EF4-FFF2-40B4-BE49-F238E27FC236}">
                  <a16:creationId xmlns:a16="http://schemas.microsoft.com/office/drawing/2014/main" id="{90B6D4EF-96C8-DBFF-CFBB-00D05A86D5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28924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35" name="Line 1238">
              <a:extLst>
                <a:ext uri="{FF2B5EF4-FFF2-40B4-BE49-F238E27FC236}">
                  <a16:creationId xmlns:a16="http://schemas.microsoft.com/office/drawing/2014/main" id="{D08367D9-FF30-FA60-A320-E5DA0819D8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28432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36" name="Line 1239">
              <a:extLst>
                <a:ext uri="{FF2B5EF4-FFF2-40B4-BE49-F238E27FC236}">
                  <a16:creationId xmlns:a16="http://schemas.microsoft.com/office/drawing/2014/main" id="{7298F22F-6A1C-389A-54B4-D2E86F4BDD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28019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37" name="Line 1240">
              <a:extLst>
                <a:ext uri="{FF2B5EF4-FFF2-40B4-BE49-F238E27FC236}">
                  <a16:creationId xmlns:a16="http://schemas.microsoft.com/office/drawing/2014/main" id="{7EB97613-3E46-2E7F-8BD2-F0AD6293F1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27654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38" name="Line 1241">
              <a:extLst>
                <a:ext uri="{FF2B5EF4-FFF2-40B4-BE49-F238E27FC236}">
                  <a16:creationId xmlns:a16="http://schemas.microsoft.com/office/drawing/2014/main" id="{FA03CE53-168F-5564-B353-E50E8DD794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27336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39" name="Line 1242">
              <a:extLst>
                <a:ext uri="{FF2B5EF4-FFF2-40B4-BE49-F238E27FC236}">
                  <a16:creationId xmlns:a16="http://schemas.microsoft.com/office/drawing/2014/main" id="{7C1BD827-7F5A-3F78-46F4-9F933B9720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27051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40" name="Line 1243">
              <a:extLst>
                <a:ext uri="{FF2B5EF4-FFF2-40B4-BE49-F238E27FC236}">
                  <a16:creationId xmlns:a16="http://schemas.microsoft.com/office/drawing/2014/main" id="{BFD5D194-0F30-066F-F46A-A626C1CB30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25161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41" name="Line 1244">
              <a:extLst>
                <a:ext uri="{FF2B5EF4-FFF2-40B4-BE49-F238E27FC236}">
                  <a16:creationId xmlns:a16="http://schemas.microsoft.com/office/drawing/2014/main" id="{08D8E1C9-3E0C-5AEA-637D-10E50C2634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737850" y="24050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42" name="Rectangle 1245">
              <a:extLst>
                <a:ext uri="{FF2B5EF4-FFF2-40B4-BE49-F238E27FC236}">
                  <a16:creationId xmlns:a16="http://schemas.microsoft.com/office/drawing/2014/main" id="{E1BC9312-8E78-6AC9-223B-9B1B0664D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1713" y="5815013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43" name="Rectangle 1246">
              <a:extLst>
                <a:ext uri="{FF2B5EF4-FFF2-40B4-BE49-F238E27FC236}">
                  <a16:creationId xmlns:a16="http://schemas.microsoft.com/office/drawing/2014/main" id="{6176973E-C868-49AF-839E-850F7B8E9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3150" y="5795963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44" name="Rectangle 1247">
              <a:extLst>
                <a:ext uri="{FF2B5EF4-FFF2-40B4-BE49-F238E27FC236}">
                  <a16:creationId xmlns:a16="http://schemas.microsoft.com/office/drawing/2014/main" id="{2FF54890-1F61-A1D4-D943-225F9D36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1713" y="5189538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45" name="Rectangle 1248">
              <a:extLst>
                <a:ext uri="{FF2B5EF4-FFF2-40B4-BE49-F238E27FC236}">
                  <a16:creationId xmlns:a16="http://schemas.microsoft.com/office/drawing/2014/main" id="{523E80D8-9B02-01FF-C803-5A48A5382F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3150" y="5170488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46" name="Rectangle 1249">
              <a:extLst>
                <a:ext uri="{FF2B5EF4-FFF2-40B4-BE49-F238E27FC236}">
                  <a16:creationId xmlns:a16="http://schemas.microsoft.com/office/drawing/2014/main" id="{BBDDA1C1-ACE5-8529-BD8A-85C7082A2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1713" y="4560888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47" name="Rectangle 1250">
              <a:extLst>
                <a:ext uri="{FF2B5EF4-FFF2-40B4-BE49-F238E27FC236}">
                  <a16:creationId xmlns:a16="http://schemas.microsoft.com/office/drawing/2014/main" id="{7AACB292-D6FF-A0B0-A42E-BF45F4FC0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3150" y="4541838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48" name="Rectangle 1251">
              <a:extLst>
                <a:ext uri="{FF2B5EF4-FFF2-40B4-BE49-F238E27FC236}">
                  <a16:creationId xmlns:a16="http://schemas.microsoft.com/office/drawing/2014/main" id="{2075AD98-4DA4-378E-034C-B6C5C746A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0763" y="3935413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49" name="Rectangle 1252">
              <a:extLst>
                <a:ext uri="{FF2B5EF4-FFF2-40B4-BE49-F238E27FC236}">
                  <a16:creationId xmlns:a16="http://schemas.microsoft.com/office/drawing/2014/main" id="{FA294404-2E1E-5737-6E60-DE1FBEB5B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2200" y="3916363"/>
              <a:ext cx="619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50" name="Rectangle 1253">
              <a:extLst>
                <a:ext uri="{FF2B5EF4-FFF2-40B4-BE49-F238E27FC236}">
                  <a16:creationId xmlns:a16="http://schemas.microsoft.com/office/drawing/2014/main" id="{078F6B37-BD42-0E5F-91B4-CC025EFB4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0763" y="3306763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51" name="Rectangle 1254">
              <a:extLst>
                <a:ext uri="{FF2B5EF4-FFF2-40B4-BE49-F238E27FC236}">
                  <a16:creationId xmlns:a16="http://schemas.microsoft.com/office/drawing/2014/main" id="{B7D5F35A-653C-D338-6E47-0115AF503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2200" y="3287713"/>
              <a:ext cx="619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52" name="Rectangle 1255">
              <a:extLst>
                <a:ext uri="{FF2B5EF4-FFF2-40B4-BE49-F238E27FC236}">
                  <a16:creationId xmlns:a16="http://schemas.microsoft.com/office/drawing/2014/main" id="{3DF09BB0-B424-F8CF-99DB-61D5232FCA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0763" y="2681288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53" name="Rectangle 1256">
              <a:extLst>
                <a:ext uri="{FF2B5EF4-FFF2-40B4-BE49-F238E27FC236}">
                  <a16:creationId xmlns:a16="http://schemas.microsoft.com/office/drawing/2014/main" id="{E3238C28-45CE-5EC7-C6C4-7F7767842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2200" y="2662238"/>
              <a:ext cx="619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54" name="Rectangle 1257">
              <a:extLst>
                <a:ext uri="{FF2B5EF4-FFF2-40B4-BE49-F238E27FC236}">
                  <a16:creationId xmlns:a16="http://schemas.microsoft.com/office/drawing/2014/main" id="{DAE76496-0EF0-A15F-91B8-BF06D562BC1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242175" y="4116388"/>
              <a:ext cx="100013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55" name="Rectangle 1258">
              <a:extLst>
                <a:ext uri="{FF2B5EF4-FFF2-40B4-BE49-F238E27FC236}">
                  <a16:creationId xmlns:a16="http://schemas.microsoft.com/office/drawing/2014/main" id="{ECC7F593-5D43-9D92-3861-1A436997E7F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242175" y="4064000"/>
              <a:ext cx="100013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o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56" name="Rectangle 1259">
              <a:extLst>
                <a:ext uri="{FF2B5EF4-FFF2-40B4-BE49-F238E27FC236}">
                  <a16:creationId xmlns:a16="http://schemas.microsoft.com/office/drawing/2014/main" id="{D13BAA49-8C96-232E-F3D9-2A9C54E050A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237413" y="4005263"/>
              <a:ext cx="109538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w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57" name="Rectangle 1260">
              <a:extLst>
                <a:ext uri="{FF2B5EF4-FFF2-40B4-BE49-F238E27FC236}">
                  <a16:creationId xmlns:a16="http://schemas.microsoft.com/office/drawing/2014/main" id="{66ADF50F-7DFA-59F9-4C46-A789BB137D3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242175" y="3948113"/>
              <a:ext cx="100013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58" name="Rectangle 1261">
              <a:extLst>
                <a:ext uri="{FF2B5EF4-FFF2-40B4-BE49-F238E27FC236}">
                  <a16:creationId xmlns:a16="http://schemas.microsoft.com/office/drawing/2014/main" id="{CBDB49AC-4C6E-DCCD-F8E3-C998E781B7C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7254875" y="3913188"/>
              <a:ext cx="76200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59" name="Oval 1262">
              <a:extLst>
                <a:ext uri="{FF2B5EF4-FFF2-40B4-BE49-F238E27FC236}">
                  <a16:creationId xmlns:a16="http://schemas.microsoft.com/office/drawing/2014/main" id="{E39595F0-19F7-F996-A9B6-93C5E0C15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8238" y="3368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60" name="Oval 1263">
              <a:extLst>
                <a:ext uri="{FF2B5EF4-FFF2-40B4-BE49-F238E27FC236}">
                  <a16:creationId xmlns:a16="http://schemas.microsoft.com/office/drawing/2014/main" id="{49E86593-E0D5-30E1-6243-28FF43C0EF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2750" y="368776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61" name="Oval 1264">
              <a:extLst>
                <a:ext uri="{FF2B5EF4-FFF2-40B4-BE49-F238E27FC236}">
                  <a16:creationId xmlns:a16="http://schemas.microsoft.com/office/drawing/2014/main" id="{D845AD4B-CD7F-C4A0-D0A0-78F9C8881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250" y="3943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62" name="Oval 1265">
              <a:extLst>
                <a:ext uri="{FF2B5EF4-FFF2-40B4-BE49-F238E27FC236}">
                  <a16:creationId xmlns:a16="http://schemas.microsoft.com/office/drawing/2014/main" id="{53B81DAA-FF11-3D7F-6DB8-F4EFDB8D4F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5675" y="41783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63" name="Oval 1266">
              <a:extLst>
                <a:ext uri="{FF2B5EF4-FFF2-40B4-BE49-F238E27FC236}">
                  <a16:creationId xmlns:a16="http://schemas.microsoft.com/office/drawing/2014/main" id="{B0FFBEBE-9A64-508A-09AA-07E7100E1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300" y="4457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64" name="Oval 1267">
              <a:extLst>
                <a:ext uri="{FF2B5EF4-FFF2-40B4-BE49-F238E27FC236}">
                  <a16:creationId xmlns:a16="http://schemas.microsoft.com/office/drawing/2014/main" id="{C0D9CBAD-98C7-3B73-5D71-3666A7BC2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3175" y="47561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65" name="Oval 1268">
              <a:extLst>
                <a:ext uri="{FF2B5EF4-FFF2-40B4-BE49-F238E27FC236}">
                  <a16:creationId xmlns:a16="http://schemas.microsoft.com/office/drawing/2014/main" id="{8E6ED1AE-CDE8-A7A9-E51A-879F18F48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3825" y="4873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66" name="Oval 1269">
              <a:extLst>
                <a:ext uri="{FF2B5EF4-FFF2-40B4-BE49-F238E27FC236}">
                  <a16:creationId xmlns:a16="http://schemas.microsoft.com/office/drawing/2014/main" id="{624FFD1A-4A79-985B-E510-8C0BC8610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8600" y="4910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67" name="Oval 1270">
              <a:extLst>
                <a:ext uri="{FF2B5EF4-FFF2-40B4-BE49-F238E27FC236}">
                  <a16:creationId xmlns:a16="http://schemas.microsoft.com/office/drawing/2014/main" id="{51B7D2A4-843F-2829-0465-E18B9D2B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0675" y="4976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68" name="Oval 1271">
              <a:extLst>
                <a:ext uri="{FF2B5EF4-FFF2-40B4-BE49-F238E27FC236}">
                  <a16:creationId xmlns:a16="http://schemas.microsoft.com/office/drawing/2014/main" id="{FBB7DFE0-4746-DBB2-97EF-D554F73C7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3225" y="5029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69" name="Oval 1272">
              <a:extLst>
                <a:ext uri="{FF2B5EF4-FFF2-40B4-BE49-F238E27FC236}">
                  <a16:creationId xmlns:a16="http://schemas.microsoft.com/office/drawing/2014/main" id="{5060BC63-CB0C-FAB9-D0AF-CEB5B6108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9425" y="5140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70" name="Oval 1273">
              <a:extLst>
                <a:ext uri="{FF2B5EF4-FFF2-40B4-BE49-F238E27FC236}">
                  <a16:creationId xmlns:a16="http://schemas.microsoft.com/office/drawing/2014/main" id="{96235635-8F9A-2A26-6DAE-F9EE1CE9B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532288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71" name="Oval 1274">
              <a:extLst>
                <a:ext uri="{FF2B5EF4-FFF2-40B4-BE49-F238E27FC236}">
                  <a16:creationId xmlns:a16="http://schemas.microsoft.com/office/drawing/2014/main" id="{5C24F729-78CC-60B8-5BE9-6E8F61CA9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9600" y="5375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72" name="Oval 1275">
              <a:extLst>
                <a:ext uri="{FF2B5EF4-FFF2-40B4-BE49-F238E27FC236}">
                  <a16:creationId xmlns:a16="http://schemas.microsoft.com/office/drawing/2014/main" id="{BCBBBF92-56E8-B2E7-1F86-A58942346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8338" y="5370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73" name="Oval 1276">
              <a:extLst>
                <a:ext uri="{FF2B5EF4-FFF2-40B4-BE49-F238E27FC236}">
                  <a16:creationId xmlns:a16="http://schemas.microsoft.com/office/drawing/2014/main" id="{49B324E8-3989-1BA1-96C0-0FF8D575B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2313" y="5424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74" name="Oval 1277">
              <a:extLst>
                <a:ext uri="{FF2B5EF4-FFF2-40B4-BE49-F238E27FC236}">
                  <a16:creationId xmlns:a16="http://schemas.microsoft.com/office/drawing/2014/main" id="{0292F4EA-34EF-6F97-C0CB-B05D31473F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3113" y="5545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75" name="Oval 1278">
              <a:extLst>
                <a:ext uri="{FF2B5EF4-FFF2-40B4-BE49-F238E27FC236}">
                  <a16:creationId xmlns:a16="http://schemas.microsoft.com/office/drawing/2014/main" id="{207B78CE-6E38-E601-9071-3CDAFF7D1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8" y="564991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76" name="Oval 1279">
              <a:extLst>
                <a:ext uri="{FF2B5EF4-FFF2-40B4-BE49-F238E27FC236}">
                  <a16:creationId xmlns:a16="http://schemas.microsoft.com/office/drawing/2014/main" id="{4479C2C0-0E63-EA53-5E96-BE9A11803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8" y="5659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77" name="Oval 1280">
              <a:extLst>
                <a:ext uri="{FF2B5EF4-FFF2-40B4-BE49-F238E27FC236}">
                  <a16:creationId xmlns:a16="http://schemas.microsoft.com/office/drawing/2014/main" id="{0276FC3B-F317-A30F-49E6-2A83D9BAE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6463" y="55975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78" name="Oval 1281">
              <a:extLst>
                <a:ext uri="{FF2B5EF4-FFF2-40B4-BE49-F238E27FC236}">
                  <a16:creationId xmlns:a16="http://schemas.microsoft.com/office/drawing/2014/main" id="{84956CD7-AF3F-B156-5C6E-B4E8E882F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7738" y="5622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79" name="Oval 1282">
              <a:extLst>
                <a:ext uri="{FF2B5EF4-FFF2-40B4-BE49-F238E27FC236}">
                  <a16:creationId xmlns:a16="http://schemas.microsoft.com/office/drawing/2014/main" id="{0E75C9EB-2789-EC73-208A-3DBF568BFA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5838" y="5762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80" name="Oval 1283">
              <a:extLst>
                <a:ext uri="{FF2B5EF4-FFF2-40B4-BE49-F238E27FC236}">
                  <a16:creationId xmlns:a16="http://schemas.microsoft.com/office/drawing/2014/main" id="{9B3304DF-0147-9641-A20C-6682E0CB9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2350" y="5822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81" name="Oval 1284">
              <a:extLst>
                <a:ext uri="{FF2B5EF4-FFF2-40B4-BE49-F238E27FC236}">
                  <a16:creationId xmlns:a16="http://schemas.microsoft.com/office/drawing/2014/main" id="{C37B932D-D31F-3637-9482-5B2013C9EF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8238" y="3165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82" name="Oval 1285">
              <a:extLst>
                <a:ext uri="{FF2B5EF4-FFF2-40B4-BE49-F238E27FC236}">
                  <a16:creationId xmlns:a16="http://schemas.microsoft.com/office/drawing/2014/main" id="{E04AB705-6FC9-C5BA-F471-C8F5E803C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1288" y="3370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83" name="Oval 1286">
              <a:extLst>
                <a:ext uri="{FF2B5EF4-FFF2-40B4-BE49-F238E27FC236}">
                  <a16:creationId xmlns:a16="http://schemas.microsoft.com/office/drawing/2014/main" id="{86C5B4AA-E80A-2BBE-DF54-28F178D37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0063" y="38036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84" name="Oval 1287">
              <a:extLst>
                <a:ext uri="{FF2B5EF4-FFF2-40B4-BE49-F238E27FC236}">
                  <a16:creationId xmlns:a16="http://schemas.microsoft.com/office/drawing/2014/main" id="{2FCA0193-7A90-A757-1F33-2372C529C8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1525" y="4098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85" name="Oval 1288">
              <a:extLst>
                <a:ext uri="{FF2B5EF4-FFF2-40B4-BE49-F238E27FC236}">
                  <a16:creationId xmlns:a16="http://schemas.microsoft.com/office/drawing/2014/main" id="{BAF8AB23-01F6-8DA1-B07A-BF713814C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9488" y="4281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86" name="Oval 1290">
              <a:extLst>
                <a:ext uri="{FF2B5EF4-FFF2-40B4-BE49-F238E27FC236}">
                  <a16:creationId xmlns:a16="http://schemas.microsoft.com/office/drawing/2014/main" id="{808E3A2B-3120-178D-8916-E6D9DC12CA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6175" y="4497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87" name="Oval 1291">
              <a:extLst>
                <a:ext uri="{FF2B5EF4-FFF2-40B4-BE49-F238E27FC236}">
                  <a16:creationId xmlns:a16="http://schemas.microsoft.com/office/drawing/2014/main" id="{F6216F4B-C7D6-B4D2-4729-F1289661D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4287" y="4754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88" name="Oval 1292">
              <a:extLst>
                <a:ext uri="{FF2B5EF4-FFF2-40B4-BE49-F238E27FC236}">
                  <a16:creationId xmlns:a16="http://schemas.microsoft.com/office/drawing/2014/main" id="{A5B1C09E-8235-5A8C-14F9-2022B6A888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1762" y="4873626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89" name="Oval 1293">
              <a:extLst>
                <a:ext uri="{FF2B5EF4-FFF2-40B4-BE49-F238E27FC236}">
                  <a16:creationId xmlns:a16="http://schemas.microsoft.com/office/drawing/2014/main" id="{104DAF2B-2DEC-86F6-8A9B-F656C7524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4950" y="4929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90" name="Oval 1294">
              <a:extLst>
                <a:ext uri="{FF2B5EF4-FFF2-40B4-BE49-F238E27FC236}">
                  <a16:creationId xmlns:a16="http://schemas.microsoft.com/office/drawing/2014/main" id="{1FC876C9-8663-0D82-5FDE-A64CC210E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5437" y="4981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91" name="Oval 1295">
              <a:extLst>
                <a:ext uri="{FF2B5EF4-FFF2-40B4-BE49-F238E27FC236}">
                  <a16:creationId xmlns:a16="http://schemas.microsoft.com/office/drawing/2014/main" id="{4DDF7430-4D44-0CF2-DA5B-4864B149D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7987" y="50577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92" name="Oval 1296">
              <a:extLst>
                <a:ext uri="{FF2B5EF4-FFF2-40B4-BE49-F238E27FC236}">
                  <a16:creationId xmlns:a16="http://schemas.microsoft.com/office/drawing/2014/main" id="{3DD60800-00AF-CCD4-4A19-F70F3FB46D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2600" y="5168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93" name="Oval 1297">
              <a:extLst>
                <a:ext uri="{FF2B5EF4-FFF2-40B4-BE49-F238E27FC236}">
                  <a16:creationId xmlns:a16="http://schemas.microsoft.com/office/drawing/2014/main" id="{74F4874A-22C2-708F-F602-2932FA4F1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9275" y="53467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94" name="Oval 1298">
              <a:extLst>
                <a:ext uri="{FF2B5EF4-FFF2-40B4-BE49-F238E27FC236}">
                  <a16:creationId xmlns:a16="http://schemas.microsoft.com/office/drawing/2014/main" id="{4ED8313E-1839-0F8B-8DA4-3C1F0B3C1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1187" y="5349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95" name="Oval 1299">
              <a:extLst>
                <a:ext uri="{FF2B5EF4-FFF2-40B4-BE49-F238E27FC236}">
                  <a16:creationId xmlns:a16="http://schemas.microsoft.com/office/drawing/2014/main" id="{9D88C1D0-C380-F78E-D013-6D1BEC682C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9925" y="5383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96" name="Oval 1300">
              <a:extLst>
                <a:ext uri="{FF2B5EF4-FFF2-40B4-BE49-F238E27FC236}">
                  <a16:creationId xmlns:a16="http://schemas.microsoft.com/office/drawing/2014/main" id="{7D3941F4-72AC-B055-8354-51F060ACC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3900" y="5446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97" name="Oval 1301">
              <a:extLst>
                <a:ext uri="{FF2B5EF4-FFF2-40B4-BE49-F238E27FC236}">
                  <a16:creationId xmlns:a16="http://schemas.microsoft.com/office/drawing/2014/main" id="{16AC50D8-33D6-ED2A-0496-8AD339E9C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3112" y="556418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98" name="Oval 1302">
              <a:extLst>
                <a:ext uri="{FF2B5EF4-FFF2-40B4-BE49-F238E27FC236}">
                  <a16:creationId xmlns:a16="http://schemas.microsoft.com/office/drawing/2014/main" id="{18C5F58F-33FD-7B63-59F5-51FA67432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7" y="5688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99" name="Oval 1303">
              <a:extLst>
                <a:ext uri="{FF2B5EF4-FFF2-40B4-BE49-F238E27FC236}">
                  <a16:creationId xmlns:a16="http://schemas.microsoft.com/office/drawing/2014/main" id="{655473F1-50D4-68E5-F23D-DBC59678A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7" y="569753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00" name="Oval 1304">
              <a:extLst>
                <a:ext uri="{FF2B5EF4-FFF2-40B4-BE49-F238E27FC236}">
                  <a16:creationId xmlns:a16="http://schemas.microsoft.com/office/drawing/2014/main" id="{3C86BF35-186C-A6DE-F34B-C9FC425E5C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8050" y="5637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01" name="Oval 1305">
              <a:extLst>
                <a:ext uri="{FF2B5EF4-FFF2-40B4-BE49-F238E27FC236}">
                  <a16:creationId xmlns:a16="http://schemas.microsoft.com/office/drawing/2014/main" id="{552E1F5C-877C-5181-CE69-7513A3BC19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7737" y="5637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02" name="Oval 1306">
              <a:extLst>
                <a:ext uri="{FF2B5EF4-FFF2-40B4-BE49-F238E27FC236}">
                  <a16:creationId xmlns:a16="http://schemas.microsoft.com/office/drawing/2014/main" id="{462CE48B-48E4-7C74-AAD0-B7688FD51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5837" y="5778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03" name="Oval 1307">
              <a:extLst>
                <a:ext uri="{FF2B5EF4-FFF2-40B4-BE49-F238E27FC236}">
                  <a16:creationId xmlns:a16="http://schemas.microsoft.com/office/drawing/2014/main" id="{8A407474-02AB-5D9E-AEA7-63EE64AF4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2750" y="3392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04" name="Oval 1308">
              <a:extLst>
                <a:ext uri="{FF2B5EF4-FFF2-40B4-BE49-F238E27FC236}">
                  <a16:creationId xmlns:a16="http://schemas.microsoft.com/office/drawing/2014/main" id="{19092943-B2CE-B2CF-546B-8B903BE2A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0062" y="3570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05" name="Oval 1309">
              <a:extLst>
                <a:ext uri="{FF2B5EF4-FFF2-40B4-BE49-F238E27FC236}">
                  <a16:creationId xmlns:a16="http://schemas.microsoft.com/office/drawing/2014/main" id="{1D033472-BED3-1DC7-FAEA-C8F251A45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4212" y="3948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06" name="Oval 1310">
              <a:extLst>
                <a:ext uri="{FF2B5EF4-FFF2-40B4-BE49-F238E27FC236}">
                  <a16:creationId xmlns:a16="http://schemas.microsoft.com/office/drawing/2014/main" id="{643EECDC-AA34-1CED-2FE5-17FA08FBE1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4712" y="4248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07" name="Oval 1311">
              <a:extLst>
                <a:ext uri="{FF2B5EF4-FFF2-40B4-BE49-F238E27FC236}">
                  <a16:creationId xmlns:a16="http://schemas.microsoft.com/office/drawing/2014/main" id="{F2544C8A-1384-4DE9-FC41-B9A4E6F231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2987" y="4446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08" name="Oval 1312">
              <a:extLst>
                <a:ext uri="{FF2B5EF4-FFF2-40B4-BE49-F238E27FC236}">
                  <a16:creationId xmlns:a16="http://schemas.microsoft.com/office/drawing/2014/main" id="{9A9C50F4-B517-DA73-E6C8-35D6141691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037" y="4565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09" name="Oval 1313">
              <a:extLst>
                <a:ext uri="{FF2B5EF4-FFF2-40B4-BE49-F238E27FC236}">
                  <a16:creationId xmlns:a16="http://schemas.microsoft.com/office/drawing/2014/main" id="{CECA36A5-FB44-D977-484D-4C6D1E57D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4450" y="4765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10" name="Oval 1314">
              <a:extLst>
                <a:ext uri="{FF2B5EF4-FFF2-40B4-BE49-F238E27FC236}">
                  <a16:creationId xmlns:a16="http://schemas.microsoft.com/office/drawing/2014/main" id="{1E3D575F-83FE-D217-6BF3-85132BF18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5575" y="4868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11" name="Oval 1315">
              <a:extLst>
                <a:ext uri="{FF2B5EF4-FFF2-40B4-BE49-F238E27FC236}">
                  <a16:creationId xmlns:a16="http://schemas.microsoft.com/office/drawing/2014/main" id="{8EA1C5B1-9F27-739A-71B3-CC60D4153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2412" y="4903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12" name="Oval 1316">
              <a:extLst>
                <a:ext uri="{FF2B5EF4-FFF2-40B4-BE49-F238E27FC236}">
                  <a16:creationId xmlns:a16="http://schemas.microsoft.com/office/drawing/2014/main" id="{44842004-0A7F-F448-AAD7-4D728BBFC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9725" y="50038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13" name="Oval 1317">
              <a:extLst>
                <a:ext uri="{FF2B5EF4-FFF2-40B4-BE49-F238E27FC236}">
                  <a16:creationId xmlns:a16="http://schemas.microsoft.com/office/drawing/2014/main" id="{605DBA82-D93F-CC7D-1194-8EA9C0260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9100" y="5126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14" name="Oval 1318">
              <a:extLst>
                <a:ext uri="{FF2B5EF4-FFF2-40B4-BE49-F238E27FC236}">
                  <a16:creationId xmlns:a16="http://schemas.microsoft.com/office/drawing/2014/main" id="{FA21AA50-2A94-D38B-DECB-E9839EA36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2125" y="5222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15" name="Oval 1319">
              <a:extLst>
                <a:ext uri="{FF2B5EF4-FFF2-40B4-BE49-F238E27FC236}">
                  <a16:creationId xmlns:a16="http://schemas.microsoft.com/office/drawing/2014/main" id="{24D60AEC-E8FF-589C-2490-9D7F178C5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7212" y="5362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16" name="Oval 1320">
              <a:extLst>
                <a:ext uri="{FF2B5EF4-FFF2-40B4-BE49-F238E27FC236}">
                  <a16:creationId xmlns:a16="http://schemas.microsoft.com/office/drawing/2014/main" id="{79AD5B8B-037D-4B35-09A1-65CDF63DA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9125" y="5367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17" name="Oval 1321">
              <a:extLst>
                <a:ext uri="{FF2B5EF4-FFF2-40B4-BE49-F238E27FC236}">
                  <a16:creationId xmlns:a16="http://schemas.microsoft.com/office/drawing/2014/main" id="{E0CD84EA-0F78-3AB0-B59C-F6C3A8A2B1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6275" y="5465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18" name="Oval 1322">
              <a:extLst>
                <a:ext uri="{FF2B5EF4-FFF2-40B4-BE49-F238E27FC236}">
                  <a16:creationId xmlns:a16="http://schemas.microsoft.com/office/drawing/2014/main" id="{C7027F18-433F-7C68-6668-86E43029E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662" y="5549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19" name="Oval 1323">
              <a:extLst>
                <a:ext uri="{FF2B5EF4-FFF2-40B4-BE49-F238E27FC236}">
                  <a16:creationId xmlns:a16="http://schemas.microsoft.com/office/drawing/2014/main" id="{913AE3C7-F0BF-2CC9-C689-60AFEC5B67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7875" y="5602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20" name="Oval 1324">
              <a:extLst>
                <a:ext uri="{FF2B5EF4-FFF2-40B4-BE49-F238E27FC236}">
                  <a16:creationId xmlns:a16="http://schemas.microsoft.com/office/drawing/2014/main" id="{3ACA2B0D-7E4B-383A-0856-1A3493348E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5500" y="5691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21" name="Oval 1325">
              <a:extLst>
                <a:ext uri="{FF2B5EF4-FFF2-40B4-BE49-F238E27FC236}">
                  <a16:creationId xmlns:a16="http://schemas.microsoft.com/office/drawing/2014/main" id="{20951AED-5FBE-A606-EB4F-32740ADEE7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9950" y="57213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22" name="Oval 1326">
              <a:extLst>
                <a:ext uri="{FF2B5EF4-FFF2-40B4-BE49-F238E27FC236}">
                  <a16:creationId xmlns:a16="http://schemas.microsoft.com/office/drawing/2014/main" id="{EAEA319F-2ED1-9591-0E31-8A2CECCF0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1225" y="5715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23" name="Oval 1327">
              <a:extLst>
                <a:ext uri="{FF2B5EF4-FFF2-40B4-BE49-F238E27FC236}">
                  <a16:creationId xmlns:a16="http://schemas.microsoft.com/office/drawing/2014/main" id="{4DEF9F00-75CA-AF7A-6E9A-26ADB1EF2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40912" y="5691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24" name="Oval 1328">
              <a:extLst>
                <a:ext uri="{FF2B5EF4-FFF2-40B4-BE49-F238E27FC236}">
                  <a16:creationId xmlns:a16="http://schemas.microsoft.com/office/drawing/2014/main" id="{60142271-15FD-CF73-DB9D-E1AA315571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9012" y="5792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25" name="Oval 1329">
              <a:extLst>
                <a:ext uri="{FF2B5EF4-FFF2-40B4-BE49-F238E27FC236}">
                  <a16:creationId xmlns:a16="http://schemas.microsoft.com/office/drawing/2014/main" id="{D21A44E7-6C0B-BCBE-AFC9-6B7B3A059D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250" y="3743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26" name="Oval 1330">
              <a:extLst>
                <a:ext uri="{FF2B5EF4-FFF2-40B4-BE49-F238E27FC236}">
                  <a16:creationId xmlns:a16="http://schemas.microsoft.com/office/drawing/2014/main" id="{64FF7575-73DE-C92B-D06F-F505E481E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1525" y="38338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27" name="Oval 1331">
              <a:extLst>
                <a:ext uri="{FF2B5EF4-FFF2-40B4-BE49-F238E27FC236}">
                  <a16:creationId xmlns:a16="http://schemas.microsoft.com/office/drawing/2014/main" id="{A7FD41D9-AFB0-4716-DE18-2E1BE9E6E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4712" y="4014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28" name="Oval 1332">
              <a:extLst>
                <a:ext uri="{FF2B5EF4-FFF2-40B4-BE49-F238E27FC236}">
                  <a16:creationId xmlns:a16="http://schemas.microsoft.com/office/drawing/2014/main" id="{B704661A-00F5-0A6C-90DC-7EB64A5D3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21712" y="4284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29" name="Oval 1333">
              <a:extLst>
                <a:ext uri="{FF2B5EF4-FFF2-40B4-BE49-F238E27FC236}">
                  <a16:creationId xmlns:a16="http://schemas.microsoft.com/office/drawing/2014/main" id="{D806A67E-CF7E-A5EE-BCF7-F979D5885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300" y="4535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30" name="Oval 1334">
              <a:extLst>
                <a:ext uri="{FF2B5EF4-FFF2-40B4-BE49-F238E27FC236}">
                  <a16:creationId xmlns:a16="http://schemas.microsoft.com/office/drawing/2014/main" id="{E310E9BE-E229-576E-AF96-5769A2652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0950" y="4654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31" name="Oval 1335">
              <a:extLst>
                <a:ext uri="{FF2B5EF4-FFF2-40B4-BE49-F238E27FC236}">
                  <a16:creationId xmlns:a16="http://schemas.microsoft.com/office/drawing/2014/main" id="{05E3EA88-2A04-08AF-A184-8F50BD9C3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0487" y="4829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32" name="Oval 1336">
              <a:extLst>
                <a:ext uri="{FF2B5EF4-FFF2-40B4-BE49-F238E27FC236}">
                  <a16:creationId xmlns:a16="http://schemas.microsoft.com/office/drawing/2014/main" id="{8112A839-59A6-DADE-22ED-34AA416EA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80500" y="4887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33" name="Oval 1337">
              <a:extLst>
                <a:ext uri="{FF2B5EF4-FFF2-40B4-BE49-F238E27FC236}">
                  <a16:creationId xmlns:a16="http://schemas.microsoft.com/office/drawing/2014/main" id="{F69DD0A8-16B5-5BAA-7765-5D9E17B1F2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0987" y="49307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34" name="Oval 1338">
              <a:extLst>
                <a:ext uri="{FF2B5EF4-FFF2-40B4-BE49-F238E27FC236}">
                  <a16:creationId xmlns:a16="http://schemas.microsoft.com/office/drawing/2014/main" id="{A215B8BD-31F0-B80F-5ED1-CAE278833C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3537" y="5072063"/>
              <a:ext cx="11112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35" name="Oval 1339">
              <a:extLst>
                <a:ext uri="{FF2B5EF4-FFF2-40B4-BE49-F238E27FC236}">
                  <a16:creationId xmlns:a16="http://schemas.microsoft.com/office/drawing/2014/main" id="{6A868A5C-6ED8-F67D-4854-438BD504D0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8150" y="5202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36" name="Oval 1340">
              <a:extLst>
                <a:ext uri="{FF2B5EF4-FFF2-40B4-BE49-F238E27FC236}">
                  <a16:creationId xmlns:a16="http://schemas.microsoft.com/office/drawing/2014/main" id="{52183B81-B7C4-DBCD-A561-FDC010966A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6412" y="53086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37" name="Oval 1341">
              <a:extLst>
                <a:ext uri="{FF2B5EF4-FFF2-40B4-BE49-F238E27FC236}">
                  <a16:creationId xmlns:a16="http://schemas.microsoft.com/office/drawing/2014/main" id="{552F9FFE-CD53-1C41-2332-6C6671EE0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9912" y="5438776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38" name="Oval 1342">
              <a:extLst>
                <a:ext uri="{FF2B5EF4-FFF2-40B4-BE49-F238E27FC236}">
                  <a16:creationId xmlns:a16="http://schemas.microsoft.com/office/drawing/2014/main" id="{13DF4E38-24DB-B1A0-D119-8F331C656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0237" y="5419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39" name="Oval 1343">
              <a:extLst>
                <a:ext uri="{FF2B5EF4-FFF2-40B4-BE49-F238E27FC236}">
                  <a16:creationId xmlns:a16="http://schemas.microsoft.com/office/drawing/2014/main" id="{3FD50D38-EDD4-FFB2-068B-B3D7D2FA7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5800" y="5540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0" name="Oval 1344">
              <a:extLst>
                <a:ext uri="{FF2B5EF4-FFF2-40B4-BE49-F238E27FC236}">
                  <a16:creationId xmlns:a16="http://schemas.microsoft.com/office/drawing/2014/main" id="{95A5D131-E903-7297-BF33-36BD32EFB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6600" y="5613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1" name="Oval 1345">
              <a:extLst>
                <a:ext uri="{FF2B5EF4-FFF2-40B4-BE49-F238E27FC236}">
                  <a16:creationId xmlns:a16="http://schemas.microsoft.com/office/drawing/2014/main" id="{554A733A-9131-BB01-4485-48D1C379B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5812" y="5656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2" name="Oval 1346">
              <a:extLst>
                <a:ext uri="{FF2B5EF4-FFF2-40B4-BE49-F238E27FC236}">
                  <a16:creationId xmlns:a16="http://schemas.microsoft.com/office/drawing/2014/main" id="{17B3C317-F367-6DB7-071E-23B4E6EDB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1850" y="5719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3" name="Oval 1347">
              <a:extLst>
                <a:ext uri="{FF2B5EF4-FFF2-40B4-BE49-F238E27FC236}">
                  <a16:creationId xmlns:a16="http://schemas.microsoft.com/office/drawing/2014/main" id="{1ABCDFBB-E6AA-D263-3D0B-2B626BC552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4712" y="574198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4" name="Oval 1348">
              <a:extLst>
                <a:ext uri="{FF2B5EF4-FFF2-40B4-BE49-F238E27FC236}">
                  <a16:creationId xmlns:a16="http://schemas.microsoft.com/office/drawing/2014/main" id="{08D1F183-6EB8-9E02-1893-9C4B1F430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7575" y="574516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5" name="Oval 1349">
              <a:extLst>
                <a:ext uri="{FF2B5EF4-FFF2-40B4-BE49-F238E27FC236}">
                  <a16:creationId xmlns:a16="http://schemas.microsoft.com/office/drawing/2014/main" id="{375843A1-EA98-36FE-8B2D-A175183AA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45675" y="5768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6" name="Oval 1350">
              <a:extLst>
                <a:ext uri="{FF2B5EF4-FFF2-40B4-BE49-F238E27FC236}">
                  <a16:creationId xmlns:a16="http://schemas.microsoft.com/office/drawing/2014/main" id="{7B73CE0D-49CA-4EC7-02E2-2784ACF91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5675" y="39084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7" name="Oval 1351">
              <a:extLst>
                <a:ext uri="{FF2B5EF4-FFF2-40B4-BE49-F238E27FC236}">
                  <a16:creationId xmlns:a16="http://schemas.microsoft.com/office/drawing/2014/main" id="{14AA605C-66BD-1206-2314-3C819CE67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9487" y="400050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8" name="Oval 1352">
              <a:extLst>
                <a:ext uri="{FF2B5EF4-FFF2-40B4-BE49-F238E27FC236}">
                  <a16:creationId xmlns:a16="http://schemas.microsoft.com/office/drawing/2014/main" id="{8DA7CD3B-3D9A-C552-379A-64FE0E8CB0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2987" y="4130676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49" name="Oval 1353">
              <a:extLst>
                <a:ext uri="{FF2B5EF4-FFF2-40B4-BE49-F238E27FC236}">
                  <a16:creationId xmlns:a16="http://schemas.microsoft.com/office/drawing/2014/main" id="{6157C4C3-475F-1D4B-F02D-FFB1718BC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300" y="4346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0" name="Oval 1354">
              <a:extLst>
                <a:ext uri="{FF2B5EF4-FFF2-40B4-BE49-F238E27FC236}">
                  <a16:creationId xmlns:a16="http://schemas.microsoft.com/office/drawing/2014/main" id="{D348A765-196E-AFD3-C73E-17808C85DA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7137" y="46037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1" name="Oval 1355">
              <a:extLst>
                <a:ext uri="{FF2B5EF4-FFF2-40B4-BE49-F238E27FC236}">
                  <a16:creationId xmlns:a16="http://schemas.microsoft.com/office/drawing/2014/main" id="{E7C00E45-0D37-2D7D-05BF-4D3B8E9AD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3975" y="4752976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2" name="Oval 1356">
              <a:extLst>
                <a:ext uri="{FF2B5EF4-FFF2-40B4-BE49-F238E27FC236}">
                  <a16:creationId xmlns:a16="http://schemas.microsoft.com/office/drawing/2014/main" id="{B3F96F07-6F52-C310-50C8-8129C0FF4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7637" y="4851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3" name="Oval 1357">
              <a:extLst>
                <a:ext uri="{FF2B5EF4-FFF2-40B4-BE49-F238E27FC236}">
                  <a16:creationId xmlns:a16="http://schemas.microsoft.com/office/drawing/2014/main" id="{A6A32118-593F-3D8A-404C-CA3544977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4950" y="4889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4" name="Oval 1358">
              <a:extLst>
                <a:ext uri="{FF2B5EF4-FFF2-40B4-BE49-F238E27FC236}">
                  <a16:creationId xmlns:a16="http://schemas.microsoft.com/office/drawing/2014/main" id="{EE2DB825-A2DD-10A0-CB85-A06C35C0E6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5912" y="4987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5" name="Oval 1359">
              <a:extLst>
                <a:ext uri="{FF2B5EF4-FFF2-40B4-BE49-F238E27FC236}">
                  <a16:creationId xmlns:a16="http://schemas.microsoft.com/office/drawing/2014/main" id="{80D8277C-6F11-FB26-C89A-866F2ECF4C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2112" y="5133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6" name="Oval 1360">
              <a:extLst>
                <a:ext uri="{FF2B5EF4-FFF2-40B4-BE49-F238E27FC236}">
                  <a16:creationId xmlns:a16="http://schemas.microsoft.com/office/drawing/2014/main" id="{432E3962-FAAC-66FF-8B50-E94C2C4D11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1962" y="5248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7" name="Oval 1361">
              <a:extLst>
                <a:ext uri="{FF2B5EF4-FFF2-40B4-BE49-F238E27FC236}">
                  <a16:creationId xmlns:a16="http://schemas.microsoft.com/office/drawing/2014/main" id="{91E10D20-B31C-8553-07F3-E596A50A6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7050" y="5326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8" name="Oval 1362">
              <a:extLst>
                <a:ext uri="{FF2B5EF4-FFF2-40B4-BE49-F238E27FC236}">
                  <a16:creationId xmlns:a16="http://schemas.microsoft.com/office/drawing/2014/main" id="{74EC2FA9-035B-94E3-2FCB-D468ED4E2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8962" y="5426076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59" name="Oval 1363">
              <a:extLst>
                <a:ext uri="{FF2B5EF4-FFF2-40B4-BE49-F238E27FC236}">
                  <a16:creationId xmlns:a16="http://schemas.microsoft.com/office/drawing/2014/main" id="{2DA8C7D3-7990-07DB-E2DB-911810DA4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525" y="5465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0" name="Oval 1364">
              <a:extLst>
                <a:ext uri="{FF2B5EF4-FFF2-40B4-BE49-F238E27FC236}">
                  <a16:creationId xmlns:a16="http://schemas.microsoft.com/office/drawing/2014/main" id="{A275D041-D6BB-C843-DB1A-045D34AD6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8500" y="5575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1" name="Oval 1365">
              <a:extLst>
                <a:ext uri="{FF2B5EF4-FFF2-40B4-BE49-F238E27FC236}">
                  <a16:creationId xmlns:a16="http://schemas.microsoft.com/office/drawing/2014/main" id="{3C4FE522-1918-F79C-1725-BDD5F9127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9300" y="5673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2" name="Oval 1366">
              <a:extLst>
                <a:ext uri="{FF2B5EF4-FFF2-40B4-BE49-F238E27FC236}">
                  <a16:creationId xmlns:a16="http://schemas.microsoft.com/office/drawing/2014/main" id="{5F546FAA-C518-3370-CE3B-A2B8728AB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6925" y="5700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3" name="Oval 1367">
              <a:extLst>
                <a:ext uri="{FF2B5EF4-FFF2-40B4-BE49-F238E27FC236}">
                  <a16:creationId xmlns:a16="http://schemas.microsoft.com/office/drawing/2014/main" id="{A6DF3EAF-7346-B34E-0677-A2D89C554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1375" y="5754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4" name="Oval 1368">
              <a:extLst>
                <a:ext uri="{FF2B5EF4-FFF2-40B4-BE49-F238E27FC236}">
                  <a16:creationId xmlns:a16="http://schemas.microsoft.com/office/drawing/2014/main" id="{FF7B1E7F-4042-0516-5557-081EDC7DF2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4237" y="5776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5" name="Oval 1369">
              <a:extLst>
                <a:ext uri="{FF2B5EF4-FFF2-40B4-BE49-F238E27FC236}">
                  <a16:creationId xmlns:a16="http://schemas.microsoft.com/office/drawing/2014/main" id="{EE9173C3-1CC4-A519-21F5-320BA3338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13925" y="5781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6" name="Oval 1370">
              <a:extLst>
                <a:ext uri="{FF2B5EF4-FFF2-40B4-BE49-F238E27FC236}">
                  <a16:creationId xmlns:a16="http://schemas.microsoft.com/office/drawing/2014/main" id="{E5B1A458-1039-2F5A-BFA1-8634BBEA3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52025" y="579278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7" name="Oval 1371">
              <a:extLst>
                <a:ext uri="{FF2B5EF4-FFF2-40B4-BE49-F238E27FC236}">
                  <a16:creationId xmlns:a16="http://schemas.microsoft.com/office/drawing/2014/main" id="{B24223CD-02B6-AE5A-8B85-685A3934E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300" y="40878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8" name="Oval 1372">
              <a:extLst>
                <a:ext uri="{FF2B5EF4-FFF2-40B4-BE49-F238E27FC236}">
                  <a16:creationId xmlns:a16="http://schemas.microsoft.com/office/drawing/2014/main" id="{24993C2C-577A-E37C-3F7C-AC9A1B150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6175" y="4243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69" name="Oval 1373">
              <a:extLst>
                <a:ext uri="{FF2B5EF4-FFF2-40B4-BE49-F238E27FC236}">
                  <a16:creationId xmlns:a16="http://schemas.microsoft.com/office/drawing/2014/main" id="{DA79D0D9-E334-7DAF-83BB-D17555C07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037" y="4360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70" name="Oval 1374">
              <a:extLst>
                <a:ext uri="{FF2B5EF4-FFF2-40B4-BE49-F238E27FC236}">
                  <a16:creationId xmlns:a16="http://schemas.microsoft.com/office/drawing/2014/main" id="{9CED358F-6385-DB93-DAAE-F0714D94E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0950" y="44767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71" name="Oval 1375">
              <a:extLst>
                <a:ext uri="{FF2B5EF4-FFF2-40B4-BE49-F238E27FC236}">
                  <a16:creationId xmlns:a16="http://schemas.microsoft.com/office/drawing/2014/main" id="{33CB017D-B560-1A91-424F-98D539FDC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3975" y="4681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72" name="Oval 1376">
              <a:extLst>
                <a:ext uri="{FF2B5EF4-FFF2-40B4-BE49-F238E27FC236}">
                  <a16:creationId xmlns:a16="http://schemas.microsoft.com/office/drawing/2014/main" id="{9EC256A2-0E75-488D-35FF-E575617C1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1762" y="4818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73" name="Oval 1377">
              <a:extLst>
                <a:ext uri="{FF2B5EF4-FFF2-40B4-BE49-F238E27FC236}">
                  <a16:creationId xmlns:a16="http://schemas.microsoft.com/office/drawing/2014/main" id="{954586B6-C712-1532-6C33-AA7990B03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9550" y="4875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74" name="Oval 1378">
              <a:extLst>
                <a:ext uri="{FF2B5EF4-FFF2-40B4-BE49-F238E27FC236}">
                  <a16:creationId xmlns:a16="http://schemas.microsoft.com/office/drawing/2014/main" id="{5B9048DE-40B7-229D-AA7A-D16C12E61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5750" y="4932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75" name="Oval 1379">
              <a:extLst>
                <a:ext uri="{FF2B5EF4-FFF2-40B4-BE49-F238E27FC236}">
                  <a16:creationId xmlns:a16="http://schemas.microsoft.com/office/drawing/2014/main" id="{B3FB8918-4374-1845-F30B-5E4CD102D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8775" y="5067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76" name="Oval 1380">
              <a:extLst>
                <a:ext uri="{FF2B5EF4-FFF2-40B4-BE49-F238E27FC236}">
                  <a16:creationId xmlns:a16="http://schemas.microsoft.com/office/drawing/2014/main" id="{B558066C-9E88-F380-AC73-A740E1061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7037" y="5216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77" name="Oval 1381">
              <a:extLst>
                <a:ext uri="{FF2B5EF4-FFF2-40B4-BE49-F238E27FC236}">
                  <a16:creationId xmlns:a16="http://schemas.microsoft.com/office/drawing/2014/main" id="{8D4436C4-D64D-0CBD-F05B-FB9B98E45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2125" y="5286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78" name="Oval 1382">
              <a:extLst>
                <a:ext uri="{FF2B5EF4-FFF2-40B4-BE49-F238E27FC236}">
                  <a16:creationId xmlns:a16="http://schemas.microsoft.com/office/drawing/2014/main" id="{53F21149-2BB4-4FE4-96CC-EF14CB2E3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2450" y="5310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79" name="Oval 1383">
              <a:extLst>
                <a:ext uri="{FF2B5EF4-FFF2-40B4-BE49-F238E27FC236}">
                  <a16:creationId xmlns:a16="http://schemas.microsoft.com/office/drawing/2014/main" id="{88414DFE-2AE4-EB3C-43D6-BC6647259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9600" y="5424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80" name="Oval 1384">
              <a:extLst>
                <a:ext uri="{FF2B5EF4-FFF2-40B4-BE49-F238E27FC236}">
                  <a16:creationId xmlns:a16="http://schemas.microsoft.com/office/drawing/2014/main" id="{DC023397-F7F5-9225-E389-02EC1A25E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3575" y="5502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81" name="Oval 1385">
              <a:extLst>
                <a:ext uri="{FF2B5EF4-FFF2-40B4-BE49-F238E27FC236}">
                  <a16:creationId xmlns:a16="http://schemas.microsoft.com/office/drawing/2014/main" id="{A097EA61-D776-FB79-43C7-3F3D2E3C9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4375" y="5602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82" name="Oval 1386">
              <a:extLst>
                <a:ext uri="{FF2B5EF4-FFF2-40B4-BE49-F238E27FC236}">
                  <a16:creationId xmlns:a16="http://schemas.microsoft.com/office/drawing/2014/main" id="{7971D464-8A90-B2BF-EF50-41AA9AC18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53587" y="5722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83" name="Oval 1387">
              <a:extLst>
                <a:ext uri="{FF2B5EF4-FFF2-40B4-BE49-F238E27FC236}">
                  <a16:creationId xmlns:a16="http://schemas.microsoft.com/office/drawing/2014/main" id="{2749D674-320E-DA71-76B6-7E7A0B459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9625" y="569436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84" name="Oval 1388">
              <a:extLst>
                <a:ext uri="{FF2B5EF4-FFF2-40B4-BE49-F238E27FC236}">
                  <a16:creationId xmlns:a16="http://schemas.microsoft.com/office/drawing/2014/main" id="{ADB39A71-8676-5958-723C-83E3FD284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2487" y="5711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85" name="Oval 1389">
              <a:extLst>
                <a:ext uri="{FF2B5EF4-FFF2-40B4-BE49-F238E27FC236}">
                  <a16:creationId xmlns:a16="http://schemas.microsoft.com/office/drawing/2014/main" id="{88F29CC0-CE92-6FB6-1A39-15F28CD0D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3762" y="5751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86" name="Oval 1390">
              <a:extLst>
                <a:ext uri="{FF2B5EF4-FFF2-40B4-BE49-F238E27FC236}">
                  <a16:creationId xmlns:a16="http://schemas.microsoft.com/office/drawing/2014/main" id="{5DB5C1F5-EF90-B2F7-0BF2-2383F08F8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3450" y="5826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87" name="Oval 1391">
              <a:extLst>
                <a:ext uri="{FF2B5EF4-FFF2-40B4-BE49-F238E27FC236}">
                  <a16:creationId xmlns:a16="http://schemas.microsoft.com/office/drawing/2014/main" id="{FFDC5171-1CB7-DE46-CABC-A6A3F8A595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1550" y="5808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88" name="Oval 1392">
              <a:extLst>
                <a:ext uri="{FF2B5EF4-FFF2-40B4-BE49-F238E27FC236}">
                  <a16:creationId xmlns:a16="http://schemas.microsoft.com/office/drawing/2014/main" id="{6B5E2124-78DC-D9DE-B46D-D2F43D01C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3175" y="4294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89" name="Oval 1393">
              <a:extLst>
                <a:ext uri="{FF2B5EF4-FFF2-40B4-BE49-F238E27FC236}">
                  <a16:creationId xmlns:a16="http://schemas.microsoft.com/office/drawing/2014/main" id="{E82C870F-296E-0350-982E-46DD245E74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4287" y="4452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90" name="Oval 1394">
              <a:extLst>
                <a:ext uri="{FF2B5EF4-FFF2-40B4-BE49-F238E27FC236}">
                  <a16:creationId xmlns:a16="http://schemas.microsoft.com/office/drawing/2014/main" id="{A35B6143-F5BC-2639-6837-EA58938474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4450" y="4589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91" name="Oval 1395">
              <a:extLst>
                <a:ext uri="{FF2B5EF4-FFF2-40B4-BE49-F238E27FC236}">
                  <a16:creationId xmlns:a16="http://schemas.microsoft.com/office/drawing/2014/main" id="{2C496E0F-418D-C420-AB62-0C3B28B5D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0487" y="46656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92" name="Oval 1396">
              <a:extLst>
                <a:ext uri="{FF2B5EF4-FFF2-40B4-BE49-F238E27FC236}">
                  <a16:creationId xmlns:a16="http://schemas.microsoft.com/office/drawing/2014/main" id="{0F8078DC-BDB5-4DC0-EB8D-841DA93F9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7637" y="4778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93" name="Oval 1397">
              <a:extLst>
                <a:ext uri="{FF2B5EF4-FFF2-40B4-BE49-F238E27FC236}">
                  <a16:creationId xmlns:a16="http://schemas.microsoft.com/office/drawing/2014/main" id="{72343F5E-A8B7-D9A5-5C12-949642041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9550" y="4899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94" name="Oval 1398">
              <a:extLst>
                <a:ext uri="{FF2B5EF4-FFF2-40B4-BE49-F238E27FC236}">
                  <a16:creationId xmlns:a16="http://schemas.microsoft.com/office/drawing/2014/main" id="{5F8999A5-F749-2F50-82A6-9C60361708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4637" y="4968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95" name="Oval 1399">
              <a:extLst>
                <a:ext uri="{FF2B5EF4-FFF2-40B4-BE49-F238E27FC236}">
                  <a16:creationId xmlns:a16="http://schemas.microsoft.com/office/drawing/2014/main" id="{67839502-158E-15F4-13A9-D0053CB475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9725" y="5048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96" name="Oval 1400">
              <a:extLst>
                <a:ext uri="{FF2B5EF4-FFF2-40B4-BE49-F238E27FC236}">
                  <a16:creationId xmlns:a16="http://schemas.microsoft.com/office/drawing/2014/main" id="{D649CA81-88F3-EF4D-9348-E56569A85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3225" y="5141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97" name="Oval 1401">
              <a:extLst>
                <a:ext uri="{FF2B5EF4-FFF2-40B4-BE49-F238E27FC236}">
                  <a16:creationId xmlns:a16="http://schemas.microsoft.com/office/drawing/2014/main" id="{04AFE7FE-4809-5887-8561-6ACAE4834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5137" y="5276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98" name="Oval 1402">
              <a:extLst>
                <a:ext uri="{FF2B5EF4-FFF2-40B4-BE49-F238E27FC236}">
                  <a16:creationId xmlns:a16="http://schemas.microsoft.com/office/drawing/2014/main" id="{DD03AB10-0CCF-39CF-FE56-266533530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3875" y="5354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99" name="Oval 1403">
              <a:extLst>
                <a:ext uri="{FF2B5EF4-FFF2-40B4-BE49-F238E27FC236}">
                  <a16:creationId xmlns:a16="http://schemas.microsoft.com/office/drawing/2014/main" id="{4726A577-F35C-C303-A8FA-E1C4694C6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1025" y="5360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00" name="Oval 1404">
              <a:extLst>
                <a:ext uri="{FF2B5EF4-FFF2-40B4-BE49-F238E27FC236}">
                  <a16:creationId xmlns:a16="http://schemas.microsoft.com/office/drawing/2014/main" id="{7B632B6D-DE73-F9F8-433A-1F418E82C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5000" y="5472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01" name="Oval 1405">
              <a:extLst>
                <a:ext uri="{FF2B5EF4-FFF2-40B4-BE49-F238E27FC236}">
                  <a16:creationId xmlns:a16="http://schemas.microsoft.com/office/drawing/2014/main" id="{9BCD6B89-EBFE-FD9B-08A2-288DEC6B2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5800" y="5546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02" name="Oval 1406">
              <a:extLst>
                <a:ext uri="{FF2B5EF4-FFF2-40B4-BE49-F238E27FC236}">
                  <a16:creationId xmlns:a16="http://schemas.microsoft.com/office/drawing/2014/main" id="{9C44242D-F6FB-158E-02E7-F6A2EAF5A4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3425" y="5607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03" name="Oval 1407">
              <a:extLst>
                <a:ext uri="{FF2B5EF4-FFF2-40B4-BE49-F238E27FC236}">
                  <a16:creationId xmlns:a16="http://schemas.microsoft.com/office/drawing/2014/main" id="{F2235D08-D55E-0F0F-2086-C6C03786E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9462" y="56927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04" name="Oval 1408">
              <a:extLst>
                <a:ext uri="{FF2B5EF4-FFF2-40B4-BE49-F238E27FC236}">
                  <a16:creationId xmlns:a16="http://schemas.microsoft.com/office/drawing/2014/main" id="{7E8D53B9-3399-6F62-7873-6B3F1B02A7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3912" y="57213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05" name="Oval 1409">
              <a:extLst>
                <a:ext uri="{FF2B5EF4-FFF2-40B4-BE49-F238E27FC236}">
                  <a16:creationId xmlns:a16="http://schemas.microsoft.com/office/drawing/2014/main" id="{88015F97-BE8C-2C78-43B7-5EC60FF68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7" y="5781676"/>
              <a:ext cx="14287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06" name="Oval 1410">
              <a:extLst>
                <a:ext uri="{FF2B5EF4-FFF2-40B4-BE49-F238E27FC236}">
                  <a16:creationId xmlns:a16="http://schemas.microsoft.com/office/drawing/2014/main" id="{6112E759-35B5-A1D7-81A9-44796C4B1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6462" y="58070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07" name="Oval 1411">
              <a:extLst>
                <a:ext uri="{FF2B5EF4-FFF2-40B4-BE49-F238E27FC236}">
                  <a16:creationId xmlns:a16="http://schemas.microsoft.com/office/drawing/2014/main" id="{C9EA91DF-9763-C830-BC09-F7964E040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1075" y="5821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08" name="Oval 1412">
              <a:extLst>
                <a:ext uri="{FF2B5EF4-FFF2-40B4-BE49-F238E27FC236}">
                  <a16:creationId xmlns:a16="http://schemas.microsoft.com/office/drawing/2014/main" id="{C2DEB0AE-E698-D738-0189-27A1AFE67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3825" y="4494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09" name="Oval 1413">
              <a:extLst>
                <a:ext uri="{FF2B5EF4-FFF2-40B4-BE49-F238E27FC236}">
                  <a16:creationId xmlns:a16="http://schemas.microsoft.com/office/drawing/2014/main" id="{6C5AED73-1BA7-55C2-EDA1-05F9554BE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1762" y="4575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10" name="Oval 1414">
              <a:extLst>
                <a:ext uri="{FF2B5EF4-FFF2-40B4-BE49-F238E27FC236}">
                  <a16:creationId xmlns:a16="http://schemas.microsoft.com/office/drawing/2014/main" id="{C3346D25-2E0E-095B-37C1-4B2E25061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5575" y="4713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11" name="Oval 1415">
              <a:extLst>
                <a:ext uri="{FF2B5EF4-FFF2-40B4-BE49-F238E27FC236}">
                  <a16:creationId xmlns:a16="http://schemas.microsoft.com/office/drawing/2014/main" id="{251E7502-AB48-00D6-D50A-5D6B48BF0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80500" y="4854576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12" name="Oval 1416">
              <a:extLst>
                <a:ext uri="{FF2B5EF4-FFF2-40B4-BE49-F238E27FC236}">
                  <a16:creationId xmlns:a16="http://schemas.microsoft.com/office/drawing/2014/main" id="{0CC77609-AEC9-C9A4-83E2-0E0329376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4950" y="4929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13" name="Oval 1417">
              <a:extLst>
                <a:ext uri="{FF2B5EF4-FFF2-40B4-BE49-F238E27FC236}">
                  <a16:creationId xmlns:a16="http://schemas.microsoft.com/office/drawing/2014/main" id="{F3B1279D-DC12-E1CB-F359-9F289F5874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5750" y="5011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14" name="Oval 1418">
              <a:extLst>
                <a:ext uri="{FF2B5EF4-FFF2-40B4-BE49-F238E27FC236}">
                  <a16:creationId xmlns:a16="http://schemas.microsoft.com/office/drawing/2014/main" id="{B930E279-AC21-CFF8-3719-B8AAF139F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9725" y="5094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15" name="Oval 1419">
              <a:extLst>
                <a:ext uri="{FF2B5EF4-FFF2-40B4-BE49-F238E27FC236}">
                  <a16:creationId xmlns:a16="http://schemas.microsoft.com/office/drawing/2014/main" id="{BFCD1929-431E-AF85-D1DF-C15A8A99A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6875" y="5200651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16" name="Oval 1420">
              <a:extLst>
                <a:ext uri="{FF2B5EF4-FFF2-40B4-BE49-F238E27FC236}">
                  <a16:creationId xmlns:a16="http://schemas.microsoft.com/office/drawing/2014/main" id="{4D87FF6A-227D-A6CE-5FA7-49A54E9F2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2437" y="5259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17" name="Oval 1421">
              <a:extLst>
                <a:ext uri="{FF2B5EF4-FFF2-40B4-BE49-F238E27FC236}">
                  <a16:creationId xmlns:a16="http://schemas.microsoft.com/office/drawing/2014/main" id="{C050FF44-188E-ED66-0C45-140564634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6412" y="5341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18" name="Oval 1422">
              <a:extLst>
                <a:ext uri="{FF2B5EF4-FFF2-40B4-BE49-F238E27FC236}">
                  <a16:creationId xmlns:a16="http://schemas.microsoft.com/office/drawing/2014/main" id="{E3119823-F83D-28A9-4BB5-64FF209AD7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0387" y="5413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19" name="Oval 1423">
              <a:extLst>
                <a:ext uri="{FF2B5EF4-FFF2-40B4-BE49-F238E27FC236}">
                  <a16:creationId xmlns:a16="http://schemas.microsoft.com/office/drawing/2014/main" id="{8C36FF01-8365-E9FF-9A8C-5E58C7325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1187" y="5422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20" name="Oval 1424">
              <a:extLst>
                <a:ext uri="{FF2B5EF4-FFF2-40B4-BE49-F238E27FC236}">
                  <a16:creationId xmlns:a16="http://schemas.microsoft.com/office/drawing/2014/main" id="{4057D626-ACB8-AE3E-8F43-9C4E14070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987" y="5521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21" name="Oval 1425">
              <a:extLst>
                <a:ext uri="{FF2B5EF4-FFF2-40B4-BE49-F238E27FC236}">
                  <a16:creationId xmlns:a16="http://schemas.microsoft.com/office/drawing/2014/main" id="{B03A576C-12C0-CAD7-EBA4-C8C433FFA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612" y="5591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22" name="Oval 1426">
              <a:extLst>
                <a:ext uri="{FF2B5EF4-FFF2-40B4-BE49-F238E27FC236}">
                  <a16:creationId xmlns:a16="http://schemas.microsoft.com/office/drawing/2014/main" id="{07B84AB5-E487-0F2E-3A63-009AF21B0B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5650" y="5616576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23" name="Oval 1427">
              <a:extLst>
                <a:ext uri="{FF2B5EF4-FFF2-40B4-BE49-F238E27FC236}">
                  <a16:creationId xmlns:a16="http://schemas.microsoft.com/office/drawing/2014/main" id="{AAED910E-4CC3-F520-D01B-8609002F1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8512" y="5683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24" name="Oval 1428">
              <a:extLst>
                <a:ext uri="{FF2B5EF4-FFF2-40B4-BE49-F238E27FC236}">
                  <a16:creationId xmlns:a16="http://schemas.microsoft.com/office/drawing/2014/main" id="{CBF73C9F-9E92-8F64-8B77-BBE755F1C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1375" y="58134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25" name="Oval 1429">
              <a:extLst>
                <a:ext uri="{FF2B5EF4-FFF2-40B4-BE49-F238E27FC236}">
                  <a16:creationId xmlns:a16="http://schemas.microsoft.com/office/drawing/2014/main" id="{50FC14C5-FE27-4367-B7FE-571D84D5D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1062" y="5826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26" name="Oval 1430">
              <a:extLst>
                <a:ext uri="{FF2B5EF4-FFF2-40B4-BE49-F238E27FC236}">
                  <a16:creationId xmlns:a16="http://schemas.microsoft.com/office/drawing/2014/main" id="{A4A4FF45-6A67-D462-757E-12459423B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9162" y="5810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27" name="Oval 1431">
              <a:extLst>
                <a:ext uri="{FF2B5EF4-FFF2-40B4-BE49-F238E27FC236}">
                  <a16:creationId xmlns:a16="http://schemas.microsoft.com/office/drawing/2014/main" id="{EC97051C-478B-4773-5005-AF45E8E9E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47262" y="578485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28" name="Oval 1432">
              <a:extLst>
                <a:ext uri="{FF2B5EF4-FFF2-40B4-BE49-F238E27FC236}">
                  <a16:creationId xmlns:a16="http://schemas.microsoft.com/office/drawing/2014/main" id="{DAECC8A0-1DF5-8D14-4530-E68F0DA31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82187" y="5792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29" name="Oval 1433">
              <a:extLst>
                <a:ext uri="{FF2B5EF4-FFF2-40B4-BE49-F238E27FC236}">
                  <a16:creationId xmlns:a16="http://schemas.microsoft.com/office/drawing/2014/main" id="{ABF5851F-7F21-0AEF-0BBA-C36D45A51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8600" y="4694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30" name="Oval 1434">
              <a:extLst>
                <a:ext uri="{FF2B5EF4-FFF2-40B4-BE49-F238E27FC236}">
                  <a16:creationId xmlns:a16="http://schemas.microsoft.com/office/drawing/2014/main" id="{8A5CE507-FB41-29F8-008A-332F087D3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4950" y="47498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31" name="Oval 1435">
              <a:extLst>
                <a:ext uri="{FF2B5EF4-FFF2-40B4-BE49-F238E27FC236}">
                  <a16:creationId xmlns:a16="http://schemas.microsoft.com/office/drawing/2014/main" id="{07D645FF-3CD5-CD78-FE3C-040F55407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2412" y="48006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32" name="Oval 1436">
              <a:extLst>
                <a:ext uri="{FF2B5EF4-FFF2-40B4-BE49-F238E27FC236}">
                  <a16:creationId xmlns:a16="http://schemas.microsoft.com/office/drawing/2014/main" id="{A0D5CFDF-2D41-AA17-D765-AB39783DF1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0987" y="4949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33" name="Oval 1437">
              <a:extLst>
                <a:ext uri="{FF2B5EF4-FFF2-40B4-BE49-F238E27FC236}">
                  <a16:creationId xmlns:a16="http://schemas.microsoft.com/office/drawing/2014/main" id="{7D30EFD8-CC0B-05A4-1E0C-C2C690B92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5912" y="5073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34" name="Oval 1438">
              <a:extLst>
                <a:ext uri="{FF2B5EF4-FFF2-40B4-BE49-F238E27FC236}">
                  <a16:creationId xmlns:a16="http://schemas.microsoft.com/office/drawing/2014/main" id="{8604C0DE-3677-E805-4BCC-2D3062597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8775" y="5153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35" name="Oval 1439">
              <a:extLst>
                <a:ext uri="{FF2B5EF4-FFF2-40B4-BE49-F238E27FC236}">
                  <a16:creationId xmlns:a16="http://schemas.microsoft.com/office/drawing/2014/main" id="{630B6BEA-5C14-EEAE-B155-F41C9093A3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3225" y="5235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36" name="Oval 1440">
              <a:extLst>
                <a:ext uri="{FF2B5EF4-FFF2-40B4-BE49-F238E27FC236}">
                  <a16:creationId xmlns:a16="http://schemas.microsoft.com/office/drawing/2014/main" id="{EE7E1F51-B772-B60D-5FCB-2F691AEE1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2437" y="5359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37" name="Oval 1441">
              <a:extLst>
                <a:ext uri="{FF2B5EF4-FFF2-40B4-BE49-F238E27FC236}">
                  <a16:creationId xmlns:a16="http://schemas.microsoft.com/office/drawing/2014/main" id="{356400F3-7422-E02C-2BCA-16A8C6E979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0062" y="5383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38" name="Oval 1442">
              <a:extLst>
                <a:ext uri="{FF2B5EF4-FFF2-40B4-BE49-F238E27FC236}">
                  <a16:creationId xmlns:a16="http://schemas.microsoft.com/office/drawing/2014/main" id="{87792BA3-4D6D-4E68-B57D-F1B26D6B44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9275" y="54308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39" name="Oval 1443">
              <a:extLst>
                <a:ext uri="{FF2B5EF4-FFF2-40B4-BE49-F238E27FC236}">
                  <a16:creationId xmlns:a16="http://schemas.microsoft.com/office/drawing/2014/main" id="{C975CC01-34AE-B914-5577-92FDE274E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8487" y="5475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40" name="Oval 1444">
              <a:extLst>
                <a:ext uri="{FF2B5EF4-FFF2-40B4-BE49-F238E27FC236}">
                  <a16:creationId xmlns:a16="http://schemas.microsoft.com/office/drawing/2014/main" id="{FB4726D8-9548-7A67-067D-D67252573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525" y="5478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41" name="Oval 1445">
              <a:extLst>
                <a:ext uri="{FF2B5EF4-FFF2-40B4-BE49-F238E27FC236}">
                  <a16:creationId xmlns:a16="http://schemas.microsoft.com/office/drawing/2014/main" id="{DB2E598E-2E9B-0892-6804-1BAFA1C67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0562" y="5573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42" name="Oval 1446">
              <a:extLst>
                <a:ext uri="{FF2B5EF4-FFF2-40B4-BE49-F238E27FC236}">
                  <a16:creationId xmlns:a16="http://schemas.microsoft.com/office/drawing/2014/main" id="{717C8D03-30AC-7237-C0BB-D0F89227E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5012" y="5664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43" name="Oval 1447">
              <a:extLst>
                <a:ext uri="{FF2B5EF4-FFF2-40B4-BE49-F238E27FC236}">
                  <a16:creationId xmlns:a16="http://schemas.microsoft.com/office/drawing/2014/main" id="{AE08E80D-726A-6F5A-2C3E-68F291182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7875" y="5659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44" name="Oval 1448">
              <a:extLst>
                <a:ext uri="{FF2B5EF4-FFF2-40B4-BE49-F238E27FC236}">
                  <a16:creationId xmlns:a16="http://schemas.microsoft.com/office/drawing/2014/main" id="{8BF816A2-422A-C126-3FD7-DCE5DA37E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7" y="573563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45" name="Oval 1449">
              <a:extLst>
                <a:ext uri="{FF2B5EF4-FFF2-40B4-BE49-F238E27FC236}">
                  <a16:creationId xmlns:a16="http://schemas.microsoft.com/office/drawing/2014/main" id="{58E94DBB-325C-29B9-A19C-809BA96FF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0425" y="58197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46" name="Oval 1450">
              <a:extLst>
                <a:ext uri="{FF2B5EF4-FFF2-40B4-BE49-F238E27FC236}">
                  <a16:creationId xmlns:a16="http://schemas.microsoft.com/office/drawing/2014/main" id="{73E3F881-E113-94AB-AF4F-D1B73DBA2D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1550" y="5830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47" name="Oval 1451">
              <a:extLst>
                <a:ext uri="{FF2B5EF4-FFF2-40B4-BE49-F238E27FC236}">
                  <a16:creationId xmlns:a16="http://schemas.microsoft.com/office/drawing/2014/main" id="{9621CB0B-75B7-350E-F1DF-558BCB454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0675" y="48641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48" name="Oval 1452">
              <a:extLst>
                <a:ext uri="{FF2B5EF4-FFF2-40B4-BE49-F238E27FC236}">
                  <a16:creationId xmlns:a16="http://schemas.microsoft.com/office/drawing/2014/main" id="{70397769-FFAC-0E2C-C814-450391CBF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5437" y="4935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49" name="Oval 1453">
              <a:extLst>
                <a:ext uri="{FF2B5EF4-FFF2-40B4-BE49-F238E27FC236}">
                  <a16:creationId xmlns:a16="http://schemas.microsoft.com/office/drawing/2014/main" id="{E2736FC3-A156-CF5F-82FF-F79DC1AD5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9725" y="4946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0" name="Oval 1454">
              <a:extLst>
                <a:ext uri="{FF2B5EF4-FFF2-40B4-BE49-F238E27FC236}">
                  <a16:creationId xmlns:a16="http://schemas.microsoft.com/office/drawing/2014/main" id="{A53FD821-F65D-C749-184D-0DBEA18F5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3537" y="5038726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1" name="Oval 1455">
              <a:extLst>
                <a:ext uri="{FF2B5EF4-FFF2-40B4-BE49-F238E27FC236}">
                  <a16:creationId xmlns:a16="http://schemas.microsoft.com/office/drawing/2014/main" id="{4B4AB94C-1A34-70DC-F3F3-4CCA62374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2112" y="51181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2" name="Oval 1456">
              <a:extLst>
                <a:ext uri="{FF2B5EF4-FFF2-40B4-BE49-F238E27FC236}">
                  <a16:creationId xmlns:a16="http://schemas.microsoft.com/office/drawing/2014/main" id="{A2CC2E4B-55D8-A407-2082-74E8D5470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7037" y="5187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3" name="Oval 1457">
              <a:extLst>
                <a:ext uri="{FF2B5EF4-FFF2-40B4-BE49-F238E27FC236}">
                  <a16:creationId xmlns:a16="http://schemas.microsoft.com/office/drawing/2014/main" id="{A6B717C7-4A95-7AE8-2549-FE558941A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5137" y="5226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4" name="Oval 1458">
              <a:extLst>
                <a:ext uri="{FF2B5EF4-FFF2-40B4-BE49-F238E27FC236}">
                  <a16:creationId xmlns:a16="http://schemas.microsoft.com/office/drawing/2014/main" id="{10CF77F5-FD00-841E-5781-4FE45987E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6412" y="5381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5" name="Oval 1459">
              <a:extLst>
                <a:ext uri="{FF2B5EF4-FFF2-40B4-BE49-F238E27FC236}">
                  <a16:creationId xmlns:a16="http://schemas.microsoft.com/office/drawing/2014/main" id="{7742BEB7-4C28-AE08-F3A8-D16CB56BD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9275" y="5449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6" name="Oval 1460">
              <a:extLst>
                <a:ext uri="{FF2B5EF4-FFF2-40B4-BE49-F238E27FC236}">
                  <a16:creationId xmlns:a16="http://schemas.microsoft.com/office/drawing/2014/main" id="{842672DD-21E4-37A4-F6F1-89797B368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3725" y="5489576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7" name="Oval 1461">
              <a:extLst>
                <a:ext uri="{FF2B5EF4-FFF2-40B4-BE49-F238E27FC236}">
                  <a16:creationId xmlns:a16="http://schemas.microsoft.com/office/drawing/2014/main" id="{E32CDC99-823F-DFB9-2B9B-AD40E5D0F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6587" y="5502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8" name="Oval 1462">
              <a:extLst>
                <a:ext uri="{FF2B5EF4-FFF2-40B4-BE49-F238E27FC236}">
                  <a16:creationId xmlns:a16="http://schemas.microsoft.com/office/drawing/2014/main" id="{7E7B7064-27A1-5C17-78B6-88129500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9450" y="5507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59" name="Oval 1463">
              <a:extLst>
                <a:ext uri="{FF2B5EF4-FFF2-40B4-BE49-F238E27FC236}">
                  <a16:creationId xmlns:a16="http://schemas.microsoft.com/office/drawing/2014/main" id="{80E34B41-5CB4-4D5B-E4E9-5C66D00296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2312" y="5599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0" name="Oval 1464">
              <a:extLst>
                <a:ext uri="{FF2B5EF4-FFF2-40B4-BE49-F238E27FC236}">
                  <a16:creationId xmlns:a16="http://schemas.microsoft.com/office/drawing/2014/main" id="{1E46C83F-6F37-DD58-684D-2AB6A4D48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53587" y="568325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1" name="Oval 1465">
              <a:extLst>
                <a:ext uri="{FF2B5EF4-FFF2-40B4-BE49-F238E27FC236}">
                  <a16:creationId xmlns:a16="http://schemas.microsoft.com/office/drawing/2014/main" id="{36051876-63C5-1AA0-A121-3037B5625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3275" y="5678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2" name="Oval 1466">
              <a:extLst>
                <a:ext uri="{FF2B5EF4-FFF2-40B4-BE49-F238E27FC236}">
                  <a16:creationId xmlns:a16="http://schemas.microsoft.com/office/drawing/2014/main" id="{5F5DB2B2-1C40-F393-9D35-4C9BC4FE6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2962" y="5808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3" name="Oval 1467">
              <a:extLst>
                <a:ext uri="{FF2B5EF4-FFF2-40B4-BE49-F238E27FC236}">
                  <a16:creationId xmlns:a16="http://schemas.microsoft.com/office/drawing/2014/main" id="{426C7378-01FA-7561-0891-FB0E3F4D40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3225" y="4935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4" name="Oval 1468">
              <a:extLst>
                <a:ext uri="{FF2B5EF4-FFF2-40B4-BE49-F238E27FC236}">
                  <a16:creationId xmlns:a16="http://schemas.microsoft.com/office/drawing/2014/main" id="{50E1D6B4-AE2A-4FA6-0D1B-54CE379EE0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7987" y="5011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5" name="Oval 1469">
              <a:extLst>
                <a:ext uri="{FF2B5EF4-FFF2-40B4-BE49-F238E27FC236}">
                  <a16:creationId xmlns:a16="http://schemas.microsoft.com/office/drawing/2014/main" id="{EB3F9A84-812D-EA2B-D344-BEB619BFF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9100" y="5078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6" name="Oval 1470">
              <a:extLst>
                <a:ext uri="{FF2B5EF4-FFF2-40B4-BE49-F238E27FC236}">
                  <a16:creationId xmlns:a16="http://schemas.microsoft.com/office/drawing/2014/main" id="{FCDE9CB3-045E-0E52-4DF6-480DDADA7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8150" y="5103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7" name="Oval 1471">
              <a:extLst>
                <a:ext uri="{FF2B5EF4-FFF2-40B4-BE49-F238E27FC236}">
                  <a16:creationId xmlns:a16="http://schemas.microsoft.com/office/drawing/2014/main" id="{4BDF7BFD-0D48-25CF-96DC-93D54903C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1962" y="5135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8" name="Oval 1472">
              <a:extLst>
                <a:ext uri="{FF2B5EF4-FFF2-40B4-BE49-F238E27FC236}">
                  <a16:creationId xmlns:a16="http://schemas.microsoft.com/office/drawing/2014/main" id="{3512AEAF-ADCD-FAF1-71A7-A224BDCD01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2125" y="5227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69" name="Oval 1473">
              <a:extLst>
                <a:ext uri="{FF2B5EF4-FFF2-40B4-BE49-F238E27FC236}">
                  <a16:creationId xmlns:a16="http://schemas.microsoft.com/office/drawing/2014/main" id="{E3A2791A-0CDB-262A-756D-F5E6EB0C7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3875" y="5283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0" name="Oval 1474">
              <a:extLst>
                <a:ext uri="{FF2B5EF4-FFF2-40B4-BE49-F238E27FC236}">
                  <a16:creationId xmlns:a16="http://schemas.microsoft.com/office/drawing/2014/main" id="{D2EBF0ED-7003-2EF4-EB41-496C9A4CB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0387" y="5360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1" name="Oval 1475">
              <a:extLst>
                <a:ext uri="{FF2B5EF4-FFF2-40B4-BE49-F238E27FC236}">
                  <a16:creationId xmlns:a16="http://schemas.microsoft.com/office/drawing/2014/main" id="{7FE7C5A6-49BA-CB3E-2772-124137680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8487" y="5475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2" name="Oval 1476">
              <a:extLst>
                <a:ext uri="{FF2B5EF4-FFF2-40B4-BE49-F238E27FC236}">
                  <a16:creationId xmlns:a16="http://schemas.microsoft.com/office/drawing/2014/main" id="{35E8E2B3-9178-78FB-0290-5EC1C16A5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6587" y="5519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3" name="Oval 1477">
              <a:extLst>
                <a:ext uri="{FF2B5EF4-FFF2-40B4-BE49-F238E27FC236}">
                  <a16:creationId xmlns:a16="http://schemas.microsoft.com/office/drawing/2014/main" id="{C0D2DE0D-51BE-9FBB-BB5B-D4732C8B7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6275" y="5588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4" name="Oval 1478">
              <a:extLst>
                <a:ext uri="{FF2B5EF4-FFF2-40B4-BE49-F238E27FC236}">
                  <a16:creationId xmlns:a16="http://schemas.microsoft.com/office/drawing/2014/main" id="{33D5A660-0E51-E8C6-7ADD-6E62412447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4375" y="5592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5" name="Oval 1479">
              <a:extLst>
                <a:ext uri="{FF2B5EF4-FFF2-40B4-BE49-F238E27FC236}">
                  <a16:creationId xmlns:a16="http://schemas.microsoft.com/office/drawing/2014/main" id="{242661A3-0A23-3B35-8996-5D0C0A5E0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4062" y="5675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6" name="Oval 1480">
              <a:extLst>
                <a:ext uri="{FF2B5EF4-FFF2-40B4-BE49-F238E27FC236}">
                  <a16:creationId xmlns:a16="http://schemas.microsoft.com/office/drawing/2014/main" id="{B1EFBC11-DD35-A6D9-D3AA-F3D5E1BB9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2162" y="5699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7" name="Oval 1481">
              <a:extLst>
                <a:ext uri="{FF2B5EF4-FFF2-40B4-BE49-F238E27FC236}">
                  <a16:creationId xmlns:a16="http://schemas.microsoft.com/office/drawing/2014/main" id="{D30C9DDF-A767-3ABC-4602-9EA1E7A7F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8675" y="5715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8" name="Oval 1482">
              <a:extLst>
                <a:ext uri="{FF2B5EF4-FFF2-40B4-BE49-F238E27FC236}">
                  <a16:creationId xmlns:a16="http://schemas.microsoft.com/office/drawing/2014/main" id="{4113E451-42A3-CABA-917B-51E80DA1C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7" y="580548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79" name="Oval 1483">
              <a:extLst>
                <a:ext uri="{FF2B5EF4-FFF2-40B4-BE49-F238E27FC236}">
                  <a16:creationId xmlns:a16="http://schemas.microsoft.com/office/drawing/2014/main" id="{0B2F08F5-E306-54FE-7767-7B89177B8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9425" y="5033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0" name="Oval 1484">
              <a:extLst>
                <a:ext uri="{FF2B5EF4-FFF2-40B4-BE49-F238E27FC236}">
                  <a16:creationId xmlns:a16="http://schemas.microsoft.com/office/drawing/2014/main" id="{AC7EB41B-E535-1B09-2EB4-AE4343F75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2600" y="5029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1" name="Oval 1485">
              <a:extLst>
                <a:ext uri="{FF2B5EF4-FFF2-40B4-BE49-F238E27FC236}">
                  <a16:creationId xmlns:a16="http://schemas.microsoft.com/office/drawing/2014/main" id="{66DCBB1E-5A78-1418-B50A-BD3D6A8E0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2125" y="5135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2" name="Oval 1486">
              <a:extLst>
                <a:ext uri="{FF2B5EF4-FFF2-40B4-BE49-F238E27FC236}">
                  <a16:creationId xmlns:a16="http://schemas.microsoft.com/office/drawing/2014/main" id="{E1BFBB5D-5DFB-6250-F67E-D4E3752D5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6412" y="5210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3" name="Oval 1487">
              <a:extLst>
                <a:ext uri="{FF2B5EF4-FFF2-40B4-BE49-F238E27FC236}">
                  <a16:creationId xmlns:a16="http://schemas.microsoft.com/office/drawing/2014/main" id="{925C1079-7DFD-0879-7158-89D991B547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7050" y="5222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4" name="Oval 1488">
              <a:extLst>
                <a:ext uri="{FF2B5EF4-FFF2-40B4-BE49-F238E27FC236}">
                  <a16:creationId xmlns:a16="http://schemas.microsoft.com/office/drawing/2014/main" id="{AE72E433-537D-446B-3340-6BEAE9B6A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2450" y="5248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5" name="Oval 1489">
              <a:extLst>
                <a:ext uri="{FF2B5EF4-FFF2-40B4-BE49-F238E27FC236}">
                  <a16:creationId xmlns:a16="http://schemas.microsoft.com/office/drawing/2014/main" id="{49F3A726-94A2-78E2-7813-639F9AB00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1025" y="53848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86" name="Oval 1491">
              <a:extLst>
                <a:ext uri="{FF2B5EF4-FFF2-40B4-BE49-F238E27FC236}">
                  <a16:creationId xmlns:a16="http://schemas.microsoft.com/office/drawing/2014/main" id="{B12F3E32-D035-AC10-18D0-3DEA6F1563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1187" y="5487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87" name="Oval 1492">
              <a:extLst>
                <a:ext uri="{FF2B5EF4-FFF2-40B4-BE49-F238E27FC236}">
                  <a16:creationId xmlns:a16="http://schemas.microsoft.com/office/drawing/2014/main" id="{54D3218D-793A-9474-9912-21F92BC42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525" y="5529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88" name="Oval 1493">
              <a:extLst>
                <a:ext uri="{FF2B5EF4-FFF2-40B4-BE49-F238E27FC236}">
                  <a16:creationId xmlns:a16="http://schemas.microsoft.com/office/drawing/2014/main" id="{D9AAB8DF-5E3E-5B4B-2921-54AB57363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9450" y="55927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89" name="Oval 1494">
              <a:extLst>
                <a:ext uri="{FF2B5EF4-FFF2-40B4-BE49-F238E27FC236}">
                  <a16:creationId xmlns:a16="http://schemas.microsoft.com/office/drawing/2014/main" id="{18521754-F648-5CDC-0AC9-E6D0F109A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4375" y="5719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90" name="Oval 1495">
              <a:extLst>
                <a:ext uri="{FF2B5EF4-FFF2-40B4-BE49-F238E27FC236}">
                  <a16:creationId xmlns:a16="http://schemas.microsoft.com/office/drawing/2014/main" id="{ED24B2FB-9511-A507-5CBC-C4D9B2E01C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0887" y="5695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91" name="Oval 1496">
              <a:extLst>
                <a:ext uri="{FF2B5EF4-FFF2-40B4-BE49-F238E27FC236}">
                  <a16:creationId xmlns:a16="http://schemas.microsoft.com/office/drawing/2014/main" id="{E013E8D7-BAAB-5E4B-F11D-750781CA47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5812" y="5735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92" name="Oval 1497">
              <a:extLst>
                <a:ext uri="{FF2B5EF4-FFF2-40B4-BE49-F238E27FC236}">
                  <a16:creationId xmlns:a16="http://schemas.microsoft.com/office/drawing/2014/main" id="{D4D46444-C687-F5D9-505F-7657CF30F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7" y="5773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93" name="Oval 1498">
              <a:extLst>
                <a:ext uri="{FF2B5EF4-FFF2-40B4-BE49-F238E27FC236}">
                  <a16:creationId xmlns:a16="http://schemas.microsoft.com/office/drawing/2014/main" id="{8AFECE91-3758-CC7B-BA17-2DB20964E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5662" y="5819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94" name="Oval 1499">
              <a:extLst>
                <a:ext uri="{FF2B5EF4-FFF2-40B4-BE49-F238E27FC236}">
                  <a16:creationId xmlns:a16="http://schemas.microsoft.com/office/drawing/2014/main" id="{B8932F26-680B-4E9E-6BE3-CCA8D2C6E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51927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95" name="Oval 1500">
              <a:extLst>
                <a:ext uri="{FF2B5EF4-FFF2-40B4-BE49-F238E27FC236}">
                  <a16:creationId xmlns:a16="http://schemas.microsoft.com/office/drawing/2014/main" id="{DB0AEAA5-363C-0D38-8190-F610EF44B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9275" y="5195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96" name="Oval 1501">
              <a:extLst>
                <a:ext uri="{FF2B5EF4-FFF2-40B4-BE49-F238E27FC236}">
                  <a16:creationId xmlns:a16="http://schemas.microsoft.com/office/drawing/2014/main" id="{99986CC4-D95C-D391-8B12-FF36C97F8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7212" y="5216525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97" name="Oval 1502">
              <a:extLst>
                <a:ext uri="{FF2B5EF4-FFF2-40B4-BE49-F238E27FC236}">
                  <a16:creationId xmlns:a16="http://schemas.microsoft.com/office/drawing/2014/main" id="{779066D0-C477-1442-8597-C489982C0C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9912" y="5308600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98" name="Oval 1503">
              <a:extLst>
                <a:ext uri="{FF2B5EF4-FFF2-40B4-BE49-F238E27FC236}">
                  <a16:creationId xmlns:a16="http://schemas.microsoft.com/office/drawing/2014/main" id="{7302CD1C-DA48-1E82-38E4-1A5AB4F1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8962" y="539273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99" name="Oval 1504">
              <a:extLst>
                <a:ext uri="{FF2B5EF4-FFF2-40B4-BE49-F238E27FC236}">
                  <a16:creationId xmlns:a16="http://schemas.microsoft.com/office/drawing/2014/main" id="{D193D9E4-F299-255A-A28D-90C39EAC5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9600" y="5402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00" name="Oval 1505">
              <a:extLst>
                <a:ext uri="{FF2B5EF4-FFF2-40B4-BE49-F238E27FC236}">
                  <a16:creationId xmlns:a16="http://schemas.microsoft.com/office/drawing/2014/main" id="{E0693843-A83B-FF96-98B0-35652BC79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5000" y="5445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01" name="Oval 1506">
              <a:extLst>
                <a:ext uri="{FF2B5EF4-FFF2-40B4-BE49-F238E27FC236}">
                  <a16:creationId xmlns:a16="http://schemas.microsoft.com/office/drawing/2014/main" id="{962A75BE-2D38-B7BA-58AE-81B5B8517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987" y="5532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02" name="Oval 1507">
              <a:extLst>
                <a:ext uri="{FF2B5EF4-FFF2-40B4-BE49-F238E27FC236}">
                  <a16:creationId xmlns:a16="http://schemas.microsoft.com/office/drawing/2014/main" id="{6D113095-4348-F3EF-67B2-1117B64D7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0562" y="5626100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03" name="Oval 1508">
              <a:extLst>
                <a:ext uri="{FF2B5EF4-FFF2-40B4-BE49-F238E27FC236}">
                  <a16:creationId xmlns:a16="http://schemas.microsoft.com/office/drawing/2014/main" id="{9676692D-25DC-B0F6-4E96-94BF71077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2312" y="56324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04" name="Oval 1509">
              <a:extLst>
                <a:ext uri="{FF2B5EF4-FFF2-40B4-BE49-F238E27FC236}">
                  <a16:creationId xmlns:a16="http://schemas.microsoft.com/office/drawing/2014/main" id="{5FDEF7C5-0EF5-4AFA-CB71-FAA49944B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4062" y="5695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05" name="Oval 1510">
              <a:extLst>
                <a:ext uri="{FF2B5EF4-FFF2-40B4-BE49-F238E27FC236}">
                  <a16:creationId xmlns:a16="http://schemas.microsoft.com/office/drawing/2014/main" id="{08AC9904-7195-5C20-6537-41EAC4673A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5812" y="5738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06" name="Oval 1511">
              <a:extLst>
                <a:ext uri="{FF2B5EF4-FFF2-40B4-BE49-F238E27FC236}">
                  <a16:creationId xmlns:a16="http://schemas.microsoft.com/office/drawing/2014/main" id="{D6B10628-A875-4FCF-BD74-CACE580CE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9150" y="5767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07" name="Oval 1512">
              <a:extLst>
                <a:ext uri="{FF2B5EF4-FFF2-40B4-BE49-F238E27FC236}">
                  <a16:creationId xmlns:a16="http://schemas.microsoft.com/office/drawing/2014/main" id="{C6B58AB4-D5F8-85A6-C142-2627F8739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0900" y="5808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08" name="Oval 1513">
              <a:extLst>
                <a:ext uri="{FF2B5EF4-FFF2-40B4-BE49-F238E27FC236}">
                  <a16:creationId xmlns:a16="http://schemas.microsoft.com/office/drawing/2014/main" id="{24C61F95-E2B8-0069-DD5E-91BD36BBF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9600" y="5205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09" name="Oval 1514">
              <a:extLst>
                <a:ext uri="{FF2B5EF4-FFF2-40B4-BE49-F238E27FC236}">
                  <a16:creationId xmlns:a16="http://schemas.microsoft.com/office/drawing/2014/main" id="{A726A11A-6025-C8B2-4F21-7C7E9A834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1187" y="5249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10" name="Oval 1515">
              <a:extLst>
                <a:ext uri="{FF2B5EF4-FFF2-40B4-BE49-F238E27FC236}">
                  <a16:creationId xmlns:a16="http://schemas.microsoft.com/office/drawing/2014/main" id="{BBDBBB79-D623-800C-5A0B-6444A348D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9125" y="5348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11" name="Oval 1516">
              <a:extLst>
                <a:ext uri="{FF2B5EF4-FFF2-40B4-BE49-F238E27FC236}">
                  <a16:creationId xmlns:a16="http://schemas.microsoft.com/office/drawing/2014/main" id="{5A9190CF-3500-AB7D-B20B-45D48E70F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0237" y="53832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12" name="Oval 1517">
              <a:extLst>
                <a:ext uri="{FF2B5EF4-FFF2-40B4-BE49-F238E27FC236}">
                  <a16:creationId xmlns:a16="http://schemas.microsoft.com/office/drawing/2014/main" id="{9865826B-7131-0B85-E1A2-79608A312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525" y="54165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13" name="Oval 1518">
              <a:extLst>
                <a:ext uri="{FF2B5EF4-FFF2-40B4-BE49-F238E27FC236}">
                  <a16:creationId xmlns:a16="http://schemas.microsoft.com/office/drawing/2014/main" id="{7F563979-E2BA-2E24-E2EE-ACC9BD945F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3575" y="5508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14" name="Oval 1519">
              <a:extLst>
                <a:ext uri="{FF2B5EF4-FFF2-40B4-BE49-F238E27FC236}">
                  <a16:creationId xmlns:a16="http://schemas.microsoft.com/office/drawing/2014/main" id="{1CCF5999-F449-5026-0AC8-E07037529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5800" y="55435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15" name="Oval 1520">
              <a:extLst>
                <a:ext uri="{FF2B5EF4-FFF2-40B4-BE49-F238E27FC236}">
                  <a16:creationId xmlns:a16="http://schemas.microsoft.com/office/drawing/2014/main" id="{0E6083E4-0563-18A8-B34F-7BC5A31DE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612" y="5588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16" name="Oval 1521">
              <a:extLst>
                <a:ext uri="{FF2B5EF4-FFF2-40B4-BE49-F238E27FC236}">
                  <a16:creationId xmlns:a16="http://schemas.microsoft.com/office/drawing/2014/main" id="{1A410C6A-1478-C7CC-D07F-852A0ADB2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5012" y="5629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17" name="Oval 1522">
              <a:extLst>
                <a:ext uri="{FF2B5EF4-FFF2-40B4-BE49-F238E27FC236}">
                  <a16:creationId xmlns:a16="http://schemas.microsoft.com/office/drawing/2014/main" id="{C72FC500-5AE1-3764-47BE-1D35E72B0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53587" y="5675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18" name="Oval 1523">
              <a:extLst>
                <a:ext uri="{FF2B5EF4-FFF2-40B4-BE49-F238E27FC236}">
                  <a16:creationId xmlns:a16="http://schemas.microsoft.com/office/drawing/2014/main" id="{FB2F6C0A-437E-B9CD-2207-2A9BC5B81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2162" y="5749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19" name="Oval 1524">
              <a:extLst>
                <a:ext uri="{FF2B5EF4-FFF2-40B4-BE49-F238E27FC236}">
                  <a16:creationId xmlns:a16="http://schemas.microsoft.com/office/drawing/2014/main" id="{60FF81F6-BB11-30FC-F8EC-B6D09A9931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7" y="5803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20" name="Oval 1525">
              <a:extLst>
                <a:ext uri="{FF2B5EF4-FFF2-40B4-BE49-F238E27FC236}">
                  <a16:creationId xmlns:a16="http://schemas.microsoft.com/office/drawing/2014/main" id="{0D9F1C11-9D41-5ACE-C815-E0F90CD039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0900" y="5816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21" name="Oval 1526">
              <a:extLst>
                <a:ext uri="{FF2B5EF4-FFF2-40B4-BE49-F238E27FC236}">
                  <a16:creationId xmlns:a16="http://schemas.microsoft.com/office/drawing/2014/main" id="{F5A0830C-188E-2B85-AA98-8C3A8D867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1387" y="5821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22" name="Oval 1527">
              <a:extLst>
                <a:ext uri="{FF2B5EF4-FFF2-40B4-BE49-F238E27FC236}">
                  <a16:creationId xmlns:a16="http://schemas.microsoft.com/office/drawing/2014/main" id="{A5F65A38-E0DD-7515-3343-1B76633E12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8337" y="5280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23" name="Oval 1528">
              <a:extLst>
                <a:ext uri="{FF2B5EF4-FFF2-40B4-BE49-F238E27FC236}">
                  <a16:creationId xmlns:a16="http://schemas.microsoft.com/office/drawing/2014/main" id="{AC591FF8-09AC-F32D-AE1D-A88E2C00A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9925" y="5280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24" name="Oval 1529">
              <a:extLst>
                <a:ext uri="{FF2B5EF4-FFF2-40B4-BE49-F238E27FC236}">
                  <a16:creationId xmlns:a16="http://schemas.microsoft.com/office/drawing/2014/main" id="{6357E101-BEE4-9070-2A34-E49F55F7C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6275" y="5407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25" name="Oval 1530">
              <a:extLst>
                <a:ext uri="{FF2B5EF4-FFF2-40B4-BE49-F238E27FC236}">
                  <a16:creationId xmlns:a16="http://schemas.microsoft.com/office/drawing/2014/main" id="{3317AB6E-FAF7-FD55-64CB-BE415F9BD2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5800" y="5480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26" name="Oval 1531">
              <a:extLst>
                <a:ext uri="{FF2B5EF4-FFF2-40B4-BE49-F238E27FC236}">
                  <a16:creationId xmlns:a16="http://schemas.microsoft.com/office/drawing/2014/main" id="{2A870823-2F64-B507-2404-9E5D410F6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8500" y="54895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27" name="Oval 1532">
              <a:extLst>
                <a:ext uri="{FF2B5EF4-FFF2-40B4-BE49-F238E27FC236}">
                  <a16:creationId xmlns:a16="http://schemas.microsoft.com/office/drawing/2014/main" id="{DD418457-AABC-8F7F-AA4B-0AC84CF24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4375" y="5562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28" name="Oval 1533">
              <a:extLst>
                <a:ext uri="{FF2B5EF4-FFF2-40B4-BE49-F238E27FC236}">
                  <a16:creationId xmlns:a16="http://schemas.microsoft.com/office/drawing/2014/main" id="{F4ABB6A2-4F89-07AB-10A7-55BC4E89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3425" y="5634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29" name="Oval 1534">
              <a:extLst>
                <a:ext uri="{FF2B5EF4-FFF2-40B4-BE49-F238E27FC236}">
                  <a16:creationId xmlns:a16="http://schemas.microsoft.com/office/drawing/2014/main" id="{E0733642-85EA-3083-DBEB-383C05E27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5650" y="5662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30" name="Oval 1535">
              <a:extLst>
                <a:ext uri="{FF2B5EF4-FFF2-40B4-BE49-F238E27FC236}">
                  <a16:creationId xmlns:a16="http://schemas.microsoft.com/office/drawing/2014/main" id="{8EE5D88F-68F1-A9D1-6AB2-5F038FE1E1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7875" y="5699125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31" name="Oval 1536">
              <a:extLst>
                <a:ext uri="{FF2B5EF4-FFF2-40B4-BE49-F238E27FC236}">
                  <a16:creationId xmlns:a16="http://schemas.microsoft.com/office/drawing/2014/main" id="{C8AEEBD1-2F5D-8D35-B377-B826776D7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3275" y="57515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32" name="Oval 1537">
              <a:extLst>
                <a:ext uri="{FF2B5EF4-FFF2-40B4-BE49-F238E27FC236}">
                  <a16:creationId xmlns:a16="http://schemas.microsoft.com/office/drawing/2014/main" id="{A6C68695-B46A-B10C-C7A4-C496DA01B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8675" y="5803900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33" name="Oval 1538">
              <a:extLst>
                <a:ext uri="{FF2B5EF4-FFF2-40B4-BE49-F238E27FC236}">
                  <a16:creationId xmlns:a16="http://schemas.microsoft.com/office/drawing/2014/main" id="{B617BDB8-154B-254A-8E00-3BFFAFA2DA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2312" y="5376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34" name="Oval 1539">
              <a:extLst>
                <a:ext uri="{FF2B5EF4-FFF2-40B4-BE49-F238E27FC236}">
                  <a16:creationId xmlns:a16="http://schemas.microsoft.com/office/drawing/2014/main" id="{467CE9D9-AF87-DEE8-F6C2-E130105C1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3900" y="54038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35" name="Oval 1540">
              <a:extLst>
                <a:ext uri="{FF2B5EF4-FFF2-40B4-BE49-F238E27FC236}">
                  <a16:creationId xmlns:a16="http://schemas.microsoft.com/office/drawing/2014/main" id="{CDF58B22-808B-936A-3F6F-BDF8A4E1B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662" y="5499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36" name="Oval 1541">
              <a:extLst>
                <a:ext uri="{FF2B5EF4-FFF2-40B4-BE49-F238E27FC236}">
                  <a16:creationId xmlns:a16="http://schemas.microsoft.com/office/drawing/2014/main" id="{82292CFD-E851-ACCD-02E8-C4CC32170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6600" y="5546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37" name="Oval 1542">
              <a:extLst>
                <a:ext uri="{FF2B5EF4-FFF2-40B4-BE49-F238E27FC236}">
                  <a16:creationId xmlns:a16="http://schemas.microsoft.com/office/drawing/2014/main" id="{2AC0840F-266D-EEB3-22DC-8C68A93B1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9300" y="5607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38" name="Oval 1543">
              <a:extLst>
                <a:ext uri="{FF2B5EF4-FFF2-40B4-BE49-F238E27FC236}">
                  <a16:creationId xmlns:a16="http://schemas.microsoft.com/office/drawing/2014/main" id="{73B54E4A-513A-9DA9-2BF1-D779C7657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53587" y="5649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39" name="Oval 1544">
              <a:extLst>
                <a:ext uri="{FF2B5EF4-FFF2-40B4-BE49-F238E27FC236}">
                  <a16:creationId xmlns:a16="http://schemas.microsoft.com/office/drawing/2014/main" id="{A86C077B-0609-8189-C31A-9874A49389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9462" y="5678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40" name="Oval 1545">
              <a:extLst>
                <a:ext uri="{FF2B5EF4-FFF2-40B4-BE49-F238E27FC236}">
                  <a16:creationId xmlns:a16="http://schemas.microsoft.com/office/drawing/2014/main" id="{09D4D0CC-F972-55D8-4B79-9F593ECA15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8512" y="57086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41" name="Oval 1546">
              <a:extLst>
                <a:ext uri="{FF2B5EF4-FFF2-40B4-BE49-F238E27FC236}">
                  <a16:creationId xmlns:a16="http://schemas.microsoft.com/office/drawing/2014/main" id="{D4C36AF1-AC0E-C63C-8B2A-806FEB39E6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7" y="577215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42" name="Oval 1547">
              <a:extLst>
                <a:ext uri="{FF2B5EF4-FFF2-40B4-BE49-F238E27FC236}">
                  <a16:creationId xmlns:a16="http://schemas.microsoft.com/office/drawing/2014/main" id="{BAE8F503-908E-F46C-CB4D-0E2AF1D72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2962" y="5748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43" name="Oval 1548">
              <a:extLst>
                <a:ext uri="{FF2B5EF4-FFF2-40B4-BE49-F238E27FC236}">
                  <a16:creationId xmlns:a16="http://schemas.microsoft.com/office/drawing/2014/main" id="{38C16834-C040-4255-F0C6-77D86ABA9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7" y="575627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44" name="Oval 1549">
              <a:extLst>
                <a:ext uri="{FF2B5EF4-FFF2-40B4-BE49-F238E27FC236}">
                  <a16:creationId xmlns:a16="http://schemas.microsoft.com/office/drawing/2014/main" id="{AF182C81-4875-DF84-0F22-B2F7DCE9A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0587" y="5819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45" name="Oval 1550">
              <a:extLst>
                <a:ext uri="{FF2B5EF4-FFF2-40B4-BE49-F238E27FC236}">
                  <a16:creationId xmlns:a16="http://schemas.microsoft.com/office/drawing/2014/main" id="{A99F776D-238F-B360-2B16-AFE8349462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3112" y="5467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46" name="Oval 1551">
              <a:extLst>
                <a:ext uri="{FF2B5EF4-FFF2-40B4-BE49-F238E27FC236}">
                  <a16:creationId xmlns:a16="http://schemas.microsoft.com/office/drawing/2014/main" id="{D02729BC-B15D-608A-3654-D48147D487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3112" y="546576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47" name="Oval 1552">
              <a:extLst>
                <a:ext uri="{FF2B5EF4-FFF2-40B4-BE49-F238E27FC236}">
                  <a16:creationId xmlns:a16="http://schemas.microsoft.com/office/drawing/2014/main" id="{36D4B7EE-4811-14E6-0B10-437567DC6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7875" y="5564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48" name="Oval 1553">
              <a:extLst>
                <a:ext uri="{FF2B5EF4-FFF2-40B4-BE49-F238E27FC236}">
                  <a16:creationId xmlns:a16="http://schemas.microsoft.com/office/drawing/2014/main" id="{DE4607B6-35D6-2954-5DF1-4251F42E4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5812" y="5589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49" name="Oval 1554">
              <a:extLst>
                <a:ext uri="{FF2B5EF4-FFF2-40B4-BE49-F238E27FC236}">
                  <a16:creationId xmlns:a16="http://schemas.microsoft.com/office/drawing/2014/main" id="{F4E62310-F494-AF1B-46A1-BDA702619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6925" y="5684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50" name="Oval 1555">
              <a:extLst>
                <a:ext uri="{FF2B5EF4-FFF2-40B4-BE49-F238E27FC236}">
                  <a16:creationId xmlns:a16="http://schemas.microsoft.com/office/drawing/2014/main" id="{3A1F7957-D0C0-6CD0-0B22-AA66F20AC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9625" y="567848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51" name="Oval 1556">
              <a:extLst>
                <a:ext uri="{FF2B5EF4-FFF2-40B4-BE49-F238E27FC236}">
                  <a16:creationId xmlns:a16="http://schemas.microsoft.com/office/drawing/2014/main" id="{D6E0B8F9-605D-BC56-7902-A7D7C82E5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3912" y="5757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52" name="Oval 1557">
              <a:extLst>
                <a:ext uri="{FF2B5EF4-FFF2-40B4-BE49-F238E27FC236}">
                  <a16:creationId xmlns:a16="http://schemas.microsoft.com/office/drawing/2014/main" id="{68BAC54B-5DE4-3A7F-32CA-470DB13702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1375" y="5770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53" name="Oval 1558">
              <a:extLst>
                <a:ext uri="{FF2B5EF4-FFF2-40B4-BE49-F238E27FC236}">
                  <a16:creationId xmlns:a16="http://schemas.microsoft.com/office/drawing/2014/main" id="{572D416E-B5A9-0672-B0A3-075BC31E5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1700" y="5832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54" name="Oval 1559">
              <a:extLst>
                <a:ext uri="{FF2B5EF4-FFF2-40B4-BE49-F238E27FC236}">
                  <a16:creationId xmlns:a16="http://schemas.microsoft.com/office/drawing/2014/main" id="{0BBB5F50-B7D9-7C4B-5643-90EF39F7A9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7" y="550545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55" name="Oval 1560">
              <a:extLst>
                <a:ext uri="{FF2B5EF4-FFF2-40B4-BE49-F238E27FC236}">
                  <a16:creationId xmlns:a16="http://schemas.microsoft.com/office/drawing/2014/main" id="{B61E3AAB-D984-B058-25A0-0E73751E3B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7" y="5461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56" name="Oval 1561">
              <a:extLst>
                <a:ext uri="{FF2B5EF4-FFF2-40B4-BE49-F238E27FC236}">
                  <a16:creationId xmlns:a16="http://schemas.microsoft.com/office/drawing/2014/main" id="{560B9BC6-4033-EED7-4F3B-B80C2B3E1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5500" y="5589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57" name="Oval 1562">
              <a:extLst>
                <a:ext uri="{FF2B5EF4-FFF2-40B4-BE49-F238E27FC236}">
                  <a16:creationId xmlns:a16="http://schemas.microsoft.com/office/drawing/2014/main" id="{E83EDE8F-1E75-8DCE-4BED-6E9B2688B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1850" y="5675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58" name="Oval 1563">
              <a:extLst>
                <a:ext uri="{FF2B5EF4-FFF2-40B4-BE49-F238E27FC236}">
                  <a16:creationId xmlns:a16="http://schemas.microsoft.com/office/drawing/2014/main" id="{45F79DEC-EBA2-9B5E-C874-32650D33C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1375" y="5732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59" name="Oval 1564">
              <a:extLst>
                <a:ext uri="{FF2B5EF4-FFF2-40B4-BE49-F238E27FC236}">
                  <a16:creationId xmlns:a16="http://schemas.microsoft.com/office/drawing/2014/main" id="{76102120-744F-2CD2-4B37-F35125607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2487" y="5718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60" name="Oval 1565">
              <a:extLst>
                <a:ext uri="{FF2B5EF4-FFF2-40B4-BE49-F238E27FC236}">
                  <a16:creationId xmlns:a16="http://schemas.microsoft.com/office/drawing/2014/main" id="{223471D5-949C-160C-C31E-1D86E637D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7" y="5797550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61" name="Oval 1566">
              <a:extLst>
                <a:ext uri="{FF2B5EF4-FFF2-40B4-BE49-F238E27FC236}">
                  <a16:creationId xmlns:a16="http://schemas.microsoft.com/office/drawing/2014/main" id="{EDB7CBF9-5A7D-89DC-EC63-2EA5B1C816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1062" y="5827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62" name="Oval 1567">
              <a:extLst>
                <a:ext uri="{FF2B5EF4-FFF2-40B4-BE49-F238E27FC236}">
                  <a16:creationId xmlns:a16="http://schemas.microsoft.com/office/drawing/2014/main" id="{D4C3E084-F6A0-7638-55DB-12E489CEC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7" y="5514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63" name="Oval 1568">
              <a:extLst>
                <a:ext uri="{FF2B5EF4-FFF2-40B4-BE49-F238E27FC236}">
                  <a16:creationId xmlns:a16="http://schemas.microsoft.com/office/drawing/2014/main" id="{DE809F49-AD91-EEA9-C348-B33F11C00C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7" y="546576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64" name="Oval 1569">
              <a:extLst>
                <a:ext uri="{FF2B5EF4-FFF2-40B4-BE49-F238E27FC236}">
                  <a16:creationId xmlns:a16="http://schemas.microsoft.com/office/drawing/2014/main" id="{113A2F59-47D3-DEA5-D064-EB960ED3B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9950" y="5626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65" name="Oval 1570">
              <a:extLst>
                <a:ext uri="{FF2B5EF4-FFF2-40B4-BE49-F238E27FC236}">
                  <a16:creationId xmlns:a16="http://schemas.microsoft.com/office/drawing/2014/main" id="{F37770F6-CC37-0B7B-0285-A6C9EB41D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4712" y="572293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66" name="Oval 1571">
              <a:extLst>
                <a:ext uri="{FF2B5EF4-FFF2-40B4-BE49-F238E27FC236}">
                  <a16:creationId xmlns:a16="http://schemas.microsoft.com/office/drawing/2014/main" id="{48509111-FBDA-4B9C-DC09-26BE80397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4237" y="5764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67" name="Oval 1572">
              <a:extLst>
                <a:ext uri="{FF2B5EF4-FFF2-40B4-BE49-F238E27FC236}">
                  <a16:creationId xmlns:a16="http://schemas.microsoft.com/office/drawing/2014/main" id="{F8FF7356-E01C-44CC-89D9-4455E175A3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3762" y="5803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68" name="Oval 1573">
              <a:extLst>
                <a:ext uri="{FF2B5EF4-FFF2-40B4-BE49-F238E27FC236}">
                  <a16:creationId xmlns:a16="http://schemas.microsoft.com/office/drawing/2014/main" id="{C5FF38D9-1C2B-7616-1A4A-BE8B0CA88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6462" y="5573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69" name="Oval 1574">
              <a:extLst>
                <a:ext uri="{FF2B5EF4-FFF2-40B4-BE49-F238E27FC236}">
                  <a16:creationId xmlns:a16="http://schemas.microsoft.com/office/drawing/2014/main" id="{FEC2978F-C762-6189-06FC-D7C5F6EFC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8050" y="5529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70" name="Oval 1575">
              <a:extLst>
                <a:ext uri="{FF2B5EF4-FFF2-40B4-BE49-F238E27FC236}">
                  <a16:creationId xmlns:a16="http://schemas.microsoft.com/office/drawing/2014/main" id="{3C655766-9027-F5D0-2E5E-D74A00685E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1225" y="5692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71" name="Oval 1576">
              <a:extLst>
                <a:ext uri="{FF2B5EF4-FFF2-40B4-BE49-F238E27FC236}">
                  <a16:creationId xmlns:a16="http://schemas.microsoft.com/office/drawing/2014/main" id="{CAC1D918-9A93-C4A4-374C-B33DDAE34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7575" y="574357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72" name="Oval 1577">
              <a:extLst>
                <a:ext uri="{FF2B5EF4-FFF2-40B4-BE49-F238E27FC236}">
                  <a16:creationId xmlns:a16="http://schemas.microsoft.com/office/drawing/2014/main" id="{1A3D531C-AC7C-A99D-9E57-95460A28A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13925" y="5780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73" name="Oval 1578">
              <a:extLst>
                <a:ext uri="{FF2B5EF4-FFF2-40B4-BE49-F238E27FC236}">
                  <a16:creationId xmlns:a16="http://schemas.microsoft.com/office/drawing/2014/main" id="{64598F0C-82BD-E631-DC5D-34A6856B4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7737" y="5634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74" name="Oval 1579">
              <a:extLst>
                <a:ext uri="{FF2B5EF4-FFF2-40B4-BE49-F238E27FC236}">
                  <a16:creationId xmlns:a16="http://schemas.microsoft.com/office/drawing/2014/main" id="{6A3F5340-0546-FC9A-1508-170FFEB3A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7737" y="5607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75" name="Oval 1580">
              <a:extLst>
                <a:ext uri="{FF2B5EF4-FFF2-40B4-BE49-F238E27FC236}">
                  <a16:creationId xmlns:a16="http://schemas.microsoft.com/office/drawing/2014/main" id="{767179B8-BA34-3B26-0517-A7A27453D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40912" y="5799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76" name="Oval 1581">
              <a:extLst>
                <a:ext uri="{FF2B5EF4-FFF2-40B4-BE49-F238E27FC236}">
                  <a16:creationId xmlns:a16="http://schemas.microsoft.com/office/drawing/2014/main" id="{CF64B7D6-3D17-A28D-329E-536DF24E6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5837" y="5680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77" name="Oval 1582">
              <a:extLst>
                <a:ext uri="{FF2B5EF4-FFF2-40B4-BE49-F238E27FC236}">
                  <a16:creationId xmlns:a16="http://schemas.microsoft.com/office/drawing/2014/main" id="{EC879ACB-992F-14E4-6F73-F0A8448F2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5837" y="5700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78" name="Oval 1583">
              <a:extLst>
                <a:ext uri="{FF2B5EF4-FFF2-40B4-BE49-F238E27FC236}">
                  <a16:creationId xmlns:a16="http://schemas.microsoft.com/office/drawing/2014/main" id="{428B8593-AA6D-4BCC-6030-3471A3540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9012" y="57896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79" name="Oval 1584">
              <a:extLst>
                <a:ext uri="{FF2B5EF4-FFF2-40B4-BE49-F238E27FC236}">
                  <a16:creationId xmlns:a16="http://schemas.microsoft.com/office/drawing/2014/main" id="{B89999E6-D6EF-1EE5-4DA6-9FC05396C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2350" y="5740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80" name="Oval 1585">
              <a:extLst>
                <a:ext uri="{FF2B5EF4-FFF2-40B4-BE49-F238E27FC236}">
                  <a16:creationId xmlns:a16="http://schemas.microsoft.com/office/drawing/2014/main" id="{26236EE2-C77A-6FDF-6F76-6941650A0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2350" y="5773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81" name="Oval 1586">
              <a:extLst>
                <a:ext uri="{FF2B5EF4-FFF2-40B4-BE49-F238E27FC236}">
                  <a16:creationId xmlns:a16="http://schemas.microsoft.com/office/drawing/2014/main" id="{5655770B-A2E4-251E-F86C-87B742F647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5525" y="57721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82" name="Oval 1587">
              <a:extLst>
                <a:ext uri="{FF2B5EF4-FFF2-40B4-BE49-F238E27FC236}">
                  <a16:creationId xmlns:a16="http://schemas.microsoft.com/office/drawing/2014/main" id="{1B7CD443-29CA-3572-DBC8-C1F520CA6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7275" y="5819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83" name="Oval 1588">
              <a:extLst>
                <a:ext uri="{FF2B5EF4-FFF2-40B4-BE49-F238E27FC236}">
                  <a16:creationId xmlns:a16="http://schemas.microsoft.com/office/drawing/2014/main" id="{52A787D9-3929-0A3A-B36A-42FF20D302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7275" y="5783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84" name="Oval 1589">
              <a:extLst>
                <a:ext uri="{FF2B5EF4-FFF2-40B4-BE49-F238E27FC236}">
                  <a16:creationId xmlns:a16="http://schemas.microsoft.com/office/drawing/2014/main" id="{CE37ED33-92A5-F9C4-0D2C-5788C76032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0450" y="5819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85" name="Oval 1590">
              <a:extLst>
                <a:ext uri="{FF2B5EF4-FFF2-40B4-BE49-F238E27FC236}">
                  <a16:creationId xmlns:a16="http://schemas.microsoft.com/office/drawing/2014/main" id="{B75C9690-3BB5-8E08-D31C-267A3231FE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0612" y="58293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86" name="Oval 1591">
              <a:extLst>
                <a:ext uri="{FF2B5EF4-FFF2-40B4-BE49-F238E27FC236}">
                  <a16:creationId xmlns:a16="http://schemas.microsoft.com/office/drawing/2014/main" id="{8F6D9612-4AB2-D942-7781-8682D52F3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7275" y="5819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87" name="Oval 1592">
              <a:extLst>
                <a:ext uri="{FF2B5EF4-FFF2-40B4-BE49-F238E27FC236}">
                  <a16:creationId xmlns:a16="http://schemas.microsoft.com/office/drawing/2014/main" id="{DD607197-07B9-0942-B775-350CE554C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2350" y="5740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88" name="Oval 1593">
              <a:extLst>
                <a:ext uri="{FF2B5EF4-FFF2-40B4-BE49-F238E27FC236}">
                  <a16:creationId xmlns:a16="http://schemas.microsoft.com/office/drawing/2014/main" id="{B11A6C2F-3A36-F617-3F4A-23AEE2E486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2350" y="5795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89" name="Oval 1594">
              <a:extLst>
                <a:ext uri="{FF2B5EF4-FFF2-40B4-BE49-F238E27FC236}">
                  <a16:creationId xmlns:a16="http://schemas.microsoft.com/office/drawing/2014/main" id="{00BAA652-CED6-BBE7-67C5-C88B21CF6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5837" y="5680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0" name="Oval 1595">
              <a:extLst>
                <a:ext uri="{FF2B5EF4-FFF2-40B4-BE49-F238E27FC236}">
                  <a16:creationId xmlns:a16="http://schemas.microsoft.com/office/drawing/2014/main" id="{BACDCF51-049E-99A8-3990-8A1748963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5837" y="5751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1" name="Oval 1596">
              <a:extLst>
                <a:ext uri="{FF2B5EF4-FFF2-40B4-BE49-F238E27FC236}">
                  <a16:creationId xmlns:a16="http://schemas.microsoft.com/office/drawing/2014/main" id="{D0B60FA2-42D8-1D9B-C2AB-65BDC7535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7737" y="5634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2" name="Oval 1597">
              <a:extLst>
                <a:ext uri="{FF2B5EF4-FFF2-40B4-BE49-F238E27FC236}">
                  <a16:creationId xmlns:a16="http://schemas.microsoft.com/office/drawing/2014/main" id="{D598156A-DF8F-7959-5C9A-64FFD0056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7737" y="5781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3" name="Oval 1598">
              <a:extLst>
                <a:ext uri="{FF2B5EF4-FFF2-40B4-BE49-F238E27FC236}">
                  <a16:creationId xmlns:a16="http://schemas.microsoft.com/office/drawing/2014/main" id="{AEA299A0-10C1-96B1-99C6-86E52A680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52025" y="5829300"/>
              <a:ext cx="14287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4" name="Oval 1599">
              <a:extLst>
                <a:ext uri="{FF2B5EF4-FFF2-40B4-BE49-F238E27FC236}">
                  <a16:creationId xmlns:a16="http://schemas.microsoft.com/office/drawing/2014/main" id="{CC0FE23D-092D-8753-80CF-52E7A1DB6C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1550" y="5783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5" name="Oval 1600">
              <a:extLst>
                <a:ext uri="{FF2B5EF4-FFF2-40B4-BE49-F238E27FC236}">
                  <a16:creationId xmlns:a16="http://schemas.microsoft.com/office/drawing/2014/main" id="{8425DD03-DAB9-0ED2-5F25-0685DCA21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6462" y="5573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6" name="Oval 1601">
              <a:extLst>
                <a:ext uri="{FF2B5EF4-FFF2-40B4-BE49-F238E27FC236}">
                  <a16:creationId xmlns:a16="http://schemas.microsoft.com/office/drawing/2014/main" id="{B719E1BB-587B-63FC-BC33-73DD1A9AD4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8050" y="5748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7" name="Oval 1602">
              <a:extLst>
                <a:ext uri="{FF2B5EF4-FFF2-40B4-BE49-F238E27FC236}">
                  <a16:creationId xmlns:a16="http://schemas.microsoft.com/office/drawing/2014/main" id="{91F249BF-414A-6CE7-47D8-889D2FB23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1225" y="5764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8" name="Oval 1603">
              <a:extLst>
                <a:ext uri="{FF2B5EF4-FFF2-40B4-BE49-F238E27FC236}">
                  <a16:creationId xmlns:a16="http://schemas.microsoft.com/office/drawing/2014/main" id="{CC373D73-1A8F-7C64-10AE-921BC209AB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7575" y="577373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99" name="Oval 1604">
              <a:extLst>
                <a:ext uri="{FF2B5EF4-FFF2-40B4-BE49-F238E27FC236}">
                  <a16:creationId xmlns:a16="http://schemas.microsoft.com/office/drawing/2014/main" id="{0D5BEBF8-2A88-7B03-BE41-48E3C146C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13925" y="5786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00" name="Oval 1605">
              <a:extLst>
                <a:ext uri="{FF2B5EF4-FFF2-40B4-BE49-F238E27FC236}">
                  <a16:creationId xmlns:a16="http://schemas.microsoft.com/office/drawing/2014/main" id="{E10CE9AA-FD48-95FC-A45A-CD9BE6A58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3450" y="57705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01" name="Oval 1606">
              <a:extLst>
                <a:ext uri="{FF2B5EF4-FFF2-40B4-BE49-F238E27FC236}">
                  <a16:creationId xmlns:a16="http://schemas.microsoft.com/office/drawing/2014/main" id="{A6CCD14A-0E41-4C23-9FF2-F6DA9687C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4562" y="5815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02" name="Oval 1607">
              <a:extLst>
                <a:ext uri="{FF2B5EF4-FFF2-40B4-BE49-F238E27FC236}">
                  <a16:creationId xmlns:a16="http://schemas.microsoft.com/office/drawing/2014/main" id="{087EB554-571D-95E6-F68C-7E138A826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7" y="5514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03" name="Oval 1608">
              <a:extLst>
                <a:ext uri="{FF2B5EF4-FFF2-40B4-BE49-F238E27FC236}">
                  <a16:creationId xmlns:a16="http://schemas.microsoft.com/office/drawing/2014/main" id="{9A621CA0-E5F9-EB34-72EF-0FA67F8D2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7" y="5664200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04" name="Oval 1609">
              <a:extLst>
                <a:ext uri="{FF2B5EF4-FFF2-40B4-BE49-F238E27FC236}">
                  <a16:creationId xmlns:a16="http://schemas.microsoft.com/office/drawing/2014/main" id="{D8EDF242-7209-3F5B-3EC1-3701C3A8A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9950" y="5737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05" name="Oval 1610">
              <a:extLst>
                <a:ext uri="{FF2B5EF4-FFF2-40B4-BE49-F238E27FC236}">
                  <a16:creationId xmlns:a16="http://schemas.microsoft.com/office/drawing/2014/main" id="{31FF438D-6A48-539A-4573-546EA4268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4712" y="572928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06" name="Oval 1611">
              <a:extLst>
                <a:ext uri="{FF2B5EF4-FFF2-40B4-BE49-F238E27FC236}">
                  <a16:creationId xmlns:a16="http://schemas.microsoft.com/office/drawing/2014/main" id="{EBA9904E-6666-995A-2524-3D59CD319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4237" y="5672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07" name="Oval 1612">
              <a:extLst>
                <a:ext uri="{FF2B5EF4-FFF2-40B4-BE49-F238E27FC236}">
                  <a16:creationId xmlns:a16="http://schemas.microsoft.com/office/drawing/2014/main" id="{E38D0176-1794-9EE1-F1C9-29C741FF27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3762" y="5683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08" name="Oval 1613">
              <a:extLst>
                <a:ext uri="{FF2B5EF4-FFF2-40B4-BE49-F238E27FC236}">
                  <a16:creationId xmlns:a16="http://schemas.microsoft.com/office/drawing/2014/main" id="{49B8E1EF-9539-92C6-1226-55196A6D7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6462" y="5749925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09" name="Oval 1614">
              <a:extLst>
                <a:ext uri="{FF2B5EF4-FFF2-40B4-BE49-F238E27FC236}">
                  <a16:creationId xmlns:a16="http://schemas.microsoft.com/office/drawing/2014/main" id="{A677EB3C-6B9A-621D-8F3C-9C4B937BE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9162" y="5819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0" name="Oval 1615">
              <a:extLst>
                <a:ext uri="{FF2B5EF4-FFF2-40B4-BE49-F238E27FC236}">
                  <a16:creationId xmlns:a16="http://schemas.microsoft.com/office/drawing/2014/main" id="{6FA03F5C-A77C-C3AD-08CB-516344388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7" y="550545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1" name="Oval 1616">
              <a:extLst>
                <a:ext uri="{FF2B5EF4-FFF2-40B4-BE49-F238E27FC236}">
                  <a16:creationId xmlns:a16="http://schemas.microsoft.com/office/drawing/2014/main" id="{58729C2D-AC48-7AAC-E67E-0849D4CDE8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7" y="5653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2" name="Oval 1617">
              <a:extLst>
                <a:ext uri="{FF2B5EF4-FFF2-40B4-BE49-F238E27FC236}">
                  <a16:creationId xmlns:a16="http://schemas.microsoft.com/office/drawing/2014/main" id="{2B904793-E68E-B325-9B40-6554EB25C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5500" y="5703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3" name="Oval 1618">
              <a:extLst>
                <a:ext uri="{FF2B5EF4-FFF2-40B4-BE49-F238E27FC236}">
                  <a16:creationId xmlns:a16="http://schemas.microsoft.com/office/drawing/2014/main" id="{1204BF4C-692F-50EA-9160-6FFAF96EC3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1850" y="5707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4" name="Oval 1619">
              <a:extLst>
                <a:ext uri="{FF2B5EF4-FFF2-40B4-BE49-F238E27FC236}">
                  <a16:creationId xmlns:a16="http://schemas.microsoft.com/office/drawing/2014/main" id="{34F37DA7-8A9E-5082-B48F-3C9A702FA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1375" y="56864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5" name="Oval 1620">
              <a:extLst>
                <a:ext uri="{FF2B5EF4-FFF2-40B4-BE49-F238E27FC236}">
                  <a16:creationId xmlns:a16="http://schemas.microsoft.com/office/drawing/2014/main" id="{A4D157B2-A8C2-6290-FEE2-78F6122E3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2487" y="5689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6" name="Oval 1621">
              <a:extLst>
                <a:ext uri="{FF2B5EF4-FFF2-40B4-BE49-F238E27FC236}">
                  <a16:creationId xmlns:a16="http://schemas.microsoft.com/office/drawing/2014/main" id="{83A89CEC-2F6F-7E10-3A01-57BD8F38B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7" y="57261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7" name="Oval 1622">
              <a:extLst>
                <a:ext uri="{FF2B5EF4-FFF2-40B4-BE49-F238E27FC236}">
                  <a16:creationId xmlns:a16="http://schemas.microsoft.com/office/drawing/2014/main" id="{76CD0EC9-07D9-1275-4743-4F0F1181F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1062" y="5741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8" name="Oval 1623">
              <a:extLst>
                <a:ext uri="{FF2B5EF4-FFF2-40B4-BE49-F238E27FC236}">
                  <a16:creationId xmlns:a16="http://schemas.microsoft.com/office/drawing/2014/main" id="{CAC19011-AD77-4C4D-00E7-D3AF59FF3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8525" y="5718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19" name="Oval 1624">
              <a:extLst>
                <a:ext uri="{FF2B5EF4-FFF2-40B4-BE49-F238E27FC236}">
                  <a16:creationId xmlns:a16="http://schemas.microsoft.com/office/drawing/2014/main" id="{D6C054F2-B07D-0B50-4E56-0336FE04CD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7575" y="578167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0" name="Oval 1625">
              <a:extLst>
                <a:ext uri="{FF2B5EF4-FFF2-40B4-BE49-F238E27FC236}">
                  <a16:creationId xmlns:a16="http://schemas.microsoft.com/office/drawing/2014/main" id="{9CD24344-1526-6616-DEF7-DAE2D144E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3112" y="5467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1" name="Oval 1626">
              <a:extLst>
                <a:ext uri="{FF2B5EF4-FFF2-40B4-BE49-F238E27FC236}">
                  <a16:creationId xmlns:a16="http://schemas.microsoft.com/office/drawing/2014/main" id="{ADA9D3DD-518D-52D0-2FD0-D20A6B2C1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3112" y="555148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2" name="Oval 1627">
              <a:extLst>
                <a:ext uri="{FF2B5EF4-FFF2-40B4-BE49-F238E27FC236}">
                  <a16:creationId xmlns:a16="http://schemas.microsoft.com/office/drawing/2014/main" id="{64AC72D7-939B-7D7E-DDF4-600E8FD8E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7875" y="5595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3" name="Oval 1628">
              <a:extLst>
                <a:ext uri="{FF2B5EF4-FFF2-40B4-BE49-F238E27FC236}">
                  <a16:creationId xmlns:a16="http://schemas.microsoft.com/office/drawing/2014/main" id="{C1DDE9F9-FFA7-C20B-8F00-5F9DAD3E8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5812" y="5588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4" name="Oval 1629">
              <a:extLst>
                <a:ext uri="{FF2B5EF4-FFF2-40B4-BE49-F238E27FC236}">
                  <a16:creationId xmlns:a16="http://schemas.microsoft.com/office/drawing/2014/main" id="{83E073AF-2E06-881D-9C93-1CD185876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6925" y="5600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5" name="Oval 1630">
              <a:extLst>
                <a:ext uri="{FF2B5EF4-FFF2-40B4-BE49-F238E27FC236}">
                  <a16:creationId xmlns:a16="http://schemas.microsoft.com/office/drawing/2014/main" id="{98738FBC-6316-3C0F-4A76-AE9A29F39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9625" y="564515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6" name="Oval 1631">
              <a:extLst>
                <a:ext uri="{FF2B5EF4-FFF2-40B4-BE49-F238E27FC236}">
                  <a16:creationId xmlns:a16="http://schemas.microsoft.com/office/drawing/2014/main" id="{D6BEAC3C-CB2B-2B7D-806F-B866D4EBF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3912" y="56864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7" name="Oval 1632">
              <a:extLst>
                <a:ext uri="{FF2B5EF4-FFF2-40B4-BE49-F238E27FC236}">
                  <a16:creationId xmlns:a16="http://schemas.microsoft.com/office/drawing/2014/main" id="{9FB42EB7-8E5B-946C-73EA-9C025D72F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1375" y="5676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8" name="Oval 1633">
              <a:extLst>
                <a:ext uri="{FF2B5EF4-FFF2-40B4-BE49-F238E27FC236}">
                  <a16:creationId xmlns:a16="http://schemas.microsoft.com/office/drawing/2014/main" id="{A2E1487B-953A-F676-5FF6-68FA18099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0425" y="5626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29" name="Oval 1634">
              <a:extLst>
                <a:ext uri="{FF2B5EF4-FFF2-40B4-BE49-F238E27FC236}">
                  <a16:creationId xmlns:a16="http://schemas.microsoft.com/office/drawing/2014/main" id="{3643B57A-8998-6019-9DFD-679C6EDE2C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9475" y="568007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30" name="Oval 1635">
              <a:extLst>
                <a:ext uri="{FF2B5EF4-FFF2-40B4-BE49-F238E27FC236}">
                  <a16:creationId xmlns:a16="http://schemas.microsoft.com/office/drawing/2014/main" id="{45ED1B9C-8AE1-56E3-A9D9-A9E39D2FB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1700" y="5821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31" name="Oval 1636">
              <a:extLst>
                <a:ext uri="{FF2B5EF4-FFF2-40B4-BE49-F238E27FC236}">
                  <a16:creationId xmlns:a16="http://schemas.microsoft.com/office/drawing/2014/main" id="{4CAA9350-336A-B2E7-55EC-3D4F164CEF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2312" y="5376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32" name="Oval 1637">
              <a:extLst>
                <a:ext uri="{FF2B5EF4-FFF2-40B4-BE49-F238E27FC236}">
                  <a16:creationId xmlns:a16="http://schemas.microsoft.com/office/drawing/2014/main" id="{6A540D50-1B1B-7419-E9E9-FCE2EB915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3900" y="5402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33" name="Oval 1638">
              <a:extLst>
                <a:ext uri="{FF2B5EF4-FFF2-40B4-BE49-F238E27FC236}">
                  <a16:creationId xmlns:a16="http://schemas.microsoft.com/office/drawing/2014/main" id="{2268C9F8-2C03-49FA-256D-CDBDA9829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662" y="55181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34" name="Oval 1639">
              <a:extLst>
                <a:ext uri="{FF2B5EF4-FFF2-40B4-BE49-F238E27FC236}">
                  <a16:creationId xmlns:a16="http://schemas.microsoft.com/office/drawing/2014/main" id="{01CD6F15-7806-78BA-7FA8-5B1E0DEA3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6600" y="5556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35" name="Oval 1640">
              <a:extLst>
                <a:ext uri="{FF2B5EF4-FFF2-40B4-BE49-F238E27FC236}">
                  <a16:creationId xmlns:a16="http://schemas.microsoft.com/office/drawing/2014/main" id="{A6654389-6322-87F8-B4C9-F020D5E13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9300" y="5510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36" name="Oval 1641">
              <a:extLst>
                <a:ext uri="{FF2B5EF4-FFF2-40B4-BE49-F238E27FC236}">
                  <a16:creationId xmlns:a16="http://schemas.microsoft.com/office/drawing/2014/main" id="{38D53102-46D6-BBE6-5903-C7B1B4886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53587" y="5535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37" name="Oval 1642">
              <a:extLst>
                <a:ext uri="{FF2B5EF4-FFF2-40B4-BE49-F238E27FC236}">
                  <a16:creationId xmlns:a16="http://schemas.microsoft.com/office/drawing/2014/main" id="{1CE67343-5217-61E4-EC7A-47338C097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9462" y="5573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38" name="Oval 1643">
              <a:extLst>
                <a:ext uri="{FF2B5EF4-FFF2-40B4-BE49-F238E27FC236}">
                  <a16:creationId xmlns:a16="http://schemas.microsoft.com/office/drawing/2014/main" id="{E4CE8F5F-D50B-5390-8DDC-E85151314A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8512" y="5602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39" name="Oval 1644">
              <a:extLst>
                <a:ext uri="{FF2B5EF4-FFF2-40B4-BE49-F238E27FC236}">
                  <a16:creationId xmlns:a16="http://schemas.microsoft.com/office/drawing/2014/main" id="{3B7335F7-199F-E130-C727-64D6A3F89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7" y="562133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40" name="Oval 1645">
              <a:extLst>
                <a:ext uri="{FF2B5EF4-FFF2-40B4-BE49-F238E27FC236}">
                  <a16:creationId xmlns:a16="http://schemas.microsoft.com/office/drawing/2014/main" id="{AB7A1EA5-EFBB-0331-0F11-970BA0729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2962" y="5662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41" name="Oval 1646">
              <a:extLst>
                <a:ext uri="{FF2B5EF4-FFF2-40B4-BE49-F238E27FC236}">
                  <a16:creationId xmlns:a16="http://schemas.microsoft.com/office/drawing/2014/main" id="{E4A9A959-574C-202F-3956-E85F152637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7" y="571182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42" name="Oval 1647">
              <a:extLst>
                <a:ext uri="{FF2B5EF4-FFF2-40B4-BE49-F238E27FC236}">
                  <a16:creationId xmlns:a16="http://schemas.microsoft.com/office/drawing/2014/main" id="{6434F66B-2453-58E1-8BC2-33AA5F81CA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0587" y="5800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43" name="Oval 1648">
              <a:extLst>
                <a:ext uri="{FF2B5EF4-FFF2-40B4-BE49-F238E27FC236}">
                  <a16:creationId xmlns:a16="http://schemas.microsoft.com/office/drawing/2014/main" id="{3437DADD-6CC6-FE69-1812-41AE1014E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8337" y="5280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44" name="Oval 1649">
              <a:extLst>
                <a:ext uri="{FF2B5EF4-FFF2-40B4-BE49-F238E27FC236}">
                  <a16:creationId xmlns:a16="http://schemas.microsoft.com/office/drawing/2014/main" id="{C0EC6387-D8C5-B0F4-1344-F0B9DBCE43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9925" y="53498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45" name="Oval 1650">
              <a:extLst>
                <a:ext uri="{FF2B5EF4-FFF2-40B4-BE49-F238E27FC236}">
                  <a16:creationId xmlns:a16="http://schemas.microsoft.com/office/drawing/2014/main" id="{64D5E5CE-0AD8-EF6A-B741-EF7E1F5014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6275" y="5407025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46" name="Oval 1651">
              <a:extLst>
                <a:ext uri="{FF2B5EF4-FFF2-40B4-BE49-F238E27FC236}">
                  <a16:creationId xmlns:a16="http://schemas.microsoft.com/office/drawing/2014/main" id="{45B402D4-670A-4089-11B5-0D47B9EF1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5800" y="5464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47" name="Oval 1652">
              <a:extLst>
                <a:ext uri="{FF2B5EF4-FFF2-40B4-BE49-F238E27FC236}">
                  <a16:creationId xmlns:a16="http://schemas.microsoft.com/office/drawing/2014/main" id="{0972AB94-D049-1AEA-8653-A3B51C67C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8500" y="548798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48" name="Oval 1653">
              <a:extLst>
                <a:ext uri="{FF2B5EF4-FFF2-40B4-BE49-F238E27FC236}">
                  <a16:creationId xmlns:a16="http://schemas.microsoft.com/office/drawing/2014/main" id="{E69AF773-81BB-A4FC-9CB3-D6364A489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4375" y="5514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49" name="Oval 1654">
              <a:extLst>
                <a:ext uri="{FF2B5EF4-FFF2-40B4-BE49-F238E27FC236}">
                  <a16:creationId xmlns:a16="http://schemas.microsoft.com/office/drawing/2014/main" id="{BC55E857-23A3-B6A8-56E2-FBA542912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3425" y="5554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50" name="Oval 1655">
              <a:extLst>
                <a:ext uri="{FF2B5EF4-FFF2-40B4-BE49-F238E27FC236}">
                  <a16:creationId xmlns:a16="http://schemas.microsoft.com/office/drawing/2014/main" id="{454EAAB8-2DE7-6455-B2F0-AF3460AFA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5650" y="5586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51" name="Oval 1656">
              <a:extLst>
                <a:ext uri="{FF2B5EF4-FFF2-40B4-BE49-F238E27FC236}">
                  <a16:creationId xmlns:a16="http://schemas.microsoft.com/office/drawing/2014/main" id="{D55B9DFF-0375-5731-4B7F-5D67E209B9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7875" y="5607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52" name="Oval 1657">
              <a:extLst>
                <a:ext uri="{FF2B5EF4-FFF2-40B4-BE49-F238E27FC236}">
                  <a16:creationId xmlns:a16="http://schemas.microsoft.com/office/drawing/2014/main" id="{FF15E3A8-E0F1-2D7B-9518-D49620162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3275" y="5657850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53" name="Oval 1658">
              <a:extLst>
                <a:ext uri="{FF2B5EF4-FFF2-40B4-BE49-F238E27FC236}">
                  <a16:creationId xmlns:a16="http://schemas.microsoft.com/office/drawing/2014/main" id="{84ACD70A-C2E8-3E73-583B-62B1A438F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8675" y="57245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54" name="Oval 1659">
              <a:extLst>
                <a:ext uri="{FF2B5EF4-FFF2-40B4-BE49-F238E27FC236}">
                  <a16:creationId xmlns:a16="http://schemas.microsoft.com/office/drawing/2014/main" id="{2096A847-D591-CFC2-8968-6820C6699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5662" y="5781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55" name="Oval 1660">
              <a:extLst>
                <a:ext uri="{FF2B5EF4-FFF2-40B4-BE49-F238E27FC236}">
                  <a16:creationId xmlns:a16="http://schemas.microsoft.com/office/drawing/2014/main" id="{37B7FFFD-D4C8-271C-D8D2-06A0A6B14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4237" y="58054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56" name="Oval 1661">
              <a:extLst>
                <a:ext uri="{FF2B5EF4-FFF2-40B4-BE49-F238E27FC236}">
                  <a16:creationId xmlns:a16="http://schemas.microsoft.com/office/drawing/2014/main" id="{299ADDAC-59EE-C61B-334F-557FF4046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9800" y="5799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57" name="Oval 1662">
              <a:extLst>
                <a:ext uri="{FF2B5EF4-FFF2-40B4-BE49-F238E27FC236}">
                  <a16:creationId xmlns:a16="http://schemas.microsoft.com/office/drawing/2014/main" id="{E50A06D7-DAB7-BF39-F2ED-1CC7A2554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9600" y="5205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58" name="Oval 1663">
              <a:extLst>
                <a:ext uri="{FF2B5EF4-FFF2-40B4-BE49-F238E27FC236}">
                  <a16:creationId xmlns:a16="http://schemas.microsoft.com/office/drawing/2014/main" id="{BD329303-5F07-8059-B2DD-DD90ABBB5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1187" y="5218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59" name="Oval 1664">
              <a:extLst>
                <a:ext uri="{FF2B5EF4-FFF2-40B4-BE49-F238E27FC236}">
                  <a16:creationId xmlns:a16="http://schemas.microsoft.com/office/drawing/2014/main" id="{ADD67970-A8A0-817E-E425-4DFBC7CC81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9125" y="5303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60" name="Oval 1665">
              <a:extLst>
                <a:ext uri="{FF2B5EF4-FFF2-40B4-BE49-F238E27FC236}">
                  <a16:creationId xmlns:a16="http://schemas.microsoft.com/office/drawing/2014/main" id="{BB3CBDDA-9EC1-363A-3EB3-5AD79D048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0237" y="5300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61" name="Oval 1666">
              <a:extLst>
                <a:ext uri="{FF2B5EF4-FFF2-40B4-BE49-F238E27FC236}">
                  <a16:creationId xmlns:a16="http://schemas.microsoft.com/office/drawing/2014/main" id="{13AD1FDF-DE09-0EE5-2803-B0153528D4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525" y="53403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62" name="Oval 1667">
              <a:extLst>
                <a:ext uri="{FF2B5EF4-FFF2-40B4-BE49-F238E27FC236}">
                  <a16:creationId xmlns:a16="http://schemas.microsoft.com/office/drawing/2014/main" id="{056FDDCF-CF56-9738-D4D0-3D39ED069B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3575" y="5445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63" name="Oval 1668">
              <a:extLst>
                <a:ext uri="{FF2B5EF4-FFF2-40B4-BE49-F238E27FC236}">
                  <a16:creationId xmlns:a16="http://schemas.microsoft.com/office/drawing/2014/main" id="{8F03A5D4-F23D-C5B1-737F-4B4C926EB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5800" y="5511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64" name="Oval 1669">
              <a:extLst>
                <a:ext uri="{FF2B5EF4-FFF2-40B4-BE49-F238E27FC236}">
                  <a16:creationId xmlns:a16="http://schemas.microsoft.com/office/drawing/2014/main" id="{CBEFFAF6-DF79-88E8-E52C-FD6A51A517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612" y="5567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65" name="Oval 1670">
              <a:extLst>
                <a:ext uri="{FF2B5EF4-FFF2-40B4-BE49-F238E27FC236}">
                  <a16:creationId xmlns:a16="http://schemas.microsoft.com/office/drawing/2014/main" id="{82E41785-45BA-235A-3990-C11581D11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5012" y="5610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66" name="Oval 1671">
              <a:extLst>
                <a:ext uri="{FF2B5EF4-FFF2-40B4-BE49-F238E27FC236}">
                  <a16:creationId xmlns:a16="http://schemas.microsoft.com/office/drawing/2014/main" id="{4748978F-C643-8A98-CC64-9D49A404F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53587" y="5672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67" name="Oval 1672">
              <a:extLst>
                <a:ext uri="{FF2B5EF4-FFF2-40B4-BE49-F238E27FC236}">
                  <a16:creationId xmlns:a16="http://schemas.microsoft.com/office/drawing/2014/main" id="{B6CD12EE-CA61-AAEE-C4AE-F44B4922D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2162" y="5689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68" name="Oval 1673">
              <a:extLst>
                <a:ext uri="{FF2B5EF4-FFF2-40B4-BE49-F238E27FC236}">
                  <a16:creationId xmlns:a16="http://schemas.microsoft.com/office/drawing/2014/main" id="{C0C43A3A-9F99-E1DA-130C-3A0CBB924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7" y="5697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69" name="Oval 1674">
              <a:extLst>
                <a:ext uri="{FF2B5EF4-FFF2-40B4-BE49-F238E27FC236}">
                  <a16:creationId xmlns:a16="http://schemas.microsoft.com/office/drawing/2014/main" id="{064807EF-A4D1-3073-616A-86265B4B4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0900" y="57467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70" name="Oval 1675">
              <a:extLst>
                <a:ext uri="{FF2B5EF4-FFF2-40B4-BE49-F238E27FC236}">
                  <a16:creationId xmlns:a16="http://schemas.microsoft.com/office/drawing/2014/main" id="{E425807F-1C82-A1A9-E3CB-C8F213D67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1062" y="5818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71" name="Oval 1676">
              <a:extLst>
                <a:ext uri="{FF2B5EF4-FFF2-40B4-BE49-F238E27FC236}">
                  <a16:creationId xmlns:a16="http://schemas.microsoft.com/office/drawing/2014/main" id="{413FC402-11C4-B978-6DD4-C97BCE0903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1225" y="5756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72" name="Oval 1677">
              <a:extLst>
                <a:ext uri="{FF2B5EF4-FFF2-40B4-BE49-F238E27FC236}">
                  <a16:creationId xmlns:a16="http://schemas.microsoft.com/office/drawing/2014/main" id="{90ABE05C-144B-BEAE-A62E-4F3C5C3C61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1387" y="5786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73" name="Oval 1678">
              <a:extLst>
                <a:ext uri="{FF2B5EF4-FFF2-40B4-BE49-F238E27FC236}">
                  <a16:creationId xmlns:a16="http://schemas.microsoft.com/office/drawing/2014/main" id="{75BC8CD5-BC8A-EEA4-384F-07224E271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51927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74" name="Oval 1679">
              <a:extLst>
                <a:ext uri="{FF2B5EF4-FFF2-40B4-BE49-F238E27FC236}">
                  <a16:creationId xmlns:a16="http://schemas.microsoft.com/office/drawing/2014/main" id="{83CE3B7F-7B5C-A34A-D90A-5FEA47556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9275" y="5140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75" name="Oval 1680">
              <a:extLst>
                <a:ext uri="{FF2B5EF4-FFF2-40B4-BE49-F238E27FC236}">
                  <a16:creationId xmlns:a16="http://schemas.microsoft.com/office/drawing/2014/main" id="{AFD63496-04E5-04CA-0C9A-281CBA512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7212" y="5227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76" name="Oval 1681">
              <a:extLst>
                <a:ext uri="{FF2B5EF4-FFF2-40B4-BE49-F238E27FC236}">
                  <a16:creationId xmlns:a16="http://schemas.microsoft.com/office/drawing/2014/main" id="{585CE094-EF76-CE2B-6B4E-9605F21BE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9912" y="529907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77" name="Oval 1682">
              <a:extLst>
                <a:ext uri="{FF2B5EF4-FFF2-40B4-BE49-F238E27FC236}">
                  <a16:creationId xmlns:a16="http://schemas.microsoft.com/office/drawing/2014/main" id="{8D096F19-0B5C-93C1-CB62-751D21D5C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8962" y="529590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78" name="Oval 1683">
              <a:extLst>
                <a:ext uri="{FF2B5EF4-FFF2-40B4-BE49-F238E27FC236}">
                  <a16:creationId xmlns:a16="http://schemas.microsoft.com/office/drawing/2014/main" id="{2F3A0059-FDCD-9CC0-15D5-BE21089D7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9600" y="5324475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79" name="Oval 1684">
              <a:extLst>
                <a:ext uri="{FF2B5EF4-FFF2-40B4-BE49-F238E27FC236}">
                  <a16:creationId xmlns:a16="http://schemas.microsoft.com/office/drawing/2014/main" id="{9AB0D0F6-CE1C-9027-86A7-E13F279BD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5000" y="53975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80" name="Oval 1685">
              <a:extLst>
                <a:ext uri="{FF2B5EF4-FFF2-40B4-BE49-F238E27FC236}">
                  <a16:creationId xmlns:a16="http://schemas.microsoft.com/office/drawing/2014/main" id="{C4DC9330-F437-D821-64C0-D728499E5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987" y="5451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81" name="Oval 1686">
              <a:extLst>
                <a:ext uri="{FF2B5EF4-FFF2-40B4-BE49-F238E27FC236}">
                  <a16:creationId xmlns:a16="http://schemas.microsoft.com/office/drawing/2014/main" id="{46B5F1D9-D6E7-1BE4-0C33-731710625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0562" y="5513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82" name="Oval 1687">
              <a:extLst>
                <a:ext uri="{FF2B5EF4-FFF2-40B4-BE49-F238E27FC236}">
                  <a16:creationId xmlns:a16="http://schemas.microsoft.com/office/drawing/2014/main" id="{FD80B39C-B702-51FA-7DAD-D5B15C532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2312" y="5607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83" name="Oval 1688">
              <a:extLst>
                <a:ext uri="{FF2B5EF4-FFF2-40B4-BE49-F238E27FC236}">
                  <a16:creationId xmlns:a16="http://schemas.microsoft.com/office/drawing/2014/main" id="{C23AAE12-3C33-4853-10D2-1A5A88BF7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4062" y="5608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84" name="Oval 1689">
              <a:extLst>
                <a:ext uri="{FF2B5EF4-FFF2-40B4-BE49-F238E27FC236}">
                  <a16:creationId xmlns:a16="http://schemas.microsoft.com/office/drawing/2014/main" id="{3D251842-A086-B85E-22B9-2F9A0D4B2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5812" y="5584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85" name="Oval 1690">
              <a:extLst>
                <a:ext uri="{FF2B5EF4-FFF2-40B4-BE49-F238E27FC236}">
                  <a16:creationId xmlns:a16="http://schemas.microsoft.com/office/drawing/2014/main" id="{BB69E5E9-839B-CFF8-1EE0-52AD89503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09150" y="5675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86" name="Oval 1692">
              <a:extLst>
                <a:ext uri="{FF2B5EF4-FFF2-40B4-BE49-F238E27FC236}">
                  <a16:creationId xmlns:a16="http://schemas.microsoft.com/office/drawing/2014/main" id="{0A20C9B5-1043-9BC0-0BBD-3A7380163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0900" y="58070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87" name="Oval 1693">
              <a:extLst>
                <a:ext uri="{FF2B5EF4-FFF2-40B4-BE49-F238E27FC236}">
                  <a16:creationId xmlns:a16="http://schemas.microsoft.com/office/drawing/2014/main" id="{D7AFC6D0-8FBB-DAA6-BAF2-A6C619164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4238" y="5773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88" name="Oval 1694">
              <a:extLst>
                <a:ext uri="{FF2B5EF4-FFF2-40B4-BE49-F238E27FC236}">
                  <a16:creationId xmlns:a16="http://schemas.microsoft.com/office/drawing/2014/main" id="{74060C5B-31C6-F662-9055-9A30EC847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5988" y="5745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89" name="Oval 1695">
              <a:extLst>
                <a:ext uri="{FF2B5EF4-FFF2-40B4-BE49-F238E27FC236}">
                  <a16:creationId xmlns:a16="http://schemas.microsoft.com/office/drawing/2014/main" id="{8F05F5A4-AF41-2746-9150-85C76502B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7738" y="5830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90" name="Oval 1696">
              <a:extLst>
                <a:ext uri="{FF2B5EF4-FFF2-40B4-BE49-F238E27FC236}">
                  <a16:creationId xmlns:a16="http://schemas.microsoft.com/office/drawing/2014/main" id="{A44E9BAB-5A1C-828C-33C4-ABE040048E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9425" y="5033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91" name="Oval 1697">
              <a:extLst>
                <a:ext uri="{FF2B5EF4-FFF2-40B4-BE49-F238E27FC236}">
                  <a16:creationId xmlns:a16="http://schemas.microsoft.com/office/drawing/2014/main" id="{F5CCF54C-6ACD-B161-A039-035A2E43C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2600" y="5072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92" name="Oval 1698">
              <a:extLst>
                <a:ext uri="{FF2B5EF4-FFF2-40B4-BE49-F238E27FC236}">
                  <a16:creationId xmlns:a16="http://schemas.microsoft.com/office/drawing/2014/main" id="{D7E0551F-3212-A1AF-008F-1E67E00EF2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2125" y="5103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93" name="Oval 1699">
              <a:extLst>
                <a:ext uri="{FF2B5EF4-FFF2-40B4-BE49-F238E27FC236}">
                  <a16:creationId xmlns:a16="http://schemas.microsoft.com/office/drawing/2014/main" id="{987E81D7-54F5-1143-BB1E-2B6C3D5CB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6413" y="5208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94" name="Oval 1700">
              <a:extLst>
                <a:ext uri="{FF2B5EF4-FFF2-40B4-BE49-F238E27FC236}">
                  <a16:creationId xmlns:a16="http://schemas.microsoft.com/office/drawing/2014/main" id="{D9317F5D-B210-F19F-8C8E-2E56E45B5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7050" y="5287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95" name="Oval 1701">
              <a:extLst>
                <a:ext uri="{FF2B5EF4-FFF2-40B4-BE49-F238E27FC236}">
                  <a16:creationId xmlns:a16="http://schemas.microsoft.com/office/drawing/2014/main" id="{9579794D-FA79-4FF2-40B0-BACA155AE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2450" y="5334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96" name="Oval 1702">
              <a:extLst>
                <a:ext uri="{FF2B5EF4-FFF2-40B4-BE49-F238E27FC236}">
                  <a16:creationId xmlns:a16="http://schemas.microsoft.com/office/drawing/2014/main" id="{E29E42DA-494E-0186-3B4E-737C2DDF3B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1025" y="5419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97" name="Oval 1703">
              <a:extLst>
                <a:ext uri="{FF2B5EF4-FFF2-40B4-BE49-F238E27FC236}">
                  <a16:creationId xmlns:a16="http://schemas.microsoft.com/office/drawing/2014/main" id="{FD894D90-567A-47FD-BA98-4A4035A86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1188" y="5500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98" name="Oval 1704">
              <a:extLst>
                <a:ext uri="{FF2B5EF4-FFF2-40B4-BE49-F238E27FC236}">
                  <a16:creationId xmlns:a16="http://schemas.microsoft.com/office/drawing/2014/main" id="{289BC827-D0A2-358D-7880-D4BCD4278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525" y="5478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99" name="Oval 1705">
              <a:extLst>
                <a:ext uri="{FF2B5EF4-FFF2-40B4-BE49-F238E27FC236}">
                  <a16:creationId xmlns:a16="http://schemas.microsoft.com/office/drawing/2014/main" id="{8EF32B18-3BC8-9A93-E43F-BFAC53B3B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9450" y="5510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00" name="Oval 1706">
              <a:extLst>
                <a:ext uri="{FF2B5EF4-FFF2-40B4-BE49-F238E27FC236}">
                  <a16:creationId xmlns:a16="http://schemas.microsoft.com/office/drawing/2014/main" id="{F03B7C6B-C5C4-601E-B90F-4418610943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4375" y="5561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01" name="Oval 1707">
              <a:extLst>
                <a:ext uri="{FF2B5EF4-FFF2-40B4-BE49-F238E27FC236}">
                  <a16:creationId xmlns:a16="http://schemas.microsoft.com/office/drawing/2014/main" id="{CAD654DC-2F9C-F7D7-A6D2-C8FFCCBD1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0888" y="5580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02" name="Oval 1708">
              <a:extLst>
                <a:ext uri="{FF2B5EF4-FFF2-40B4-BE49-F238E27FC236}">
                  <a16:creationId xmlns:a16="http://schemas.microsoft.com/office/drawing/2014/main" id="{2B12A6D9-FFC1-135C-57C0-6D28ECCF6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5813" y="5694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03" name="Oval 1709">
              <a:extLst>
                <a:ext uri="{FF2B5EF4-FFF2-40B4-BE49-F238E27FC236}">
                  <a16:creationId xmlns:a16="http://schemas.microsoft.com/office/drawing/2014/main" id="{98D9C84D-D44B-2F5A-C174-6F9D4FB91C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8" y="5730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04" name="Oval 1710">
              <a:extLst>
                <a:ext uri="{FF2B5EF4-FFF2-40B4-BE49-F238E27FC236}">
                  <a16:creationId xmlns:a16="http://schemas.microsoft.com/office/drawing/2014/main" id="{BA8D747A-0EE8-A84F-8CDF-F65DF3E56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5663" y="5762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05" name="Oval 1711">
              <a:extLst>
                <a:ext uri="{FF2B5EF4-FFF2-40B4-BE49-F238E27FC236}">
                  <a16:creationId xmlns:a16="http://schemas.microsoft.com/office/drawing/2014/main" id="{988AEE15-B03C-4EF2-F2FB-659DC67DA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0588" y="5767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06" name="Oval 1712">
              <a:extLst>
                <a:ext uri="{FF2B5EF4-FFF2-40B4-BE49-F238E27FC236}">
                  <a16:creationId xmlns:a16="http://schemas.microsoft.com/office/drawing/2014/main" id="{C1D6E4E2-0F6E-B004-1DBE-0C485E36B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13925" y="5789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07" name="Oval 1713">
              <a:extLst>
                <a:ext uri="{FF2B5EF4-FFF2-40B4-BE49-F238E27FC236}">
                  <a16:creationId xmlns:a16="http://schemas.microsoft.com/office/drawing/2014/main" id="{433E8FED-8144-378D-55C7-A023D390C6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3225" y="4935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08" name="Oval 1714">
              <a:extLst>
                <a:ext uri="{FF2B5EF4-FFF2-40B4-BE49-F238E27FC236}">
                  <a16:creationId xmlns:a16="http://schemas.microsoft.com/office/drawing/2014/main" id="{0FC40F06-422B-4592-93DE-E73992822F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7988" y="4995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09" name="Oval 1715">
              <a:extLst>
                <a:ext uri="{FF2B5EF4-FFF2-40B4-BE49-F238E27FC236}">
                  <a16:creationId xmlns:a16="http://schemas.microsoft.com/office/drawing/2014/main" id="{D05D0605-9A84-F496-E60D-8B530AB8C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9100" y="5016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10" name="Oval 1716">
              <a:extLst>
                <a:ext uri="{FF2B5EF4-FFF2-40B4-BE49-F238E27FC236}">
                  <a16:creationId xmlns:a16="http://schemas.microsoft.com/office/drawing/2014/main" id="{D0D08E2C-A897-709E-B8EB-EC030DFDC8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8150" y="5070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11" name="Oval 1717">
              <a:extLst>
                <a:ext uri="{FF2B5EF4-FFF2-40B4-BE49-F238E27FC236}">
                  <a16:creationId xmlns:a16="http://schemas.microsoft.com/office/drawing/2014/main" id="{4E11A156-2C38-E61C-58A3-203C29C489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1963" y="51181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12" name="Oval 1718">
              <a:extLst>
                <a:ext uri="{FF2B5EF4-FFF2-40B4-BE49-F238E27FC236}">
                  <a16:creationId xmlns:a16="http://schemas.microsoft.com/office/drawing/2014/main" id="{425A8EAE-8B74-3C5C-B0F5-FEF2C9390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2125" y="5268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13" name="Oval 1719">
              <a:extLst>
                <a:ext uri="{FF2B5EF4-FFF2-40B4-BE49-F238E27FC236}">
                  <a16:creationId xmlns:a16="http://schemas.microsoft.com/office/drawing/2014/main" id="{358AAA86-D036-B084-F869-C9CA8AABC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3875" y="5378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14" name="Oval 1720">
              <a:extLst>
                <a:ext uri="{FF2B5EF4-FFF2-40B4-BE49-F238E27FC236}">
                  <a16:creationId xmlns:a16="http://schemas.microsoft.com/office/drawing/2014/main" id="{9A0275B0-FACF-F69B-8ABC-17316ECF3F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0388" y="5405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15" name="Oval 1721">
              <a:extLst>
                <a:ext uri="{FF2B5EF4-FFF2-40B4-BE49-F238E27FC236}">
                  <a16:creationId xmlns:a16="http://schemas.microsoft.com/office/drawing/2014/main" id="{427F80E6-12CE-D959-89DF-2BC788BB0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8488" y="5468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16" name="Oval 1722">
              <a:extLst>
                <a:ext uri="{FF2B5EF4-FFF2-40B4-BE49-F238E27FC236}">
                  <a16:creationId xmlns:a16="http://schemas.microsoft.com/office/drawing/2014/main" id="{71BE9411-B495-E5FF-1E2A-8842A385C5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6588" y="5526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17" name="Oval 1723">
              <a:extLst>
                <a:ext uri="{FF2B5EF4-FFF2-40B4-BE49-F238E27FC236}">
                  <a16:creationId xmlns:a16="http://schemas.microsoft.com/office/drawing/2014/main" id="{D810D932-CA29-2D9E-C9B1-162B22A51B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6275" y="5586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18" name="Oval 1724">
              <a:extLst>
                <a:ext uri="{FF2B5EF4-FFF2-40B4-BE49-F238E27FC236}">
                  <a16:creationId xmlns:a16="http://schemas.microsoft.com/office/drawing/2014/main" id="{9B16A891-4FB1-3D8E-F210-22987B5FA0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4375" y="5567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19" name="Oval 1725">
              <a:extLst>
                <a:ext uri="{FF2B5EF4-FFF2-40B4-BE49-F238E27FC236}">
                  <a16:creationId xmlns:a16="http://schemas.microsoft.com/office/drawing/2014/main" id="{13E8E5FE-1B4C-72AB-9BAA-4575356F3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4063" y="5726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20" name="Oval 1726">
              <a:extLst>
                <a:ext uri="{FF2B5EF4-FFF2-40B4-BE49-F238E27FC236}">
                  <a16:creationId xmlns:a16="http://schemas.microsoft.com/office/drawing/2014/main" id="{FA88B6D0-AC83-8C14-D902-4A7FCFF28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2163" y="5707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21" name="Oval 1727">
              <a:extLst>
                <a:ext uri="{FF2B5EF4-FFF2-40B4-BE49-F238E27FC236}">
                  <a16:creationId xmlns:a16="http://schemas.microsoft.com/office/drawing/2014/main" id="{6F254026-B880-4354-DC37-7A97E22CCC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8675" y="5703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22" name="Oval 1728">
              <a:extLst>
                <a:ext uri="{FF2B5EF4-FFF2-40B4-BE49-F238E27FC236}">
                  <a16:creationId xmlns:a16="http://schemas.microsoft.com/office/drawing/2014/main" id="{88707947-9B95-AC53-F2C0-2035AA30D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8" y="5737226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23" name="Oval 1729">
              <a:extLst>
                <a:ext uri="{FF2B5EF4-FFF2-40B4-BE49-F238E27FC236}">
                  <a16:creationId xmlns:a16="http://schemas.microsoft.com/office/drawing/2014/main" id="{FD9E39AF-4282-7018-F978-B024907E0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1700" y="5768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24" name="Oval 1730">
              <a:extLst>
                <a:ext uri="{FF2B5EF4-FFF2-40B4-BE49-F238E27FC236}">
                  <a16:creationId xmlns:a16="http://schemas.microsoft.com/office/drawing/2014/main" id="{F3A298B9-BE83-9EE8-0912-F6B0C0425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6625" y="5830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25" name="Oval 1731">
              <a:extLst>
                <a:ext uri="{FF2B5EF4-FFF2-40B4-BE49-F238E27FC236}">
                  <a16:creationId xmlns:a16="http://schemas.microsoft.com/office/drawing/2014/main" id="{20C372D7-548C-7702-0220-C2B29DC7A3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0675" y="48641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26" name="Oval 1732">
              <a:extLst>
                <a:ext uri="{FF2B5EF4-FFF2-40B4-BE49-F238E27FC236}">
                  <a16:creationId xmlns:a16="http://schemas.microsoft.com/office/drawing/2014/main" id="{3D75B245-FF56-5984-5D31-C4AF6C440D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5438" y="4883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27" name="Oval 1733">
              <a:extLst>
                <a:ext uri="{FF2B5EF4-FFF2-40B4-BE49-F238E27FC236}">
                  <a16:creationId xmlns:a16="http://schemas.microsoft.com/office/drawing/2014/main" id="{F97164EA-B8D5-582D-7B16-77384AD9CD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9725" y="49514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28" name="Oval 1734">
              <a:extLst>
                <a:ext uri="{FF2B5EF4-FFF2-40B4-BE49-F238E27FC236}">
                  <a16:creationId xmlns:a16="http://schemas.microsoft.com/office/drawing/2014/main" id="{B9B8177A-EFE9-A8DE-00E4-101FA626AA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3538" y="5024438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29" name="Oval 1735">
              <a:extLst>
                <a:ext uri="{FF2B5EF4-FFF2-40B4-BE49-F238E27FC236}">
                  <a16:creationId xmlns:a16="http://schemas.microsoft.com/office/drawing/2014/main" id="{3C4A1EB8-579E-ABC8-596B-865FA2D1DB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2113" y="5059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30" name="Oval 1736">
              <a:extLst>
                <a:ext uri="{FF2B5EF4-FFF2-40B4-BE49-F238E27FC236}">
                  <a16:creationId xmlns:a16="http://schemas.microsoft.com/office/drawing/2014/main" id="{78C74343-3AC1-39AD-209C-925C032C59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7038" y="5183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31" name="Oval 1737">
              <a:extLst>
                <a:ext uri="{FF2B5EF4-FFF2-40B4-BE49-F238E27FC236}">
                  <a16:creationId xmlns:a16="http://schemas.microsoft.com/office/drawing/2014/main" id="{9D05F23A-BA43-FA0E-FCE7-E790FF015C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5138" y="5254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32" name="Oval 1738">
              <a:extLst>
                <a:ext uri="{FF2B5EF4-FFF2-40B4-BE49-F238E27FC236}">
                  <a16:creationId xmlns:a16="http://schemas.microsoft.com/office/drawing/2014/main" id="{FFDFB010-756A-01D9-5139-E184B978A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6413" y="5302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33" name="Oval 1739">
              <a:extLst>
                <a:ext uri="{FF2B5EF4-FFF2-40B4-BE49-F238E27FC236}">
                  <a16:creationId xmlns:a16="http://schemas.microsoft.com/office/drawing/2014/main" id="{B6AA4B4F-955E-A8D2-D0B5-20F9CC239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9275" y="5353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34" name="Oval 1740">
              <a:extLst>
                <a:ext uri="{FF2B5EF4-FFF2-40B4-BE49-F238E27FC236}">
                  <a16:creationId xmlns:a16="http://schemas.microsoft.com/office/drawing/2014/main" id="{4C7B40F7-A51E-76CB-77FB-89361ECCDE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3725" y="5414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35" name="Oval 1741">
              <a:extLst>
                <a:ext uri="{FF2B5EF4-FFF2-40B4-BE49-F238E27FC236}">
                  <a16:creationId xmlns:a16="http://schemas.microsoft.com/office/drawing/2014/main" id="{326ADFC8-6F54-4324-7BAC-B72953048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6588" y="5481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36" name="Oval 1742">
              <a:extLst>
                <a:ext uri="{FF2B5EF4-FFF2-40B4-BE49-F238E27FC236}">
                  <a16:creationId xmlns:a16="http://schemas.microsoft.com/office/drawing/2014/main" id="{30347C05-AA05-E3C5-8F48-ACDC2BAE6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9450" y="5534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37" name="Oval 1743">
              <a:extLst>
                <a:ext uri="{FF2B5EF4-FFF2-40B4-BE49-F238E27FC236}">
                  <a16:creationId xmlns:a16="http://schemas.microsoft.com/office/drawing/2014/main" id="{7DA1C16A-07D4-93B6-8CE7-CEC54DE91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2313" y="5700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38" name="Oval 1744">
              <a:extLst>
                <a:ext uri="{FF2B5EF4-FFF2-40B4-BE49-F238E27FC236}">
                  <a16:creationId xmlns:a16="http://schemas.microsoft.com/office/drawing/2014/main" id="{B221B3D0-AD18-D607-2842-C342D85C89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53588" y="5659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39" name="Oval 1745">
              <a:extLst>
                <a:ext uri="{FF2B5EF4-FFF2-40B4-BE49-F238E27FC236}">
                  <a16:creationId xmlns:a16="http://schemas.microsoft.com/office/drawing/2014/main" id="{EAA41978-AAB4-56D0-AEE0-AA602741E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3275" y="5662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40" name="Oval 1746">
              <a:extLst>
                <a:ext uri="{FF2B5EF4-FFF2-40B4-BE49-F238E27FC236}">
                  <a16:creationId xmlns:a16="http://schemas.microsoft.com/office/drawing/2014/main" id="{D8326504-6836-7B34-7E8A-64E643B87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2963" y="5743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41" name="Oval 1747">
              <a:extLst>
                <a:ext uri="{FF2B5EF4-FFF2-40B4-BE49-F238E27FC236}">
                  <a16:creationId xmlns:a16="http://schemas.microsoft.com/office/drawing/2014/main" id="{A57E81A8-E1D7-027B-C015-9104B0E7B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9475" y="5815013"/>
              <a:ext cx="14288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42" name="Oval 1748">
              <a:extLst>
                <a:ext uri="{FF2B5EF4-FFF2-40B4-BE49-F238E27FC236}">
                  <a16:creationId xmlns:a16="http://schemas.microsoft.com/office/drawing/2014/main" id="{03DF9E02-1E9E-63FF-A018-787509295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8600" y="4694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43" name="Oval 1749">
              <a:extLst>
                <a:ext uri="{FF2B5EF4-FFF2-40B4-BE49-F238E27FC236}">
                  <a16:creationId xmlns:a16="http://schemas.microsoft.com/office/drawing/2014/main" id="{23541401-E1DD-B858-05B5-A668054762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4950" y="4718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44" name="Oval 1750">
              <a:extLst>
                <a:ext uri="{FF2B5EF4-FFF2-40B4-BE49-F238E27FC236}">
                  <a16:creationId xmlns:a16="http://schemas.microsoft.com/office/drawing/2014/main" id="{2D1741CA-6BA9-9F6F-5563-9DD2C2198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2413" y="4802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45" name="Oval 1751">
              <a:extLst>
                <a:ext uri="{FF2B5EF4-FFF2-40B4-BE49-F238E27FC236}">
                  <a16:creationId xmlns:a16="http://schemas.microsoft.com/office/drawing/2014/main" id="{57C943A1-BF97-D07F-D250-A58393C81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0988" y="4879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46" name="Oval 1752">
              <a:extLst>
                <a:ext uri="{FF2B5EF4-FFF2-40B4-BE49-F238E27FC236}">
                  <a16:creationId xmlns:a16="http://schemas.microsoft.com/office/drawing/2014/main" id="{40B0EE47-2081-A72F-315C-16351AD3FE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5913" y="5027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47" name="Oval 1753">
              <a:extLst>
                <a:ext uri="{FF2B5EF4-FFF2-40B4-BE49-F238E27FC236}">
                  <a16:creationId xmlns:a16="http://schemas.microsoft.com/office/drawing/2014/main" id="{48464E54-B1BF-086A-F520-E10894FD6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8775" y="5186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48" name="Oval 1754">
              <a:extLst>
                <a:ext uri="{FF2B5EF4-FFF2-40B4-BE49-F238E27FC236}">
                  <a16:creationId xmlns:a16="http://schemas.microsoft.com/office/drawing/2014/main" id="{B89030F2-F79E-EDA6-540B-BDDC8979A2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3225" y="5175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49" name="Oval 1755">
              <a:extLst>
                <a:ext uri="{FF2B5EF4-FFF2-40B4-BE49-F238E27FC236}">
                  <a16:creationId xmlns:a16="http://schemas.microsoft.com/office/drawing/2014/main" id="{0297D574-C327-A2D4-3B56-66073E29B1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2438" y="5248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50" name="Oval 1756">
              <a:extLst>
                <a:ext uri="{FF2B5EF4-FFF2-40B4-BE49-F238E27FC236}">
                  <a16:creationId xmlns:a16="http://schemas.microsoft.com/office/drawing/2014/main" id="{054E52BA-E1E6-4247-ADFE-BF541F306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0063" y="5337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51" name="Oval 1757">
              <a:extLst>
                <a:ext uri="{FF2B5EF4-FFF2-40B4-BE49-F238E27FC236}">
                  <a16:creationId xmlns:a16="http://schemas.microsoft.com/office/drawing/2014/main" id="{A6E1222E-56FA-01D4-E222-074A2AB2F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9275" y="5373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52" name="Oval 1758">
              <a:extLst>
                <a:ext uri="{FF2B5EF4-FFF2-40B4-BE49-F238E27FC236}">
                  <a16:creationId xmlns:a16="http://schemas.microsoft.com/office/drawing/2014/main" id="{6F3D4741-63C1-FB74-1ED6-28DBE50B3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88488" y="5445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53" name="Oval 1759">
              <a:extLst>
                <a:ext uri="{FF2B5EF4-FFF2-40B4-BE49-F238E27FC236}">
                  <a16:creationId xmlns:a16="http://schemas.microsoft.com/office/drawing/2014/main" id="{5D9B389A-48DB-1054-B97D-3149C4B3F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525" y="5510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54" name="Oval 1760">
              <a:extLst>
                <a:ext uri="{FF2B5EF4-FFF2-40B4-BE49-F238E27FC236}">
                  <a16:creationId xmlns:a16="http://schemas.microsoft.com/office/drawing/2014/main" id="{DF52C2B0-95FB-C203-E742-33645D81B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0563" y="5691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55" name="Oval 1761">
              <a:extLst>
                <a:ext uri="{FF2B5EF4-FFF2-40B4-BE49-F238E27FC236}">
                  <a16:creationId xmlns:a16="http://schemas.microsoft.com/office/drawing/2014/main" id="{C9229FAE-45D3-73C6-8475-848D31DB9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5013" y="5661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56" name="Oval 1762">
              <a:extLst>
                <a:ext uri="{FF2B5EF4-FFF2-40B4-BE49-F238E27FC236}">
                  <a16:creationId xmlns:a16="http://schemas.microsoft.com/office/drawing/2014/main" id="{0198D04C-ACE9-91E8-C02F-D1B3BCB60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7875" y="5637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57" name="Oval 1763">
              <a:extLst>
                <a:ext uri="{FF2B5EF4-FFF2-40B4-BE49-F238E27FC236}">
                  <a16:creationId xmlns:a16="http://schemas.microsoft.com/office/drawing/2014/main" id="{B7EE2AC8-5DF8-56E6-9A14-C8768E10E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8" y="5678488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58" name="Oval 1764">
              <a:extLst>
                <a:ext uri="{FF2B5EF4-FFF2-40B4-BE49-F238E27FC236}">
                  <a16:creationId xmlns:a16="http://schemas.microsoft.com/office/drawing/2014/main" id="{1F4212A2-7D02-B6B3-6895-AA4AE1C03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0425" y="57673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59" name="Oval 1765">
              <a:extLst>
                <a:ext uri="{FF2B5EF4-FFF2-40B4-BE49-F238E27FC236}">
                  <a16:creationId xmlns:a16="http://schemas.microsoft.com/office/drawing/2014/main" id="{E8E5DFB6-21FC-404E-9CA5-4D39542B3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8525" y="5822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60" name="Oval 1766">
              <a:extLst>
                <a:ext uri="{FF2B5EF4-FFF2-40B4-BE49-F238E27FC236}">
                  <a16:creationId xmlns:a16="http://schemas.microsoft.com/office/drawing/2014/main" id="{074AE51E-61B2-50B0-2CAE-1F59B557F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3825" y="4494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61" name="Oval 1767">
              <a:extLst>
                <a:ext uri="{FF2B5EF4-FFF2-40B4-BE49-F238E27FC236}">
                  <a16:creationId xmlns:a16="http://schemas.microsoft.com/office/drawing/2014/main" id="{9BBC2F75-2EBB-181A-1A1A-D841F3DF4B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1763" y="4541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62" name="Oval 1768">
              <a:extLst>
                <a:ext uri="{FF2B5EF4-FFF2-40B4-BE49-F238E27FC236}">
                  <a16:creationId xmlns:a16="http://schemas.microsoft.com/office/drawing/2014/main" id="{1D2CDEB2-B7DC-8914-C950-C7A4740F5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5575" y="46704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63" name="Oval 1769">
              <a:extLst>
                <a:ext uri="{FF2B5EF4-FFF2-40B4-BE49-F238E27FC236}">
                  <a16:creationId xmlns:a16="http://schemas.microsoft.com/office/drawing/2014/main" id="{9E7881FB-5BDE-6A2A-47EB-57F9BDA2BE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80500" y="4773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64" name="Oval 1770">
              <a:extLst>
                <a:ext uri="{FF2B5EF4-FFF2-40B4-BE49-F238E27FC236}">
                  <a16:creationId xmlns:a16="http://schemas.microsoft.com/office/drawing/2014/main" id="{60CB118D-F05A-1996-C277-024BC5E49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4950" y="4845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65" name="Oval 1771">
              <a:extLst>
                <a:ext uri="{FF2B5EF4-FFF2-40B4-BE49-F238E27FC236}">
                  <a16:creationId xmlns:a16="http://schemas.microsoft.com/office/drawing/2014/main" id="{390B23DC-C2B3-850B-07F4-68AE5B22EC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5750" y="4962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66" name="Oval 1772">
              <a:extLst>
                <a:ext uri="{FF2B5EF4-FFF2-40B4-BE49-F238E27FC236}">
                  <a16:creationId xmlns:a16="http://schemas.microsoft.com/office/drawing/2014/main" id="{D7CD778E-ED03-F8EB-A974-8C5D39D289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9725" y="5038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67" name="Oval 1773">
              <a:extLst>
                <a:ext uri="{FF2B5EF4-FFF2-40B4-BE49-F238E27FC236}">
                  <a16:creationId xmlns:a16="http://schemas.microsoft.com/office/drawing/2014/main" id="{E4490814-5AE6-E56A-459E-1F8A66DDF3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6875" y="5178426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68" name="Oval 1774">
              <a:extLst>
                <a:ext uri="{FF2B5EF4-FFF2-40B4-BE49-F238E27FC236}">
                  <a16:creationId xmlns:a16="http://schemas.microsoft.com/office/drawing/2014/main" id="{AA960964-7C8C-4503-04CC-992F9240A8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2438" y="53006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69" name="Oval 1775">
              <a:extLst>
                <a:ext uri="{FF2B5EF4-FFF2-40B4-BE49-F238E27FC236}">
                  <a16:creationId xmlns:a16="http://schemas.microsoft.com/office/drawing/2014/main" id="{4968B1BF-92B2-1837-54C4-1766926548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6413" y="5353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70" name="Oval 1776">
              <a:extLst>
                <a:ext uri="{FF2B5EF4-FFF2-40B4-BE49-F238E27FC236}">
                  <a16:creationId xmlns:a16="http://schemas.microsoft.com/office/drawing/2014/main" id="{39FFF48F-E749-3217-7D9A-1C44D7AB9E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0388" y="5413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71" name="Oval 1777">
              <a:extLst>
                <a:ext uri="{FF2B5EF4-FFF2-40B4-BE49-F238E27FC236}">
                  <a16:creationId xmlns:a16="http://schemas.microsoft.com/office/drawing/2014/main" id="{956028AB-9324-3891-CDB4-33905320F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1188" y="5487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72" name="Oval 1778">
              <a:extLst>
                <a:ext uri="{FF2B5EF4-FFF2-40B4-BE49-F238E27FC236}">
                  <a16:creationId xmlns:a16="http://schemas.microsoft.com/office/drawing/2014/main" id="{846B0A5A-9CCE-3DDB-009F-D07486623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1988" y="5635626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73" name="Oval 1779">
              <a:extLst>
                <a:ext uri="{FF2B5EF4-FFF2-40B4-BE49-F238E27FC236}">
                  <a16:creationId xmlns:a16="http://schemas.microsoft.com/office/drawing/2014/main" id="{76CFCCF1-126C-2EF5-F205-EEC946901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9613" y="5661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74" name="Oval 1780">
              <a:extLst>
                <a:ext uri="{FF2B5EF4-FFF2-40B4-BE49-F238E27FC236}">
                  <a16:creationId xmlns:a16="http://schemas.microsoft.com/office/drawing/2014/main" id="{BAFB0974-A5BA-13AB-9340-1C49679E4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45650" y="5668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75" name="Oval 1781">
              <a:extLst>
                <a:ext uri="{FF2B5EF4-FFF2-40B4-BE49-F238E27FC236}">
                  <a16:creationId xmlns:a16="http://schemas.microsoft.com/office/drawing/2014/main" id="{5B39F76E-AFB0-3C3D-BB5A-76F0D6AA80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8513" y="565785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76" name="Oval 1782">
              <a:extLst>
                <a:ext uri="{FF2B5EF4-FFF2-40B4-BE49-F238E27FC236}">
                  <a16:creationId xmlns:a16="http://schemas.microsoft.com/office/drawing/2014/main" id="{392CCDDB-13B7-3CBA-788F-69A774123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1375" y="5661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77" name="Oval 1783">
              <a:extLst>
                <a:ext uri="{FF2B5EF4-FFF2-40B4-BE49-F238E27FC236}">
                  <a16:creationId xmlns:a16="http://schemas.microsoft.com/office/drawing/2014/main" id="{0D4A0FC2-447C-AA00-5C9F-BE1CD0456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1063" y="5759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78" name="Oval 1784">
              <a:extLst>
                <a:ext uri="{FF2B5EF4-FFF2-40B4-BE49-F238E27FC236}">
                  <a16:creationId xmlns:a16="http://schemas.microsoft.com/office/drawing/2014/main" id="{DF86CD7F-7768-3D26-553B-FA071AB47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82188" y="5824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79" name="Oval 1785">
              <a:extLst>
                <a:ext uri="{FF2B5EF4-FFF2-40B4-BE49-F238E27FC236}">
                  <a16:creationId xmlns:a16="http://schemas.microsoft.com/office/drawing/2014/main" id="{35D862E3-AA5F-2E12-2961-DB06032DD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3175" y="4294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80" name="Oval 1786">
              <a:extLst>
                <a:ext uri="{FF2B5EF4-FFF2-40B4-BE49-F238E27FC236}">
                  <a16:creationId xmlns:a16="http://schemas.microsoft.com/office/drawing/2014/main" id="{53DFD7B6-3BC5-0C56-1A53-B00803B3DF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4288" y="4384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81" name="Oval 1787">
              <a:extLst>
                <a:ext uri="{FF2B5EF4-FFF2-40B4-BE49-F238E27FC236}">
                  <a16:creationId xmlns:a16="http://schemas.microsoft.com/office/drawing/2014/main" id="{5A36589D-9025-4C47-FF1A-A9194E4CA6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4450" y="454660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82" name="Oval 1788">
              <a:extLst>
                <a:ext uri="{FF2B5EF4-FFF2-40B4-BE49-F238E27FC236}">
                  <a16:creationId xmlns:a16="http://schemas.microsoft.com/office/drawing/2014/main" id="{45323E36-EE15-CF16-B4E3-87B055ADE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0488" y="4668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83" name="Oval 1789">
              <a:extLst>
                <a:ext uri="{FF2B5EF4-FFF2-40B4-BE49-F238E27FC236}">
                  <a16:creationId xmlns:a16="http://schemas.microsoft.com/office/drawing/2014/main" id="{DDA10401-E4DD-EFB0-1733-BB9FDDB26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7638" y="4722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84" name="Oval 1790">
              <a:extLst>
                <a:ext uri="{FF2B5EF4-FFF2-40B4-BE49-F238E27FC236}">
                  <a16:creationId xmlns:a16="http://schemas.microsoft.com/office/drawing/2014/main" id="{B41CF3CA-EE7B-2115-DA31-E0F08EDDF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9550" y="48006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85" name="Oval 1791">
              <a:extLst>
                <a:ext uri="{FF2B5EF4-FFF2-40B4-BE49-F238E27FC236}">
                  <a16:creationId xmlns:a16="http://schemas.microsoft.com/office/drawing/2014/main" id="{01188C0C-2031-3B7B-49BE-6B5E05216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4638" y="4940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86" name="Oval 1792">
              <a:extLst>
                <a:ext uri="{FF2B5EF4-FFF2-40B4-BE49-F238E27FC236}">
                  <a16:creationId xmlns:a16="http://schemas.microsoft.com/office/drawing/2014/main" id="{DFBF017A-E0DC-FB84-8D44-A7C15DDE6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9725" y="5122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87" name="Oval 1793">
              <a:extLst>
                <a:ext uri="{FF2B5EF4-FFF2-40B4-BE49-F238E27FC236}">
                  <a16:creationId xmlns:a16="http://schemas.microsoft.com/office/drawing/2014/main" id="{5598F5D6-0FE7-0FE1-DA10-8DF186891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3225" y="52197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88" name="Oval 1794">
              <a:extLst>
                <a:ext uri="{FF2B5EF4-FFF2-40B4-BE49-F238E27FC236}">
                  <a16:creationId xmlns:a16="http://schemas.microsoft.com/office/drawing/2014/main" id="{3A7937D0-DD96-9A6F-A855-117BD9FD1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5138" y="5262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89" name="Oval 1795">
              <a:extLst>
                <a:ext uri="{FF2B5EF4-FFF2-40B4-BE49-F238E27FC236}">
                  <a16:creationId xmlns:a16="http://schemas.microsoft.com/office/drawing/2014/main" id="{78801104-F993-C5DF-91A5-0821624772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3875" y="5351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0" name="Oval 1796">
              <a:extLst>
                <a:ext uri="{FF2B5EF4-FFF2-40B4-BE49-F238E27FC236}">
                  <a16:creationId xmlns:a16="http://schemas.microsoft.com/office/drawing/2014/main" id="{FA4C2BFF-5231-1539-BC0C-8662F7562B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1025" y="5434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1" name="Oval 1797">
              <a:extLst>
                <a:ext uri="{FF2B5EF4-FFF2-40B4-BE49-F238E27FC236}">
                  <a16:creationId xmlns:a16="http://schemas.microsoft.com/office/drawing/2014/main" id="{96E5CB74-EC08-37AF-C1CD-6F3AA8E37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5000" y="5538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2" name="Oval 1798">
              <a:extLst>
                <a:ext uri="{FF2B5EF4-FFF2-40B4-BE49-F238E27FC236}">
                  <a16:creationId xmlns:a16="http://schemas.microsoft.com/office/drawing/2014/main" id="{24606B7E-34A7-6647-46AF-28BB90F0F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5800" y="5621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3" name="Oval 1799">
              <a:extLst>
                <a:ext uri="{FF2B5EF4-FFF2-40B4-BE49-F238E27FC236}">
                  <a16:creationId xmlns:a16="http://schemas.microsoft.com/office/drawing/2014/main" id="{19BED6C6-8D23-2EE2-0AB3-B6236FEF2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3425" y="570865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4" name="Oval 1800">
              <a:extLst>
                <a:ext uri="{FF2B5EF4-FFF2-40B4-BE49-F238E27FC236}">
                  <a16:creationId xmlns:a16="http://schemas.microsoft.com/office/drawing/2014/main" id="{99A29746-8F3E-875C-B3A7-CB5931676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9463" y="5702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5" name="Oval 1801">
              <a:extLst>
                <a:ext uri="{FF2B5EF4-FFF2-40B4-BE49-F238E27FC236}">
                  <a16:creationId xmlns:a16="http://schemas.microsoft.com/office/drawing/2014/main" id="{B31B4103-B783-F2D1-CEE4-455E110F8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3913" y="5688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6" name="Oval 1802">
              <a:extLst>
                <a:ext uri="{FF2B5EF4-FFF2-40B4-BE49-F238E27FC236}">
                  <a16:creationId xmlns:a16="http://schemas.microsoft.com/office/drawing/2014/main" id="{65572AA8-8492-A9F7-4DC4-82BE1CA99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8" y="5697538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7" name="Oval 1803">
              <a:extLst>
                <a:ext uri="{FF2B5EF4-FFF2-40B4-BE49-F238E27FC236}">
                  <a16:creationId xmlns:a16="http://schemas.microsoft.com/office/drawing/2014/main" id="{0A9E34C7-E159-1932-C194-A442301F7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6463" y="57419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8" name="Oval 1804">
              <a:extLst>
                <a:ext uri="{FF2B5EF4-FFF2-40B4-BE49-F238E27FC236}">
                  <a16:creationId xmlns:a16="http://schemas.microsoft.com/office/drawing/2014/main" id="{8A87BB5D-91F7-C70F-BFE9-E1ECBE12E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4563" y="5762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99" name="Oval 1805">
              <a:extLst>
                <a:ext uri="{FF2B5EF4-FFF2-40B4-BE49-F238E27FC236}">
                  <a16:creationId xmlns:a16="http://schemas.microsoft.com/office/drawing/2014/main" id="{1DC20F2D-753B-EE9C-50D4-59C8BE70F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1075" y="5781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00" name="Oval 1806">
              <a:extLst>
                <a:ext uri="{FF2B5EF4-FFF2-40B4-BE49-F238E27FC236}">
                  <a16:creationId xmlns:a16="http://schemas.microsoft.com/office/drawing/2014/main" id="{9CF6F175-61B4-E4C3-E700-56F79A5F5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300" y="40878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01" name="Oval 1807">
              <a:extLst>
                <a:ext uri="{FF2B5EF4-FFF2-40B4-BE49-F238E27FC236}">
                  <a16:creationId xmlns:a16="http://schemas.microsoft.com/office/drawing/2014/main" id="{4F62ABC0-29E2-D131-A2C3-005C8D06B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6175" y="4178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02" name="Oval 1808">
              <a:extLst>
                <a:ext uri="{FF2B5EF4-FFF2-40B4-BE49-F238E27FC236}">
                  <a16:creationId xmlns:a16="http://schemas.microsoft.com/office/drawing/2014/main" id="{D0DDE2AF-35C0-4585-5771-FA659A752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038" y="4351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03" name="Oval 1809">
              <a:extLst>
                <a:ext uri="{FF2B5EF4-FFF2-40B4-BE49-F238E27FC236}">
                  <a16:creationId xmlns:a16="http://schemas.microsoft.com/office/drawing/2014/main" id="{8D43A5CE-5233-7355-CA3D-403D22E91C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0950" y="4497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04" name="Oval 1810">
              <a:extLst>
                <a:ext uri="{FF2B5EF4-FFF2-40B4-BE49-F238E27FC236}">
                  <a16:creationId xmlns:a16="http://schemas.microsoft.com/office/drawing/2014/main" id="{BE0D31A0-745D-619D-537A-6A2872DE5A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3975" y="4624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05" name="Oval 1811">
              <a:extLst>
                <a:ext uri="{FF2B5EF4-FFF2-40B4-BE49-F238E27FC236}">
                  <a16:creationId xmlns:a16="http://schemas.microsoft.com/office/drawing/2014/main" id="{22EE9B76-A242-0F3B-4796-B58A347ECB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1763" y="4760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06" name="Oval 1812">
              <a:extLst>
                <a:ext uri="{FF2B5EF4-FFF2-40B4-BE49-F238E27FC236}">
                  <a16:creationId xmlns:a16="http://schemas.microsoft.com/office/drawing/2014/main" id="{C04DA968-5613-062D-E640-A429E4E281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9550" y="4908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07" name="Oval 1813">
              <a:extLst>
                <a:ext uri="{FF2B5EF4-FFF2-40B4-BE49-F238E27FC236}">
                  <a16:creationId xmlns:a16="http://schemas.microsoft.com/office/drawing/2014/main" id="{3C5C64C3-60F3-77D7-DFF0-417CF5675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5750" y="506095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08" name="Oval 1814">
              <a:extLst>
                <a:ext uri="{FF2B5EF4-FFF2-40B4-BE49-F238E27FC236}">
                  <a16:creationId xmlns:a16="http://schemas.microsoft.com/office/drawing/2014/main" id="{7843A800-CE4F-9E7B-7089-B793EFD00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8775" y="5121276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09" name="Oval 1815">
              <a:extLst>
                <a:ext uri="{FF2B5EF4-FFF2-40B4-BE49-F238E27FC236}">
                  <a16:creationId xmlns:a16="http://schemas.microsoft.com/office/drawing/2014/main" id="{2B3E5585-240D-7E33-A01E-D34BAF0DAC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17038" y="5183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0" name="Oval 1816">
              <a:extLst>
                <a:ext uri="{FF2B5EF4-FFF2-40B4-BE49-F238E27FC236}">
                  <a16:creationId xmlns:a16="http://schemas.microsoft.com/office/drawing/2014/main" id="{C392285E-FB22-AE3B-C7FA-534D80E15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2125" y="5289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1" name="Oval 1817">
              <a:extLst>
                <a:ext uri="{FF2B5EF4-FFF2-40B4-BE49-F238E27FC236}">
                  <a16:creationId xmlns:a16="http://schemas.microsoft.com/office/drawing/2014/main" id="{F51E2C0B-19EA-E108-086C-845E4B0FB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2450" y="5403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2" name="Oval 1818">
              <a:extLst>
                <a:ext uri="{FF2B5EF4-FFF2-40B4-BE49-F238E27FC236}">
                  <a16:creationId xmlns:a16="http://schemas.microsoft.com/office/drawing/2014/main" id="{DF2CFB5D-13FF-E7EB-6FBB-98184C6546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9600" y="5454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3" name="Oval 1819">
              <a:extLst>
                <a:ext uri="{FF2B5EF4-FFF2-40B4-BE49-F238E27FC236}">
                  <a16:creationId xmlns:a16="http://schemas.microsoft.com/office/drawing/2014/main" id="{8F522AB7-933A-20C7-A0C9-3B9A66101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3575" y="5554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4" name="Oval 1820">
              <a:extLst>
                <a:ext uri="{FF2B5EF4-FFF2-40B4-BE49-F238E27FC236}">
                  <a16:creationId xmlns:a16="http://schemas.microsoft.com/office/drawing/2014/main" id="{363DA62F-382A-64AD-EA0A-D934FC767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4375" y="5629276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5" name="Oval 1821">
              <a:extLst>
                <a:ext uri="{FF2B5EF4-FFF2-40B4-BE49-F238E27FC236}">
                  <a16:creationId xmlns:a16="http://schemas.microsoft.com/office/drawing/2014/main" id="{FA2B502A-8F0B-E23D-57D5-4B9150B40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53588" y="5724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6" name="Oval 1822">
              <a:extLst>
                <a:ext uri="{FF2B5EF4-FFF2-40B4-BE49-F238E27FC236}">
                  <a16:creationId xmlns:a16="http://schemas.microsoft.com/office/drawing/2014/main" id="{39A0404F-3062-C328-91B0-CA20F8FB5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99625" y="5753101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7" name="Oval 1823">
              <a:extLst>
                <a:ext uri="{FF2B5EF4-FFF2-40B4-BE49-F238E27FC236}">
                  <a16:creationId xmlns:a16="http://schemas.microsoft.com/office/drawing/2014/main" id="{29DA5703-6EF0-42B8-E867-8518030BB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42488" y="5695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8" name="Oval 1824">
              <a:extLst>
                <a:ext uri="{FF2B5EF4-FFF2-40B4-BE49-F238E27FC236}">
                  <a16:creationId xmlns:a16="http://schemas.microsoft.com/office/drawing/2014/main" id="{331FCC66-1B9B-86BB-6CA9-6EFA88C34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3763" y="5735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19" name="Oval 1825">
              <a:extLst>
                <a:ext uri="{FF2B5EF4-FFF2-40B4-BE49-F238E27FC236}">
                  <a16:creationId xmlns:a16="http://schemas.microsoft.com/office/drawing/2014/main" id="{FEF1F1D3-0FBC-BCA7-81CE-0BD6B8A0E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3450" y="5730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20" name="Oval 1826">
              <a:extLst>
                <a:ext uri="{FF2B5EF4-FFF2-40B4-BE49-F238E27FC236}">
                  <a16:creationId xmlns:a16="http://schemas.microsoft.com/office/drawing/2014/main" id="{AE88C798-3F4C-E4F7-FEE4-F5E70C445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61550" y="57658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21" name="Oval 1827">
              <a:extLst>
                <a:ext uri="{FF2B5EF4-FFF2-40B4-BE49-F238E27FC236}">
                  <a16:creationId xmlns:a16="http://schemas.microsoft.com/office/drawing/2014/main" id="{E193C147-7766-E9D8-3F4C-6A530E928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5675" y="39084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22" name="Oval 1828">
              <a:extLst>
                <a:ext uri="{FF2B5EF4-FFF2-40B4-BE49-F238E27FC236}">
                  <a16:creationId xmlns:a16="http://schemas.microsoft.com/office/drawing/2014/main" id="{C66ABC40-0C08-DC62-0700-A6E12E849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9488" y="4013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23" name="Oval 1829">
              <a:extLst>
                <a:ext uri="{FF2B5EF4-FFF2-40B4-BE49-F238E27FC236}">
                  <a16:creationId xmlns:a16="http://schemas.microsoft.com/office/drawing/2014/main" id="{9AEE3136-48BF-D6F9-2C57-ECAA89C4D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2988" y="41560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24" name="Oval 1830">
              <a:extLst>
                <a:ext uri="{FF2B5EF4-FFF2-40B4-BE49-F238E27FC236}">
                  <a16:creationId xmlns:a16="http://schemas.microsoft.com/office/drawing/2014/main" id="{95E86C6F-0A41-3AFC-5950-538CE59FD5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300" y="4386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25" name="Oval 1831">
              <a:extLst>
                <a:ext uri="{FF2B5EF4-FFF2-40B4-BE49-F238E27FC236}">
                  <a16:creationId xmlns:a16="http://schemas.microsoft.com/office/drawing/2014/main" id="{0B8554C9-1024-564B-BA3B-8234FE2A19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7138" y="4587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26" name="Oval 1832">
              <a:extLst>
                <a:ext uri="{FF2B5EF4-FFF2-40B4-BE49-F238E27FC236}">
                  <a16:creationId xmlns:a16="http://schemas.microsoft.com/office/drawing/2014/main" id="{DBBA12D5-B53C-648E-D56D-B6EB8F1EF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3975" y="4689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27" name="Oval 1833">
              <a:extLst>
                <a:ext uri="{FF2B5EF4-FFF2-40B4-BE49-F238E27FC236}">
                  <a16:creationId xmlns:a16="http://schemas.microsoft.com/office/drawing/2014/main" id="{D64B569D-BC2D-4349-BD21-CBC430EBB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7638" y="4859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28" name="Oval 1834">
              <a:extLst>
                <a:ext uri="{FF2B5EF4-FFF2-40B4-BE49-F238E27FC236}">
                  <a16:creationId xmlns:a16="http://schemas.microsoft.com/office/drawing/2014/main" id="{B6E16EF0-BD8D-303C-B4D7-AE40F38C1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4950" y="4960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29" name="Oval 1835">
              <a:extLst>
                <a:ext uri="{FF2B5EF4-FFF2-40B4-BE49-F238E27FC236}">
                  <a16:creationId xmlns:a16="http://schemas.microsoft.com/office/drawing/2014/main" id="{2A2901EC-F458-D4C4-FF58-9CC2FD46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5913" y="49990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30" name="Oval 1836">
              <a:extLst>
                <a:ext uri="{FF2B5EF4-FFF2-40B4-BE49-F238E27FC236}">
                  <a16:creationId xmlns:a16="http://schemas.microsoft.com/office/drawing/2014/main" id="{3FE4D818-A6D9-0ACF-4E1C-361CEBE59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82113" y="51022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31" name="Oval 1837">
              <a:extLst>
                <a:ext uri="{FF2B5EF4-FFF2-40B4-BE49-F238E27FC236}">
                  <a16:creationId xmlns:a16="http://schemas.microsoft.com/office/drawing/2014/main" id="{1A39E13C-98A3-CB27-B3E8-0C5EEDF01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51963" y="5226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32" name="Oval 1838">
              <a:extLst>
                <a:ext uri="{FF2B5EF4-FFF2-40B4-BE49-F238E27FC236}">
                  <a16:creationId xmlns:a16="http://schemas.microsoft.com/office/drawing/2014/main" id="{D89865BB-4C6B-1F3D-1456-F18B02FF8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17050" y="5330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33" name="Oval 1839">
              <a:extLst>
                <a:ext uri="{FF2B5EF4-FFF2-40B4-BE49-F238E27FC236}">
                  <a16:creationId xmlns:a16="http://schemas.microsoft.com/office/drawing/2014/main" id="{B8DE3BF3-333A-49AA-ACAF-E82A3A724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78963" y="5394326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34" name="Oval 1840">
              <a:extLst>
                <a:ext uri="{FF2B5EF4-FFF2-40B4-BE49-F238E27FC236}">
                  <a16:creationId xmlns:a16="http://schemas.microsoft.com/office/drawing/2014/main" id="{43550FCA-7E6B-79C7-D7B9-1C0003A58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34525" y="5453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35" name="Oval 1841">
              <a:extLst>
                <a:ext uri="{FF2B5EF4-FFF2-40B4-BE49-F238E27FC236}">
                  <a16:creationId xmlns:a16="http://schemas.microsoft.com/office/drawing/2014/main" id="{A02B2AB7-FBC0-2C1C-F8D1-23FC0E7E0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88500" y="55594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36" name="Oval 1842">
              <a:extLst>
                <a:ext uri="{FF2B5EF4-FFF2-40B4-BE49-F238E27FC236}">
                  <a16:creationId xmlns:a16="http://schemas.microsoft.com/office/drawing/2014/main" id="{293CE5F1-606A-7B92-BEF5-87D120ED2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39300" y="5691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37" name="Oval 1843">
              <a:extLst>
                <a:ext uri="{FF2B5EF4-FFF2-40B4-BE49-F238E27FC236}">
                  <a16:creationId xmlns:a16="http://schemas.microsoft.com/office/drawing/2014/main" id="{EEACD004-F9E9-CC7B-9C9B-EC1A56D46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6925" y="5722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38" name="Oval 1844">
              <a:extLst>
                <a:ext uri="{FF2B5EF4-FFF2-40B4-BE49-F238E27FC236}">
                  <a16:creationId xmlns:a16="http://schemas.microsoft.com/office/drawing/2014/main" id="{05A02394-B4AA-EAC8-A08D-2B9E27EA33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1375" y="57213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39" name="Oval 1845">
              <a:extLst>
                <a:ext uri="{FF2B5EF4-FFF2-40B4-BE49-F238E27FC236}">
                  <a16:creationId xmlns:a16="http://schemas.microsoft.com/office/drawing/2014/main" id="{AD8FA29A-CA31-2D4F-0B9D-3DB712BB7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4238" y="5786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40" name="Oval 1846">
              <a:extLst>
                <a:ext uri="{FF2B5EF4-FFF2-40B4-BE49-F238E27FC236}">
                  <a16:creationId xmlns:a16="http://schemas.microsoft.com/office/drawing/2014/main" id="{BAE21BF7-3856-F1B3-F01F-289129BE0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13925" y="5789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41" name="Oval 1847">
              <a:extLst>
                <a:ext uri="{FF2B5EF4-FFF2-40B4-BE49-F238E27FC236}">
                  <a16:creationId xmlns:a16="http://schemas.microsoft.com/office/drawing/2014/main" id="{62C63B0C-5EC9-CA52-28A8-CF45B61AD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52025" y="5808663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42" name="Oval 1848">
              <a:extLst>
                <a:ext uri="{FF2B5EF4-FFF2-40B4-BE49-F238E27FC236}">
                  <a16:creationId xmlns:a16="http://schemas.microsoft.com/office/drawing/2014/main" id="{40188699-F4A3-520D-5F17-CF4FD9A996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250" y="3743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43" name="Oval 1849">
              <a:extLst>
                <a:ext uri="{FF2B5EF4-FFF2-40B4-BE49-F238E27FC236}">
                  <a16:creationId xmlns:a16="http://schemas.microsoft.com/office/drawing/2014/main" id="{E18FA54F-C98C-37E9-F5A3-99755122D7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1525" y="3894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44" name="Oval 1850">
              <a:extLst>
                <a:ext uri="{FF2B5EF4-FFF2-40B4-BE49-F238E27FC236}">
                  <a16:creationId xmlns:a16="http://schemas.microsoft.com/office/drawing/2014/main" id="{FCD9E8A0-6B68-56E6-6A85-EDAD613BE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4713" y="4011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45" name="Oval 1851">
              <a:extLst>
                <a:ext uri="{FF2B5EF4-FFF2-40B4-BE49-F238E27FC236}">
                  <a16:creationId xmlns:a16="http://schemas.microsoft.com/office/drawing/2014/main" id="{D5659B60-A245-02D1-211B-EB569C6E8D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21713" y="4216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46" name="Oval 1852">
              <a:extLst>
                <a:ext uri="{FF2B5EF4-FFF2-40B4-BE49-F238E27FC236}">
                  <a16:creationId xmlns:a16="http://schemas.microsoft.com/office/drawing/2014/main" id="{DC085642-C631-8FE0-E1DB-5A0986DC4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300" y="4518026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47" name="Oval 1853">
              <a:extLst>
                <a:ext uri="{FF2B5EF4-FFF2-40B4-BE49-F238E27FC236}">
                  <a16:creationId xmlns:a16="http://schemas.microsoft.com/office/drawing/2014/main" id="{550A9792-C511-C616-4A94-B54F0C5EF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0950" y="4668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48" name="Oval 1854">
              <a:extLst>
                <a:ext uri="{FF2B5EF4-FFF2-40B4-BE49-F238E27FC236}">
                  <a16:creationId xmlns:a16="http://schemas.microsoft.com/office/drawing/2014/main" id="{C260DF73-DB1F-E9D3-7828-2A9F1FF41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0488" y="4784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49" name="Oval 1855">
              <a:extLst>
                <a:ext uri="{FF2B5EF4-FFF2-40B4-BE49-F238E27FC236}">
                  <a16:creationId xmlns:a16="http://schemas.microsoft.com/office/drawing/2014/main" id="{B886C5DB-519A-8CB0-A236-6C10F07FD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80500" y="4854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50" name="Oval 1856">
              <a:extLst>
                <a:ext uri="{FF2B5EF4-FFF2-40B4-BE49-F238E27FC236}">
                  <a16:creationId xmlns:a16="http://schemas.microsoft.com/office/drawing/2014/main" id="{1A19742E-7FD0-BDE0-C3EA-25F9ADCC8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0988" y="4916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51" name="Oval 1857">
              <a:extLst>
                <a:ext uri="{FF2B5EF4-FFF2-40B4-BE49-F238E27FC236}">
                  <a16:creationId xmlns:a16="http://schemas.microsoft.com/office/drawing/2014/main" id="{ED898500-1A75-29D0-AFFC-55B72753A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53538" y="5062538"/>
              <a:ext cx="11113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52" name="Oval 1858">
              <a:extLst>
                <a:ext uri="{FF2B5EF4-FFF2-40B4-BE49-F238E27FC236}">
                  <a16:creationId xmlns:a16="http://schemas.microsoft.com/office/drawing/2014/main" id="{68730288-A623-C88E-7503-C44E3420E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28150" y="5237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53" name="Oval 1859">
              <a:extLst>
                <a:ext uri="{FF2B5EF4-FFF2-40B4-BE49-F238E27FC236}">
                  <a16:creationId xmlns:a16="http://schemas.microsoft.com/office/drawing/2014/main" id="{21169495-99A9-4F4A-7D2F-5334990FED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96413" y="5286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54" name="Oval 1860">
              <a:extLst>
                <a:ext uri="{FF2B5EF4-FFF2-40B4-BE49-F238E27FC236}">
                  <a16:creationId xmlns:a16="http://schemas.microsoft.com/office/drawing/2014/main" id="{79C817E8-4969-37B8-D4F3-B2D3418A8F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9913" y="5345113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55" name="Oval 1861">
              <a:extLst>
                <a:ext uri="{FF2B5EF4-FFF2-40B4-BE49-F238E27FC236}">
                  <a16:creationId xmlns:a16="http://schemas.microsoft.com/office/drawing/2014/main" id="{2EAAE19F-7D44-161E-BF81-9863F31A42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0238" y="54673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56" name="Oval 1862">
              <a:extLst>
                <a:ext uri="{FF2B5EF4-FFF2-40B4-BE49-F238E27FC236}">
                  <a16:creationId xmlns:a16="http://schemas.microsoft.com/office/drawing/2014/main" id="{76360C24-C353-DA78-04B0-875A0BD95F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75800" y="5551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57" name="Oval 1863">
              <a:extLst>
                <a:ext uri="{FF2B5EF4-FFF2-40B4-BE49-F238E27FC236}">
                  <a16:creationId xmlns:a16="http://schemas.microsoft.com/office/drawing/2014/main" id="{8F47B56F-5A8A-9E61-5411-9688B84CC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6600" y="5608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58" name="Oval 1864">
              <a:extLst>
                <a:ext uri="{FF2B5EF4-FFF2-40B4-BE49-F238E27FC236}">
                  <a16:creationId xmlns:a16="http://schemas.microsoft.com/office/drawing/2014/main" id="{08C50210-D4DC-1EB3-5C47-3F69EDE3B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5813" y="5673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59" name="Oval 1865">
              <a:extLst>
                <a:ext uri="{FF2B5EF4-FFF2-40B4-BE49-F238E27FC236}">
                  <a16:creationId xmlns:a16="http://schemas.microsoft.com/office/drawing/2014/main" id="{2B15BE96-CA6B-2702-A163-325D5DB9E7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21850" y="57515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60" name="Oval 1866">
              <a:extLst>
                <a:ext uri="{FF2B5EF4-FFF2-40B4-BE49-F238E27FC236}">
                  <a16:creationId xmlns:a16="http://schemas.microsoft.com/office/drawing/2014/main" id="{FA2BA8F6-4D4F-6BB7-1A06-3B23349A6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4713" y="5799138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61" name="Oval 1867">
              <a:extLst>
                <a:ext uri="{FF2B5EF4-FFF2-40B4-BE49-F238E27FC236}">
                  <a16:creationId xmlns:a16="http://schemas.microsoft.com/office/drawing/2014/main" id="{2485F39B-A88E-8BDF-A35C-486B178C48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7575" y="5799138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62" name="Oval 1868">
              <a:extLst>
                <a:ext uri="{FF2B5EF4-FFF2-40B4-BE49-F238E27FC236}">
                  <a16:creationId xmlns:a16="http://schemas.microsoft.com/office/drawing/2014/main" id="{E8801AD4-B18F-A250-48EF-279A95B404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45675" y="5802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63" name="Oval 1869">
              <a:extLst>
                <a:ext uri="{FF2B5EF4-FFF2-40B4-BE49-F238E27FC236}">
                  <a16:creationId xmlns:a16="http://schemas.microsoft.com/office/drawing/2014/main" id="{C1DCC226-4B94-7824-7BA2-57EC12D7A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83775" y="5830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64" name="Oval 1870">
              <a:extLst>
                <a:ext uri="{FF2B5EF4-FFF2-40B4-BE49-F238E27FC236}">
                  <a16:creationId xmlns:a16="http://schemas.microsoft.com/office/drawing/2014/main" id="{BBE8111E-0462-0744-E5F2-0724D16AA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2750" y="3392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65" name="Oval 1871">
              <a:extLst>
                <a:ext uri="{FF2B5EF4-FFF2-40B4-BE49-F238E27FC236}">
                  <a16:creationId xmlns:a16="http://schemas.microsoft.com/office/drawing/2014/main" id="{D5A2FF61-FE66-AFF3-F6D0-72F92AC98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0063" y="3646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66" name="Oval 1872">
              <a:extLst>
                <a:ext uri="{FF2B5EF4-FFF2-40B4-BE49-F238E27FC236}">
                  <a16:creationId xmlns:a16="http://schemas.microsoft.com/office/drawing/2014/main" id="{307C1F85-2B0E-7947-CC14-DA2DF86497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4213" y="3940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67" name="Oval 1873">
              <a:extLst>
                <a:ext uri="{FF2B5EF4-FFF2-40B4-BE49-F238E27FC236}">
                  <a16:creationId xmlns:a16="http://schemas.microsoft.com/office/drawing/2014/main" id="{A9616B1E-360D-51C1-F0BB-4582BD159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4713" y="4141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68" name="Oval 1874">
              <a:extLst>
                <a:ext uri="{FF2B5EF4-FFF2-40B4-BE49-F238E27FC236}">
                  <a16:creationId xmlns:a16="http://schemas.microsoft.com/office/drawing/2014/main" id="{4BA0B80F-0083-87D7-B2A8-F956B0DB8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62988" y="44164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69" name="Oval 1875">
              <a:extLst>
                <a:ext uri="{FF2B5EF4-FFF2-40B4-BE49-F238E27FC236}">
                  <a16:creationId xmlns:a16="http://schemas.microsoft.com/office/drawing/2014/main" id="{C669A5BD-A242-643B-E4DF-1176809B0F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9038" y="4645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70" name="Oval 1876">
              <a:extLst>
                <a:ext uri="{FF2B5EF4-FFF2-40B4-BE49-F238E27FC236}">
                  <a16:creationId xmlns:a16="http://schemas.microsoft.com/office/drawing/2014/main" id="{1868C931-3C2A-BCEC-21DD-B3257EC44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4450" y="47577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71" name="Oval 1877">
              <a:extLst>
                <a:ext uri="{FF2B5EF4-FFF2-40B4-BE49-F238E27FC236}">
                  <a16:creationId xmlns:a16="http://schemas.microsoft.com/office/drawing/2014/main" id="{DE4B4C15-BBDE-D61C-D8F9-E3D55EFB7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5575" y="4819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72" name="Oval 1878">
              <a:extLst>
                <a:ext uri="{FF2B5EF4-FFF2-40B4-BE49-F238E27FC236}">
                  <a16:creationId xmlns:a16="http://schemas.microsoft.com/office/drawing/2014/main" id="{232974B0-5BB3-B94B-F5AB-2B36C1A25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2413" y="4892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73" name="Oval 1879">
              <a:extLst>
                <a:ext uri="{FF2B5EF4-FFF2-40B4-BE49-F238E27FC236}">
                  <a16:creationId xmlns:a16="http://schemas.microsoft.com/office/drawing/2014/main" id="{A86FFCA7-2B4B-1436-05AA-821BD4FDC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9725" y="5032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74" name="Oval 1880">
              <a:extLst>
                <a:ext uri="{FF2B5EF4-FFF2-40B4-BE49-F238E27FC236}">
                  <a16:creationId xmlns:a16="http://schemas.microsoft.com/office/drawing/2014/main" id="{05F7D334-5F8E-E186-F1A4-B683F233E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09100" y="5180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75" name="Oval 1881">
              <a:extLst>
                <a:ext uri="{FF2B5EF4-FFF2-40B4-BE49-F238E27FC236}">
                  <a16:creationId xmlns:a16="http://schemas.microsoft.com/office/drawing/2014/main" id="{62128A3E-20C6-C6C1-6236-54907B29C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2125" y="5246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76" name="Oval 1882">
              <a:extLst>
                <a:ext uri="{FF2B5EF4-FFF2-40B4-BE49-F238E27FC236}">
                  <a16:creationId xmlns:a16="http://schemas.microsoft.com/office/drawing/2014/main" id="{EF3F0126-1356-E8CF-4C4E-2316ABA79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47213" y="5375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77" name="Oval 1883">
              <a:extLst>
                <a:ext uri="{FF2B5EF4-FFF2-40B4-BE49-F238E27FC236}">
                  <a16:creationId xmlns:a16="http://schemas.microsoft.com/office/drawing/2014/main" id="{E2E7334C-67DC-0116-156D-D01ECBD6E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9125" y="5487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78" name="Oval 1884">
              <a:extLst>
                <a:ext uri="{FF2B5EF4-FFF2-40B4-BE49-F238E27FC236}">
                  <a16:creationId xmlns:a16="http://schemas.microsoft.com/office/drawing/2014/main" id="{1E205060-5BE2-3C7B-C212-4DE78E26BF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66275" y="5495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79" name="Oval 1885">
              <a:extLst>
                <a:ext uri="{FF2B5EF4-FFF2-40B4-BE49-F238E27FC236}">
                  <a16:creationId xmlns:a16="http://schemas.microsoft.com/office/drawing/2014/main" id="{1CC77653-5F7B-A455-832C-272B2BCB4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8663" y="5556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80" name="Oval 1886">
              <a:extLst>
                <a:ext uri="{FF2B5EF4-FFF2-40B4-BE49-F238E27FC236}">
                  <a16:creationId xmlns:a16="http://schemas.microsoft.com/office/drawing/2014/main" id="{3205EE25-493F-4739-38CD-235B5D4F0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7875" y="5675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81" name="Oval 1887">
              <a:extLst>
                <a:ext uri="{FF2B5EF4-FFF2-40B4-BE49-F238E27FC236}">
                  <a16:creationId xmlns:a16="http://schemas.microsoft.com/office/drawing/2014/main" id="{7862C88D-A820-16A6-22D8-BC741A83A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5500" y="5702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82" name="Oval 1888">
              <a:extLst>
                <a:ext uri="{FF2B5EF4-FFF2-40B4-BE49-F238E27FC236}">
                  <a16:creationId xmlns:a16="http://schemas.microsoft.com/office/drawing/2014/main" id="{29DE876F-2085-1BE8-1369-C8FD7E264F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9950" y="5703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83" name="Oval 1889">
              <a:extLst>
                <a:ext uri="{FF2B5EF4-FFF2-40B4-BE49-F238E27FC236}">
                  <a16:creationId xmlns:a16="http://schemas.microsoft.com/office/drawing/2014/main" id="{5FF0EE86-96DB-C676-FB6E-4EAEED9244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1225" y="56800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84" name="Oval 1890">
              <a:extLst>
                <a:ext uri="{FF2B5EF4-FFF2-40B4-BE49-F238E27FC236}">
                  <a16:creationId xmlns:a16="http://schemas.microsoft.com/office/drawing/2014/main" id="{4A6FE890-A49E-255E-AA2E-63FF86DFE9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40913" y="5703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85" name="Oval 1891">
              <a:extLst>
                <a:ext uri="{FF2B5EF4-FFF2-40B4-BE49-F238E27FC236}">
                  <a16:creationId xmlns:a16="http://schemas.microsoft.com/office/drawing/2014/main" id="{4E070500-1C70-52EB-C665-0621F966C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9013" y="5810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75" name="Oval 1893">
              <a:extLst>
                <a:ext uri="{FF2B5EF4-FFF2-40B4-BE49-F238E27FC236}">
                  <a16:creationId xmlns:a16="http://schemas.microsoft.com/office/drawing/2014/main" id="{19DB7163-E606-CB82-420C-5001615FAF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8238" y="3165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76" name="Oval 1894">
              <a:extLst>
                <a:ext uri="{FF2B5EF4-FFF2-40B4-BE49-F238E27FC236}">
                  <a16:creationId xmlns:a16="http://schemas.microsoft.com/office/drawing/2014/main" id="{3CE2AE56-848B-73E9-6461-736A0878F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1288" y="3392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77" name="Oval 1895">
              <a:extLst>
                <a:ext uri="{FF2B5EF4-FFF2-40B4-BE49-F238E27FC236}">
                  <a16:creationId xmlns:a16="http://schemas.microsoft.com/office/drawing/2014/main" id="{44DC50BB-FC0F-B99C-A452-D90CE57528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20063" y="3835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78" name="Oval 1896">
              <a:extLst>
                <a:ext uri="{FF2B5EF4-FFF2-40B4-BE49-F238E27FC236}">
                  <a16:creationId xmlns:a16="http://schemas.microsoft.com/office/drawing/2014/main" id="{9AD5F4DD-7739-BD15-66C2-57A4C9C268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1525" y="4076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79" name="Oval 1897">
              <a:extLst>
                <a:ext uri="{FF2B5EF4-FFF2-40B4-BE49-F238E27FC236}">
                  <a16:creationId xmlns:a16="http://schemas.microsoft.com/office/drawing/2014/main" id="{19659B54-2C13-ECC3-C6F0-4383DFC7A0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9488" y="4322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80" name="Oval 1898">
              <a:extLst>
                <a:ext uri="{FF2B5EF4-FFF2-40B4-BE49-F238E27FC236}">
                  <a16:creationId xmlns:a16="http://schemas.microsoft.com/office/drawing/2014/main" id="{38F8BCAF-2605-53DD-2ADD-9B9455444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6175" y="4573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81" name="Oval 1899">
              <a:extLst>
                <a:ext uri="{FF2B5EF4-FFF2-40B4-BE49-F238E27FC236}">
                  <a16:creationId xmlns:a16="http://schemas.microsoft.com/office/drawing/2014/main" id="{64423EDB-08E7-8A55-60AA-366E46B49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04288" y="4754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82" name="Oval 1900">
              <a:extLst>
                <a:ext uri="{FF2B5EF4-FFF2-40B4-BE49-F238E27FC236}">
                  <a16:creationId xmlns:a16="http://schemas.microsoft.com/office/drawing/2014/main" id="{0C30F669-E48B-1B1F-15B4-FA0AB4252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21763" y="4827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83" name="Oval 1901">
              <a:extLst>
                <a:ext uri="{FF2B5EF4-FFF2-40B4-BE49-F238E27FC236}">
                  <a16:creationId xmlns:a16="http://schemas.microsoft.com/office/drawing/2014/main" id="{9FD465D6-6501-1F9D-7147-977B9C429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4950" y="4911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84" name="Oval 1902">
              <a:extLst>
                <a:ext uri="{FF2B5EF4-FFF2-40B4-BE49-F238E27FC236}">
                  <a16:creationId xmlns:a16="http://schemas.microsoft.com/office/drawing/2014/main" id="{D270392D-E486-7C83-BB5B-6DCC3236CE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5438" y="5032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85" name="Oval 1903">
              <a:extLst>
                <a:ext uri="{FF2B5EF4-FFF2-40B4-BE49-F238E27FC236}">
                  <a16:creationId xmlns:a16="http://schemas.microsoft.com/office/drawing/2014/main" id="{1474E576-7D9A-BC59-1D31-317943DC3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7988" y="5092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86" name="Oval 1904">
              <a:extLst>
                <a:ext uri="{FF2B5EF4-FFF2-40B4-BE49-F238E27FC236}">
                  <a16:creationId xmlns:a16="http://schemas.microsoft.com/office/drawing/2014/main" id="{A02C60A6-D897-ECE1-A273-BF3C7C985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72600" y="5180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87" name="Oval 1905">
              <a:extLst>
                <a:ext uri="{FF2B5EF4-FFF2-40B4-BE49-F238E27FC236}">
                  <a16:creationId xmlns:a16="http://schemas.microsoft.com/office/drawing/2014/main" id="{EF1037CF-7DD9-7FE4-8AEC-979284790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9275" y="5338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88" name="Oval 1906">
              <a:extLst>
                <a:ext uri="{FF2B5EF4-FFF2-40B4-BE49-F238E27FC236}">
                  <a16:creationId xmlns:a16="http://schemas.microsoft.com/office/drawing/2014/main" id="{17A030D1-0BFF-2210-AEBA-5848284E11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01188" y="5410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89" name="Oval 1907">
              <a:extLst>
                <a:ext uri="{FF2B5EF4-FFF2-40B4-BE49-F238E27FC236}">
                  <a16:creationId xmlns:a16="http://schemas.microsoft.com/office/drawing/2014/main" id="{1D0EF1B2-0269-FA78-E842-E16B2583A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9925" y="54213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0" name="Oval 1908">
              <a:extLst>
                <a:ext uri="{FF2B5EF4-FFF2-40B4-BE49-F238E27FC236}">
                  <a16:creationId xmlns:a16="http://schemas.microsoft.com/office/drawing/2014/main" id="{C7AD0B1C-4BFC-3CA9-9EDE-0E74F6490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3900" y="5462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1" name="Oval 1909">
              <a:extLst>
                <a:ext uri="{FF2B5EF4-FFF2-40B4-BE49-F238E27FC236}">
                  <a16:creationId xmlns:a16="http://schemas.microsoft.com/office/drawing/2014/main" id="{4B23BED5-ACA3-8D4E-AE2F-2FBE1D22E3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3113" y="558958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2" name="Oval 1910">
              <a:extLst>
                <a:ext uri="{FF2B5EF4-FFF2-40B4-BE49-F238E27FC236}">
                  <a16:creationId xmlns:a16="http://schemas.microsoft.com/office/drawing/2014/main" id="{C8C8FF14-0961-E1FC-3942-C2AD74C97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8" y="5638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3" name="Oval 1911">
              <a:extLst>
                <a:ext uri="{FF2B5EF4-FFF2-40B4-BE49-F238E27FC236}">
                  <a16:creationId xmlns:a16="http://schemas.microsoft.com/office/drawing/2014/main" id="{CEC897A0-F106-8A6C-4B88-75E042470E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8" y="56499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4" name="Oval 1912">
              <a:extLst>
                <a:ext uri="{FF2B5EF4-FFF2-40B4-BE49-F238E27FC236}">
                  <a16:creationId xmlns:a16="http://schemas.microsoft.com/office/drawing/2014/main" id="{5A1B7B10-E096-6036-FFB6-E0DF6036B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8050" y="5602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5" name="Oval 1913">
              <a:extLst>
                <a:ext uri="{FF2B5EF4-FFF2-40B4-BE49-F238E27FC236}">
                  <a16:creationId xmlns:a16="http://schemas.microsoft.com/office/drawing/2014/main" id="{41FE2984-E857-7B19-E22E-A9D8C1D33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7738" y="5643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6" name="Oval 1914">
              <a:extLst>
                <a:ext uri="{FF2B5EF4-FFF2-40B4-BE49-F238E27FC236}">
                  <a16:creationId xmlns:a16="http://schemas.microsoft.com/office/drawing/2014/main" id="{E687D13D-6411-AB55-9A52-FADC8841E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5838" y="5781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7" name="Line 1915">
              <a:extLst>
                <a:ext uri="{FF2B5EF4-FFF2-40B4-BE49-F238E27FC236}">
                  <a16:creationId xmlns:a16="http://schemas.microsoft.com/office/drawing/2014/main" id="{210F83F1-CACC-36C7-218B-0E9A86C72F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857500"/>
              <a:ext cx="2370137" cy="2981325"/>
            </a:xfrm>
            <a:prstGeom prst="line">
              <a:avLst/>
            </a:prstGeom>
            <a:noFill/>
            <a:ln w="3175" cap="flat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8" name="Freeform 1916">
              <a:extLst>
                <a:ext uri="{FF2B5EF4-FFF2-40B4-BE49-F238E27FC236}">
                  <a16:creationId xmlns:a16="http://schemas.microsoft.com/office/drawing/2014/main" id="{2BDD690C-0BE3-7764-5146-AAE6479774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47000" y="3151188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99" name="Freeform 1917">
              <a:extLst>
                <a:ext uri="{FF2B5EF4-FFF2-40B4-BE49-F238E27FC236}">
                  <a16:creationId xmlns:a16="http://schemas.microsoft.com/office/drawing/2014/main" id="{5144E6D9-93F9-8381-37C9-622717C09E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89925" y="3632200"/>
              <a:ext cx="41275" cy="41275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2" y="128"/>
                    <a:pt x="69" y="128"/>
                  </a:cubicBezTo>
                  <a:cubicBezTo>
                    <a:pt x="37" y="128"/>
                    <a:pt x="11" y="101"/>
                    <a:pt x="11" y="69"/>
                  </a:cubicBezTo>
                  <a:cubicBezTo>
                    <a:pt x="11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0" name="Freeform 1918">
              <a:extLst>
                <a:ext uri="{FF2B5EF4-FFF2-40B4-BE49-F238E27FC236}">
                  <a16:creationId xmlns:a16="http://schemas.microsoft.com/office/drawing/2014/main" id="{51BD1DC7-04EA-DF80-2A3F-9BC921270C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07425" y="3997325"/>
              <a:ext cx="41275" cy="41275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2" y="128"/>
                    <a:pt x="69" y="128"/>
                  </a:cubicBezTo>
                  <a:cubicBezTo>
                    <a:pt x="37" y="128"/>
                    <a:pt x="11" y="101"/>
                    <a:pt x="11" y="69"/>
                  </a:cubicBezTo>
                  <a:cubicBezTo>
                    <a:pt x="11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1" name="Freeform 1919">
              <a:extLst>
                <a:ext uri="{FF2B5EF4-FFF2-40B4-BE49-F238E27FC236}">
                  <a16:creationId xmlns:a16="http://schemas.microsoft.com/office/drawing/2014/main" id="{6EE1F6BB-54B7-2AE0-F190-1C358F5B4B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32850" y="4371975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2" name="Freeform 1920">
              <a:extLst>
                <a:ext uri="{FF2B5EF4-FFF2-40B4-BE49-F238E27FC236}">
                  <a16:creationId xmlns:a16="http://schemas.microsoft.com/office/drawing/2014/main" id="{33B5D8EF-B97F-2BE3-0046-E3E3D7F30A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07475" y="4610100"/>
              <a:ext cx="41275" cy="41275"/>
            </a:xfrm>
            <a:custGeom>
              <a:avLst/>
              <a:gdLst>
                <a:gd name="T0" fmla="*/ 70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70 w 139"/>
                <a:gd name="T7" fmla="*/ 128 h 139"/>
                <a:gd name="T8" fmla="*/ 11 w 139"/>
                <a:gd name="T9" fmla="*/ 69 h 139"/>
                <a:gd name="T10" fmla="*/ 70 w 139"/>
                <a:gd name="T11" fmla="*/ 11 h 139"/>
                <a:gd name="T12" fmla="*/ 70 w 139"/>
                <a:gd name="T13" fmla="*/ 0 h 139"/>
                <a:gd name="T14" fmla="*/ 0 w 139"/>
                <a:gd name="T15" fmla="*/ 69 h 139"/>
                <a:gd name="T16" fmla="*/ 70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70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70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70" y="11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70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3" name="Freeform 1921">
              <a:extLst>
                <a:ext uri="{FF2B5EF4-FFF2-40B4-BE49-F238E27FC236}">
                  <a16:creationId xmlns:a16="http://schemas.microsoft.com/office/drawing/2014/main" id="{CFA9068A-93F7-894D-19E1-DFACCD134D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50350" y="4786313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9"/>
                    <a:pt x="69" y="139"/>
                  </a:cubicBezTo>
                  <a:cubicBezTo>
                    <a:pt x="108" y="139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4" name="Freeform 1922">
              <a:extLst>
                <a:ext uri="{FF2B5EF4-FFF2-40B4-BE49-F238E27FC236}">
                  <a16:creationId xmlns:a16="http://schemas.microsoft.com/office/drawing/2014/main" id="{3DF05E3E-AB84-713F-2A51-AB25E88FC2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72588" y="5024438"/>
              <a:ext cx="39687" cy="41275"/>
            </a:xfrm>
            <a:custGeom>
              <a:avLst/>
              <a:gdLst>
                <a:gd name="T0" fmla="*/ 69 w 138"/>
                <a:gd name="T1" fmla="*/ 10 h 138"/>
                <a:gd name="T2" fmla="*/ 128 w 138"/>
                <a:gd name="T3" fmla="*/ 69 h 138"/>
                <a:gd name="T4" fmla="*/ 128 w 138"/>
                <a:gd name="T5" fmla="*/ 69 h 138"/>
                <a:gd name="T6" fmla="*/ 69 w 138"/>
                <a:gd name="T7" fmla="*/ 128 h 138"/>
                <a:gd name="T8" fmla="*/ 10 w 138"/>
                <a:gd name="T9" fmla="*/ 69 h 138"/>
                <a:gd name="T10" fmla="*/ 69 w 138"/>
                <a:gd name="T11" fmla="*/ 10 h 138"/>
                <a:gd name="T12" fmla="*/ 69 w 138"/>
                <a:gd name="T13" fmla="*/ 0 h 138"/>
                <a:gd name="T14" fmla="*/ 0 w 138"/>
                <a:gd name="T15" fmla="*/ 69 h 138"/>
                <a:gd name="T16" fmla="*/ 69 w 138"/>
                <a:gd name="T17" fmla="*/ 138 h 138"/>
                <a:gd name="T18" fmla="*/ 138 w 138"/>
                <a:gd name="T19" fmla="*/ 69 h 138"/>
                <a:gd name="T20" fmla="*/ 138 w 138"/>
                <a:gd name="T21" fmla="*/ 69 h 138"/>
                <a:gd name="T22" fmla="*/ 69 w 138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8">
                  <a:moveTo>
                    <a:pt x="69" y="10"/>
                  </a:moveTo>
                  <a:cubicBezTo>
                    <a:pt x="101" y="10"/>
                    <a:pt x="128" y="36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1" y="128"/>
                    <a:pt x="69" y="128"/>
                  </a:cubicBezTo>
                  <a:cubicBezTo>
                    <a:pt x="37" y="128"/>
                    <a:pt x="10" y="101"/>
                    <a:pt x="10" y="69"/>
                  </a:cubicBezTo>
                  <a:cubicBezTo>
                    <a:pt x="10" y="36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7" y="138"/>
                    <a:pt x="138" y="107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5" name="Freeform 1923">
              <a:extLst>
                <a:ext uri="{FF2B5EF4-FFF2-40B4-BE49-F238E27FC236}">
                  <a16:creationId xmlns:a16="http://schemas.microsoft.com/office/drawing/2014/main" id="{6C427F83-D268-B338-E364-BE7C998770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75775" y="5233988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6" name="Freeform 1924">
              <a:extLst>
                <a:ext uri="{FF2B5EF4-FFF2-40B4-BE49-F238E27FC236}">
                  <a16:creationId xmlns:a16="http://schemas.microsoft.com/office/drawing/2014/main" id="{76E08B62-BB48-CBD4-514E-740A707471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9438" y="5338763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2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2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7" name="Freeform 1925">
              <a:extLst>
                <a:ext uri="{FF2B5EF4-FFF2-40B4-BE49-F238E27FC236}">
                  <a16:creationId xmlns:a16="http://schemas.microsoft.com/office/drawing/2014/main" id="{8CB34244-4F58-F0BD-A520-B3922D0F2C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51988" y="5511800"/>
              <a:ext cx="41275" cy="41275"/>
            </a:xfrm>
            <a:custGeom>
              <a:avLst/>
              <a:gdLst>
                <a:gd name="T0" fmla="*/ 70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70 w 139"/>
                <a:gd name="T7" fmla="*/ 128 h 139"/>
                <a:gd name="T8" fmla="*/ 11 w 139"/>
                <a:gd name="T9" fmla="*/ 70 h 139"/>
                <a:gd name="T10" fmla="*/ 70 w 139"/>
                <a:gd name="T11" fmla="*/ 11 h 139"/>
                <a:gd name="T12" fmla="*/ 70 w 139"/>
                <a:gd name="T13" fmla="*/ 0 h 139"/>
                <a:gd name="T14" fmla="*/ 0 w 139"/>
                <a:gd name="T15" fmla="*/ 70 h 139"/>
                <a:gd name="T16" fmla="*/ 70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70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70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70" y="11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70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8" name="Freeform 1926">
              <a:extLst>
                <a:ext uri="{FF2B5EF4-FFF2-40B4-BE49-F238E27FC236}">
                  <a16:creationId xmlns:a16="http://schemas.microsoft.com/office/drawing/2014/main" id="{CFB68409-60B6-3F1A-5A70-19D33F761C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26600" y="5546725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09" name="Freeform 1927">
              <a:extLst>
                <a:ext uri="{FF2B5EF4-FFF2-40B4-BE49-F238E27FC236}">
                  <a16:creationId xmlns:a16="http://schemas.microsoft.com/office/drawing/2014/main" id="{38C50052-76EF-5D9E-DAAF-6235646C7B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94863" y="5570538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9"/>
                    <a:pt x="69" y="139"/>
                  </a:cubicBezTo>
                  <a:cubicBezTo>
                    <a:pt x="108" y="139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0" name="Freeform 1928">
              <a:extLst>
                <a:ext uri="{FF2B5EF4-FFF2-40B4-BE49-F238E27FC236}">
                  <a16:creationId xmlns:a16="http://schemas.microsoft.com/office/drawing/2014/main" id="{2179B889-609E-4F84-857E-45953E084B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56775" y="5732463"/>
              <a:ext cx="41275" cy="42863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70 h 139"/>
                <a:gd name="T4" fmla="*/ 128 w 138"/>
                <a:gd name="T5" fmla="*/ 70 h 139"/>
                <a:gd name="T6" fmla="*/ 69 w 138"/>
                <a:gd name="T7" fmla="*/ 128 h 139"/>
                <a:gd name="T8" fmla="*/ 10 w 138"/>
                <a:gd name="T9" fmla="*/ 70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70 h 139"/>
                <a:gd name="T16" fmla="*/ 69 w 138"/>
                <a:gd name="T17" fmla="*/ 139 h 139"/>
                <a:gd name="T18" fmla="*/ 138 w 138"/>
                <a:gd name="T19" fmla="*/ 70 h 139"/>
                <a:gd name="T20" fmla="*/ 138 w 138"/>
                <a:gd name="T21" fmla="*/ 70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1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1" y="128"/>
                    <a:pt x="69" y="128"/>
                  </a:cubicBezTo>
                  <a:cubicBezTo>
                    <a:pt x="37" y="128"/>
                    <a:pt x="10" y="102"/>
                    <a:pt x="10" y="70"/>
                  </a:cubicBezTo>
                  <a:cubicBezTo>
                    <a:pt x="10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7" y="139"/>
                    <a:pt x="138" y="108"/>
                    <a:pt x="138" y="70"/>
                  </a:cubicBezTo>
                  <a:lnTo>
                    <a:pt x="138" y="70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1" name="Line 1929">
              <a:extLst>
                <a:ext uri="{FF2B5EF4-FFF2-40B4-BE49-F238E27FC236}">
                  <a16:creationId xmlns:a16="http://schemas.microsoft.com/office/drawing/2014/main" id="{4898D4CC-A168-5A84-A49B-E17555B02F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498725"/>
              <a:ext cx="2374900" cy="3340100"/>
            </a:xfrm>
            <a:prstGeom prst="line">
              <a:avLst/>
            </a:prstGeom>
            <a:noFill/>
            <a:ln w="3175" cap="flat">
              <a:solidFill>
                <a:srgbClr val="0059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2" name="Freeform 1930">
              <a:extLst>
                <a:ext uri="{FF2B5EF4-FFF2-40B4-BE49-F238E27FC236}">
                  <a16:creationId xmlns:a16="http://schemas.microsoft.com/office/drawing/2014/main" id="{29F6DE84-116B-EA77-6253-93511B7812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3350" y="336232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3" name="Freeform 1931">
              <a:extLst>
                <a:ext uri="{FF2B5EF4-FFF2-40B4-BE49-F238E27FC236}">
                  <a16:creationId xmlns:a16="http://schemas.microsoft.com/office/drawing/2014/main" id="{CD4D8E12-BDCF-55D1-456C-6778B1D079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96275" y="3941763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4" name="Freeform 1932">
              <a:extLst>
                <a:ext uri="{FF2B5EF4-FFF2-40B4-BE49-F238E27FC236}">
                  <a16:creationId xmlns:a16="http://schemas.microsoft.com/office/drawing/2014/main" id="{ED23F4E7-100E-6C3E-AB4F-CA9AAE7EEA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15363" y="4278313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5" name="Freeform 1933">
              <a:extLst>
                <a:ext uri="{FF2B5EF4-FFF2-40B4-BE49-F238E27FC236}">
                  <a16:creationId xmlns:a16="http://schemas.microsoft.com/office/drawing/2014/main" id="{6EACCF1D-5EE5-6FBB-3B8C-6096B6235A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40788" y="4597400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6" name="Freeform 1934">
              <a:extLst>
                <a:ext uri="{FF2B5EF4-FFF2-40B4-BE49-F238E27FC236}">
                  <a16:creationId xmlns:a16="http://schemas.microsoft.com/office/drawing/2014/main" id="{05B604D7-2ABE-5386-49A8-A2EB3E7E7C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015413" y="4810125"/>
              <a:ext cx="26987" cy="28575"/>
            </a:xfrm>
            <a:custGeom>
              <a:avLst/>
              <a:gdLst>
                <a:gd name="T0" fmla="*/ 0 w 17"/>
                <a:gd name="T1" fmla="*/ 0 h 18"/>
                <a:gd name="T2" fmla="*/ 17 w 17"/>
                <a:gd name="T3" fmla="*/ 18 h 18"/>
                <a:gd name="T4" fmla="*/ 0 w 17"/>
                <a:gd name="T5" fmla="*/ 18 h 18"/>
                <a:gd name="T6" fmla="*/ 17 w 17"/>
                <a:gd name="T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8">
                  <a:moveTo>
                    <a:pt x="0" y="0"/>
                  </a:moveTo>
                  <a:lnTo>
                    <a:pt x="17" y="18"/>
                  </a:lnTo>
                  <a:moveTo>
                    <a:pt x="0" y="18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7" name="Freeform 1935">
              <a:extLst>
                <a:ext uri="{FF2B5EF4-FFF2-40B4-BE49-F238E27FC236}">
                  <a16:creationId xmlns:a16="http://schemas.microsoft.com/office/drawing/2014/main" id="{38882A48-A2BE-3015-6552-A2D177B554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58288" y="496252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8" name="Freeform 1936">
              <a:extLst>
                <a:ext uri="{FF2B5EF4-FFF2-40B4-BE49-F238E27FC236}">
                  <a16:creationId xmlns:a16="http://schemas.microsoft.com/office/drawing/2014/main" id="{9A18F04F-5867-1A2D-FA1A-E05EC2A4CB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78938" y="5192713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19" name="Freeform 1937">
              <a:extLst>
                <a:ext uri="{FF2B5EF4-FFF2-40B4-BE49-F238E27FC236}">
                  <a16:creationId xmlns:a16="http://schemas.microsoft.com/office/drawing/2014/main" id="{ED730F6C-F985-6EC2-C30F-16565E09D0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83713" y="537527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20" name="Freeform 1938">
              <a:extLst>
                <a:ext uri="{FF2B5EF4-FFF2-40B4-BE49-F238E27FC236}">
                  <a16:creationId xmlns:a16="http://schemas.microsoft.com/office/drawing/2014/main" id="{B8BA88A6-D191-74B5-C6FD-242B8CB29B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75788" y="548322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21" name="Freeform 1939">
              <a:extLst>
                <a:ext uri="{FF2B5EF4-FFF2-40B4-BE49-F238E27FC236}">
                  <a16:creationId xmlns:a16="http://schemas.microsoft.com/office/drawing/2014/main" id="{AA63DA3E-C297-9599-EDEF-FEC7D89D9F7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58338" y="5581650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22" name="Freeform 1940">
              <a:extLst>
                <a:ext uri="{FF2B5EF4-FFF2-40B4-BE49-F238E27FC236}">
                  <a16:creationId xmlns:a16="http://schemas.microsoft.com/office/drawing/2014/main" id="{D944823C-DE29-D0D7-7171-0952887676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32950" y="5688013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23" name="Freeform 1941">
              <a:extLst>
                <a:ext uri="{FF2B5EF4-FFF2-40B4-BE49-F238E27FC236}">
                  <a16:creationId xmlns:a16="http://schemas.microsoft.com/office/drawing/2014/main" id="{DF4A3B97-9B48-8AE7-B65E-F851705196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1213" y="5759450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24" name="Line 1942">
              <a:extLst>
                <a:ext uri="{FF2B5EF4-FFF2-40B4-BE49-F238E27FC236}">
                  <a16:creationId xmlns:a16="http://schemas.microsoft.com/office/drawing/2014/main" id="{C0376C5D-A0CD-9395-960F-8DFAB579FC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935288"/>
              <a:ext cx="2319337" cy="2903538"/>
            </a:xfrm>
            <a:prstGeom prst="line">
              <a:avLst/>
            </a:prstGeom>
            <a:noFill/>
            <a:ln w="3175" cap="flat">
              <a:solidFill>
                <a:srgbClr val="59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25" name="Oval 1943">
              <a:extLst>
                <a:ext uri="{FF2B5EF4-FFF2-40B4-BE49-F238E27FC236}">
                  <a16:creationId xmlns:a16="http://schemas.microsoft.com/office/drawing/2014/main" id="{C6FFB3EA-4DB4-C117-3A0B-8F7E5E58CD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8238" y="336867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26" name="Oval 1944">
              <a:extLst>
                <a:ext uri="{FF2B5EF4-FFF2-40B4-BE49-F238E27FC236}">
                  <a16:creationId xmlns:a16="http://schemas.microsoft.com/office/drawing/2014/main" id="{8BC6243B-030E-8FB4-5FDE-FE9FE038A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2750" y="3687763"/>
              <a:ext cx="12700" cy="11113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27" name="Oval 1945">
              <a:extLst>
                <a:ext uri="{FF2B5EF4-FFF2-40B4-BE49-F238E27FC236}">
                  <a16:creationId xmlns:a16="http://schemas.microsoft.com/office/drawing/2014/main" id="{203A6C2D-D0DA-F294-D919-162F001FD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250" y="394335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28" name="Oval 1946">
              <a:extLst>
                <a:ext uri="{FF2B5EF4-FFF2-40B4-BE49-F238E27FC236}">
                  <a16:creationId xmlns:a16="http://schemas.microsoft.com/office/drawing/2014/main" id="{3DCA55A0-996D-BD3E-8F2E-B90277071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5675" y="417830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29" name="Oval 1947">
              <a:extLst>
                <a:ext uri="{FF2B5EF4-FFF2-40B4-BE49-F238E27FC236}">
                  <a16:creationId xmlns:a16="http://schemas.microsoft.com/office/drawing/2014/main" id="{CC0AC1A4-F850-C501-B60D-670E61137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300" y="445770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30" name="Oval 1948">
              <a:extLst>
                <a:ext uri="{FF2B5EF4-FFF2-40B4-BE49-F238E27FC236}">
                  <a16:creationId xmlns:a16="http://schemas.microsoft.com/office/drawing/2014/main" id="{3E80BA66-D6AC-2B37-B197-E26D899A4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3175" y="4756150"/>
              <a:ext cx="12700" cy="14288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31" name="Oval 1949">
              <a:extLst>
                <a:ext uri="{FF2B5EF4-FFF2-40B4-BE49-F238E27FC236}">
                  <a16:creationId xmlns:a16="http://schemas.microsoft.com/office/drawing/2014/main" id="{88E19C90-0312-0D04-4134-EC3BD4C37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3825" y="48736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32" name="Oval 1950">
              <a:extLst>
                <a:ext uri="{FF2B5EF4-FFF2-40B4-BE49-F238E27FC236}">
                  <a16:creationId xmlns:a16="http://schemas.microsoft.com/office/drawing/2014/main" id="{9651971A-15D7-2612-52F3-08A3677B8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8600" y="491013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33" name="Oval 1951">
              <a:extLst>
                <a:ext uri="{FF2B5EF4-FFF2-40B4-BE49-F238E27FC236}">
                  <a16:creationId xmlns:a16="http://schemas.microsoft.com/office/drawing/2014/main" id="{9D55E5EA-D6E7-77D4-28AE-519C0DC350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0675" y="4976813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34" name="Oval 1952">
              <a:extLst>
                <a:ext uri="{FF2B5EF4-FFF2-40B4-BE49-F238E27FC236}">
                  <a16:creationId xmlns:a16="http://schemas.microsoft.com/office/drawing/2014/main" id="{19550195-FD8A-F182-90B9-E88045F79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3225" y="502920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35" name="Oval 1953">
              <a:extLst>
                <a:ext uri="{FF2B5EF4-FFF2-40B4-BE49-F238E27FC236}">
                  <a16:creationId xmlns:a16="http://schemas.microsoft.com/office/drawing/2014/main" id="{A39E12AB-E007-6831-520E-F8C849BAB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9425" y="51403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36" name="Oval 1954">
              <a:extLst>
                <a:ext uri="{FF2B5EF4-FFF2-40B4-BE49-F238E27FC236}">
                  <a16:creationId xmlns:a16="http://schemas.microsoft.com/office/drawing/2014/main" id="{17582B92-A947-D6C3-4F82-3D12D71CC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5322888"/>
              <a:ext cx="14287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37" name="Oval 1955">
              <a:extLst>
                <a:ext uri="{FF2B5EF4-FFF2-40B4-BE49-F238E27FC236}">
                  <a16:creationId xmlns:a16="http://schemas.microsoft.com/office/drawing/2014/main" id="{E6552D3D-3822-837D-B9B4-8F1F2EA37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9600" y="537527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38" name="Oval 1956">
              <a:extLst>
                <a:ext uri="{FF2B5EF4-FFF2-40B4-BE49-F238E27FC236}">
                  <a16:creationId xmlns:a16="http://schemas.microsoft.com/office/drawing/2014/main" id="{BD62B195-8950-4B69-0F22-404E2EB4E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8338" y="5370513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39" name="Oval 1957">
              <a:extLst>
                <a:ext uri="{FF2B5EF4-FFF2-40B4-BE49-F238E27FC236}">
                  <a16:creationId xmlns:a16="http://schemas.microsoft.com/office/drawing/2014/main" id="{D18AD80B-FBB9-2265-ED0A-B92FC5D3D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2313" y="542448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40" name="Oval 1958">
              <a:extLst>
                <a:ext uri="{FF2B5EF4-FFF2-40B4-BE49-F238E27FC236}">
                  <a16:creationId xmlns:a16="http://schemas.microsoft.com/office/drawing/2014/main" id="{1969D2FC-8958-A77B-1C16-162F3611F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3113" y="554513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41" name="Oval 1959">
              <a:extLst>
                <a:ext uri="{FF2B5EF4-FFF2-40B4-BE49-F238E27FC236}">
                  <a16:creationId xmlns:a16="http://schemas.microsoft.com/office/drawing/2014/main" id="{3B05636A-FD54-E43D-F2C4-3FEC3FD75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8" y="5649913"/>
              <a:ext cx="11112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42" name="Oval 1960">
              <a:extLst>
                <a:ext uri="{FF2B5EF4-FFF2-40B4-BE49-F238E27FC236}">
                  <a16:creationId xmlns:a16="http://schemas.microsoft.com/office/drawing/2014/main" id="{96020C3B-7D41-124C-65C4-BBF48DB3B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8" y="565943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43" name="Oval 1961">
              <a:extLst>
                <a:ext uri="{FF2B5EF4-FFF2-40B4-BE49-F238E27FC236}">
                  <a16:creationId xmlns:a16="http://schemas.microsoft.com/office/drawing/2014/main" id="{79BBD75C-8192-80FC-D03D-769D1923C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6463" y="55975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44" name="Oval 1962">
              <a:extLst>
                <a:ext uri="{FF2B5EF4-FFF2-40B4-BE49-F238E27FC236}">
                  <a16:creationId xmlns:a16="http://schemas.microsoft.com/office/drawing/2014/main" id="{D073FD45-D5F0-0F55-6BA8-782BC4B69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7738" y="56229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45" name="Oval 1963">
              <a:extLst>
                <a:ext uri="{FF2B5EF4-FFF2-40B4-BE49-F238E27FC236}">
                  <a16:creationId xmlns:a16="http://schemas.microsoft.com/office/drawing/2014/main" id="{325FC3E3-F5D6-634A-EE0C-226D010F6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5838" y="57626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46" name="Oval 1964">
              <a:extLst>
                <a:ext uri="{FF2B5EF4-FFF2-40B4-BE49-F238E27FC236}">
                  <a16:creationId xmlns:a16="http://schemas.microsoft.com/office/drawing/2014/main" id="{31EF43E0-E8A1-ABF8-6639-56898820E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2350" y="582295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47" name="Line 1965">
              <a:extLst>
                <a:ext uri="{FF2B5EF4-FFF2-40B4-BE49-F238E27FC236}">
                  <a16:creationId xmlns:a16="http://schemas.microsoft.com/office/drawing/2014/main" id="{2F3078C2-EBE9-621F-7EED-A065A8366C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017838"/>
              <a:ext cx="2438400" cy="2820988"/>
            </a:xfrm>
            <a:prstGeom prst="line">
              <a:avLst/>
            </a:prstGeom>
            <a:noFill/>
            <a:ln w="3175" cap="flat">
              <a:solidFill>
                <a:srgbClr val="00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48" name="Oval 1966">
              <a:extLst>
                <a:ext uri="{FF2B5EF4-FFF2-40B4-BE49-F238E27FC236}">
                  <a16:creationId xmlns:a16="http://schemas.microsoft.com/office/drawing/2014/main" id="{7F79B12E-63EB-0215-01C8-4B65D25EFD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8238" y="316547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49" name="Oval 1967">
              <a:extLst>
                <a:ext uri="{FF2B5EF4-FFF2-40B4-BE49-F238E27FC236}">
                  <a16:creationId xmlns:a16="http://schemas.microsoft.com/office/drawing/2014/main" id="{A21E87F8-25F7-B1C1-1088-16B56FF4F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2750" y="339248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50" name="Oval 1968">
              <a:extLst>
                <a:ext uri="{FF2B5EF4-FFF2-40B4-BE49-F238E27FC236}">
                  <a16:creationId xmlns:a16="http://schemas.microsoft.com/office/drawing/2014/main" id="{EAD8C895-A1DC-31EB-3015-524ECB58F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0250" y="374332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51" name="Oval 1969">
              <a:extLst>
                <a:ext uri="{FF2B5EF4-FFF2-40B4-BE49-F238E27FC236}">
                  <a16:creationId xmlns:a16="http://schemas.microsoft.com/office/drawing/2014/main" id="{E9E7C2A3-88F4-107F-DB3D-288231D8F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75675" y="390842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52" name="Oval 1970">
              <a:extLst>
                <a:ext uri="{FF2B5EF4-FFF2-40B4-BE49-F238E27FC236}">
                  <a16:creationId xmlns:a16="http://schemas.microsoft.com/office/drawing/2014/main" id="{186F6F12-E6EA-3F58-56EE-58E0CD5F9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300" y="4087813"/>
              <a:ext cx="12700" cy="14288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53" name="Oval 1971">
              <a:extLst>
                <a:ext uri="{FF2B5EF4-FFF2-40B4-BE49-F238E27FC236}">
                  <a16:creationId xmlns:a16="http://schemas.microsoft.com/office/drawing/2014/main" id="{81572285-6FA4-F381-0D03-BDF4FF376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3175" y="429418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54" name="Oval 1972">
              <a:extLst>
                <a:ext uri="{FF2B5EF4-FFF2-40B4-BE49-F238E27FC236}">
                  <a16:creationId xmlns:a16="http://schemas.microsoft.com/office/drawing/2014/main" id="{4BDB87DD-93A7-B6E1-E6D3-2306FC968E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3825" y="449421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55" name="Oval 1973">
              <a:extLst>
                <a:ext uri="{FF2B5EF4-FFF2-40B4-BE49-F238E27FC236}">
                  <a16:creationId xmlns:a16="http://schemas.microsoft.com/office/drawing/2014/main" id="{13B8C298-35C7-23D0-B7C3-4266C0144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18600" y="469423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56" name="Oval 1974">
              <a:extLst>
                <a:ext uri="{FF2B5EF4-FFF2-40B4-BE49-F238E27FC236}">
                  <a16:creationId xmlns:a16="http://schemas.microsoft.com/office/drawing/2014/main" id="{B5307E5F-38FD-A395-2E60-1DC6F8BDF8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0675" y="486410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57" name="Oval 1975">
              <a:extLst>
                <a:ext uri="{FF2B5EF4-FFF2-40B4-BE49-F238E27FC236}">
                  <a16:creationId xmlns:a16="http://schemas.microsoft.com/office/drawing/2014/main" id="{CE3A7D8B-0774-88D0-E403-E03BB58F5D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3225" y="493553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58" name="Oval 1976">
              <a:extLst>
                <a:ext uri="{FF2B5EF4-FFF2-40B4-BE49-F238E27FC236}">
                  <a16:creationId xmlns:a16="http://schemas.microsoft.com/office/drawing/2014/main" id="{1AFE87F1-C7EE-70B0-C332-B150C13712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69425" y="50339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59" name="Oval 1977">
              <a:extLst>
                <a:ext uri="{FF2B5EF4-FFF2-40B4-BE49-F238E27FC236}">
                  <a16:creationId xmlns:a16="http://schemas.microsoft.com/office/drawing/2014/main" id="{8C8F1C85-8C4D-37FC-190F-423199CECB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6100" y="5192713"/>
              <a:ext cx="14287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60" name="Oval 1978">
              <a:extLst>
                <a:ext uri="{FF2B5EF4-FFF2-40B4-BE49-F238E27FC236}">
                  <a16:creationId xmlns:a16="http://schemas.microsoft.com/office/drawing/2014/main" id="{21233E31-F885-2861-DE7A-1B45E6987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99600" y="520541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61" name="Oval 1979">
              <a:extLst>
                <a:ext uri="{FF2B5EF4-FFF2-40B4-BE49-F238E27FC236}">
                  <a16:creationId xmlns:a16="http://schemas.microsoft.com/office/drawing/2014/main" id="{84321C26-9A02-6E7D-9CFC-BC54CBFE3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8338" y="528002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62" name="Oval 1980">
              <a:extLst>
                <a:ext uri="{FF2B5EF4-FFF2-40B4-BE49-F238E27FC236}">
                  <a16:creationId xmlns:a16="http://schemas.microsoft.com/office/drawing/2014/main" id="{33E4A6D8-725C-5B90-8A5E-2C6F0ADCD7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2313" y="53768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63" name="Oval 1981">
              <a:extLst>
                <a:ext uri="{FF2B5EF4-FFF2-40B4-BE49-F238E27FC236}">
                  <a16:creationId xmlns:a16="http://schemas.microsoft.com/office/drawing/2014/main" id="{FC87FEA0-C736-E51B-EC7A-08AAC1F87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63113" y="546735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64" name="Oval 1982">
              <a:extLst>
                <a:ext uri="{FF2B5EF4-FFF2-40B4-BE49-F238E27FC236}">
                  <a16:creationId xmlns:a16="http://schemas.microsoft.com/office/drawing/2014/main" id="{E8825C91-3DCF-B24A-9591-2CF49A79E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0738" y="5505450"/>
              <a:ext cx="11112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65" name="Oval 1983">
              <a:extLst>
                <a:ext uri="{FF2B5EF4-FFF2-40B4-BE49-F238E27FC236}">
                  <a16:creationId xmlns:a16="http://schemas.microsoft.com/office/drawing/2014/main" id="{F1B0DE74-A35E-D235-B80D-68C5599D01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5188" y="551497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66" name="Oval 1984">
              <a:extLst>
                <a:ext uri="{FF2B5EF4-FFF2-40B4-BE49-F238E27FC236}">
                  <a16:creationId xmlns:a16="http://schemas.microsoft.com/office/drawing/2014/main" id="{7FBCEFA0-DB89-6666-9800-D3E3BC6B7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6463" y="557371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67" name="Oval 1985">
              <a:extLst>
                <a:ext uri="{FF2B5EF4-FFF2-40B4-BE49-F238E27FC236}">
                  <a16:creationId xmlns:a16="http://schemas.microsoft.com/office/drawing/2014/main" id="{4173D4DB-4FC1-9DE0-1427-A7C17158F9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37738" y="563403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68" name="Oval 1986">
              <a:extLst>
                <a:ext uri="{FF2B5EF4-FFF2-40B4-BE49-F238E27FC236}">
                  <a16:creationId xmlns:a16="http://schemas.microsoft.com/office/drawing/2014/main" id="{73814282-B34D-741D-77C3-12816CB2F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5838" y="568007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69" name="Oval 1987">
              <a:extLst>
                <a:ext uri="{FF2B5EF4-FFF2-40B4-BE49-F238E27FC236}">
                  <a16:creationId xmlns:a16="http://schemas.microsoft.com/office/drawing/2014/main" id="{82BB5E5A-E7EC-A50E-32BD-A6AD5F7076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2350" y="574040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70" name="Oval 1988">
              <a:extLst>
                <a:ext uri="{FF2B5EF4-FFF2-40B4-BE49-F238E27FC236}">
                  <a16:creationId xmlns:a16="http://schemas.microsoft.com/office/drawing/2014/main" id="{7DFC2040-DD0B-4A17-F9A7-4B6B60C8A0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47275" y="581977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71" name="Line 1989">
              <a:extLst>
                <a:ext uri="{FF2B5EF4-FFF2-40B4-BE49-F238E27FC236}">
                  <a16:creationId xmlns:a16="http://schemas.microsoft.com/office/drawing/2014/main" id="{25E83CC8-08EE-39E0-EC25-56823FDD19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2554288"/>
              <a:ext cx="2489200" cy="3284538"/>
            </a:xfrm>
            <a:prstGeom prst="line">
              <a:avLst/>
            </a:prstGeom>
            <a:noFill/>
            <a:ln w="3175" cap="flat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72" name="Rectangle 1990">
              <a:extLst>
                <a:ext uri="{FF2B5EF4-FFF2-40B4-BE49-F238E27FC236}">
                  <a16:creationId xmlns:a16="http://schemas.microsoft.com/office/drawing/2014/main" id="{DD6D467B-9C7F-F359-68DA-21DAD8BE88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5850" y="2595563"/>
              <a:ext cx="614362" cy="4111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73" name="Rectangle 1991">
              <a:extLst>
                <a:ext uri="{FF2B5EF4-FFF2-40B4-BE49-F238E27FC236}">
                  <a16:creationId xmlns:a16="http://schemas.microsoft.com/office/drawing/2014/main" id="{3C3EFE00-66B0-3E84-0F25-508B7FEA6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9688" y="2614613"/>
              <a:ext cx="90487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all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74" name="Oval 1992">
              <a:extLst>
                <a:ext uri="{FF2B5EF4-FFF2-40B4-BE49-F238E27FC236}">
                  <a16:creationId xmlns:a16="http://schemas.microsoft.com/office/drawing/2014/main" id="{58C86636-CD26-11BE-5D8E-599E6C640C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3800" y="2636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75" name="Rectangle 1993">
              <a:extLst>
                <a:ext uri="{FF2B5EF4-FFF2-40B4-BE49-F238E27FC236}">
                  <a16:creationId xmlns:a16="http://schemas.microsoft.com/office/drawing/2014/main" id="{BA235D19-BED1-DE3F-5A93-C69A358B2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9688" y="2695575"/>
              <a:ext cx="38576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diag oppsign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76" name="Freeform 1994">
              <a:extLst>
                <a:ext uri="{FF2B5EF4-FFF2-40B4-BE49-F238E27FC236}">
                  <a16:creationId xmlns:a16="http://schemas.microsoft.com/office/drawing/2014/main" id="{CBBDE498-3829-AE43-2156-51FB92AF68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99513" y="2701925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77" name="Rectangle 1995">
              <a:extLst>
                <a:ext uri="{FF2B5EF4-FFF2-40B4-BE49-F238E27FC236}">
                  <a16:creationId xmlns:a16="http://schemas.microsoft.com/office/drawing/2014/main" id="{CCCAB9A7-A41D-A71F-978C-4D7640E54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9688" y="2773363"/>
              <a:ext cx="433387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diag samesign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78" name="Freeform 1996">
              <a:extLst>
                <a:ext uri="{FF2B5EF4-FFF2-40B4-BE49-F238E27FC236}">
                  <a16:creationId xmlns:a16="http://schemas.microsoft.com/office/drawing/2014/main" id="{7720B34A-4F60-FF08-7D41-85012DF8F0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07450" y="2787650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79" name="Rectangle 1997">
              <a:extLst>
                <a:ext uri="{FF2B5EF4-FFF2-40B4-BE49-F238E27FC236}">
                  <a16:creationId xmlns:a16="http://schemas.microsoft.com/office/drawing/2014/main" id="{6566AE7C-C464-BE47-0022-CD853D0B67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9688" y="2854325"/>
              <a:ext cx="133350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vert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80" name="Oval 1998">
              <a:extLst>
                <a:ext uri="{FF2B5EF4-FFF2-40B4-BE49-F238E27FC236}">
                  <a16:creationId xmlns:a16="http://schemas.microsoft.com/office/drawing/2014/main" id="{A058628F-701B-33D4-4F27-708102B03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3800" y="287337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81" name="Rectangle 1999">
              <a:extLst>
                <a:ext uri="{FF2B5EF4-FFF2-40B4-BE49-F238E27FC236}">
                  <a16:creationId xmlns:a16="http://schemas.microsoft.com/office/drawing/2014/main" id="{C3562D0B-F89A-2B80-9028-A3E91BB334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9688" y="2930525"/>
              <a:ext cx="1619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horiz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82" name="Oval 2000">
              <a:extLst>
                <a:ext uri="{FF2B5EF4-FFF2-40B4-BE49-F238E27FC236}">
                  <a16:creationId xmlns:a16="http://schemas.microsoft.com/office/drawing/2014/main" id="{15B17AA0-3325-4EAE-B350-10FB8D514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13800" y="295275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83" name="Rectangle 2001">
              <a:extLst>
                <a:ext uri="{FF2B5EF4-FFF2-40B4-BE49-F238E27FC236}">
                  <a16:creationId xmlns:a16="http://schemas.microsoft.com/office/drawing/2014/main" id="{973E46B3-2F88-2893-F42A-3B5F078B89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5850" y="2595563"/>
              <a:ext cx="614362" cy="411163"/>
            </a:xfrm>
            <a:prstGeom prst="rect">
              <a:avLst/>
            </a:prstGeom>
            <a:noFill/>
            <a:ln w="3175" cap="flat">
              <a:solidFill>
                <a:srgbClr val="26262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84" name="Rectangle 2002">
              <a:extLst>
                <a:ext uri="{FF2B5EF4-FFF2-40B4-BE49-F238E27FC236}">
                  <a16:creationId xmlns:a16="http://schemas.microsoft.com/office/drawing/2014/main" id="{D982664E-85F6-7202-F426-A6F917CBA5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7388" y="6167438"/>
              <a:ext cx="256857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scindatabase pad=1 whiten=per view (subj wtd) marg=1 pxlmean 0 roimean 1 cosbell 1 gen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85" name="Rectangle 2003">
              <a:extLst>
                <a:ext uri="{FF2B5EF4-FFF2-40B4-BE49-F238E27FC236}">
                  <a16:creationId xmlns:a16="http://schemas.microsoft.com/office/drawing/2014/main" id="{6F587A8A-12D3-1012-C2C0-C8F99CD717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37388" y="6005513"/>
              <a:ext cx="452437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std (N=2 R=64)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8672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2" name="TextBox 2861">
            <a:extLst>
              <a:ext uri="{FF2B5EF4-FFF2-40B4-BE49-F238E27FC236}">
                <a16:creationId xmlns:a16="http://schemas.microsoft.com/office/drawing/2014/main" id="{11B38BAE-555B-AA0A-A9C4-DA0E2005F2BB}"/>
              </a:ext>
            </a:extLst>
          </p:cNvPr>
          <p:cNvSpPr txBox="1"/>
          <p:nvPr/>
        </p:nvSpPr>
        <p:spPr>
          <a:xfrm>
            <a:off x="427654" y="243488"/>
            <a:ext cx="51198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Penn Natural Image Database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D0430-FD88-406B-AB97-58D53124578F}"/>
              </a:ext>
            </a:extLst>
          </p:cNvPr>
          <p:cNvSpPr txBox="1"/>
          <p:nvPr/>
        </p:nvSpPr>
        <p:spPr>
          <a:xfrm>
            <a:off x="2035689" y="58822"/>
            <a:ext cx="6802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nimg_spec_n2_r64_20Apr2020_[</a:t>
            </a:r>
            <a:r>
              <a:rPr lang="en-US" dirty="0" err="1"/>
              <a:t>heatmap|dotplot_tweaked.emf</a:t>
            </a:r>
            <a:endParaRPr lang="en-US" dirty="0"/>
          </a:p>
        </p:txBody>
      </p:sp>
      <p:grpSp>
        <p:nvGrpSpPr>
          <p:cNvPr id="2823" name="Group 2822">
            <a:extLst>
              <a:ext uri="{FF2B5EF4-FFF2-40B4-BE49-F238E27FC236}">
                <a16:creationId xmlns:a16="http://schemas.microsoft.com/office/drawing/2014/main" id="{09E27DE1-ED24-0137-5150-C87C72971319}"/>
              </a:ext>
            </a:extLst>
          </p:cNvPr>
          <p:cNvGrpSpPr/>
          <p:nvPr/>
        </p:nvGrpSpPr>
        <p:grpSpPr>
          <a:xfrm>
            <a:off x="427654" y="2443163"/>
            <a:ext cx="4408488" cy="3590925"/>
            <a:chOff x="-3086100" y="3281363"/>
            <a:chExt cx="4408488" cy="3590925"/>
          </a:xfrm>
        </p:grpSpPr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25A949AF-7026-4FFC-B6A5-3865E6F87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193925" y="3414713"/>
              <a:ext cx="3040063" cy="30432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Rectangle 8">
              <a:extLst>
                <a:ext uri="{FF2B5EF4-FFF2-40B4-BE49-F238E27FC236}">
                  <a16:creationId xmlns:a16="http://schemas.microsoft.com/office/drawing/2014/main" id="{2A5960B0-0FFB-2BCE-68AB-89FAB726F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84262" y="3281363"/>
              <a:ext cx="88106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1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std (avg per subj)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033" name="Picture 9">
              <a:extLst>
                <a:ext uri="{FF2B5EF4-FFF2-40B4-BE49-F238E27FC236}">
                  <a16:creationId xmlns:a16="http://schemas.microsoft.com/office/drawing/2014/main" id="{213E5031-B0B7-376F-6C51-B73B5A5C37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193925" y="3414713"/>
              <a:ext cx="3040063" cy="304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DD98E2FC-304B-EFC8-8FCE-AA8A924CC0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2193925" y="6457950"/>
              <a:ext cx="30400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3016A117-B200-C637-25FB-3068287EB7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2193925" y="3414713"/>
              <a:ext cx="30400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EAE1BE5E-01EC-CC9C-8C10-28B8DB5B93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2193925" y="6427788"/>
              <a:ext cx="0" cy="301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4DE28E28-CA72-3D03-25A3-2F79172B19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674687" y="6427788"/>
              <a:ext cx="0" cy="301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68BA7626-07C8-8F21-69E6-3460FEEE62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6138" y="6427788"/>
              <a:ext cx="0" cy="301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66330D65-289D-D651-ED43-18EE2F1BCD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2193925" y="3414713"/>
              <a:ext cx="0" cy="317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A4571972-C7DB-1339-38BC-28021F2803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674687" y="3414713"/>
              <a:ext cx="0" cy="317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EBC73F6F-F13E-806A-754B-BA02B743AE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6138" y="3414713"/>
              <a:ext cx="0" cy="317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F936DA87-867D-B07D-FC57-02FA4D5772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293937" y="6496050"/>
              <a:ext cx="27146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-0.25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DC673AFB-7167-8817-A2F8-6CF774B88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50887" y="6496050"/>
              <a:ext cx="21431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   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Rectangle 20">
              <a:extLst>
                <a:ext uri="{FF2B5EF4-FFF2-40B4-BE49-F238E27FC236}">
                  <a16:creationId xmlns:a16="http://schemas.microsoft.com/office/drawing/2014/main" id="{DB391CAC-2B30-B5E8-ABBF-D40903D99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125" y="6496050"/>
              <a:ext cx="266700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0.25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Rectangle 21">
              <a:extLst>
                <a:ext uri="{FF2B5EF4-FFF2-40B4-BE49-F238E27FC236}">
                  <a16:creationId xmlns:a16="http://schemas.microsoft.com/office/drawing/2014/main" id="{2B138E53-CF34-2D74-DC98-E219B11BB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08062" y="6619875"/>
              <a:ext cx="72866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cycles per pixel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768D7081-03AB-AFB8-643C-C9FBD18574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2193925" y="3414713"/>
              <a:ext cx="0" cy="3043238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FD659F09-93B1-E90E-9183-9DD00F48F6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6138" y="3414713"/>
              <a:ext cx="0" cy="3043238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D340AB23-39C6-AB59-A759-CC70A44C31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2193925" y="6457950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4C3089A1-22D7-4B95-9C5B-47FB4AF2DD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2193925" y="4937125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3C48C9B1-B2E0-48C5-4B5C-A0F26D9329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2193925" y="3414713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5B795CB9-C0AC-D860-B757-266374A09F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5975" y="6457950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BD671EDC-B068-EEA4-7EB5-7D62826640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5975" y="4937125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Line 29">
              <a:extLst>
                <a:ext uri="{FF2B5EF4-FFF2-40B4-BE49-F238E27FC236}">
                  <a16:creationId xmlns:a16="http://schemas.microsoft.com/office/drawing/2014/main" id="{CCFF651C-F5D1-9A70-1941-FE86520A22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5975" y="3414713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30">
              <a:extLst>
                <a:ext uri="{FF2B5EF4-FFF2-40B4-BE49-F238E27FC236}">
                  <a16:creationId xmlns:a16="http://schemas.microsoft.com/office/drawing/2014/main" id="{8C13A6D4-A4AF-E9F6-7D46-95B4535B6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428875" y="6410325"/>
              <a:ext cx="27146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-0.25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" name="Rectangle 31">
              <a:extLst>
                <a:ext uri="{FF2B5EF4-FFF2-40B4-BE49-F238E27FC236}">
                  <a16:creationId xmlns:a16="http://schemas.microsoft.com/office/drawing/2014/main" id="{C50AC187-33F8-1FD5-FC58-746694936D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376487" y="4889500"/>
              <a:ext cx="21431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   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Rectangle 32">
              <a:extLst>
                <a:ext uri="{FF2B5EF4-FFF2-40B4-BE49-F238E27FC236}">
                  <a16:creationId xmlns:a16="http://schemas.microsoft.com/office/drawing/2014/main" id="{B5DC6B96-FE63-4172-7FB7-85C6CDEA0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424112" y="3368675"/>
              <a:ext cx="266700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0.25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Rectangle 33">
              <a:extLst>
                <a:ext uri="{FF2B5EF4-FFF2-40B4-BE49-F238E27FC236}">
                  <a16:creationId xmlns:a16="http://schemas.microsoft.com/office/drawing/2014/main" id="{7ABCE762-FE7C-7097-D8FD-819CF9BEA80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2546350" y="5151438"/>
              <a:ext cx="95250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Rectangle 34">
              <a:extLst>
                <a:ext uri="{FF2B5EF4-FFF2-40B4-BE49-F238E27FC236}">
                  <a16:creationId xmlns:a16="http://schemas.microsoft.com/office/drawing/2014/main" id="{1E12EE91-097B-E79C-2714-61564906C8B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2543175" y="5106988"/>
              <a:ext cx="90488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y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Rectangle 35">
              <a:extLst>
                <a:ext uri="{FF2B5EF4-FFF2-40B4-BE49-F238E27FC236}">
                  <a16:creationId xmlns:a16="http://schemas.microsoft.com/office/drawing/2014/main" id="{4DFA6270-7236-0E61-FEDA-8756B2736E6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2546350" y="5051425"/>
              <a:ext cx="95250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36">
              <a:extLst>
                <a:ext uri="{FF2B5EF4-FFF2-40B4-BE49-F238E27FC236}">
                  <a16:creationId xmlns:a16="http://schemas.microsoft.com/office/drawing/2014/main" id="{5AD2EBD1-D7A7-C778-5309-6C7ED536768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2532062" y="5013325"/>
              <a:ext cx="66675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Rectangle 37">
              <a:extLst>
                <a:ext uri="{FF2B5EF4-FFF2-40B4-BE49-F238E27FC236}">
                  <a16:creationId xmlns:a16="http://schemas.microsoft.com/office/drawing/2014/main" id="{D228A8B7-6930-900F-1D79-EE9E9DDB7AA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2547937" y="4973638"/>
              <a:ext cx="10001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Rectangle 38">
              <a:extLst>
                <a:ext uri="{FF2B5EF4-FFF2-40B4-BE49-F238E27FC236}">
                  <a16:creationId xmlns:a16="http://schemas.microsoft.com/office/drawing/2014/main" id="{ABB71C64-F02E-7325-26AA-C21DD63D195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2546350" y="4913313"/>
              <a:ext cx="95250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Rectangle 39">
              <a:extLst>
                <a:ext uri="{FF2B5EF4-FFF2-40B4-BE49-F238E27FC236}">
                  <a16:creationId xmlns:a16="http://schemas.microsoft.com/office/drawing/2014/main" id="{88D5509F-DF57-0B12-AE1E-54308689EC2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2533650" y="4878388"/>
              <a:ext cx="71438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3" name="Rectangle 40">
              <a:extLst>
                <a:ext uri="{FF2B5EF4-FFF2-40B4-BE49-F238E27FC236}">
                  <a16:creationId xmlns:a16="http://schemas.microsoft.com/office/drawing/2014/main" id="{8B879098-AD8A-A95A-D212-C31448BE144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2547937" y="4845050"/>
              <a:ext cx="10001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Rectangle 41">
              <a:extLst>
                <a:ext uri="{FF2B5EF4-FFF2-40B4-BE49-F238E27FC236}">
                  <a16:creationId xmlns:a16="http://schemas.microsoft.com/office/drawing/2014/main" id="{F69EF181-F351-7797-7E93-7A6041FBD5B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2547937" y="4787900"/>
              <a:ext cx="10001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" name="Rectangle 42">
              <a:extLst>
                <a:ext uri="{FF2B5EF4-FFF2-40B4-BE49-F238E27FC236}">
                  <a16:creationId xmlns:a16="http://schemas.microsoft.com/office/drawing/2014/main" id="{A12B637D-2CD7-1A6C-C857-9A27197F407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2536825" y="4741863"/>
              <a:ext cx="76200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Rectangle 43">
              <a:extLst>
                <a:ext uri="{FF2B5EF4-FFF2-40B4-BE49-F238E27FC236}">
                  <a16:creationId xmlns:a16="http://schemas.microsoft.com/office/drawing/2014/main" id="{7967AD37-6A97-C38B-00BA-4CBD880BDA4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2533650" y="4711700"/>
              <a:ext cx="71438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" name="Rectangle 44">
              <a:extLst>
                <a:ext uri="{FF2B5EF4-FFF2-40B4-BE49-F238E27FC236}">
                  <a16:creationId xmlns:a16="http://schemas.microsoft.com/office/drawing/2014/main" id="{944DCB74-4C96-8823-95DB-AE616B2A182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2547937" y="4683125"/>
              <a:ext cx="10001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Rectangle 45">
              <a:extLst>
                <a:ext uri="{FF2B5EF4-FFF2-40B4-BE49-F238E27FC236}">
                  <a16:creationId xmlns:a16="http://schemas.microsoft.com/office/drawing/2014/main" id="{866277D5-EB23-5A43-9291-EC086AFE4A4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2532062" y="4640263"/>
              <a:ext cx="66675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i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9" name="Rectangle 46">
              <a:extLst>
                <a:ext uri="{FF2B5EF4-FFF2-40B4-BE49-F238E27FC236}">
                  <a16:creationId xmlns:a16="http://schemas.microsoft.com/office/drawing/2014/main" id="{B4A3AF5F-930E-2788-0909-B6BD8F52FBB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2543175" y="4605338"/>
              <a:ext cx="90488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x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0" name="Rectangle 47">
              <a:extLst>
                <a:ext uri="{FF2B5EF4-FFF2-40B4-BE49-F238E27FC236}">
                  <a16:creationId xmlns:a16="http://schemas.microsoft.com/office/drawing/2014/main" id="{AF06F3D5-5666-39BB-774C-DD9EBC63A31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2547937" y="4557713"/>
              <a:ext cx="100013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1" name="Rectangle 48">
              <a:extLst>
                <a:ext uri="{FF2B5EF4-FFF2-40B4-BE49-F238E27FC236}">
                  <a16:creationId xmlns:a16="http://schemas.microsoft.com/office/drawing/2014/main" id="{AA993D90-1FE0-27B1-0469-9DA247B3EF0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-2532062" y="4521200"/>
              <a:ext cx="66675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Line 49">
              <a:extLst>
                <a:ext uri="{FF2B5EF4-FFF2-40B4-BE49-F238E27FC236}">
                  <a16:creationId xmlns:a16="http://schemas.microsoft.com/office/drawing/2014/main" id="{DBB96A2D-A26A-9F4E-6A54-3094160344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8538" y="6457950"/>
              <a:ext cx="10001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Line 50">
              <a:extLst>
                <a:ext uri="{FF2B5EF4-FFF2-40B4-BE49-F238E27FC236}">
                  <a16:creationId xmlns:a16="http://schemas.microsoft.com/office/drawing/2014/main" id="{2AAE7C12-2FBC-3763-E72E-6CEE546F88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8538" y="3414713"/>
              <a:ext cx="10001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Line 51">
              <a:extLst>
                <a:ext uri="{FF2B5EF4-FFF2-40B4-BE49-F238E27FC236}">
                  <a16:creationId xmlns:a16="http://schemas.microsoft.com/office/drawing/2014/main" id="{CFFA6D94-AFC5-3C6C-8D1E-589CB741E3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98538" y="3414713"/>
              <a:ext cx="0" cy="3043238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Line 52">
              <a:extLst>
                <a:ext uri="{FF2B5EF4-FFF2-40B4-BE49-F238E27FC236}">
                  <a16:creationId xmlns:a16="http://schemas.microsoft.com/office/drawing/2014/main" id="{1D5CC218-6C14-9C03-6A76-8035F69004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8550" y="3414713"/>
              <a:ext cx="0" cy="3043238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pic>
          <p:nvPicPr>
            <p:cNvPr id="1077" name="Picture 53">
              <a:extLst>
                <a:ext uri="{FF2B5EF4-FFF2-40B4-BE49-F238E27FC236}">
                  <a16:creationId xmlns:a16="http://schemas.microsoft.com/office/drawing/2014/main" id="{285CCC14-89C9-7790-C0F9-3BDBC0B874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8538" y="3414713"/>
              <a:ext cx="100013" cy="3043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6" name="Line 54">
              <a:extLst>
                <a:ext uri="{FF2B5EF4-FFF2-40B4-BE49-F238E27FC236}">
                  <a16:creationId xmlns:a16="http://schemas.microsoft.com/office/drawing/2014/main" id="{F7A05AD5-D87D-8B4F-06DA-E1F1E9BA72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8550" y="3414713"/>
              <a:ext cx="0" cy="3043238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Line 55">
              <a:extLst>
                <a:ext uri="{FF2B5EF4-FFF2-40B4-BE49-F238E27FC236}">
                  <a16:creationId xmlns:a16="http://schemas.microsoft.com/office/drawing/2014/main" id="{3BF0CE47-A526-8EA4-72CC-42C101D545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8388" y="6457950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Line 56">
              <a:extLst>
                <a:ext uri="{FF2B5EF4-FFF2-40B4-BE49-F238E27FC236}">
                  <a16:creationId xmlns:a16="http://schemas.microsoft.com/office/drawing/2014/main" id="{9DE52A6A-6FE0-59F7-B390-E8E3AB067F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8388" y="6181725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Line 57">
              <a:extLst>
                <a:ext uri="{FF2B5EF4-FFF2-40B4-BE49-F238E27FC236}">
                  <a16:creationId xmlns:a16="http://schemas.microsoft.com/office/drawing/2014/main" id="{8C5FBD6F-7726-4CD3-CFBB-790C7574F3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8388" y="5903913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Line 58">
              <a:extLst>
                <a:ext uri="{FF2B5EF4-FFF2-40B4-BE49-F238E27FC236}">
                  <a16:creationId xmlns:a16="http://schemas.microsoft.com/office/drawing/2014/main" id="{FC1AAF7B-6FB0-99F3-9027-546BA522F8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8388" y="5627688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Line 59">
              <a:extLst>
                <a:ext uri="{FF2B5EF4-FFF2-40B4-BE49-F238E27FC236}">
                  <a16:creationId xmlns:a16="http://schemas.microsoft.com/office/drawing/2014/main" id="{F33C1BC7-56C2-AAF5-8949-AE6C87A170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8388" y="5351463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Line 60">
              <a:extLst>
                <a:ext uri="{FF2B5EF4-FFF2-40B4-BE49-F238E27FC236}">
                  <a16:creationId xmlns:a16="http://schemas.microsoft.com/office/drawing/2014/main" id="{A7A14448-22C9-A1B7-CBE2-DCEF6EB952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8388" y="5075238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Line 61">
              <a:extLst>
                <a:ext uri="{FF2B5EF4-FFF2-40B4-BE49-F238E27FC236}">
                  <a16:creationId xmlns:a16="http://schemas.microsoft.com/office/drawing/2014/main" id="{693D3ACA-0B57-684D-B8BE-D081250B75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8388" y="4799013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80" name="Line 62">
              <a:extLst>
                <a:ext uri="{FF2B5EF4-FFF2-40B4-BE49-F238E27FC236}">
                  <a16:creationId xmlns:a16="http://schemas.microsoft.com/office/drawing/2014/main" id="{1D900A01-8D85-B6A2-54DC-20F8C32590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8388" y="4521200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81" name="Line 63">
              <a:extLst>
                <a:ext uri="{FF2B5EF4-FFF2-40B4-BE49-F238E27FC236}">
                  <a16:creationId xmlns:a16="http://schemas.microsoft.com/office/drawing/2014/main" id="{8F8365EE-7EE9-DCA8-6D0D-36C9FFB46D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8388" y="4244975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82" name="Line 64">
              <a:extLst>
                <a:ext uri="{FF2B5EF4-FFF2-40B4-BE49-F238E27FC236}">
                  <a16:creationId xmlns:a16="http://schemas.microsoft.com/office/drawing/2014/main" id="{F263DAA8-602E-BD22-84B3-C32674465B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8388" y="3968750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83" name="Line 65">
              <a:extLst>
                <a:ext uri="{FF2B5EF4-FFF2-40B4-BE49-F238E27FC236}">
                  <a16:creationId xmlns:a16="http://schemas.microsoft.com/office/drawing/2014/main" id="{288DA6B8-A3F1-F945-C4EE-FF0C0C30B8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8388" y="3692525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84" name="Line 66">
              <a:extLst>
                <a:ext uri="{FF2B5EF4-FFF2-40B4-BE49-F238E27FC236}">
                  <a16:creationId xmlns:a16="http://schemas.microsoft.com/office/drawing/2014/main" id="{A7721F16-7748-29DE-3E2E-D629245C88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68388" y="3414713"/>
              <a:ext cx="3016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85" name="Rectangle 67">
              <a:extLst>
                <a:ext uri="{FF2B5EF4-FFF2-40B4-BE49-F238E27FC236}">
                  <a16:creationId xmlns:a16="http://schemas.microsoft.com/office/drawing/2014/main" id="{F68BE9F9-78F8-3A79-578E-6F70F548F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125" y="6410325"/>
              <a:ext cx="1190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-8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86" name="Rectangle 68">
              <a:extLst>
                <a:ext uri="{FF2B5EF4-FFF2-40B4-BE49-F238E27FC236}">
                  <a16:creationId xmlns:a16="http://schemas.microsoft.com/office/drawing/2014/main" id="{0D35EFA4-E324-AB9A-78DB-9DD174DCE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125" y="6134100"/>
              <a:ext cx="1952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-7.5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87" name="Rectangle 69">
              <a:extLst>
                <a:ext uri="{FF2B5EF4-FFF2-40B4-BE49-F238E27FC236}">
                  <a16:creationId xmlns:a16="http://schemas.microsoft.com/office/drawing/2014/main" id="{4F99DE2C-D0FA-47F9-369F-D00B48F762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125" y="5856288"/>
              <a:ext cx="1190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-7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88" name="Rectangle 70">
              <a:extLst>
                <a:ext uri="{FF2B5EF4-FFF2-40B4-BE49-F238E27FC236}">
                  <a16:creationId xmlns:a16="http://schemas.microsoft.com/office/drawing/2014/main" id="{7FF7F878-F2C3-A7F1-3D09-2443EE2FB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125" y="5580063"/>
              <a:ext cx="1952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-6.5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89" name="Rectangle 71">
              <a:extLst>
                <a:ext uri="{FF2B5EF4-FFF2-40B4-BE49-F238E27FC236}">
                  <a16:creationId xmlns:a16="http://schemas.microsoft.com/office/drawing/2014/main" id="{05A58E0D-8F9D-392B-53AF-38AAC7FE5C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125" y="5303838"/>
              <a:ext cx="1190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-6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69" name="Rectangle 72">
              <a:extLst>
                <a:ext uri="{FF2B5EF4-FFF2-40B4-BE49-F238E27FC236}">
                  <a16:creationId xmlns:a16="http://schemas.microsoft.com/office/drawing/2014/main" id="{14BBBC2E-8376-AB3F-3EC8-2B9EF5410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125" y="5027613"/>
              <a:ext cx="1952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-5.5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70" name="Rectangle 73">
              <a:extLst>
                <a:ext uri="{FF2B5EF4-FFF2-40B4-BE49-F238E27FC236}">
                  <a16:creationId xmlns:a16="http://schemas.microsoft.com/office/drawing/2014/main" id="{680F428A-0582-5569-3490-20DCD26BB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125" y="4751388"/>
              <a:ext cx="1190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71" name="Rectangle 74">
              <a:extLst>
                <a:ext uri="{FF2B5EF4-FFF2-40B4-BE49-F238E27FC236}">
                  <a16:creationId xmlns:a16="http://schemas.microsoft.com/office/drawing/2014/main" id="{C428E6C9-EC88-B920-B674-D21701A18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125" y="4473575"/>
              <a:ext cx="1952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-4.5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72" name="Rectangle 75">
              <a:extLst>
                <a:ext uri="{FF2B5EF4-FFF2-40B4-BE49-F238E27FC236}">
                  <a16:creationId xmlns:a16="http://schemas.microsoft.com/office/drawing/2014/main" id="{68B4773C-299C-2578-EDCB-1B30B1A8E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125" y="4197350"/>
              <a:ext cx="1190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-4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73" name="Rectangle 76">
              <a:extLst>
                <a:ext uri="{FF2B5EF4-FFF2-40B4-BE49-F238E27FC236}">
                  <a16:creationId xmlns:a16="http://schemas.microsoft.com/office/drawing/2014/main" id="{B7137E3D-C9C3-4E81-68F2-D5FFC71A9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125" y="3921125"/>
              <a:ext cx="1952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-3.5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74" name="Rectangle 77">
              <a:extLst>
                <a:ext uri="{FF2B5EF4-FFF2-40B4-BE49-F238E27FC236}">
                  <a16:creationId xmlns:a16="http://schemas.microsoft.com/office/drawing/2014/main" id="{62B333F7-D62A-CFE9-CA84-F662924F9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125" y="3644900"/>
              <a:ext cx="1190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16" name="Rectangle 78">
              <a:extLst>
                <a:ext uri="{FF2B5EF4-FFF2-40B4-BE49-F238E27FC236}">
                  <a16:creationId xmlns:a16="http://schemas.microsoft.com/office/drawing/2014/main" id="{44F6D524-BB49-13D9-C334-9AA709C058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125" y="3368675"/>
              <a:ext cx="195263" cy="128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6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-2.5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17" name="Line 79">
              <a:extLst>
                <a:ext uri="{FF2B5EF4-FFF2-40B4-BE49-F238E27FC236}">
                  <a16:creationId xmlns:a16="http://schemas.microsoft.com/office/drawing/2014/main" id="{EAB95086-5C7A-E576-B54F-32F5C408A1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8538" y="3414713"/>
              <a:ext cx="10001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18" name="Line 80">
              <a:extLst>
                <a:ext uri="{FF2B5EF4-FFF2-40B4-BE49-F238E27FC236}">
                  <a16:creationId xmlns:a16="http://schemas.microsoft.com/office/drawing/2014/main" id="{B40DA692-8BDF-0B5C-01FA-5C94EC0057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8538" y="6457950"/>
              <a:ext cx="100013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19" name="Line 81">
              <a:extLst>
                <a:ext uri="{FF2B5EF4-FFF2-40B4-BE49-F238E27FC236}">
                  <a16:creationId xmlns:a16="http://schemas.microsoft.com/office/drawing/2014/main" id="{D154A2AC-D371-D35E-69CE-806A48330E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98538" y="3414713"/>
              <a:ext cx="0" cy="3043238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0" name="Line 82">
              <a:extLst>
                <a:ext uri="{FF2B5EF4-FFF2-40B4-BE49-F238E27FC236}">
                  <a16:creationId xmlns:a16="http://schemas.microsoft.com/office/drawing/2014/main" id="{BE323578-809D-722D-ED25-4EF16029FA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8550" y="3414713"/>
              <a:ext cx="0" cy="3043238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21" name="Rectangle 83">
              <a:extLst>
                <a:ext uri="{FF2B5EF4-FFF2-40B4-BE49-F238E27FC236}">
                  <a16:creationId xmlns:a16="http://schemas.microsoft.com/office/drawing/2014/main" id="{7F2B21A6-6AFE-1260-8C02-32EE5212E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086100" y="6786563"/>
              <a:ext cx="3346450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Penn Natural Images log NRorig=[16  32] pad=1 whiten=per view (subj wtd) marg=1 pxlmean 0 roimean 1 cosbell 1 gen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22" name="Rectangle 84">
              <a:extLst>
                <a:ext uri="{FF2B5EF4-FFF2-40B4-BE49-F238E27FC236}">
                  <a16:creationId xmlns:a16="http://schemas.microsoft.com/office/drawing/2014/main" id="{E7B5DBA9-8932-C543-C62C-F589B4F7B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086100" y="6624638"/>
              <a:ext cx="452438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std (N=2 R=64)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6702" name="Group 6701">
            <a:extLst>
              <a:ext uri="{FF2B5EF4-FFF2-40B4-BE49-F238E27FC236}">
                <a16:creationId xmlns:a16="http://schemas.microsoft.com/office/drawing/2014/main" id="{B36865EC-BBFD-F3FA-D225-D1BA3686CFDA}"/>
              </a:ext>
            </a:extLst>
          </p:cNvPr>
          <p:cNvGrpSpPr/>
          <p:nvPr/>
        </p:nvGrpSpPr>
        <p:grpSpPr>
          <a:xfrm>
            <a:off x="6752253" y="2498726"/>
            <a:ext cx="3717925" cy="3862388"/>
            <a:chOff x="8247063" y="3467100"/>
            <a:chExt cx="3717925" cy="3862388"/>
          </a:xfrm>
        </p:grpSpPr>
        <p:sp>
          <p:nvSpPr>
            <p:cNvPr id="6505" name="Line 91">
              <a:extLst>
                <a:ext uri="{FF2B5EF4-FFF2-40B4-BE49-F238E27FC236}">
                  <a16:creationId xmlns:a16="http://schemas.microsoft.com/office/drawing/2014/main" id="{4A54AA9B-6C0E-46A1-228F-E51D286CC0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915150"/>
              <a:ext cx="32607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06" name="Line 92">
              <a:extLst>
                <a:ext uri="{FF2B5EF4-FFF2-40B4-BE49-F238E27FC236}">
                  <a16:creationId xmlns:a16="http://schemas.microsoft.com/office/drawing/2014/main" id="{0E71EDD3-4D2F-5EC0-B18C-77779DFF4D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467100"/>
              <a:ext cx="32607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07" name="Line 93">
              <a:extLst>
                <a:ext uri="{FF2B5EF4-FFF2-40B4-BE49-F238E27FC236}">
                  <a16:creationId xmlns:a16="http://schemas.microsoft.com/office/drawing/2014/main" id="{A59F05F4-DE98-70CA-E88B-78EC64543A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64700" y="6880225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08" name="Line 94">
              <a:extLst>
                <a:ext uri="{FF2B5EF4-FFF2-40B4-BE49-F238E27FC236}">
                  <a16:creationId xmlns:a16="http://schemas.microsoft.com/office/drawing/2014/main" id="{9BD36D51-E1F6-3AAF-294C-0A59EB91D6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18838" y="6880225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09" name="Line 95">
              <a:extLst>
                <a:ext uri="{FF2B5EF4-FFF2-40B4-BE49-F238E27FC236}">
                  <a16:creationId xmlns:a16="http://schemas.microsoft.com/office/drawing/2014/main" id="{C6178599-5D26-3686-8B60-FCBD3ECF6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64700" y="3467100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0" name="Line 96">
              <a:extLst>
                <a:ext uri="{FF2B5EF4-FFF2-40B4-BE49-F238E27FC236}">
                  <a16:creationId xmlns:a16="http://schemas.microsoft.com/office/drawing/2014/main" id="{9DBF6880-1198-5857-E560-ADBF003CBE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18838" y="3467100"/>
              <a:ext cx="0" cy="34925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1" name="Line 97">
              <a:extLst>
                <a:ext uri="{FF2B5EF4-FFF2-40B4-BE49-F238E27FC236}">
                  <a16:creationId xmlns:a16="http://schemas.microsoft.com/office/drawing/2014/main" id="{1176C4EE-33A3-A591-CA7E-FB5AFB9D07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18550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2" name="Line 98">
              <a:extLst>
                <a:ext uri="{FF2B5EF4-FFF2-40B4-BE49-F238E27FC236}">
                  <a16:creationId xmlns:a16="http://schemas.microsoft.com/office/drawing/2014/main" id="{E097D640-45C4-96A8-92AD-3B45AA19CF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956675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3" name="Line 99">
              <a:extLst>
                <a:ext uri="{FF2B5EF4-FFF2-40B4-BE49-F238E27FC236}">
                  <a16:creationId xmlns:a16="http://schemas.microsoft.com/office/drawing/2014/main" id="{5AE605D9-38CA-9B7F-A66A-5F171B907A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26538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4" name="Line 100">
              <a:extLst>
                <a:ext uri="{FF2B5EF4-FFF2-40B4-BE49-F238E27FC236}">
                  <a16:creationId xmlns:a16="http://schemas.microsoft.com/office/drawing/2014/main" id="{7CE70637-677F-B5A0-CF83-B733D5BFD6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58300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5" name="Line 101">
              <a:extLst>
                <a:ext uri="{FF2B5EF4-FFF2-40B4-BE49-F238E27FC236}">
                  <a16:creationId xmlns:a16="http://schemas.microsoft.com/office/drawing/2014/main" id="{54E8A365-4BC1-5A3C-4E53-698A7BA1F3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64663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6" name="Line 102">
              <a:extLst>
                <a:ext uri="{FF2B5EF4-FFF2-40B4-BE49-F238E27FC236}">
                  <a16:creationId xmlns:a16="http://schemas.microsoft.com/office/drawing/2014/main" id="{340E387F-B7D9-7451-E013-DC3F4AC628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55150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7" name="Line 103">
              <a:extLst>
                <a:ext uri="{FF2B5EF4-FFF2-40B4-BE49-F238E27FC236}">
                  <a16:creationId xmlns:a16="http://schemas.microsoft.com/office/drawing/2014/main" id="{56335ADA-6F2A-C25D-4A0B-20960F864A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34525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8" name="Line 104">
              <a:extLst>
                <a:ext uri="{FF2B5EF4-FFF2-40B4-BE49-F238E27FC236}">
                  <a16:creationId xmlns:a16="http://schemas.microsoft.com/office/drawing/2014/main" id="{5CA265E0-AC97-3409-2452-F57B5F64EE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02788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19" name="Line 105">
              <a:extLst>
                <a:ext uri="{FF2B5EF4-FFF2-40B4-BE49-F238E27FC236}">
                  <a16:creationId xmlns:a16="http://schemas.microsoft.com/office/drawing/2014/main" id="{FAE78623-D9F2-9195-A0CD-91073BFA91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64700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0" name="Line 106">
              <a:extLst>
                <a:ext uri="{FF2B5EF4-FFF2-40B4-BE49-F238E27FC236}">
                  <a16:creationId xmlns:a16="http://schemas.microsoft.com/office/drawing/2014/main" id="{30325546-2C13-C62C-7E40-B58A77F50B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72688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1" name="Line 107">
              <a:extLst>
                <a:ext uri="{FF2B5EF4-FFF2-40B4-BE49-F238E27FC236}">
                  <a16:creationId xmlns:a16="http://schemas.microsoft.com/office/drawing/2014/main" id="{4C68ECB5-D036-5FE3-9B4E-B9740FF25D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310813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2" name="Line 108">
              <a:extLst>
                <a:ext uri="{FF2B5EF4-FFF2-40B4-BE49-F238E27FC236}">
                  <a16:creationId xmlns:a16="http://schemas.microsoft.com/office/drawing/2014/main" id="{A30EEB4C-6C47-8954-D015-D8A9D71F3E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480675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3" name="Line 109">
              <a:extLst>
                <a:ext uri="{FF2B5EF4-FFF2-40B4-BE49-F238E27FC236}">
                  <a16:creationId xmlns:a16="http://schemas.microsoft.com/office/drawing/2014/main" id="{0C87B18B-428A-10F5-27A0-83F072A828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610850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4" name="Line 110">
              <a:extLst>
                <a:ext uri="{FF2B5EF4-FFF2-40B4-BE49-F238E27FC236}">
                  <a16:creationId xmlns:a16="http://schemas.microsoft.com/office/drawing/2014/main" id="{70B91C13-59E0-8EC0-005F-B30915F00C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718800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5" name="Line 111">
              <a:extLst>
                <a:ext uri="{FF2B5EF4-FFF2-40B4-BE49-F238E27FC236}">
                  <a16:creationId xmlns:a16="http://schemas.microsoft.com/office/drawing/2014/main" id="{EF2F73DA-9F08-E3C2-87E1-1603152469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09288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6" name="Line 112">
              <a:extLst>
                <a:ext uri="{FF2B5EF4-FFF2-40B4-BE49-F238E27FC236}">
                  <a16:creationId xmlns:a16="http://schemas.microsoft.com/office/drawing/2014/main" id="{7DD20D1E-352B-783A-994F-1D7A2329B2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87075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7" name="Line 113">
              <a:extLst>
                <a:ext uri="{FF2B5EF4-FFF2-40B4-BE49-F238E27FC236}">
                  <a16:creationId xmlns:a16="http://schemas.microsoft.com/office/drawing/2014/main" id="{D23A2879-CE9E-20AB-E259-4B453BB5D8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56925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8" name="Line 114">
              <a:extLst>
                <a:ext uri="{FF2B5EF4-FFF2-40B4-BE49-F238E27FC236}">
                  <a16:creationId xmlns:a16="http://schemas.microsoft.com/office/drawing/2014/main" id="{EA632713-1E93-EE9D-FB5D-DFF9F3887B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18838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29" name="Line 115">
              <a:extLst>
                <a:ext uri="{FF2B5EF4-FFF2-40B4-BE49-F238E27FC236}">
                  <a16:creationId xmlns:a16="http://schemas.microsoft.com/office/drawing/2014/main" id="{8D490D43-7418-9008-8D2D-36CA010051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426825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0" name="Line 116">
              <a:extLst>
                <a:ext uri="{FF2B5EF4-FFF2-40B4-BE49-F238E27FC236}">
                  <a16:creationId xmlns:a16="http://schemas.microsoft.com/office/drawing/2014/main" id="{8B0644F4-8715-1160-5853-450BD5169C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664950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1" name="Line 117">
              <a:extLst>
                <a:ext uri="{FF2B5EF4-FFF2-40B4-BE49-F238E27FC236}">
                  <a16:creationId xmlns:a16="http://schemas.microsoft.com/office/drawing/2014/main" id="{774A2171-DE5C-088F-2718-9132147019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833225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2" name="Line 118">
              <a:extLst>
                <a:ext uri="{FF2B5EF4-FFF2-40B4-BE49-F238E27FC236}">
                  <a16:creationId xmlns:a16="http://schemas.microsoft.com/office/drawing/2014/main" id="{2F31A10E-67F4-5725-381D-D0B0984FCB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964988" y="6897688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3" name="Line 119">
              <a:extLst>
                <a:ext uri="{FF2B5EF4-FFF2-40B4-BE49-F238E27FC236}">
                  <a16:creationId xmlns:a16="http://schemas.microsoft.com/office/drawing/2014/main" id="{A0B84228-B67C-D59B-3E7C-4ED6CF3761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18550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4" name="Line 120">
              <a:extLst>
                <a:ext uri="{FF2B5EF4-FFF2-40B4-BE49-F238E27FC236}">
                  <a16:creationId xmlns:a16="http://schemas.microsoft.com/office/drawing/2014/main" id="{83758A90-D19A-5E50-8C6F-E6E9F951D2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56675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5" name="Line 121">
              <a:extLst>
                <a:ext uri="{FF2B5EF4-FFF2-40B4-BE49-F238E27FC236}">
                  <a16:creationId xmlns:a16="http://schemas.microsoft.com/office/drawing/2014/main" id="{CFEEE258-A77E-7406-968F-E63810E644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6538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6" name="Line 122">
              <a:extLst>
                <a:ext uri="{FF2B5EF4-FFF2-40B4-BE49-F238E27FC236}">
                  <a16:creationId xmlns:a16="http://schemas.microsoft.com/office/drawing/2014/main" id="{5BD09823-F005-1183-114F-275929BAD5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58300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7" name="Line 123">
              <a:extLst>
                <a:ext uri="{FF2B5EF4-FFF2-40B4-BE49-F238E27FC236}">
                  <a16:creationId xmlns:a16="http://schemas.microsoft.com/office/drawing/2014/main" id="{173DBB0E-A719-5F4B-1B39-A9923A31CA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64663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8" name="Line 124">
              <a:extLst>
                <a:ext uri="{FF2B5EF4-FFF2-40B4-BE49-F238E27FC236}">
                  <a16:creationId xmlns:a16="http://schemas.microsoft.com/office/drawing/2014/main" id="{BA4A661E-5EB8-635B-1CB4-19EC49BCF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55150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39" name="Line 125">
              <a:extLst>
                <a:ext uri="{FF2B5EF4-FFF2-40B4-BE49-F238E27FC236}">
                  <a16:creationId xmlns:a16="http://schemas.microsoft.com/office/drawing/2014/main" id="{A54B8BCD-3415-8061-1E7E-ED2508589F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34525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0" name="Line 126">
              <a:extLst>
                <a:ext uri="{FF2B5EF4-FFF2-40B4-BE49-F238E27FC236}">
                  <a16:creationId xmlns:a16="http://schemas.microsoft.com/office/drawing/2014/main" id="{9278C5F2-EE8A-28F1-38B2-86B4EE8F37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2788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1" name="Line 127">
              <a:extLst>
                <a:ext uri="{FF2B5EF4-FFF2-40B4-BE49-F238E27FC236}">
                  <a16:creationId xmlns:a16="http://schemas.microsoft.com/office/drawing/2014/main" id="{BAA3396B-73DE-878A-C2B7-7C9D124E5C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64700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2" name="Line 128">
              <a:extLst>
                <a:ext uri="{FF2B5EF4-FFF2-40B4-BE49-F238E27FC236}">
                  <a16:creationId xmlns:a16="http://schemas.microsoft.com/office/drawing/2014/main" id="{C15D4F56-3165-CA6D-F679-94A8E6CE6F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2688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3" name="Line 129">
              <a:extLst>
                <a:ext uri="{FF2B5EF4-FFF2-40B4-BE49-F238E27FC236}">
                  <a16:creationId xmlns:a16="http://schemas.microsoft.com/office/drawing/2014/main" id="{4AAFB37B-752F-6F23-6E8E-317BCBA2FB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10813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4" name="Line 130">
              <a:extLst>
                <a:ext uri="{FF2B5EF4-FFF2-40B4-BE49-F238E27FC236}">
                  <a16:creationId xmlns:a16="http://schemas.microsoft.com/office/drawing/2014/main" id="{5E22D200-15D6-0535-9BAF-53391DF1DC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480675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5" name="Line 131">
              <a:extLst>
                <a:ext uri="{FF2B5EF4-FFF2-40B4-BE49-F238E27FC236}">
                  <a16:creationId xmlns:a16="http://schemas.microsoft.com/office/drawing/2014/main" id="{DD5FCE11-A975-C3D9-AC51-92214A097C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10850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6" name="Line 132">
              <a:extLst>
                <a:ext uri="{FF2B5EF4-FFF2-40B4-BE49-F238E27FC236}">
                  <a16:creationId xmlns:a16="http://schemas.microsoft.com/office/drawing/2014/main" id="{B9392725-65EF-E3D7-E78E-E3E7DEF84E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18800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7" name="Line 133">
              <a:extLst>
                <a:ext uri="{FF2B5EF4-FFF2-40B4-BE49-F238E27FC236}">
                  <a16:creationId xmlns:a16="http://schemas.microsoft.com/office/drawing/2014/main" id="{16A0B326-495B-26A1-6E4E-C781219FBA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09288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8" name="Line 134">
              <a:extLst>
                <a:ext uri="{FF2B5EF4-FFF2-40B4-BE49-F238E27FC236}">
                  <a16:creationId xmlns:a16="http://schemas.microsoft.com/office/drawing/2014/main" id="{5A7DFB1C-4BCC-C287-C24F-B1C4563D9B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87075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49" name="Line 135">
              <a:extLst>
                <a:ext uri="{FF2B5EF4-FFF2-40B4-BE49-F238E27FC236}">
                  <a16:creationId xmlns:a16="http://schemas.microsoft.com/office/drawing/2014/main" id="{3DE1AEEC-DE15-ADB6-3AF3-C50ECCE1E6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956925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0" name="Line 136">
              <a:extLst>
                <a:ext uri="{FF2B5EF4-FFF2-40B4-BE49-F238E27FC236}">
                  <a16:creationId xmlns:a16="http://schemas.microsoft.com/office/drawing/2014/main" id="{A18C32BB-5DEB-CF31-6206-F6B42B7359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18838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1" name="Line 137">
              <a:extLst>
                <a:ext uri="{FF2B5EF4-FFF2-40B4-BE49-F238E27FC236}">
                  <a16:creationId xmlns:a16="http://schemas.microsoft.com/office/drawing/2014/main" id="{C049E7F7-FA6A-F459-4822-7C7EA1D65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6825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2" name="Line 138">
              <a:extLst>
                <a:ext uri="{FF2B5EF4-FFF2-40B4-BE49-F238E27FC236}">
                  <a16:creationId xmlns:a16="http://schemas.microsoft.com/office/drawing/2014/main" id="{7A391E0C-7294-5418-47AA-1AB8BC41F2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64950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3" name="Line 139">
              <a:extLst>
                <a:ext uri="{FF2B5EF4-FFF2-40B4-BE49-F238E27FC236}">
                  <a16:creationId xmlns:a16="http://schemas.microsoft.com/office/drawing/2014/main" id="{EF491AA6-FF55-F5B6-E1A0-E609A413B3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33225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4" name="Line 140">
              <a:extLst>
                <a:ext uri="{FF2B5EF4-FFF2-40B4-BE49-F238E27FC236}">
                  <a16:creationId xmlns:a16="http://schemas.microsoft.com/office/drawing/2014/main" id="{667D67E9-103E-686B-B6BF-640595E5BE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64988" y="3467100"/>
              <a:ext cx="0" cy="17463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55" name="Rectangle 141">
              <a:extLst>
                <a:ext uri="{FF2B5EF4-FFF2-40B4-BE49-F238E27FC236}">
                  <a16:creationId xmlns:a16="http://schemas.microsoft.com/office/drawing/2014/main" id="{0FB0C0B7-C4C5-A203-17CB-FA8D93E29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1200" y="6962775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56" name="Rectangle 142">
              <a:extLst>
                <a:ext uri="{FF2B5EF4-FFF2-40B4-BE49-F238E27FC236}">
                  <a16:creationId xmlns:a16="http://schemas.microsoft.com/office/drawing/2014/main" id="{EABEC823-C5AB-AA7F-F9E1-BEA89B973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72638" y="6943725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-2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57" name="Rectangle 143">
              <a:extLst>
                <a:ext uri="{FF2B5EF4-FFF2-40B4-BE49-F238E27FC236}">
                  <a16:creationId xmlns:a16="http://schemas.microsoft.com/office/drawing/2014/main" id="{2EA1C1B8-5D07-EB17-8FA6-A1AA6E65F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5338" y="6962775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58" name="Rectangle 144">
              <a:extLst>
                <a:ext uri="{FF2B5EF4-FFF2-40B4-BE49-F238E27FC236}">
                  <a16:creationId xmlns:a16="http://schemas.microsoft.com/office/drawing/2014/main" id="{D5655D9F-C726-342B-EB2D-5EC27882E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6775" y="6943725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59" name="Rectangle 145">
              <a:extLst>
                <a:ext uri="{FF2B5EF4-FFF2-40B4-BE49-F238E27FC236}">
                  <a16:creationId xmlns:a16="http://schemas.microsoft.com/office/drawing/2014/main" id="{77DD7FD2-A671-C857-A5EF-470647AB9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29825" y="7053263"/>
              <a:ext cx="728662" cy="138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cycles per pixel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60" name="Line 146">
              <a:extLst>
                <a:ext uri="{FF2B5EF4-FFF2-40B4-BE49-F238E27FC236}">
                  <a16:creationId xmlns:a16="http://schemas.microsoft.com/office/drawing/2014/main" id="{8ADA4C8C-D82F-E514-EBED-74F27EA95B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04263" y="3467100"/>
              <a:ext cx="0" cy="34480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1" name="Line 147">
              <a:extLst>
                <a:ext uri="{FF2B5EF4-FFF2-40B4-BE49-F238E27FC236}">
                  <a16:creationId xmlns:a16="http://schemas.microsoft.com/office/drawing/2014/main" id="{C2D7A2C1-F71D-80C3-D79C-9C7444FC4A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964988" y="3467100"/>
              <a:ext cx="0" cy="344805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2" name="Line 148">
              <a:extLst>
                <a:ext uri="{FF2B5EF4-FFF2-40B4-BE49-F238E27FC236}">
                  <a16:creationId xmlns:a16="http://schemas.microsoft.com/office/drawing/2014/main" id="{CF359E49-490B-55C3-F793-EA268C0B78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915150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3" name="Line 149">
              <a:extLst>
                <a:ext uri="{FF2B5EF4-FFF2-40B4-BE49-F238E27FC236}">
                  <a16:creationId xmlns:a16="http://schemas.microsoft.com/office/drawing/2014/main" id="{09711F52-1E54-745D-8339-995E553CAA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288088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4" name="Line 150">
              <a:extLst>
                <a:ext uri="{FF2B5EF4-FFF2-40B4-BE49-F238E27FC236}">
                  <a16:creationId xmlns:a16="http://schemas.microsoft.com/office/drawing/2014/main" id="{444FA104-4BF9-B6AD-9087-5A29095406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661025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5" name="Line 151">
              <a:extLst>
                <a:ext uri="{FF2B5EF4-FFF2-40B4-BE49-F238E27FC236}">
                  <a16:creationId xmlns:a16="http://schemas.microsoft.com/office/drawing/2014/main" id="{8CE437C9-86B7-B66B-CC67-BE4BBCB5AA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033963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6" name="Line 152">
              <a:extLst>
                <a:ext uri="{FF2B5EF4-FFF2-40B4-BE49-F238E27FC236}">
                  <a16:creationId xmlns:a16="http://schemas.microsoft.com/office/drawing/2014/main" id="{2C1BC88F-47C7-ECA6-2E00-4D90C18608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406900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7" name="Line 153">
              <a:extLst>
                <a:ext uri="{FF2B5EF4-FFF2-40B4-BE49-F238E27FC236}">
                  <a16:creationId xmlns:a16="http://schemas.microsoft.com/office/drawing/2014/main" id="{1D8F9A93-2E61-3436-E401-187A68FC6C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781425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8" name="Line 154">
              <a:extLst>
                <a:ext uri="{FF2B5EF4-FFF2-40B4-BE49-F238E27FC236}">
                  <a16:creationId xmlns:a16="http://schemas.microsoft.com/office/drawing/2014/main" id="{B8C14D6A-D17E-002E-5422-73A081C544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30063" y="6915150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69" name="Line 155">
              <a:extLst>
                <a:ext uri="{FF2B5EF4-FFF2-40B4-BE49-F238E27FC236}">
                  <a16:creationId xmlns:a16="http://schemas.microsoft.com/office/drawing/2014/main" id="{D222EE70-0673-95B5-A9E6-2AF9526509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30063" y="6288088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0" name="Line 156">
              <a:extLst>
                <a:ext uri="{FF2B5EF4-FFF2-40B4-BE49-F238E27FC236}">
                  <a16:creationId xmlns:a16="http://schemas.microsoft.com/office/drawing/2014/main" id="{EC7C238A-78DF-11A1-6C4E-E9EDEF2D22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30063" y="5661025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1" name="Line 157">
              <a:extLst>
                <a:ext uri="{FF2B5EF4-FFF2-40B4-BE49-F238E27FC236}">
                  <a16:creationId xmlns:a16="http://schemas.microsoft.com/office/drawing/2014/main" id="{4F1B08DF-8D2B-3777-EC04-857F2DFB24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30063" y="5033963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2" name="Line 158">
              <a:extLst>
                <a:ext uri="{FF2B5EF4-FFF2-40B4-BE49-F238E27FC236}">
                  <a16:creationId xmlns:a16="http://schemas.microsoft.com/office/drawing/2014/main" id="{E61A7165-62E6-502C-5D35-A1259C15C0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30063" y="4406900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3" name="Line 159">
              <a:extLst>
                <a:ext uri="{FF2B5EF4-FFF2-40B4-BE49-F238E27FC236}">
                  <a16:creationId xmlns:a16="http://schemas.microsoft.com/office/drawing/2014/main" id="{BBD1AC3B-DD3D-4503-B722-2E449B0C09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30063" y="3781425"/>
              <a:ext cx="34925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4" name="Line 160">
              <a:extLst>
                <a:ext uri="{FF2B5EF4-FFF2-40B4-BE49-F238E27FC236}">
                  <a16:creationId xmlns:a16="http://schemas.microsoft.com/office/drawing/2014/main" id="{6CDED5AD-BF78-E5E0-0E6E-7668C7522E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9151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5" name="Line 161">
              <a:extLst>
                <a:ext uri="{FF2B5EF4-FFF2-40B4-BE49-F238E27FC236}">
                  <a16:creationId xmlns:a16="http://schemas.microsoft.com/office/drawing/2014/main" id="{C0BE1436-FAEE-D262-248A-F045436B88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7262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6" name="Line 162">
              <a:extLst>
                <a:ext uri="{FF2B5EF4-FFF2-40B4-BE49-F238E27FC236}">
                  <a16:creationId xmlns:a16="http://schemas.microsoft.com/office/drawing/2014/main" id="{D9286B11-3282-C073-519D-BBFC7755A4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6151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7" name="Line 163">
              <a:extLst>
                <a:ext uri="{FF2B5EF4-FFF2-40B4-BE49-F238E27FC236}">
                  <a16:creationId xmlns:a16="http://schemas.microsoft.com/office/drawing/2014/main" id="{021B1C0D-DBC0-86FC-1E4D-7CF7493541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5373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8" name="Line 164">
              <a:extLst>
                <a:ext uri="{FF2B5EF4-FFF2-40B4-BE49-F238E27FC236}">
                  <a16:creationId xmlns:a16="http://schemas.microsoft.com/office/drawing/2014/main" id="{AB246776-1B80-73B8-D373-35F39FB7EA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4770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79" name="Line 165">
              <a:extLst>
                <a:ext uri="{FF2B5EF4-FFF2-40B4-BE49-F238E27FC236}">
                  <a16:creationId xmlns:a16="http://schemas.microsoft.com/office/drawing/2014/main" id="{BA0A3903-C90A-945A-0560-F027ECF9B7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4277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0" name="Line 166">
              <a:extLst>
                <a:ext uri="{FF2B5EF4-FFF2-40B4-BE49-F238E27FC236}">
                  <a16:creationId xmlns:a16="http://schemas.microsoft.com/office/drawing/2014/main" id="{9B7B9F71-7E36-EF73-50A0-F7D6800B08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3849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1" name="Line 167">
              <a:extLst>
                <a:ext uri="{FF2B5EF4-FFF2-40B4-BE49-F238E27FC236}">
                  <a16:creationId xmlns:a16="http://schemas.microsoft.com/office/drawing/2014/main" id="{2037CFAD-3044-759C-4B15-19133C620F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3484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2" name="Line 168">
              <a:extLst>
                <a:ext uri="{FF2B5EF4-FFF2-40B4-BE49-F238E27FC236}">
                  <a16:creationId xmlns:a16="http://schemas.microsoft.com/office/drawing/2014/main" id="{E4589F97-A972-6828-D202-052AC5CC18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3166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3" name="Line 169">
              <a:extLst>
                <a:ext uri="{FF2B5EF4-FFF2-40B4-BE49-F238E27FC236}">
                  <a16:creationId xmlns:a16="http://schemas.microsoft.com/office/drawing/2014/main" id="{5E2B9354-FD8F-438C-9FCF-3F48DD7BF4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2880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4" name="Line 170">
              <a:extLst>
                <a:ext uri="{FF2B5EF4-FFF2-40B4-BE49-F238E27FC236}">
                  <a16:creationId xmlns:a16="http://schemas.microsoft.com/office/drawing/2014/main" id="{1589A64E-48DC-5831-87FD-2386D682BC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60991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5" name="Line 171">
              <a:extLst>
                <a:ext uri="{FF2B5EF4-FFF2-40B4-BE49-F238E27FC236}">
                  <a16:creationId xmlns:a16="http://schemas.microsoft.com/office/drawing/2014/main" id="{5F9DD16D-8557-A660-22DB-AE389B2933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9896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6" name="Line 172">
              <a:extLst>
                <a:ext uri="{FF2B5EF4-FFF2-40B4-BE49-F238E27FC236}">
                  <a16:creationId xmlns:a16="http://schemas.microsoft.com/office/drawing/2014/main" id="{0CE964A5-C387-0C8B-D360-63BF77ACCD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9102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7" name="Line 173">
              <a:extLst>
                <a:ext uri="{FF2B5EF4-FFF2-40B4-BE49-F238E27FC236}">
                  <a16:creationId xmlns:a16="http://schemas.microsoft.com/office/drawing/2014/main" id="{49BB7F68-53AF-F0D5-BED0-F8E997B750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8499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8" name="Line 174">
              <a:extLst>
                <a:ext uri="{FF2B5EF4-FFF2-40B4-BE49-F238E27FC236}">
                  <a16:creationId xmlns:a16="http://schemas.microsoft.com/office/drawing/2014/main" id="{289D0011-9BBE-9C2E-0819-40AD48CEC1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8007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89" name="Line 175">
              <a:extLst>
                <a:ext uri="{FF2B5EF4-FFF2-40B4-BE49-F238E27FC236}">
                  <a16:creationId xmlns:a16="http://schemas.microsoft.com/office/drawing/2014/main" id="{A43AF46F-8650-34A1-1AA9-9AD878F431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7578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0" name="Line 176">
              <a:extLst>
                <a:ext uri="{FF2B5EF4-FFF2-40B4-BE49-F238E27FC236}">
                  <a16:creationId xmlns:a16="http://schemas.microsoft.com/office/drawing/2014/main" id="{E4816FB1-FE29-A5D4-C1C9-6E5E48A1F7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7213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1" name="Line 177">
              <a:extLst>
                <a:ext uri="{FF2B5EF4-FFF2-40B4-BE49-F238E27FC236}">
                  <a16:creationId xmlns:a16="http://schemas.microsoft.com/office/drawing/2014/main" id="{4E799313-1DE0-6156-9223-6A0B01381A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6896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2" name="Line 178">
              <a:extLst>
                <a:ext uri="{FF2B5EF4-FFF2-40B4-BE49-F238E27FC236}">
                  <a16:creationId xmlns:a16="http://schemas.microsoft.com/office/drawing/2014/main" id="{80DB3049-F5F0-7B7C-38A0-8D30A72F94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6610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3" name="Line 179">
              <a:extLst>
                <a:ext uri="{FF2B5EF4-FFF2-40B4-BE49-F238E27FC236}">
                  <a16:creationId xmlns:a16="http://schemas.microsoft.com/office/drawing/2014/main" id="{24C168C1-C166-BE31-65CB-730789981D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4721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4" name="Line 180">
              <a:extLst>
                <a:ext uri="{FF2B5EF4-FFF2-40B4-BE49-F238E27FC236}">
                  <a16:creationId xmlns:a16="http://schemas.microsoft.com/office/drawing/2014/main" id="{FA73BE10-E668-5FE2-6994-484C04958B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3625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5" name="Line 181">
              <a:extLst>
                <a:ext uri="{FF2B5EF4-FFF2-40B4-BE49-F238E27FC236}">
                  <a16:creationId xmlns:a16="http://schemas.microsoft.com/office/drawing/2014/main" id="{0160AA8B-E19B-83DA-3CBC-91C05B576B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2847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6" name="Line 182">
              <a:extLst>
                <a:ext uri="{FF2B5EF4-FFF2-40B4-BE49-F238E27FC236}">
                  <a16:creationId xmlns:a16="http://schemas.microsoft.com/office/drawing/2014/main" id="{7F6B6E37-0EC1-4249-89F3-A5572FA94A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2228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7" name="Line 183">
              <a:extLst>
                <a:ext uri="{FF2B5EF4-FFF2-40B4-BE49-F238E27FC236}">
                  <a16:creationId xmlns:a16="http://schemas.microsoft.com/office/drawing/2014/main" id="{2C4EC447-0F4C-768F-3935-586BC77707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1736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8" name="Line 184">
              <a:extLst>
                <a:ext uri="{FF2B5EF4-FFF2-40B4-BE49-F238E27FC236}">
                  <a16:creationId xmlns:a16="http://schemas.microsoft.com/office/drawing/2014/main" id="{6EEF4DC9-DA61-79BE-980B-AD34F68AE2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1308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99" name="Line 185">
              <a:extLst>
                <a:ext uri="{FF2B5EF4-FFF2-40B4-BE49-F238E27FC236}">
                  <a16:creationId xmlns:a16="http://schemas.microsoft.com/office/drawing/2014/main" id="{882269C4-E69C-CCC2-858B-1BB684D937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0958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0" name="Line 186">
              <a:extLst>
                <a:ext uri="{FF2B5EF4-FFF2-40B4-BE49-F238E27FC236}">
                  <a16:creationId xmlns:a16="http://schemas.microsoft.com/office/drawing/2014/main" id="{E891189D-31F0-4156-4BDD-18778DF437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0625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1" name="Line 187">
              <a:extLst>
                <a:ext uri="{FF2B5EF4-FFF2-40B4-BE49-F238E27FC236}">
                  <a16:creationId xmlns:a16="http://schemas.microsoft.com/office/drawing/2014/main" id="{DE7F0D89-877F-342B-4A73-28D9662FF3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50339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2" name="Line 188">
              <a:extLst>
                <a:ext uri="{FF2B5EF4-FFF2-40B4-BE49-F238E27FC236}">
                  <a16:creationId xmlns:a16="http://schemas.microsoft.com/office/drawing/2014/main" id="{83DB7E7D-D720-09B7-7256-060753E6B9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8466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3" name="Line 189">
              <a:extLst>
                <a:ext uri="{FF2B5EF4-FFF2-40B4-BE49-F238E27FC236}">
                  <a16:creationId xmlns:a16="http://schemas.microsoft.com/office/drawing/2014/main" id="{AE10249D-2286-9E45-A8D2-2BF2471378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7355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4" name="Line 190">
              <a:extLst>
                <a:ext uri="{FF2B5EF4-FFF2-40B4-BE49-F238E27FC236}">
                  <a16:creationId xmlns:a16="http://schemas.microsoft.com/office/drawing/2014/main" id="{FB0F9996-B0C6-7DDC-32D6-2309B4CD60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6577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5" name="Line 191">
              <a:extLst>
                <a:ext uri="{FF2B5EF4-FFF2-40B4-BE49-F238E27FC236}">
                  <a16:creationId xmlns:a16="http://schemas.microsoft.com/office/drawing/2014/main" id="{5D782DC2-E56C-E895-995C-531191FC7A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5958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6" name="Line 192">
              <a:extLst>
                <a:ext uri="{FF2B5EF4-FFF2-40B4-BE49-F238E27FC236}">
                  <a16:creationId xmlns:a16="http://schemas.microsoft.com/office/drawing/2014/main" id="{8367146F-E3FD-65D5-A6FF-CEF6ABB1CF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5466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7" name="Line 193">
              <a:extLst>
                <a:ext uri="{FF2B5EF4-FFF2-40B4-BE49-F238E27FC236}">
                  <a16:creationId xmlns:a16="http://schemas.microsoft.com/office/drawing/2014/main" id="{333E508A-0CFB-F64C-EB7A-DE56F1405E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5053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8" name="Line 194">
              <a:extLst>
                <a:ext uri="{FF2B5EF4-FFF2-40B4-BE49-F238E27FC236}">
                  <a16:creationId xmlns:a16="http://schemas.microsoft.com/office/drawing/2014/main" id="{C26EE8BD-49F9-7D79-6F28-8ED6DE11F8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4688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09" name="Line 195">
              <a:extLst>
                <a:ext uri="{FF2B5EF4-FFF2-40B4-BE49-F238E27FC236}">
                  <a16:creationId xmlns:a16="http://schemas.microsoft.com/office/drawing/2014/main" id="{EB341995-BB0B-F966-E709-5CA20B2A63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4370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0" name="Line 196">
              <a:extLst>
                <a:ext uri="{FF2B5EF4-FFF2-40B4-BE49-F238E27FC236}">
                  <a16:creationId xmlns:a16="http://schemas.microsoft.com/office/drawing/2014/main" id="{39F2FD8C-A307-469C-2C49-A2ED96D2DB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4069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1" name="Line 197">
              <a:extLst>
                <a:ext uri="{FF2B5EF4-FFF2-40B4-BE49-F238E27FC236}">
                  <a16:creationId xmlns:a16="http://schemas.microsoft.com/office/drawing/2014/main" id="{06372460-0A5B-C9C0-02FF-0BFB7EE06B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4069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2" name="Line 198">
              <a:extLst>
                <a:ext uri="{FF2B5EF4-FFF2-40B4-BE49-F238E27FC236}">
                  <a16:creationId xmlns:a16="http://schemas.microsoft.com/office/drawing/2014/main" id="{A7E89BA2-8780-5999-9A9A-F13A1F1CFA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2195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3" name="Line 199">
              <a:extLst>
                <a:ext uri="{FF2B5EF4-FFF2-40B4-BE49-F238E27FC236}">
                  <a16:creationId xmlns:a16="http://schemas.microsoft.com/office/drawing/2014/main" id="{B14185E2-934A-CB10-15A1-C1D3B5CA57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1084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4" name="Line 200">
              <a:extLst>
                <a:ext uri="{FF2B5EF4-FFF2-40B4-BE49-F238E27FC236}">
                  <a16:creationId xmlns:a16="http://schemas.microsoft.com/office/drawing/2014/main" id="{3B54AAA8-E366-2FAD-3C35-D755AB4781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40306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5" name="Line 201">
              <a:extLst>
                <a:ext uri="{FF2B5EF4-FFF2-40B4-BE49-F238E27FC236}">
                  <a16:creationId xmlns:a16="http://schemas.microsoft.com/office/drawing/2014/main" id="{5F2177CD-4BCF-484B-3522-DFFB89A155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9687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6" name="Line 202">
              <a:extLst>
                <a:ext uri="{FF2B5EF4-FFF2-40B4-BE49-F238E27FC236}">
                  <a16:creationId xmlns:a16="http://schemas.microsoft.com/office/drawing/2014/main" id="{56542D23-CCAD-7993-EA04-A8CACF08FD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9195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7" name="Line 203">
              <a:extLst>
                <a:ext uri="{FF2B5EF4-FFF2-40B4-BE49-F238E27FC236}">
                  <a16:creationId xmlns:a16="http://schemas.microsoft.com/office/drawing/2014/main" id="{F20649B1-6E45-660D-849A-56D4B38AD9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8782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8" name="Line 204">
              <a:extLst>
                <a:ext uri="{FF2B5EF4-FFF2-40B4-BE49-F238E27FC236}">
                  <a16:creationId xmlns:a16="http://schemas.microsoft.com/office/drawing/2014/main" id="{DABD9603-F08C-2D23-C7B8-D9C861B4B5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8417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19" name="Line 205">
              <a:extLst>
                <a:ext uri="{FF2B5EF4-FFF2-40B4-BE49-F238E27FC236}">
                  <a16:creationId xmlns:a16="http://schemas.microsoft.com/office/drawing/2014/main" id="{72B6CBBB-0C3F-B4C1-3FC7-F75263C9CC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8100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0" name="Line 206">
              <a:extLst>
                <a:ext uri="{FF2B5EF4-FFF2-40B4-BE49-F238E27FC236}">
                  <a16:creationId xmlns:a16="http://schemas.microsoft.com/office/drawing/2014/main" id="{46B2D8C4-AEED-599D-02FF-A7A1EA6919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7814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1" name="Line 207">
              <a:extLst>
                <a:ext uri="{FF2B5EF4-FFF2-40B4-BE49-F238E27FC236}">
                  <a16:creationId xmlns:a16="http://schemas.microsoft.com/office/drawing/2014/main" id="{AB0DBAEA-4B38-8192-9661-4D202C8A6F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5925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2" name="Line 208">
              <a:extLst>
                <a:ext uri="{FF2B5EF4-FFF2-40B4-BE49-F238E27FC236}">
                  <a16:creationId xmlns:a16="http://schemas.microsoft.com/office/drawing/2014/main" id="{7A806F80-089F-9D93-F301-C82F185917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4813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3" name="Line 209">
              <a:extLst>
                <a:ext uri="{FF2B5EF4-FFF2-40B4-BE49-F238E27FC236}">
                  <a16:creationId xmlns:a16="http://schemas.microsoft.com/office/drawing/2014/main" id="{377CED3F-C5CD-6BE0-A3BC-3F79DA978C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9151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4" name="Line 210">
              <a:extLst>
                <a:ext uri="{FF2B5EF4-FFF2-40B4-BE49-F238E27FC236}">
                  <a16:creationId xmlns:a16="http://schemas.microsoft.com/office/drawing/2014/main" id="{54B94C42-45C3-0EFC-4C11-B079F96761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7262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5" name="Line 211">
              <a:extLst>
                <a:ext uri="{FF2B5EF4-FFF2-40B4-BE49-F238E27FC236}">
                  <a16:creationId xmlns:a16="http://schemas.microsoft.com/office/drawing/2014/main" id="{6E063579-8AAE-18C8-9EDE-4F208A6A8B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6151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6" name="Line 212">
              <a:extLst>
                <a:ext uri="{FF2B5EF4-FFF2-40B4-BE49-F238E27FC236}">
                  <a16:creationId xmlns:a16="http://schemas.microsoft.com/office/drawing/2014/main" id="{B9D38274-09E1-9712-4F3A-5137737E30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5373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7" name="Line 213">
              <a:extLst>
                <a:ext uri="{FF2B5EF4-FFF2-40B4-BE49-F238E27FC236}">
                  <a16:creationId xmlns:a16="http://schemas.microsoft.com/office/drawing/2014/main" id="{1524599D-4A26-E799-F71B-EBD034126F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4770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8" name="Line 214">
              <a:extLst>
                <a:ext uri="{FF2B5EF4-FFF2-40B4-BE49-F238E27FC236}">
                  <a16:creationId xmlns:a16="http://schemas.microsoft.com/office/drawing/2014/main" id="{2F089A7B-8305-2E08-E5A6-7E9FF46C1E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4277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29" name="Line 215">
              <a:extLst>
                <a:ext uri="{FF2B5EF4-FFF2-40B4-BE49-F238E27FC236}">
                  <a16:creationId xmlns:a16="http://schemas.microsoft.com/office/drawing/2014/main" id="{A109A68C-D86B-AF0C-818C-C53B9ADE38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3849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0" name="Line 216">
              <a:extLst>
                <a:ext uri="{FF2B5EF4-FFF2-40B4-BE49-F238E27FC236}">
                  <a16:creationId xmlns:a16="http://schemas.microsoft.com/office/drawing/2014/main" id="{AE44486C-EEC9-C486-598C-38E949F0BA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3484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1" name="Line 217">
              <a:extLst>
                <a:ext uri="{FF2B5EF4-FFF2-40B4-BE49-F238E27FC236}">
                  <a16:creationId xmlns:a16="http://schemas.microsoft.com/office/drawing/2014/main" id="{297D76D4-A52F-F7C7-5BE3-F72C4F84FD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3166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2" name="Line 218">
              <a:extLst>
                <a:ext uri="{FF2B5EF4-FFF2-40B4-BE49-F238E27FC236}">
                  <a16:creationId xmlns:a16="http://schemas.microsoft.com/office/drawing/2014/main" id="{4F645789-0DBC-146E-8AD2-74050F684E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2880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3" name="Line 219">
              <a:extLst>
                <a:ext uri="{FF2B5EF4-FFF2-40B4-BE49-F238E27FC236}">
                  <a16:creationId xmlns:a16="http://schemas.microsoft.com/office/drawing/2014/main" id="{F42B0D88-3DFE-3528-01DD-31D54CB3F8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60991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4" name="Line 220">
              <a:extLst>
                <a:ext uri="{FF2B5EF4-FFF2-40B4-BE49-F238E27FC236}">
                  <a16:creationId xmlns:a16="http://schemas.microsoft.com/office/drawing/2014/main" id="{1DCC31EB-D599-7C44-4004-D1D76DC8F0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9896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5" name="Line 221">
              <a:extLst>
                <a:ext uri="{FF2B5EF4-FFF2-40B4-BE49-F238E27FC236}">
                  <a16:creationId xmlns:a16="http://schemas.microsoft.com/office/drawing/2014/main" id="{24CAD073-64D8-55BF-3BB3-BE82C744CA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9102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6" name="Line 222">
              <a:extLst>
                <a:ext uri="{FF2B5EF4-FFF2-40B4-BE49-F238E27FC236}">
                  <a16:creationId xmlns:a16="http://schemas.microsoft.com/office/drawing/2014/main" id="{08AD2E82-43EB-CBF3-54BE-7BA04492C6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8499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7" name="Line 223">
              <a:extLst>
                <a:ext uri="{FF2B5EF4-FFF2-40B4-BE49-F238E27FC236}">
                  <a16:creationId xmlns:a16="http://schemas.microsoft.com/office/drawing/2014/main" id="{1F8B0426-6B27-F3C5-01FB-278AEACD00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8007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8" name="Line 224">
              <a:extLst>
                <a:ext uri="{FF2B5EF4-FFF2-40B4-BE49-F238E27FC236}">
                  <a16:creationId xmlns:a16="http://schemas.microsoft.com/office/drawing/2014/main" id="{5572C9A6-1FE2-F84D-4529-E4813E3599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7578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39" name="Line 225">
              <a:extLst>
                <a:ext uri="{FF2B5EF4-FFF2-40B4-BE49-F238E27FC236}">
                  <a16:creationId xmlns:a16="http://schemas.microsoft.com/office/drawing/2014/main" id="{E0EA5A56-717E-C336-1519-4D6F859F4F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7213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0" name="Line 226">
              <a:extLst>
                <a:ext uri="{FF2B5EF4-FFF2-40B4-BE49-F238E27FC236}">
                  <a16:creationId xmlns:a16="http://schemas.microsoft.com/office/drawing/2014/main" id="{14A88E2B-5F8B-2267-CE19-ADBB3F6A72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6896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1" name="Line 227">
              <a:extLst>
                <a:ext uri="{FF2B5EF4-FFF2-40B4-BE49-F238E27FC236}">
                  <a16:creationId xmlns:a16="http://schemas.microsoft.com/office/drawing/2014/main" id="{7D6E6EC3-BC32-8FC3-99EF-C0C7C0CD53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6610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2" name="Line 228">
              <a:extLst>
                <a:ext uri="{FF2B5EF4-FFF2-40B4-BE49-F238E27FC236}">
                  <a16:creationId xmlns:a16="http://schemas.microsoft.com/office/drawing/2014/main" id="{8D6768E4-681B-D2C5-0A28-512FF8C78F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4721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3" name="Line 229">
              <a:extLst>
                <a:ext uri="{FF2B5EF4-FFF2-40B4-BE49-F238E27FC236}">
                  <a16:creationId xmlns:a16="http://schemas.microsoft.com/office/drawing/2014/main" id="{D2BF342B-C2DB-C7A8-0928-B54760876B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3625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4" name="Line 230">
              <a:extLst>
                <a:ext uri="{FF2B5EF4-FFF2-40B4-BE49-F238E27FC236}">
                  <a16:creationId xmlns:a16="http://schemas.microsoft.com/office/drawing/2014/main" id="{E3D3D846-60E8-FE66-07C6-E5B8FD4FC1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2847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5" name="Line 231">
              <a:extLst>
                <a:ext uri="{FF2B5EF4-FFF2-40B4-BE49-F238E27FC236}">
                  <a16:creationId xmlns:a16="http://schemas.microsoft.com/office/drawing/2014/main" id="{EA1E261B-2C33-3044-64BF-DE619F33F4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2228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6" name="Line 232">
              <a:extLst>
                <a:ext uri="{FF2B5EF4-FFF2-40B4-BE49-F238E27FC236}">
                  <a16:creationId xmlns:a16="http://schemas.microsoft.com/office/drawing/2014/main" id="{BBDDAE88-0B18-D987-0F79-5DC8CEE581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1736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7" name="Line 233">
              <a:extLst>
                <a:ext uri="{FF2B5EF4-FFF2-40B4-BE49-F238E27FC236}">
                  <a16:creationId xmlns:a16="http://schemas.microsoft.com/office/drawing/2014/main" id="{7A5C0F5E-BC74-0033-0F36-F73494BB95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1308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8" name="Line 234">
              <a:extLst>
                <a:ext uri="{FF2B5EF4-FFF2-40B4-BE49-F238E27FC236}">
                  <a16:creationId xmlns:a16="http://schemas.microsoft.com/office/drawing/2014/main" id="{33EEC437-4BA1-12DE-9189-1F341A90E9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0958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49" name="Line 235">
              <a:extLst>
                <a:ext uri="{FF2B5EF4-FFF2-40B4-BE49-F238E27FC236}">
                  <a16:creationId xmlns:a16="http://schemas.microsoft.com/office/drawing/2014/main" id="{75D29387-702F-6539-33B9-444C7CCDC1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0625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0" name="Line 236">
              <a:extLst>
                <a:ext uri="{FF2B5EF4-FFF2-40B4-BE49-F238E27FC236}">
                  <a16:creationId xmlns:a16="http://schemas.microsoft.com/office/drawing/2014/main" id="{74AD0301-38EF-F103-B384-325057F201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50339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1" name="Line 237">
              <a:extLst>
                <a:ext uri="{FF2B5EF4-FFF2-40B4-BE49-F238E27FC236}">
                  <a16:creationId xmlns:a16="http://schemas.microsoft.com/office/drawing/2014/main" id="{19F6CA39-BA7C-3CBC-7358-21A09D3802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8466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2" name="Line 238">
              <a:extLst>
                <a:ext uri="{FF2B5EF4-FFF2-40B4-BE49-F238E27FC236}">
                  <a16:creationId xmlns:a16="http://schemas.microsoft.com/office/drawing/2014/main" id="{3B77D04D-0667-0696-BBA2-DC72B6B0C8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7355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3" name="Line 239">
              <a:extLst>
                <a:ext uri="{FF2B5EF4-FFF2-40B4-BE49-F238E27FC236}">
                  <a16:creationId xmlns:a16="http://schemas.microsoft.com/office/drawing/2014/main" id="{C1D91039-346F-7D3F-4CBF-FC664E4F9B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6577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4" name="Line 240">
              <a:extLst>
                <a:ext uri="{FF2B5EF4-FFF2-40B4-BE49-F238E27FC236}">
                  <a16:creationId xmlns:a16="http://schemas.microsoft.com/office/drawing/2014/main" id="{B8E10CE5-81F5-20AF-598C-0E0DB90636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5958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5" name="Line 241">
              <a:extLst>
                <a:ext uri="{FF2B5EF4-FFF2-40B4-BE49-F238E27FC236}">
                  <a16:creationId xmlns:a16="http://schemas.microsoft.com/office/drawing/2014/main" id="{27B24B6B-D2CF-6826-BEFC-20C47188F7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5466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6" name="Line 242">
              <a:extLst>
                <a:ext uri="{FF2B5EF4-FFF2-40B4-BE49-F238E27FC236}">
                  <a16:creationId xmlns:a16="http://schemas.microsoft.com/office/drawing/2014/main" id="{D81DBBD6-1E1C-359A-5D1D-8CA76252DC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5053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7" name="Line 243">
              <a:extLst>
                <a:ext uri="{FF2B5EF4-FFF2-40B4-BE49-F238E27FC236}">
                  <a16:creationId xmlns:a16="http://schemas.microsoft.com/office/drawing/2014/main" id="{0B8D526B-7F02-1574-B385-E57CC3A155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4688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8" name="Line 244">
              <a:extLst>
                <a:ext uri="{FF2B5EF4-FFF2-40B4-BE49-F238E27FC236}">
                  <a16:creationId xmlns:a16="http://schemas.microsoft.com/office/drawing/2014/main" id="{FBABE3B1-EC1E-12E0-771F-E4B769D638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4370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59" name="Line 245">
              <a:extLst>
                <a:ext uri="{FF2B5EF4-FFF2-40B4-BE49-F238E27FC236}">
                  <a16:creationId xmlns:a16="http://schemas.microsoft.com/office/drawing/2014/main" id="{EF5FF93F-7E00-2F50-D922-BE8CB69C5F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4069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0" name="Line 246">
              <a:extLst>
                <a:ext uri="{FF2B5EF4-FFF2-40B4-BE49-F238E27FC236}">
                  <a16:creationId xmlns:a16="http://schemas.microsoft.com/office/drawing/2014/main" id="{E65DB65E-9A43-FEA7-C5A7-B5C736B385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4069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1" name="Line 247">
              <a:extLst>
                <a:ext uri="{FF2B5EF4-FFF2-40B4-BE49-F238E27FC236}">
                  <a16:creationId xmlns:a16="http://schemas.microsoft.com/office/drawing/2014/main" id="{06890E25-CB25-49F2-11C7-C565BBAF2C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21957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2" name="Line 248">
              <a:extLst>
                <a:ext uri="{FF2B5EF4-FFF2-40B4-BE49-F238E27FC236}">
                  <a16:creationId xmlns:a16="http://schemas.microsoft.com/office/drawing/2014/main" id="{FED72CF5-60D2-7D7A-507E-FB4343E84C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1084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3" name="Line 249">
              <a:extLst>
                <a:ext uri="{FF2B5EF4-FFF2-40B4-BE49-F238E27FC236}">
                  <a16:creationId xmlns:a16="http://schemas.microsoft.com/office/drawing/2014/main" id="{BC11417B-F7C4-5019-7CD3-258583EA21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40306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4" name="Line 250">
              <a:extLst>
                <a:ext uri="{FF2B5EF4-FFF2-40B4-BE49-F238E27FC236}">
                  <a16:creationId xmlns:a16="http://schemas.microsoft.com/office/drawing/2014/main" id="{F67CED09-9915-726B-D19B-666A910CE2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39687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5" name="Line 251">
              <a:extLst>
                <a:ext uri="{FF2B5EF4-FFF2-40B4-BE49-F238E27FC236}">
                  <a16:creationId xmlns:a16="http://schemas.microsoft.com/office/drawing/2014/main" id="{4541E823-573B-ACAC-738C-02E56DC96D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391953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6" name="Line 252">
              <a:extLst>
                <a:ext uri="{FF2B5EF4-FFF2-40B4-BE49-F238E27FC236}">
                  <a16:creationId xmlns:a16="http://schemas.microsoft.com/office/drawing/2014/main" id="{94F1C585-0479-50D4-C799-5C79C98E6F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387826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7" name="Line 253">
              <a:extLst>
                <a:ext uri="{FF2B5EF4-FFF2-40B4-BE49-F238E27FC236}">
                  <a16:creationId xmlns:a16="http://schemas.microsoft.com/office/drawing/2014/main" id="{09EBEC50-8B61-FFE6-0AD1-DB2A7F8FD9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384175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8" name="Line 254">
              <a:extLst>
                <a:ext uri="{FF2B5EF4-FFF2-40B4-BE49-F238E27FC236}">
                  <a16:creationId xmlns:a16="http://schemas.microsoft.com/office/drawing/2014/main" id="{E29E97A1-D1B0-D6D0-0C69-19D3D6E47D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3810000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69" name="Line 255">
              <a:extLst>
                <a:ext uri="{FF2B5EF4-FFF2-40B4-BE49-F238E27FC236}">
                  <a16:creationId xmlns:a16="http://schemas.microsoft.com/office/drawing/2014/main" id="{1067D17C-480E-D086-E456-589DD3F1FB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3781425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70" name="Line 256">
              <a:extLst>
                <a:ext uri="{FF2B5EF4-FFF2-40B4-BE49-F238E27FC236}">
                  <a16:creationId xmlns:a16="http://schemas.microsoft.com/office/drawing/2014/main" id="{F5E8A766-3959-01BD-A92D-E69BE57346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3592513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71" name="Line 257">
              <a:extLst>
                <a:ext uri="{FF2B5EF4-FFF2-40B4-BE49-F238E27FC236}">
                  <a16:creationId xmlns:a16="http://schemas.microsoft.com/office/drawing/2014/main" id="{83A6A102-FBAB-416B-C8CC-541057CE43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947525" y="3481388"/>
              <a:ext cx="17462" cy="0"/>
            </a:xfrm>
            <a:prstGeom prst="line">
              <a:avLst/>
            </a:prstGeom>
            <a:noFill/>
            <a:ln w="3175" cap="flat">
              <a:solidFill>
                <a:srgbClr val="26262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72" name="Rectangle 258">
              <a:extLst>
                <a:ext uri="{FF2B5EF4-FFF2-40B4-BE49-F238E27FC236}">
                  <a16:creationId xmlns:a16="http://schemas.microsoft.com/office/drawing/2014/main" id="{051A00FB-FECF-BE49-7158-EF2FC114F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1388" y="6891338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73" name="Rectangle 259">
              <a:extLst>
                <a:ext uri="{FF2B5EF4-FFF2-40B4-BE49-F238E27FC236}">
                  <a16:creationId xmlns:a16="http://schemas.microsoft.com/office/drawing/2014/main" id="{51906375-345E-196F-4B36-0D8F45BAF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2825" y="6872288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-8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74" name="Rectangle 260">
              <a:extLst>
                <a:ext uri="{FF2B5EF4-FFF2-40B4-BE49-F238E27FC236}">
                  <a16:creationId xmlns:a16="http://schemas.microsoft.com/office/drawing/2014/main" id="{EC203E22-9C47-E66B-9E0B-9D1448BC7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1388" y="6265863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75" name="Rectangle 261">
              <a:extLst>
                <a:ext uri="{FF2B5EF4-FFF2-40B4-BE49-F238E27FC236}">
                  <a16:creationId xmlns:a16="http://schemas.microsoft.com/office/drawing/2014/main" id="{0CD7FF08-5094-81AB-E7DD-FDDBC4678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2825" y="6246813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-7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76" name="Rectangle 262">
              <a:extLst>
                <a:ext uri="{FF2B5EF4-FFF2-40B4-BE49-F238E27FC236}">
                  <a16:creationId xmlns:a16="http://schemas.microsoft.com/office/drawing/2014/main" id="{EC4CE1CB-FB6F-6F44-D4F1-CF6867542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1388" y="5637213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77" name="Rectangle 263">
              <a:extLst>
                <a:ext uri="{FF2B5EF4-FFF2-40B4-BE49-F238E27FC236}">
                  <a16:creationId xmlns:a16="http://schemas.microsoft.com/office/drawing/2014/main" id="{9E8AF1A0-B660-2CC3-F9E5-62795674A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2825" y="5618163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-6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78" name="Rectangle 264">
              <a:extLst>
                <a:ext uri="{FF2B5EF4-FFF2-40B4-BE49-F238E27FC236}">
                  <a16:creationId xmlns:a16="http://schemas.microsoft.com/office/drawing/2014/main" id="{6B5D403B-23F9-3546-DC7D-1E29BF46B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1388" y="5011738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79" name="Rectangle 265">
              <a:extLst>
                <a:ext uri="{FF2B5EF4-FFF2-40B4-BE49-F238E27FC236}">
                  <a16:creationId xmlns:a16="http://schemas.microsoft.com/office/drawing/2014/main" id="{76DA82CD-1FF8-8AC9-A11D-5535F142C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2825" y="4992688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-5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80" name="Rectangle 266">
              <a:extLst>
                <a:ext uri="{FF2B5EF4-FFF2-40B4-BE49-F238E27FC236}">
                  <a16:creationId xmlns:a16="http://schemas.microsoft.com/office/drawing/2014/main" id="{A1480834-4B94-019C-EEE1-685735F231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1388" y="4383088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81" name="Rectangle 267">
              <a:extLst>
                <a:ext uri="{FF2B5EF4-FFF2-40B4-BE49-F238E27FC236}">
                  <a16:creationId xmlns:a16="http://schemas.microsoft.com/office/drawing/2014/main" id="{8DA078CD-9DCB-D03A-7553-77375C71FA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2825" y="4364038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-4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82" name="Rectangle 268">
              <a:extLst>
                <a:ext uri="{FF2B5EF4-FFF2-40B4-BE49-F238E27FC236}">
                  <a16:creationId xmlns:a16="http://schemas.microsoft.com/office/drawing/2014/main" id="{379A3079-E71C-6A3F-917B-BD54264328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61388" y="3757613"/>
              <a:ext cx="10001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10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83" name="Rectangle 269">
              <a:extLst>
                <a:ext uri="{FF2B5EF4-FFF2-40B4-BE49-F238E27FC236}">
                  <a16:creationId xmlns:a16="http://schemas.microsoft.com/office/drawing/2014/main" id="{951B5373-064A-B52D-0F64-619CE828B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32825" y="3738563"/>
              <a:ext cx="857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4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-3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84" name="Rectangle 270">
              <a:extLst>
                <a:ext uri="{FF2B5EF4-FFF2-40B4-BE49-F238E27FC236}">
                  <a16:creationId xmlns:a16="http://schemas.microsoft.com/office/drawing/2014/main" id="{40DD0988-6DBB-D506-99C8-1140BA9A9D2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451850" y="5191125"/>
              <a:ext cx="100013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85" name="Rectangle 271">
              <a:extLst>
                <a:ext uri="{FF2B5EF4-FFF2-40B4-BE49-F238E27FC236}">
                  <a16:creationId xmlns:a16="http://schemas.microsoft.com/office/drawing/2014/main" id="{64646E15-095E-B868-608F-A5E3697FA7B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451850" y="5138738"/>
              <a:ext cx="100013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o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86" name="Rectangle 272">
              <a:extLst>
                <a:ext uri="{FF2B5EF4-FFF2-40B4-BE49-F238E27FC236}">
                  <a16:creationId xmlns:a16="http://schemas.microsoft.com/office/drawing/2014/main" id="{113806C9-3862-971A-DBF0-E6530860A94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447088" y="5080000"/>
              <a:ext cx="109538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w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87" name="Rectangle 273">
              <a:extLst>
                <a:ext uri="{FF2B5EF4-FFF2-40B4-BE49-F238E27FC236}">
                  <a16:creationId xmlns:a16="http://schemas.microsoft.com/office/drawing/2014/main" id="{D78F46D7-39FB-4A20-FF7C-AFE601E5BCC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451850" y="5022850"/>
              <a:ext cx="100013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88" name="Rectangle 274">
              <a:extLst>
                <a:ext uri="{FF2B5EF4-FFF2-40B4-BE49-F238E27FC236}">
                  <a16:creationId xmlns:a16="http://schemas.microsoft.com/office/drawing/2014/main" id="{3688D70D-24E5-6BA7-D822-3C6DA00DDF2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8464550" y="4987925"/>
              <a:ext cx="76200" cy="138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700" b="0" i="0" u="none" strike="noStrike" cap="none" normalizeH="0" baseline="0">
                  <a:ln>
                    <a:noFill/>
                  </a:ln>
                  <a:solidFill>
                    <a:srgbClr val="262626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89" name="Oval 275">
              <a:extLst>
                <a:ext uri="{FF2B5EF4-FFF2-40B4-BE49-F238E27FC236}">
                  <a16:creationId xmlns:a16="http://schemas.microsoft.com/office/drawing/2014/main" id="{31498927-65A3-D8D3-24E8-6C85213E7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3888" y="4845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0" name="Oval 276">
              <a:extLst>
                <a:ext uri="{FF2B5EF4-FFF2-40B4-BE49-F238E27FC236}">
                  <a16:creationId xmlns:a16="http://schemas.microsoft.com/office/drawing/2014/main" id="{FDE80FA9-803C-8AB8-2E60-8AD96360D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1875" y="5148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1" name="Oval 277">
              <a:extLst>
                <a:ext uri="{FF2B5EF4-FFF2-40B4-BE49-F238E27FC236}">
                  <a16:creationId xmlns:a16="http://schemas.microsoft.com/office/drawing/2014/main" id="{51E0A762-908E-BF67-2E68-FA71EDC40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0000" y="5468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2" name="Oval 278">
              <a:extLst>
                <a:ext uri="{FF2B5EF4-FFF2-40B4-BE49-F238E27FC236}">
                  <a16:creationId xmlns:a16="http://schemas.microsoft.com/office/drawing/2014/main" id="{67EE8ACD-F8B6-A85F-D6BF-A1F182172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8275" y="5659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3" name="Oval 279">
              <a:extLst>
                <a:ext uri="{FF2B5EF4-FFF2-40B4-BE49-F238E27FC236}">
                  <a16:creationId xmlns:a16="http://schemas.microsoft.com/office/drawing/2014/main" id="{86C516A0-B487-1D6D-EA84-8A5799BAB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0038" y="5800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4" name="Oval 280">
              <a:extLst>
                <a:ext uri="{FF2B5EF4-FFF2-40B4-BE49-F238E27FC236}">
                  <a16:creationId xmlns:a16="http://schemas.microsoft.com/office/drawing/2014/main" id="{F55BC146-651B-B5EF-E23F-8A3904D37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6400" y="59118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5" name="Oval 281">
              <a:extLst>
                <a:ext uri="{FF2B5EF4-FFF2-40B4-BE49-F238E27FC236}">
                  <a16:creationId xmlns:a16="http://schemas.microsoft.com/office/drawing/2014/main" id="{52968BD1-1742-8076-5927-4E0B53F72D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8475" y="601027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6" name="Oval 282">
              <a:extLst>
                <a:ext uri="{FF2B5EF4-FFF2-40B4-BE49-F238E27FC236}">
                  <a16:creationId xmlns:a16="http://schemas.microsoft.com/office/drawing/2014/main" id="{AC92C7BA-0B61-A456-AE78-DE24A05A7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6263" y="6108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7" name="Oval 283">
              <a:extLst>
                <a:ext uri="{FF2B5EF4-FFF2-40B4-BE49-F238E27FC236}">
                  <a16:creationId xmlns:a16="http://schemas.microsoft.com/office/drawing/2014/main" id="{3E60FEBD-1AF4-8062-9C7B-ECA590B6A5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6113" y="6181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8" name="Oval 284">
              <a:extLst>
                <a:ext uri="{FF2B5EF4-FFF2-40B4-BE49-F238E27FC236}">
                  <a16:creationId xmlns:a16="http://schemas.microsoft.com/office/drawing/2014/main" id="{2C50EB47-693C-8AD2-5C17-95B2FFCF9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5" y="62499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99" name="Oval 285">
              <a:extLst>
                <a:ext uri="{FF2B5EF4-FFF2-40B4-BE49-F238E27FC236}">
                  <a16:creationId xmlns:a16="http://schemas.microsoft.com/office/drawing/2014/main" id="{4240BF22-2E8C-1D97-0AB2-204EF08667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3588" y="6315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00" name="Oval 286">
              <a:extLst>
                <a:ext uri="{FF2B5EF4-FFF2-40B4-BE49-F238E27FC236}">
                  <a16:creationId xmlns:a16="http://schemas.microsoft.com/office/drawing/2014/main" id="{34F0F94C-848B-42A3-7422-34C8499C9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4388" y="63785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01" name="Oval 287">
              <a:extLst>
                <a:ext uri="{FF2B5EF4-FFF2-40B4-BE49-F238E27FC236}">
                  <a16:creationId xmlns:a16="http://schemas.microsoft.com/office/drawing/2014/main" id="{7DCC9CCE-DE76-6EB9-736E-D8C48D559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6435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2" name="Oval 289">
              <a:extLst>
                <a:ext uri="{FF2B5EF4-FFF2-40B4-BE49-F238E27FC236}">
                  <a16:creationId xmlns:a16="http://schemas.microsoft.com/office/drawing/2014/main" id="{6BA73395-2158-1428-1681-E4D96421B4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4875" y="6484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3" name="Oval 290">
              <a:extLst>
                <a:ext uri="{FF2B5EF4-FFF2-40B4-BE49-F238E27FC236}">
                  <a16:creationId xmlns:a16="http://schemas.microsoft.com/office/drawing/2014/main" id="{0EE094B5-E634-2B14-5B56-6B0421CF1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6150" y="6540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4" name="Oval 291">
              <a:extLst>
                <a:ext uri="{FF2B5EF4-FFF2-40B4-BE49-F238E27FC236}">
                  <a16:creationId xmlns:a16="http://schemas.microsoft.com/office/drawing/2014/main" id="{97F2D13E-7668-9B39-C9F3-DEA6A6A0F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250" y="6594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5" name="Oval 292">
              <a:extLst>
                <a:ext uri="{FF2B5EF4-FFF2-40B4-BE49-F238E27FC236}">
                  <a16:creationId xmlns:a16="http://schemas.microsoft.com/office/drawing/2014/main" id="{F0318EEC-D67C-407B-FB47-631A75037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9175" y="6634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6" name="Oval 293">
              <a:extLst>
                <a:ext uri="{FF2B5EF4-FFF2-40B4-BE49-F238E27FC236}">
                  <a16:creationId xmlns:a16="http://schemas.microsoft.com/office/drawing/2014/main" id="{BB339085-CBE7-ACDA-5561-CCEF70FC89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2513" y="6683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7" name="Oval 294">
              <a:extLst>
                <a:ext uri="{FF2B5EF4-FFF2-40B4-BE49-F238E27FC236}">
                  <a16:creationId xmlns:a16="http://schemas.microsoft.com/office/drawing/2014/main" id="{D857B46C-655A-C69A-6C34-3F11656A59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3" y="6724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8" name="Oval 295">
              <a:extLst>
                <a:ext uri="{FF2B5EF4-FFF2-40B4-BE49-F238E27FC236}">
                  <a16:creationId xmlns:a16="http://schemas.microsoft.com/office/drawing/2014/main" id="{A6F73753-B5F4-4F11-49A3-959FC2EC3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4425" y="6778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9" name="Oval 296">
              <a:extLst>
                <a:ext uri="{FF2B5EF4-FFF2-40B4-BE49-F238E27FC236}">
                  <a16:creationId xmlns:a16="http://schemas.microsoft.com/office/drawing/2014/main" id="{979EBC8C-00F2-57B3-997D-3162436EB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3000" y="6821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0" name="Oval 297">
              <a:extLst>
                <a:ext uri="{FF2B5EF4-FFF2-40B4-BE49-F238E27FC236}">
                  <a16:creationId xmlns:a16="http://schemas.microsoft.com/office/drawing/2014/main" id="{908037E4-EEFF-F8FC-4813-8BC769C64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848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1" name="Oval 298">
              <a:extLst>
                <a:ext uri="{FF2B5EF4-FFF2-40B4-BE49-F238E27FC236}">
                  <a16:creationId xmlns:a16="http://schemas.microsoft.com/office/drawing/2014/main" id="{F68A5175-3FD1-9A01-360D-5C79D658F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900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2" name="Oval 299">
              <a:extLst>
                <a:ext uri="{FF2B5EF4-FFF2-40B4-BE49-F238E27FC236}">
                  <a16:creationId xmlns:a16="http://schemas.microsoft.com/office/drawing/2014/main" id="{D7B8BE68-A345-29FE-2E28-7F26D95CDC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3888" y="4811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3" name="Oval 300">
              <a:extLst>
                <a:ext uri="{FF2B5EF4-FFF2-40B4-BE49-F238E27FC236}">
                  <a16:creationId xmlns:a16="http://schemas.microsoft.com/office/drawing/2014/main" id="{3C7513DE-0154-192D-B6E6-1FEA63255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7088" y="4921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4" name="Oval 301">
              <a:extLst>
                <a:ext uri="{FF2B5EF4-FFF2-40B4-BE49-F238E27FC236}">
                  <a16:creationId xmlns:a16="http://schemas.microsoft.com/office/drawing/2014/main" id="{BF4BD212-93A7-F766-C336-AF6C4B54A2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6963" y="524510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5" name="Oval 302">
              <a:extLst>
                <a:ext uri="{FF2B5EF4-FFF2-40B4-BE49-F238E27FC236}">
                  <a16:creationId xmlns:a16="http://schemas.microsoft.com/office/drawing/2014/main" id="{59C67343-2BAC-C5B1-C9E3-79B4D32C1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90163" y="5508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6" name="Oval 303">
              <a:extLst>
                <a:ext uri="{FF2B5EF4-FFF2-40B4-BE49-F238E27FC236}">
                  <a16:creationId xmlns:a16="http://schemas.microsoft.com/office/drawing/2014/main" id="{C41AD318-9EB5-B2EC-7E21-2B466BCF7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7325" y="56927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7" name="Oval 304">
              <a:extLst>
                <a:ext uri="{FF2B5EF4-FFF2-40B4-BE49-F238E27FC236}">
                  <a16:creationId xmlns:a16="http://schemas.microsoft.com/office/drawing/2014/main" id="{61833E31-FF76-4BC2-12D7-F4F3DEA10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1150" y="5832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8" name="Oval 305">
              <a:extLst>
                <a:ext uri="{FF2B5EF4-FFF2-40B4-BE49-F238E27FC236}">
                  <a16:creationId xmlns:a16="http://schemas.microsoft.com/office/drawing/2014/main" id="{ADD762FD-95CD-0607-545E-20CB6C66C4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74338" y="5930901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19" name="Oval 306">
              <a:extLst>
                <a:ext uri="{FF2B5EF4-FFF2-40B4-BE49-F238E27FC236}">
                  <a16:creationId xmlns:a16="http://schemas.microsoft.com/office/drawing/2014/main" id="{79ACA944-9F3B-E4CF-9730-6063D1D5E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3238" y="6026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0" name="Oval 307">
              <a:extLst>
                <a:ext uri="{FF2B5EF4-FFF2-40B4-BE49-F238E27FC236}">
                  <a16:creationId xmlns:a16="http://schemas.microsoft.com/office/drawing/2014/main" id="{6A9D45FD-F55A-3A42-24AD-CCCBC5AC9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5" y="6111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1" name="Oval 308">
              <a:extLst>
                <a:ext uri="{FF2B5EF4-FFF2-40B4-BE49-F238E27FC236}">
                  <a16:creationId xmlns:a16="http://schemas.microsoft.com/office/drawing/2014/main" id="{9873B1A6-7F31-05A7-9818-6B80B5F0D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9288" y="6178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2" name="Oval 309">
              <a:extLst>
                <a:ext uri="{FF2B5EF4-FFF2-40B4-BE49-F238E27FC236}">
                  <a16:creationId xmlns:a16="http://schemas.microsoft.com/office/drawing/2014/main" id="{C7B1FA8C-33AB-8037-AB48-310D1F74ED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9613" y="6256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3" name="Oval 310">
              <a:extLst>
                <a:ext uri="{FF2B5EF4-FFF2-40B4-BE49-F238E27FC236}">
                  <a16:creationId xmlns:a16="http://schemas.microsoft.com/office/drawing/2014/main" id="{6E6D7F50-0A06-7239-75F0-1079637807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5175" y="631825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4" name="Oval 311">
              <a:extLst>
                <a:ext uri="{FF2B5EF4-FFF2-40B4-BE49-F238E27FC236}">
                  <a16:creationId xmlns:a16="http://schemas.microsoft.com/office/drawing/2014/main" id="{577B7359-E223-5817-50C0-28B7A46D3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5975" y="6384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5" name="Oval 312">
              <a:extLst>
                <a:ext uri="{FF2B5EF4-FFF2-40B4-BE49-F238E27FC236}">
                  <a16:creationId xmlns:a16="http://schemas.microsoft.com/office/drawing/2014/main" id="{43DC83D7-D513-8258-C5D3-3A6919A48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6445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6" name="Oval 313">
              <a:extLst>
                <a:ext uri="{FF2B5EF4-FFF2-40B4-BE49-F238E27FC236}">
                  <a16:creationId xmlns:a16="http://schemas.microsoft.com/office/drawing/2014/main" id="{E24D0593-ACCF-21D3-C38E-78B73047B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6463" y="6484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7" name="Oval 314">
              <a:extLst>
                <a:ext uri="{FF2B5EF4-FFF2-40B4-BE49-F238E27FC236}">
                  <a16:creationId xmlns:a16="http://schemas.microsoft.com/office/drawing/2014/main" id="{C149098A-6517-AC95-A37A-1875E82CB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7738" y="6537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8" name="Oval 315">
              <a:extLst>
                <a:ext uri="{FF2B5EF4-FFF2-40B4-BE49-F238E27FC236}">
                  <a16:creationId xmlns:a16="http://schemas.microsoft.com/office/drawing/2014/main" id="{295F8206-1DD2-96ED-2C6C-8C3740C7A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250" y="6592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29" name="Oval 316">
              <a:extLst>
                <a:ext uri="{FF2B5EF4-FFF2-40B4-BE49-F238E27FC236}">
                  <a16:creationId xmlns:a16="http://schemas.microsoft.com/office/drawing/2014/main" id="{C174A4B8-8B52-25C5-6301-6CDFF4F5E6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0763" y="6638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0" name="Oval 317">
              <a:extLst>
                <a:ext uri="{FF2B5EF4-FFF2-40B4-BE49-F238E27FC236}">
                  <a16:creationId xmlns:a16="http://schemas.microsoft.com/office/drawing/2014/main" id="{AFA94EF2-C723-E064-79E4-1C0D36D78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0" y="6689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1" name="Oval 318">
              <a:extLst>
                <a:ext uri="{FF2B5EF4-FFF2-40B4-BE49-F238E27FC236}">
                  <a16:creationId xmlns:a16="http://schemas.microsoft.com/office/drawing/2014/main" id="{81D0F348-623D-D952-8A48-493E51D7E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5850" y="6738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2" name="Oval 319">
              <a:extLst>
                <a:ext uri="{FF2B5EF4-FFF2-40B4-BE49-F238E27FC236}">
                  <a16:creationId xmlns:a16="http://schemas.microsoft.com/office/drawing/2014/main" id="{83000C3A-5600-FA10-61CD-D7B0FAD14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6013" y="6778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3" name="Oval 320">
              <a:extLst>
                <a:ext uri="{FF2B5EF4-FFF2-40B4-BE49-F238E27FC236}">
                  <a16:creationId xmlns:a16="http://schemas.microsoft.com/office/drawing/2014/main" id="{C21067D4-78C9-5931-AB48-D4B9CF4DFD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4588" y="6810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4" name="Oval 321">
              <a:extLst>
                <a:ext uri="{FF2B5EF4-FFF2-40B4-BE49-F238E27FC236}">
                  <a16:creationId xmlns:a16="http://schemas.microsoft.com/office/drawing/2014/main" id="{C93B2665-03E0-FEAC-A615-4B4A4D5B2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846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5" name="Oval 322">
              <a:extLst>
                <a:ext uri="{FF2B5EF4-FFF2-40B4-BE49-F238E27FC236}">
                  <a16:creationId xmlns:a16="http://schemas.microsoft.com/office/drawing/2014/main" id="{61BF524D-E2E5-E0FA-B93E-8B534EE92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899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6" name="Oval 323">
              <a:extLst>
                <a:ext uri="{FF2B5EF4-FFF2-40B4-BE49-F238E27FC236}">
                  <a16:creationId xmlns:a16="http://schemas.microsoft.com/office/drawing/2014/main" id="{085CE324-991B-EDF7-6EC0-3B4C46390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1875" y="5053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7" name="Oval 324">
              <a:extLst>
                <a:ext uri="{FF2B5EF4-FFF2-40B4-BE49-F238E27FC236}">
                  <a16:creationId xmlns:a16="http://schemas.microsoft.com/office/drawing/2014/main" id="{8C6FF655-E7A8-79E8-EAC5-05EF76086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6963" y="518318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8" name="Oval 325">
              <a:extLst>
                <a:ext uri="{FF2B5EF4-FFF2-40B4-BE49-F238E27FC236}">
                  <a16:creationId xmlns:a16="http://schemas.microsoft.com/office/drawing/2014/main" id="{414C3E8C-B159-0589-12CD-15F2C3D676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25075" y="5402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39" name="Oval 326">
              <a:extLst>
                <a:ext uri="{FF2B5EF4-FFF2-40B4-BE49-F238E27FC236}">
                  <a16:creationId xmlns:a16="http://schemas.microsoft.com/office/drawing/2014/main" id="{9C8B938C-3726-C5D3-19B2-6FCBC0BD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7950" y="5584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0" name="Oval 327">
              <a:extLst>
                <a:ext uri="{FF2B5EF4-FFF2-40B4-BE49-F238E27FC236}">
                  <a16:creationId xmlns:a16="http://schemas.microsoft.com/office/drawing/2014/main" id="{F69D37C1-6226-B8FA-55A5-03AACC4C6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4950" y="5740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1" name="Oval 328">
              <a:extLst>
                <a:ext uri="{FF2B5EF4-FFF2-40B4-BE49-F238E27FC236}">
                  <a16:creationId xmlns:a16="http://schemas.microsoft.com/office/drawing/2014/main" id="{3B23F367-E6F1-92FD-B2BA-94B089B875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2900" y="5867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2" name="Oval 329">
              <a:extLst>
                <a:ext uri="{FF2B5EF4-FFF2-40B4-BE49-F238E27FC236}">
                  <a16:creationId xmlns:a16="http://schemas.microsoft.com/office/drawing/2014/main" id="{4EDD079A-A7E5-CFF6-870B-A92730262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98150" y="5953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3" name="Oval 330">
              <a:extLst>
                <a:ext uri="{FF2B5EF4-FFF2-40B4-BE49-F238E27FC236}">
                  <a16:creationId xmlns:a16="http://schemas.microsoft.com/office/drawing/2014/main" id="{55CBB717-25D5-9508-183C-23ED93541B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0700" y="6035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4" name="Oval 331">
              <a:extLst>
                <a:ext uri="{FF2B5EF4-FFF2-40B4-BE49-F238E27FC236}">
                  <a16:creationId xmlns:a16="http://schemas.microsoft.com/office/drawing/2014/main" id="{9E8E95B8-F325-C439-9D3D-477904A99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3725" y="6111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5" name="Oval 332">
              <a:extLst>
                <a:ext uri="{FF2B5EF4-FFF2-40B4-BE49-F238E27FC236}">
                  <a16:creationId xmlns:a16="http://schemas.microsoft.com/office/drawing/2014/main" id="{70C08B25-D511-BA9E-1C63-A832F9B97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0" y="6192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6" name="Oval 333">
              <a:extLst>
                <a:ext uri="{FF2B5EF4-FFF2-40B4-BE49-F238E27FC236}">
                  <a16:creationId xmlns:a16="http://schemas.microsoft.com/office/drawing/2014/main" id="{E973CC63-CFDB-136A-60BA-F97DB82DE6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9138" y="6265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7" name="Oval 334">
              <a:extLst>
                <a:ext uri="{FF2B5EF4-FFF2-40B4-BE49-F238E27FC236}">
                  <a16:creationId xmlns:a16="http://schemas.microsoft.com/office/drawing/2014/main" id="{06AA24E8-D352-A923-F00D-655285DC9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3113" y="6330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8" name="Oval 335">
              <a:extLst>
                <a:ext uri="{FF2B5EF4-FFF2-40B4-BE49-F238E27FC236}">
                  <a16:creationId xmlns:a16="http://schemas.microsoft.com/office/drawing/2014/main" id="{96934CE0-9E35-2E36-901D-0F7868041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2325" y="6391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49" name="Oval 336">
              <a:extLst>
                <a:ext uri="{FF2B5EF4-FFF2-40B4-BE49-F238E27FC236}">
                  <a16:creationId xmlns:a16="http://schemas.microsoft.com/office/drawing/2014/main" id="{1133FD12-0D99-9373-9201-C889F31A2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8363" y="6453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0" name="Oval 337">
              <a:extLst>
                <a:ext uri="{FF2B5EF4-FFF2-40B4-BE49-F238E27FC236}">
                  <a16:creationId xmlns:a16="http://schemas.microsoft.com/office/drawing/2014/main" id="{C73C592E-314C-57F6-3FEE-CFE992BD5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1225" y="6510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1" name="Oval 338">
              <a:extLst>
                <a:ext uri="{FF2B5EF4-FFF2-40B4-BE49-F238E27FC236}">
                  <a16:creationId xmlns:a16="http://schemas.microsoft.com/office/drawing/2014/main" id="{3DAAE41A-4DE8-F795-4C50-F21E2E194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0913" y="6556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2" name="Oval 339">
              <a:extLst>
                <a:ext uri="{FF2B5EF4-FFF2-40B4-BE49-F238E27FC236}">
                  <a16:creationId xmlns:a16="http://schemas.microsoft.com/office/drawing/2014/main" id="{DE81A00E-BDA8-81D6-9F8D-BC349B2FE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425" y="659923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3" name="Oval 340">
              <a:extLst>
                <a:ext uri="{FF2B5EF4-FFF2-40B4-BE49-F238E27FC236}">
                  <a16:creationId xmlns:a16="http://schemas.microsoft.com/office/drawing/2014/main" id="{7CB1E39D-4128-9756-6A5B-B3BAE1E17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3938" y="6662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4" name="Oval 341">
              <a:extLst>
                <a:ext uri="{FF2B5EF4-FFF2-40B4-BE49-F238E27FC236}">
                  <a16:creationId xmlns:a16="http://schemas.microsoft.com/office/drawing/2014/main" id="{5D74D65F-D4B5-9CF8-0BD4-CE9C998415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7275" y="6697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5" name="Oval 342">
              <a:extLst>
                <a:ext uri="{FF2B5EF4-FFF2-40B4-BE49-F238E27FC236}">
                  <a16:creationId xmlns:a16="http://schemas.microsoft.com/office/drawing/2014/main" id="{88480C2A-287A-D123-481A-50FC2866A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7438" y="67437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6" name="Oval 343">
              <a:extLst>
                <a:ext uri="{FF2B5EF4-FFF2-40B4-BE49-F238E27FC236}">
                  <a16:creationId xmlns:a16="http://schemas.microsoft.com/office/drawing/2014/main" id="{4C147708-7EB0-EB35-7041-C1119D0B5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7600" y="6775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7" name="Oval 344">
              <a:extLst>
                <a:ext uri="{FF2B5EF4-FFF2-40B4-BE49-F238E27FC236}">
                  <a16:creationId xmlns:a16="http://schemas.microsoft.com/office/drawing/2014/main" id="{5366C166-927C-BF1B-B828-9A1875576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6175" y="6818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8" name="Oval 345">
              <a:extLst>
                <a:ext uri="{FF2B5EF4-FFF2-40B4-BE49-F238E27FC236}">
                  <a16:creationId xmlns:a16="http://schemas.microsoft.com/office/drawing/2014/main" id="{43CAE917-B3D2-8B39-8157-730A19836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3163" y="68643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59" name="Oval 346">
              <a:extLst>
                <a:ext uri="{FF2B5EF4-FFF2-40B4-BE49-F238E27FC236}">
                  <a16:creationId xmlns:a16="http://schemas.microsoft.com/office/drawing/2014/main" id="{FF46AA14-10DC-CFBF-7C3A-ACC851597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0150" y="689451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0" name="Oval 347">
              <a:extLst>
                <a:ext uri="{FF2B5EF4-FFF2-40B4-BE49-F238E27FC236}">
                  <a16:creationId xmlns:a16="http://schemas.microsoft.com/office/drawing/2014/main" id="{BA8E8128-9DD6-1698-CAD6-C14E15D78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0000" y="5330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1" name="Oval 348">
              <a:extLst>
                <a:ext uri="{FF2B5EF4-FFF2-40B4-BE49-F238E27FC236}">
                  <a16:creationId xmlns:a16="http://schemas.microsoft.com/office/drawing/2014/main" id="{B73C3FA6-CDEE-36D8-19D5-A6F7460EA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90163" y="5402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2" name="Oval 349">
              <a:extLst>
                <a:ext uri="{FF2B5EF4-FFF2-40B4-BE49-F238E27FC236}">
                  <a16:creationId xmlns:a16="http://schemas.microsoft.com/office/drawing/2014/main" id="{624E919C-1563-D4AF-FD50-83B16302D3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7950" y="5534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3" name="Oval 350">
              <a:extLst>
                <a:ext uri="{FF2B5EF4-FFF2-40B4-BE49-F238E27FC236}">
                  <a16:creationId xmlns:a16="http://schemas.microsoft.com/office/drawing/2014/main" id="{8EE127ED-37A3-5F7F-F2AB-34E77B31B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3200" y="5665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4" name="Oval 351">
              <a:extLst>
                <a:ext uri="{FF2B5EF4-FFF2-40B4-BE49-F238E27FC236}">
                  <a16:creationId xmlns:a16="http://schemas.microsoft.com/office/drawing/2014/main" id="{42712BD3-2FC7-7771-0F4D-C92DF36F1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0038" y="5788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5" name="Oval 352">
              <a:extLst>
                <a:ext uri="{FF2B5EF4-FFF2-40B4-BE49-F238E27FC236}">
                  <a16:creationId xmlns:a16="http://schemas.microsoft.com/office/drawing/2014/main" id="{5A8DEAD3-FB6F-93B1-4F56-58CBD1D64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50525" y="5888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6" name="Oval 353">
              <a:extLst>
                <a:ext uri="{FF2B5EF4-FFF2-40B4-BE49-F238E27FC236}">
                  <a16:creationId xmlns:a16="http://schemas.microsoft.com/office/drawing/2014/main" id="{5FB286EE-2D7E-F384-A47E-0D3A468CD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3075" y="5978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7" name="Oval 354">
              <a:extLst>
                <a:ext uri="{FF2B5EF4-FFF2-40B4-BE49-F238E27FC236}">
                  <a16:creationId xmlns:a16="http://schemas.microsoft.com/office/drawing/2014/main" id="{B4E4DF97-FC4D-F085-FD6A-8703F5BE5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07688" y="6065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8" name="Oval 355">
              <a:extLst>
                <a:ext uri="{FF2B5EF4-FFF2-40B4-BE49-F238E27FC236}">
                  <a16:creationId xmlns:a16="http://schemas.microsoft.com/office/drawing/2014/main" id="{A574766B-D66F-3B51-0485-17942B456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4363" y="6143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69" name="Oval 356">
              <a:extLst>
                <a:ext uri="{FF2B5EF4-FFF2-40B4-BE49-F238E27FC236}">
                  <a16:creationId xmlns:a16="http://schemas.microsoft.com/office/drawing/2014/main" id="{795C0DC4-5377-55C9-9049-0FA896C0B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6275" y="6205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0" name="Oval 357">
              <a:extLst>
                <a:ext uri="{FF2B5EF4-FFF2-40B4-BE49-F238E27FC236}">
                  <a16:creationId xmlns:a16="http://schemas.microsoft.com/office/drawing/2014/main" id="{66644D48-7CA2-5870-C3C7-A3867B3C7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3425" y="6270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1" name="Oval 358">
              <a:extLst>
                <a:ext uri="{FF2B5EF4-FFF2-40B4-BE49-F238E27FC236}">
                  <a16:creationId xmlns:a16="http://schemas.microsoft.com/office/drawing/2014/main" id="{C987681E-0916-7A2D-CAEA-68E71F4E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225" y="6340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2" name="Oval 359">
              <a:extLst>
                <a:ext uri="{FF2B5EF4-FFF2-40B4-BE49-F238E27FC236}">
                  <a16:creationId xmlns:a16="http://schemas.microsoft.com/office/drawing/2014/main" id="{81FF11E0-4EF3-7E72-C00E-032CFDBEEE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1850" y="6391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3" name="Oval 360">
              <a:extLst>
                <a:ext uri="{FF2B5EF4-FFF2-40B4-BE49-F238E27FC236}">
                  <a16:creationId xmlns:a16="http://schemas.microsoft.com/office/drawing/2014/main" id="{D752EB2A-DA2E-8F45-CC8F-14D80CB2A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6300" y="6443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4" name="Oval 361">
              <a:extLst>
                <a:ext uri="{FF2B5EF4-FFF2-40B4-BE49-F238E27FC236}">
                  <a16:creationId xmlns:a16="http://schemas.microsoft.com/office/drawing/2014/main" id="{033EFD55-113A-ABED-2484-3F55DB275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9163" y="6511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5" name="Oval 362">
              <a:extLst>
                <a:ext uri="{FF2B5EF4-FFF2-40B4-BE49-F238E27FC236}">
                  <a16:creationId xmlns:a16="http://schemas.microsoft.com/office/drawing/2014/main" id="{68B8B034-065A-893A-6B8E-0F03BA99B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7263" y="6561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6" name="Oval 363">
              <a:extLst>
                <a:ext uri="{FF2B5EF4-FFF2-40B4-BE49-F238E27FC236}">
                  <a16:creationId xmlns:a16="http://schemas.microsoft.com/office/drawing/2014/main" id="{6DEDAB8B-1026-BCF7-948A-AB2D61D613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3775" y="6605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7" name="Oval 364">
              <a:extLst>
                <a:ext uri="{FF2B5EF4-FFF2-40B4-BE49-F238E27FC236}">
                  <a16:creationId xmlns:a16="http://schemas.microsoft.com/office/drawing/2014/main" id="{2BF97C05-29F0-BB75-3F3A-DD19AA96DB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8700" y="6650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8" name="Oval 365">
              <a:extLst>
                <a:ext uri="{FF2B5EF4-FFF2-40B4-BE49-F238E27FC236}">
                  <a16:creationId xmlns:a16="http://schemas.microsoft.com/office/drawing/2014/main" id="{511D6C88-1834-7C82-3FB6-4A6B6EC3B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0450" y="66960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79" name="Oval 366">
              <a:extLst>
                <a:ext uri="{FF2B5EF4-FFF2-40B4-BE49-F238E27FC236}">
                  <a16:creationId xmlns:a16="http://schemas.microsoft.com/office/drawing/2014/main" id="{78F39AC8-7D1B-8399-9633-AEC01B8FFC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2200" y="6740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0" name="Oval 367">
              <a:extLst>
                <a:ext uri="{FF2B5EF4-FFF2-40B4-BE49-F238E27FC236}">
                  <a16:creationId xmlns:a16="http://schemas.microsoft.com/office/drawing/2014/main" id="{AA17A5FA-0A01-F61C-26C4-42CF8A99B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0775" y="6778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1" name="Oval 368">
              <a:extLst>
                <a:ext uri="{FF2B5EF4-FFF2-40B4-BE49-F238E27FC236}">
                  <a16:creationId xmlns:a16="http://schemas.microsoft.com/office/drawing/2014/main" id="{F3B33589-2853-E627-4F34-C29E5694C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0" y="68230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2" name="Oval 369">
              <a:extLst>
                <a:ext uri="{FF2B5EF4-FFF2-40B4-BE49-F238E27FC236}">
                  <a16:creationId xmlns:a16="http://schemas.microsoft.com/office/drawing/2014/main" id="{DBCF6FBB-D2ED-6CE4-CB72-94C096496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6338" y="6875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3" name="Oval 370">
              <a:extLst>
                <a:ext uri="{FF2B5EF4-FFF2-40B4-BE49-F238E27FC236}">
                  <a16:creationId xmlns:a16="http://schemas.microsoft.com/office/drawing/2014/main" id="{EA693783-857B-46C8-7DC6-5E16E7012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1738" y="6897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4" name="Oval 371">
              <a:extLst>
                <a:ext uri="{FF2B5EF4-FFF2-40B4-BE49-F238E27FC236}">
                  <a16:creationId xmlns:a16="http://schemas.microsoft.com/office/drawing/2014/main" id="{45E2F1EE-123C-56C7-A0A7-FFFC4474FB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8275" y="5505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5" name="Oval 372">
              <a:extLst>
                <a:ext uri="{FF2B5EF4-FFF2-40B4-BE49-F238E27FC236}">
                  <a16:creationId xmlns:a16="http://schemas.microsoft.com/office/drawing/2014/main" id="{3B44924C-4FAA-2EBC-4685-979292A3C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7325" y="5554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6" name="Oval 373">
              <a:extLst>
                <a:ext uri="{FF2B5EF4-FFF2-40B4-BE49-F238E27FC236}">
                  <a16:creationId xmlns:a16="http://schemas.microsoft.com/office/drawing/2014/main" id="{12ADA199-AD7A-88C1-0815-9B0CE1230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4950" y="5645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7" name="Oval 374">
              <a:extLst>
                <a:ext uri="{FF2B5EF4-FFF2-40B4-BE49-F238E27FC236}">
                  <a16:creationId xmlns:a16="http://schemas.microsoft.com/office/drawing/2014/main" id="{CA3BB684-954F-1C8E-B1A5-63F410121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0038" y="5749926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8" name="Oval 375">
              <a:extLst>
                <a:ext uri="{FF2B5EF4-FFF2-40B4-BE49-F238E27FC236}">
                  <a16:creationId xmlns:a16="http://schemas.microsoft.com/office/drawing/2014/main" id="{B9780E8A-60AA-8104-C647-22B73BDAA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33063" y="5843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89" name="Oval 376">
              <a:extLst>
                <a:ext uri="{FF2B5EF4-FFF2-40B4-BE49-F238E27FC236}">
                  <a16:creationId xmlns:a16="http://schemas.microsoft.com/office/drawing/2014/main" id="{AF91B447-CE39-6A6C-EB8E-8C567EA2B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06088" y="5940426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90" name="Oval 377">
              <a:extLst>
                <a:ext uri="{FF2B5EF4-FFF2-40B4-BE49-F238E27FC236}">
                  <a16:creationId xmlns:a16="http://schemas.microsoft.com/office/drawing/2014/main" id="{A44B4AF8-4DF4-66CC-F1EA-B23DB213A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74350" y="6029326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91" name="Oval 378">
              <a:extLst>
                <a:ext uri="{FF2B5EF4-FFF2-40B4-BE49-F238E27FC236}">
                  <a16:creationId xmlns:a16="http://schemas.microsoft.com/office/drawing/2014/main" id="{D69FC89A-D205-6EDA-F273-D65ADAEE4D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5" y="60912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92" name="Oval 379">
              <a:extLst>
                <a:ext uri="{FF2B5EF4-FFF2-40B4-BE49-F238E27FC236}">
                  <a16:creationId xmlns:a16="http://schemas.microsoft.com/office/drawing/2014/main" id="{2B0C7525-3ECF-5A1E-A772-B99BCC67A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350" y="6164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93" name="Oval 380">
              <a:extLst>
                <a:ext uri="{FF2B5EF4-FFF2-40B4-BE49-F238E27FC236}">
                  <a16:creationId xmlns:a16="http://schemas.microsoft.com/office/drawing/2014/main" id="{FBCEF461-90DB-42FA-9AFF-A6C805C81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8500" y="6226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94" name="Oval 381">
              <a:extLst>
                <a:ext uri="{FF2B5EF4-FFF2-40B4-BE49-F238E27FC236}">
                  <a16:creationId xmlns:a16="http://schemas.microsoft.com/office/drawing/2014/main" id="{F1760627-AF65-7B42-0157-603665EAB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0888" y="6283326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95" name="Oval 382">
              <a:extLst>
                <a:ext uri="{FF2B5EF4-FFF2-40B4-BE49-F238E27FC236}">
                  <a16:creationId xmlns:a16="http://schemas.microsoft.com/office/drawing/2014/main" id="{69F34961-2B1A-D8D2-64ED-1A3DAEB59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0100" y="6345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96" name="Oval 383">
              <a:extLst>
                <a:ext uri="{FF2B5EF4-FFF2-40B4-BE49-F238E27FC236}">
                  <a16:creationId xmlns:a16="http://schemas.microsoft.com/office/drawing/2014/main" id="{8A45FECC-8D87-300C-AA90-7CE826782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6138" y="63960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97" name="Oval 384">
              <a:extLst>
                <a:ext uri="{FF2B5EF4-FFF2-40B4-BE49-F238E27FC236}">
                  <a16:creationId xmlns:a16="http://schemas.microsoft.com/office/drawing/2014/main" id="{2A93A636-7A75-B8F2-39EC-27647E6562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0" y="6457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98" name="Oval 385">
              <a:extLst>
                <a:ext uri="{FF2B5EF4-FFF2-40B4-BE49-F238E27FC236}">
                  <a16:creationId xmlns:a16="http://schemas.microsoft.com/office/drawing/2014/main" id="{4E715943-FC99-3D62-D9A4-10FFD8C006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8688" y="6516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99" name="Oval 386">
              <a:extLst>
                <a:ext uri="{FF2B5EF4-FFF2-40B4-BE49-F238E27FC236}">
                  <a16:creationId xmlns:a16="http://schemas.microsoft.com/office/drawing/2014/main" id="{688540B5-5D2C-7B9C-FE4E-9B78A36F4B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6788" y="6556376"/>
              <a:ext cx="11112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00" name="Oval 387">
              <a:extLst>
                <a:ext uri="{FF2B5EF4-FFF2-40B4-BE49-F238E27FC236}">
                  <a16:creationId xmlns:a16="http://schemas.microsoft.com/office/drawing/2014/main" id="{46052959-4219-12C7-A48B-DA7EFBE3F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1713" y="6607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01" name="Oval 388">
              <a:extLst>
                <a:ext uri="{FF2B5EF4-FFF2-40B4-BE49-F238E27FC236}">
                  <a16:creationId xmlns:a16="http://schemas.microsoft.com/office/drawing/2014/main" id="{BBEAE535-779A-7AFC-6FD6-5316AA3F3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5050" y="6650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02" name="Oval 389">
              <a:extLst>
                <a:ext uri="{FF2B5EF4-FFF2-40B4-BE49-F238E27FC236}">
                  <a16:creationId xmlns:a16="http://schemas.microsoft.com/office/drawing/2014/main" id="{233C3BEF-F6DD-2E6B-E88B-829C21613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6800" y="6700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03" name="Oval 390">
              <a:extLst>
                <a:ext uri="{FF2B5EF4-FFF2-40B4-BE49-F238E27FC236}">
                  <a16:creationId xmlns:a16="http://schemas.microsoft.com/office/drawing/2014/main" id="{F98902A4-8CBE-22C8-4C7C-1791B2DB4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6963" y="6748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04" name="Oval 391">
              <a:extLst>
                <a:ext uri="{FF2B5EF4-FFF2-40B4-BE49-F238E27FC236}">
                  <a16:creationId xmlns:a16="http://schemas.microsoft.com/office/drawing/2014/main" id="{33639892-487D-B50E-DB53-E82E2C008D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7125" y="6791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05" name="Oval 392">
              <a:extLst>
                <a:ext uri="{FF2B5EF4-FFF2-40B4-BE49-F238E27FC236}">
                  <a16:creationId xmlns:a16="http://schemas.microsoft.com/office/drawing/2014/main" id="{51C424A5-6958-4E85-D733-8BEE267304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4113" y="6831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06" name="Oval 393">
              <a:extLst>
                <a:ext uri="{FF2B5EF4-FFF2-40B4-BE49-F238E27FC236}">
                  <a16:creationId xmlns:a16="http://schemas.microsoft.com/office/drawing/2014/main" id="{D7B0CC10-18C2-BEF0-37D5-6B53C21A83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1100" y="6869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07" name="Oval 394">
              <a:extLst>
                <a:ext uri="{FF2B5EF4-FFF2-40B4-BE49-F238E27FC236}">
                  <a16:creationId xmlns:a16="http://schemas.microsoft.com/office/drawing/2014/main" id="{88D47A61-62D2-D4AB-C570-D65FE7512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6500" y="6900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08" name="Oval 395">
              <a:extLst>
                <a:ext uri="{FF2B5EF4-FFF2-40B4-BE49-F238E27FC236}">
                  <a16:creationId xmlns:a16="http://schemas.microsoft.com/office/drawing/2014/main" id="{77179FF8-EE06-F753-7843-5E930B8CCA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0038" y="5646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09" name="Oval 396">
              <a:extLst>
                <a:ext uri="{FF2B5EF4-FFF2-40B4-BE49-F238E27FC236}">
                  <a16:creationId xmlns:a16="http://schemas.microsoft.com/office/drawing/2014/main" id="{D7117339-0B48-09B8-3F63-A4387506F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1150" y="5681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0" name="Oval 397">
              <a:extLst>
                <a:ext uri="{FF2B5EF4-FFF2-40B4-BE49-F238E27FC236}">
                  <a16:creationId xmlns:a16="http://schemas.microsoft.com/office/drawing/2014/main" id="{DAF86F35-88A7-F796-B0C9-A152C1F64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2900" y="5748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1" name="Oval 398">
              <a:extLst>
                <a:ext uri="{FF2B5EF4-FFF2-40B4-BE49-F238E27FC236}">
                  <a16:creationId xmlns:a16="http://schemas.microsoft.com/office/drawing/2014/main" id="{972DD4CD-1D0F-87D2-E24D-C0121E9AC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50525" y="5834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2" name="Oval 399">
              <a:extLst>
                <a:ext uri="{FF2B5EF4-FFF2-40B4-BE49-F238E27FC236}">
                  <a16:creationId xmlns:a16="http://schemas.microsoft.com/office/drawing/2014/main" id="{75381218-CBFA-141E-1800-04A97A815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06088" y="5905501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3" name="Oval 400">
              <a:extLst>
                <a:ext uri="{FF2B5EF4-FFF2-40B4-BE49-F238E27FC236}">
                  <a16:creationId xmlns:a16="http://schemas.microsoft.com/office/drawing/2014/main" id="{59D6984D-38AD-9628-F595-83AE89CDAF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3238" y="5986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4" name="Oval 401">
              <a:extLst>
                <a:ext uri="{FF2B5EF4-FFF2-40B4-BE49-F238E27FC236}">
                  <a16:creationId xmlns:a16="http://schemas.microsoft.com/office/drawing/2014/main" id="{B1111AEB-1612-D037-28C3-976209A80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1975" y="6072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5" name="Oval 402">
              <a:extLst>
                <a:ext uri="{FF2B5EF4-FFF2-40B4-BE49-F238E27FC236}">
                  <a16:creationId xmlns:a16="http://schemas.microsoft.com/office/drawing/2014/main" id="{E8E0D067-6AAD-194A-07A3-E15F685F1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9125" y="6138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6" name="Oval 403">
              <a:extLst>
                <a:ext uri="{FF2B5EF4-FFF2-40B4-BE49-F238E27FC236}">
                  <a16:creationId xmlns:a16="http://schemas.microsoft.com/office/drawing/2014/main" id="{C2BF47AB-6BA0-9F70-957F-328470B42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3100" y="6196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7" name="Oval 404">
              <a:extLst>
                <a:ext uri="{FF2B5EF4-FFF2-40B4-BE49-F238E27FC236}">
                  <a16:creationId xmlns:a16="http://schemas.microsoft.com/office/drawing/2014/main" id="{F556408E-41FA-37AF-28D4-C096CD37D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3900" y="6249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8" name="Oval 405">
              <a:extLst>
                <a:ext uri="{FF2B5EF4-FFF2-40B4-BE49-F238E27FC236}">
                  <a16:creationId xmlns:a16="http://schemas.microsoft.com/office/drawing/2014/main" id="{C53F73B5-E0EA-6687-72AC-B41B08988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3113" y="629920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19" name="Oval 406">
              <a:extLst>
                <a:ext uri="{FF2B5EF4-FFF2-40B4-BE49-F238E27FC236}">
                  <a16:creationId xmlns:a16="http://schemas.microsoft.com/office/drawing/2014/main" id="{87AF2518-F8EC-78A8-AD43-F4752A821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9150" y="6348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0" name="Oval 407">
              <a:extLst>
                <a:ext uri="{FF2B5EF4-FFF2-40B4-BE49-F238E27FC236}">
                  <a16:creationId xmlns:a16="http://schemas.microsoft.com/office/drawing/2014/main" id="{68B77B9C-6AF8-2B81-C768-534D77699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6415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1" name="Oval 408">
              <a:extLst>
                <a:ext uri="{FF2B5EF4-FFF2-40B4-BE49-F238E27FC236}">
                  <a16:creationId xmlns:a16="http://schemas.microsoft.com/office/drawing/2014/main" id="{1D22FB6F-D4CE-C568-EC09-22D89A928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1700" y="6470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2" name="Oval 409">
              <a:extLst>
                <a:ext uri="{FF2B5EF4-FFF2-40B4-BE49-F238E27FC236}">
                  <a16:creationId xmlns:a16="http://schemas.microsoft.com/office/drawing/2014/main" id="{4DD0F9D3-B26A-174A-4DFA-87F7466035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00" y="651986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3" name="Oval 410">
              <a:extLst>
                <a:ext uri="{FF2B5EF4-FFF2-40B4-BE49-F238E27FC236}">
                  <a16:creationId xmlns:a16="http://schemas.microsoft.com/office/drawing/2014/main" id="{826E4714-A0B0-5771-BC19-082804407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6313" y="6570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4" name="Oval 411">
              <a:extLst>
                <a:ext uri="{FF2B5EF4-FFF2-40B4-BE49-F238E27FC236}">
                  <a16:creationId xmlns:a16="http://schemas.microsoft.com/office/drawing/2014/main" id="{710E64AF-C08A-2611-774C-CFC1A14702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1238" y="6619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5" name="Oval 412">
              <a:extLst>
                <a:ext uri="{FF2B5EF4-FFF2-40B4-BE49-F238E27FC236}">
                  <a16:creationId xmlns:a16="http://schemas.microsoft.com/office/drawing/2014/main" id="{C93EB6D3-0B9C-B060-26AD-4FE4BB295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4575" y="666908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6" name="Oval 413">
              <a:extLst>
                <a:ext uri="{FF2B5EF4-FFF2-40B4-BE49-F238E27FC236}">
                  <a16:creationId xmlns:a16="http://schemas.microsoft.com/office/drawing/2014/main" id="{7EDA7579-40DE-FBE7-DBB1-549D89115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4738" y="6704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7" name="Oval 414">
              <a:extLst>
                <a:ext uri="{FF2B5EF4-FFF2-40B4-BE49-F238E27FC236}">
                  <a16:creationId xmlns:a16="http://schemas.microsoft.com/office/drawing/2014/main" id="{888A0160-37B7-AEE5-646D-62DC98AA0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4900" y="6751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8" name="Oval 415">
              <a:extLst>
                <a:ext uri="{FF2B5EF4-FFF2-40B4-BE49-F238E27FC236}">
                  <a16:creationId xmlns:a16="http://schemas.microsoft.com/office/drawing/2014/main" id="{9069C3A7-4D66-3790-6529-DF4901C52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796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29" name="Oval 416">
              <a:extLst>
                <a:ext uri="{FF2B5EF4-FFF2-40B4-BE49-F238E27FC236}">
                  <a16:creationId xmlns:a16="http://schemas.microsoft.com/office/drawing/2014/main" id="{887EB000-D9E9-0891-DE5D-DE68DBC27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0463" y="6827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0" name="Oval 417">
              <a:extLst>
                <a:ext uri="{FF2B5EF4-FFF2-40B4-BE49-F238E27FC236}">
                  <a16:creationId xmlns:a16="http://schemas.microsoft.com/office/drawing/2014/main" id="{33C8D684-B9C2-6138-8D41-C4952852DD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5863" y="687228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1" name="Oval 418">
              <a:extLst>
                <a:ext uri="{FF2B5EF4-FFF2-40B4-BE49-F238E27FC236}">
                  <a16:creationId xmlns:a16="http://schemas.microsoft.com/office/drawing/2014/main" id="{59D810F8-D553-D93E-B1DE-F62EC8272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6400" y="5759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2" name="Oval 419">
              <a:extLst>
                <a:ext uri="{FF2B5EF4-FFF2-40B4-BE49-F238E27FC236}">
                  <a16:creationId xmlns:a16="http://schemas.microsoft.com/office/drawing/2014/main" id="{2E47FE95-92A3-CD2E-4155-2BFDE3A3E9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74338" y="5778501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3" name="Oval 420">
              <a:extLst>
                <a:ext uri="{FF2B5EF4-FFF2-40B4-BE49-F238E27FC236}">
                  <a16:creationId xmlns:a16="http://schemas.microsoft.com/office/drawing/2014/main" id="{838E080A-212A-2D5C-2989-D3E8B4DD6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98150" y="5830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4" name="Oval 421">
              <a:extLst>
                <a:ext uri="{FF2B5EF4-FFF2-40B4-BE49-F238E27FC236}">
                  <a16:creationId xmlns:a16="http://schemas.microsoft.com/office/drawing/2014/main" id="{E39F0225-ADBF-B3EE-E7FD-74C7D2A817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3075" y="5902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5" name="Oval 422">
              <a:extLst>
                <a:ext uri="{FF2B5EF4-FFF2-40B4-BE49-F238E27FC236}">
                  <a16:creationId xmlns:a16="http://schemas.microsoft.com/office/drawing/2014/main" id="{6A009068-37B8-7394-A659-1C03B7EB6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74350" y="5962651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6" name="Oval 423">
              <a:extLst>
                <a:ext uri="{FF2B5EF4-FFF2-40B4-BE49-F238E27FC236}">
                  <a16:creationId xmlns:a16="http://schemas.microsoft.com/office/drawing/2014/main" id="{E2F5DDDF-77D2-66E2-A6B8-0436B059F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1975" y="6026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7" name="Oval 424">
              <a:extLst>
                <a:ext uri="{FF2B5EF4-FFF2-40B4-BE49-F238E27FC236}">
                  <a16:creationId xmlns:a16="http://schemas.microsoft.com/office/drawing/2014/main" id="{1C055303-4EB7-06D9-3238-1F1A6E81CF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1188" y="6100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8" name="Oval 425">
              <a:extLst>
                <a:ext uri="{FF2B5EF4-FFF2-40B4-BE49-F238E27FC236}">
                  <a16:creationId xmlns:a16="http://schemas.microsoft.com/office/drawing/2014/main" id="{D37598AF-EBA0-62F6-F70A-C64909539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0" y="6165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39" name="Oval 426">
              <a:extLst>
                <a:ext uri="{FF2B5EF4-FFF2-40B4-BE49-F238E27FC236}">
                  <a16:creationId xmlns:a16="http://schemas.microsoft.com/office/drawing/2014/main" id="{5F0EF6CF-03CA-57C3-312D-66DE6DB4F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5" y="6219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0" name="Oval 427">
              <a:extLst>
                <a:ext uri="{FF2B5EF4-FFF2-40B4-BE49-F238E27FC236}">
                  <a16:creationId xmlns:a16="http://schemas.microsoft.com/office/drawing/2014/main" id="{8DB70BEA-52F3-286E-20DE-E32B3CE7E9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4063" y="6275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1" name="Oval 428">
              <a:extLst>
                <a:ext uri="{FF2B5EF4-FFF2-40B4-BE49-F238E27FC236}">
                  <a16:creationId xmlns:a16="http://schemas.microsoft.com/office/drawing/2014/main" id="{2700AAA1-1EBB-02E9-12E1-18E47AE71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8513" y="6326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2" name="Oval 429">
              <a:extLst>
                <a:ext uri="{FF2B5EF4-FFF2-40B4-BE49-F238E27FC236}">
                  <a16:creationId xmlns:a16="http://schemas.microsoft.com/office/drawing/2014/main" id="{DEE6BF37-180A-18A0-D3D5-9D1087968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9788" y="6365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3" name="Oval 430">
              <a:extLst>
                <a:ext uri="{FF2B5EF4-FFF2-40B4-BE49-F238E27FC236}">
                  <a16:creationId xmlns:a16="http://schemas.microsoft.com/office/drawing/2014/main" id="{D9BF3615-A0F8-F25E-87F1-96F24DCD37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1063" y="642461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4" name="Oval 431">
              <a:extLst>
                <a:ext uri="{FF2B5EF4-FFF2-40B4-BE49-F238E27FC236}">
                  <a16:creationId xmlns:a16="http://schemas.microsoft.com/office/drawing/2014/main" id="{470B1BC1-93A1-03E5-B9A9-3D67A9CF7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9163" y="6465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5" name="Oval 432">
              <a:extLst>
                <a:ext uri="{FF2B5EF4-FFF2-40B4-BE49-F238E27FC236}">
                  <a16:creationId xmlns:a16="http://schemas.microsoft.com/office/drawing/2014/main" id="{A859CD35-DC34-6730-BC76-5551C7094B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4088" y="6527801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6" name="Oval 433">
              <a:extLst>
                <a:ext uri="{FF2B5EF4-FFF2-40B4-BE49-F238E27FC236}">
                  <a16:creationId xmlns:a16="http://schemas.microsoft.com/office/drawing/2014/main" id="{D45EEBFA-53FF-E315-479E-976234034D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9013" y="6583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7" name="Oval 434">
              <a:extLst>
                <a:ext uri="{FF2B5EF4-FFF2-40B4-BE49-F238E27FC236}">
                  <a16:creationId xmlns:a16="http://schemas.microsoft.com/office/drawing/2014/main" id="{BE5A62C1-AFE7-962D-67D2-71AE17E06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2350" y="6640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8" name="Oval 435">
              <a:extLst>
                <a:ext uri="{FF2B5EF4-FFF2-40B4-BE49-F238E27FC236}">
                  <a16:creationId xmlns:a16="http://schemas.microsoft.com/office/drawing/2014/main" id="{FA9FB5FB-DB15-67D5-E8F0-C8EAFDBA6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0" y="6673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49" name="Oval 436">
              <a:extLst>
                <a:ext uri="{FF2B5EF4-FFF2-40B4-BE49-F238E27FC236}">
                  <a16:creationId xmlns:a16="http://schemas.microsoft.com/office/drawing/2014/main" id="{6C45D4C6-57C4-9853-248A-8B04F7B0C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3" y="6700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0" name="Oval 437">
              <a:extLst>
                <a:ext uri="{FF2B5EF4-FFF2-40B4-BE49-F238E27FC236}">
                  <a16:creationId xmlns:a16="http://schemas.microsoft.com/office/drawing/2014/main" id="{6B86CFCE-578B-7C9F-9882-7335E6FD5F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2838" y="6740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1" name="Oval 438">
              <a:extLst>
                <a:ext uri="{FF2B5EF4-FFF2-40B4-BE49-F238E27FC236}">
                  <a16:creationId xmlns:a16="http://schemas.microsoft.com/office/drawing/2014/main" id="{20B04ADE-869A-5E1D-12D9-8A9CD90026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9825" y="6789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2" name="Oval 439">
              <a:extLst>
                <a:ext uri="{FF2B5EF4-FFF2-40B4-BE49-F238E27FC236}">
                  <a16:creationId xmlns:a16="http://schemas.microsoft.com/office/drawing/2014/main" id="{9EF4FF2D-9A09-F3C6-93E4-BDCD40371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6813" y="6842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3" name="Oval 440">
              <a:extLst>
                <a:ext uri="{FF2B5EF4-FFF2-40B4-BE49-F238E27FC236}">
                  <a16:creationId xmlns:a16="http://schemas.microsoft.com/office/drawing/2014/main" id="{48978574-BF40-777F-9A11-A205DF445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3" y="687070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4" name="Oval 441">
              <a:extLst>
                <a:ext uri="{FF2B5EF4-FFF2-40B4-BE49-F238E27FC236}">
                  <a16:creationId xmlns:a16="http://schemas.microsoft.com/office/drawing/2014/main" id="{516BD445-658B-711B-FCD1-8AD18D4CCA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6025" y="6905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5" name="Oval 442">
              <a:extLst>
                <a:ext uri="{FF2B5EF4-FFF2-40B4-BE49-F238E27FC236}">
                  <a16:creationId xmlns:a16="http://schemas.microsoft.com/office/drawing/2014/main" id="{A7C6038D-9B0D-8420-99F3-2911281AD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8475" y="5842001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6" name="Oval 443">
              <a:extLst>
                <a:ext uri="{FF2B5EF4-FFF2-40B4-BE49-F238E27FC236}">
                  <a16:creationId xmlns:a16="http://schemas.microsoft.com/office/drawing/2014/main" id="{D8895DC7-A4BF-E208-3BF0-ACA3DAD680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3238" y="5857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7" name="Oval 444">
              <a:extLst>
                <a:ext uri="{FF2B5EF4-FFF2-40B4-BE49-F238E27FC236}">
                  <a16:creationId xmlns:a16="http://schemas.microsoft.com/office/drawing/2014/main" id="{1CC7F43E-6AE6-6E29-B203-3C39D45C1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0700" y="5903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8" name="Oval 445">
              <a:extLst>
                <a:ext uri="{FF2B5EF4-FFF2-40B4-BE49-F238E27FC236}">
                  <a16:creationId xmlns:a16="http://schemas.microsoft.com/office/drawing/2014/main" id="{85A32D0E-C4CC-6DF9-D075-7C5BFF148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07688" y="5961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59" name="Oval 446">
              <a:extLst>
                <a:ext uri="{FF2B5EF4-FFF2-40B4-BE49-F238E27FC236}">
                  <a16:creationId xmlns:a16="http://schemas.microsoft.com/office/drawing/2014/main" id="{9607F91B-D6A1-53F9-9AD3-774089395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5" y="60198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0" name="Oval 447">
              <a:extLst>
                <a:ext uri="{FF2B5EF4-FFF2-40B4-BE49-F238E27FC236}">
                  <a16:creationId xmlns:a16="http://schemas.microsoft.com/office/drawing/2014/main" id="{11972055-AC2C-B2BF-1B4A-AE44439EA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9125" y="6084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1" name="Oval 448">
              <a:extLst>
                <a:ext uri="{FF2B5EF4-FFF2-40B4-BE49-F238E27FC236}">
                  <a16:creationId xmlns:a16="http://schemas.microsoft.com/office/drawing/2014/main" id="{AEA53722-2FF9-B842-45B0-35F5B892B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0" y="61468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2" name="Oval 449">
              <a:extLst>
                <a:ext uri="{FF2B5EF4-FFF2-40B4-BE49-F238E27FC236}">
                  <a16:creationId xmlns:a16="http://schemas.microsoft.com/office/drawing/2014/main" id="{7AC4AF27-3455-D81F-4D94-6C888273C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1675" y="621506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3" name="Oval 450">
              <a:extLst>
                <a:ext uri="{FF2B5EF4-FFF2-40B4-BE49-F238E27FC236}">
                  <a16:creationId xmlns:a16="http://schemas.microsoft.com/office/drawing/2014/main" id="{BF66F373-1792-8362-C1DA-C6363C8A1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2950" y="6257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4" name="Oval 451">
              <a:extLst>
                <a:ext uri="{FF2B5EF4-FFF2-40B4-BE49-F238E27FC236}">
                  <a16:creationId xmlns:a16="http://schemas.microsoft.com/office/drawing/2014/main" id="{8EACB1AD-3815-FC40-BB8B-9F4D8BBEA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225" y="6308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5" name="Oval 452">
              <a:extLst>
                <a:ext uri="{FF2B5EF4-FFF2-40B4-BE49-F238E27FC236}">
                  <a16:creationId xmlns:a16="http://schemas.microsoft.com/office/drawing/2014/main" id="{E5D79C3B-238F-621B-F07A-D96D4AA0D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3913" y="636746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6" name="Oval 453">
              <a:extLst>
                <a:ext uri="{FF2B5EF4-FFF2-40B4-BE49-F238E27FC236}">
                  <a16:creationId xmlns:a16="http://schemas.microsoft.com/office/drawing/2014/main" id="{78FD0415-FE3B-466B-CB00-CAEF81063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6403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7" name="Oval 454">
              <a:extLst>
                <a:ext uri="{FF2B5EF4-FFF2-40B4-BE49-F238E27FC236}">
                  <a16:creationId xmlns:a16="http://schemas.microsoft.com/office/drawing/2014/main" id="{0CAB48AE-783A-9FAC-119F-4197EEAD18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0113" y="6453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8" name="Oval 455">
              <a:extLst>
                <a:ext uri="{FF2B5EF4-FFF2-40B4-BE49-F238E27FC236}">
                  <a16:creationId xmlns:a16="http://schemas.microsoft.com/office/drawing/2014/main" id="{CC20B2BE-FCA4-B9B5-3457-CF4AF5507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6625" y="6503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69" name="Oval 456">
              <a:extLst>
                <a:ext uri="{FF2B5EF4-FFF2-40B4-BE49-F238E27FC236}">
                  <a16:creationId xmlns:a16="http://schemas.microsoft.com/office/drawing/2014/main" id="{2B0994EA-32B0-813F-004C-052172882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1550" y="6559551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0" name="Oval 457">
              <a:extLst>
                <a:ext uri="{FF2B5EF4-FFF2-40B4-BE49-F238E27FC236}">
                  <a16:creationId xmlns:a16="http://schemas.microsoft.com/office/drawing/2014/main" id="{AAD2727F-5C43-ADF5-F7E0-FABA4FC36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3300" y="6596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1" name="Oval 458">
              <a:extLst>
                <a:ext uri="{FF2B5EF4-FFF2-40B4-BE49-F238E27FC236}">
                  <a16:creationId xmlns:a16="http://schemas.microsoft.com/office/drawing/2014/main" id="{C6019880-358F-420D-4C13-A123F16E8C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5050" y="6646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2" name="Oval 459">
              <a:extLst>
                <a:ext uri="{FF2B5EF4-FFF2-40B4-BE49-F238E27FC236}">
                  <a16:creationId xmlns:a16="http://schemas.microsoft.com/office/drawing/2014/main" id="{D6D1A841-C376-5529-C1DF-D29C51E46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3" y="6684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3" name="Oval 460">
              <a:extLst>
                <a:ext uri="{FF2B5EF4-FFF2-40B4-BE49-F238E27FC236}">
                  <a16:creationId xmlns:a16="http://schemas.microsoft.com/office/drawing/2014/main" id="{25812D11-58CC-71FE-12F8-6327681A3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3788" y="6723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4" name="Oval 461">
              <a:extLst>
                <a:ext uri="{FF2B5EF4-FFF2-40B4-BE49-F238E27FC236}">
                  <a16:creationId xmlns:a16="http://schemas.microsoft.com/office/drawing/2014/main" id="{7E83CE5D-6BB2-4058-14CA-B0CB6A8461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2363" y="6765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5" name="Oval 462">
              <a:extLst>
                <a:ext uri="{FF2B5EF4-FFF2-40B4-BE49-F238E27FC236}">
                  <a16:creationId xmlns:a16="http://schemas.microsoft.com/office/drawing/2014/main" id="{7C854CA8-3AAF-316D-0926-208BE8F17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0" y="6800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6" name="Oval 463">
              <a:extLst>
                <a:ext uri="{FF2B5EF4-FFF2-40B4-BE49-F238E27FC236}">
                  <a16:creationId xmlns:a16="http://schemas.microsoft.com/office/drawing/2014/main" id="{29F74D32-C48A-30B2-47C3-2F699094A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4750" y="6854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7" name="Oval 464">
              <a:extLst>
                <a:ext uri="{FF2B5EF4-FFF2-40B4-BE49-F238E27FC236}">
                  <a16:creationId xmlns:a16="http://schemas.microsoft.com/office/drawing/2014/main" id="{C179520C-D158-EC5A-9092-AB569FFD7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0150" y="688498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8" name="Oval 465">
              <a:extLst>
                <a:ext uri="{FF2B5EF4-FFF2-40B4-BE49-F238E27FC236}">
                  <a16:creationId xmlns:a16="http://schemas.microsoft.com/office/drawing/2014/main" id="{A269940E-FDD5-112B-E673-75A2F0E37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6263" y="5922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79" name="Oval 466">
              <a:extLst>
                <a:ext uri="{FF2B5EF4-FFF2-40B4-BE49-F238E27FC236}">
                  <a16:creationId xmlns:a16="http://schemas.microsoft.com/office/drawing/2014/main" id="{92C651A1-7EE8-3494-6997-D5B8A9E03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5" y="5953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0" name="Oval 467">
              <a:extLst>
                <a:ext uri="{FF2B5EF4-FFF2-40B4-BE49-F238E27FC236}">
                  <a16:creationId xmlns:a16="http://schemas.microsoft.com/office/drawing/2014/main" id="{5987C1F8-1E86-538A-C3F8-CA7109305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3725" y="598170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1" name="Oval 468">
              <a:extLst>
                <a:ext uri="{FF2B5EF4-FFF2-40B4-BE49-F238E27FC236}">
                  <a16:creationId xmlns:a16="http://schemas.microsoft.com/office/drawing/2014/main" id="{3B8C8E63-26B0-9E60-A0DC-A284BE81A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4363" y="6024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2" name="Oval 469">
              <a:extLst>
                <a:ext uri="{FF2B5EF4-FFF2-40B4-BE49-F238E27FC236}">
                  <a16:creationId xmlns:a16="http://schemas.microsoft.com/office/drawing/2014/main" id="{F1CFA69C-4E4B-278B-0E6C-01639D3CB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350" y="6080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3" name="Oval 470">
              <a:extLst>
                <a:ext uri="{FF2B5EF4-FFF2-40B4-BE49-F238E27FC236}">
                  <a16:creationId xmlns:a16="http://schemas.microsoft.com/office/drawing/2014/main" id="{B73D23FF-3531-CAF3-92DB-4F7E3C0BF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3100" y="6143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4" name="Oval 471">
              <a:extLst>
                <a:ext uri="{FF2B5EF4-FFF2-40B4-BE49-F238E27FC236}">
                  <a16:creationId xmlns:a16="http://schemas.microsoft.com/office/drawing/2014/main" id="{90D5688E-B4DC-8BDE-4F73-CC0A540624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5" y="6192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5" name="Oval 472">
              <a:extLst>
                <a:ext uri="{FF2B5EF4-FFF2-40B4-BE49-F238E27FC236}">
                  <a16:creationId xmlns:a16="http://schemas.microsoft.com/office/drawing/2014/main" id="{8E9F708E-6FE0-3884-DB30-41C55059B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2950" y="6253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6" name="Oval 473">
              <a:extLst>
                <a:ext uri="{FF2B5EF4-FFF2-40B4-BE49-F238E27FC236}">
                  <a16:creationId xmlns:a16="http://schemas.microsoft.com/office/drawing/2014/main" id="{8CC1F2C7-20CF-DF28-97EB-BA8A82235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9463" y="6300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7" name="Oval 474">
              <a:extLst>
                <a:ext uri="{FF2B5EF4-FFF2-40B4-BE49-F238E27FC236}">
                  <a16:creationId xmlns:a16="http://schemas.microsoft.com/office/drawing/2014/main" id="{8BC2927F-BAD2-5076-2D42-BAC30379D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5975" y="6337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8" name="Oval 475">
              <a:extLst>
                <a:ext uri="{FF2B5EF4-FFF2-40B4-BE49-F238E27FC236}">
                  <a16:creationId xmlns:a16="http://schemas.microsoft.com/office/drawing/2014/main" id="{DB5FA06A-6DB0-DA7C-B057-B45A9465F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2488" y="6392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89" name="Oval 476">
              <a:extLst>
                <a:ext uri="{FF2B5EF4-FFF2-40B4-BE49-F238E27FC236}">
                  <a16:creationId xmlns:a16="http://schemas.microsoft.com/office/drawing/2014/main" id="{BADDC306-4854-5C56-A59E-6DB99C1892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0" y="6434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0" name="Oval 477">
              <a:extLst>
                <a:ext uri="{FF2B5EF4-FFF2-40B4-BE49-F238E27FC236}">
                  <a16:creationId xmlns:a16="http://schemas.microsoft.com/office/drawing/2014/main" id="{0113E6A3-083D-9897-79A5-80B481311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2338" y="6473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1" name="Oval 478">
              <a:extLst>
                <a:ext uri="{FF2B5EF4-FFF2-40B4-BE49-F238E27FC236}">
                  <a16:creationId xmlns:a16="http://schemas.microsoft.com/office/drawing/2014/main" id="{68F2C532-053F-B0D3-83CF-39E985B4B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5675" y="6519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2" name="Oval 479">
              <a:extLst>
                <a:ext uri="{FF2B5EF4-FFF2-40B4-BE49-F238E27FC236}">
                  <a16:creationId xmlns:a16="http://schemas.microsoft.com/office/drawing/2014/main" id="{42D9C581-7CC1-2C80-3F32-9C48C5DD0C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425" y="6580188"/>
              <a:ext cx="14287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3" name="Oval 480">
              <a:extLst>
                <a:ext uri="{FF2B5EF4-FFF2-40B4-BE49-F238E27FC236}">
                  <a16:creationId xmlns:a16="http://schemas.microsoft.com/office/drawing/2014/main" id="{5DABDDEC-E818-9F81-0202-5D1952406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9175" y="660400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4" name="Oval 481">
              <a:extLst>
                <a:ext uri="{FF2B5EF4-FFF2-40B4-BE49-F238E27FC236}">
                  <a16:creationId xmlns:a16="http://schemas.microsoft.com/office/drawing/2014/main" id="{5858A416-1169-D78C-121C-672C9132C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9338" y="6648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5" name="Oval 482">
              <a:extLst>
                <a:ext uri="{FF2B5EF4-FFF2-40B4-BE49-F238E27FC236}">
                  <a16:creationId xmlns:a16="http://schemas.microsoft.com/office/drawing/2014/main" id="{78C04DAB-69B5-0769-E1FC-1C7751B73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7913" y="6694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6" name="Oval 483">
              <a:extLst>
                <a:ext uri="{FF2B5EF4-FFF2-40B4-BE49-F238E27FC236}">
                  <a16:creationId xmlns:a16="http://schemas.microsoft.com/office/drawing/2014/main" id="{183C0BE6-5798-3021-1968-49122D950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488" y="6745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7" name="Oval 484">
              <a:extLst>
                <a:ext uri="{FF2B5EF4-FFF2-40B4-BE49-F238E27FC236}">
                  <a16:creationId xmlns:a16="http://schemas.microsoft.com/office/drawing/2014/main" id="{3CDCDD60-8D7E-DB13-19C5-A5D21C8D8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788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8" name="Oval 485">
              <a:extLst>
                <a:ext uri="{FF2B5EF4-FFF2-40B4-BE49-F238E27FC236}">
                  <a16:creationId xmlns:a16="http://schemas.microsoft.com/office/drawing/2014/main" id="{89D843A6-1C04-0C7A-01C7-897BC3AA1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8875" y="6808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99" name="Oval 486">
              <a:extLst>
                <a:ext uri="{FF2B5EF4-FFF2-40B4-BE49-F238E27FC236}">
                  <a16:creationId xmlns:a16="http://schemas.microsoft.com/office/drawing/2014/main" id="{8B50CDCC-A25A-4ED8-74C7-7518DE3EE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4275" y="685006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00" name="Oval 487">
              <a:extLst>
                <a:ext uri="{FF2B5EF4-FFF2-40B4-BE49-F238E27FC236}">
                  <a16:creationId xmlns:a16="http://schemas.microsoft.com/office/drawing/2014/main" id="{45FC5DAE-4CEF-B6D1-9514-CE900A0D56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8088" y="6886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01" name="Oval 488">
              <a:extLst>
                <a:ext uri="{FF2B5EF4-FFF2-40B4-BE49-F238E27FC236}">
                  <a16:creationId xmlns:a16="http://schemas.microsoft.com/office/drawing/2014/main" id="{2ECC5831-56F8-BB7A-498C-150F5C740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6113" y="5997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2" name="Oval 490">
              <a:extLst>
                <a:ext uri="{FF2B5EF4-FFF2-40B4-BE49-F238E27FC236}">
                  <a16:creationId xmlns:a16="http://schemas.microsoft.com/office/drawing/2014/main" id="{C882954F-2346-7F93-383B-2F4EA32F1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9288" y="6030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3" name="Oval 491">
              <a:extLst>
                <a:ext uri="{FF2B5EF4-FFF2-40B4-BE49-F238E27FC236}">
                  <a16:creationId xmlns:a16="http://schemas.microsoft.com/office/drawing/2014/main" id="{729430E8-5F5F-860C-504D-FE3447FA5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1" y="6061076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4" name="Oval 492">
              <a:extLst>
                <a:ext uri="{FF2B5EF4-FFF2-40B4-BE49-F238E27FC236}">
                  <a16:creationId xmlns:a16="http://schemas.microsoft.com/office/drawing/2014/main" id="{C25E9F25-32E5-0636-2FDC-D1C9B5BF4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6276" y="6094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5" name="Oval 493">
              <a:extLst>
                <a:ext uri="{FF2B5EF4-FFF2-40B4-BE49-F238E27FC236}">
                  <a16:creationId xmlns:a16="http://schemas.microsoft.com/office/drawing/2014/main" id="{10FE36A9-BD1A-B04B-AEB6-B048E9D95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8501" y="6129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6" name="Oval 494">
              <a:extLst>
                <a:ext uri="{FF2B5EF4-FFF2-40B4-BE49-F238E27FC236}">
                  <a16:creationId xmlns:a16="http://schemas.microsoft.com/office/drawing/2014/main" id="{353461C7-A41E-E90F-D440-42FEF754C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3901" y="6191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7" name="Oval 495">
              <a:extLst>
                <a:ext uri="{FF2B5EF4-FFF2-40B4-BE49-F238E27FC236}">
                  <a16:creationId xmlns:a16="http://schemas.microsoft.com/office/drawing/2014/main" id="{AB2B4C49-6E6F-808E-B9F2-F91A31E47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4063" y="6238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8" name="Oval 496">
              <a:extLst>
                <a:ext uri="{FF2B5EF4-FFF2-40B4-BE49-F238E27FC236}">
                  <a16:creationId xmlns:a16="http://schemas.microsoft.com/office/drawing/2014/main" id="{75C93547-D0EC-9D5D-9F33-A48B3DBEA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226" y="6291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9" name="Oval 497">
              <a:extLst>
                <a:ext uri="{FF2B5EF4-FFF2-40B4-BE49-F238E27FC236}">
                  <a16:creationId xmlns:a16="http://schemas.microsoft.com/office/drawing/2014/main" id="{775B4A89-1489-567F-65AC-33057ABB75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5976" y="6334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0" name="Oval 498">
              <a:extLst>
                <a:ext uri="{FF2B5EF4-FFF2-40B4-BE49-F238E27FC236}">
                  <a16:creationId xmlns:a16="http://schemas.microsoft.com/office/drawing/2014/main" id="{097A10AB-4DB6-5109-8C31-E28F9914E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9313" y="6369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1" name="Oval 499">
              <a:extLst>
                <a:ext uri="{FF2B5EF4-FFF2-40B4-BE49-F238E27FC236}">
                  <a16:creationId xmlns:a16="http://schemas.microsoft.com/office/drawing/2014/main" id="{5D956B09-CFFB-DBCE-4800-9A340D10D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1063" y="6419851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2" name="Oval 500">
              <a:extLst>
                <a:ext uri="{FF2B5EF4-FFF2-40B4-BE49-F238E27FC236}">
                  <a16:creationId xmlns:a16="http://schemas.microsoft.com/office/drawing/2014/main" id="{3D916FAF-6418-A3A3-CA46-3A191EDB6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4401" y="6469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3" name="Oval 501">
              <a:extLst>
                <a:ext uri="{FF2B5EF4-FFF2-40B4-BE49-F238E27FC236}">
                  <a16:creationId xmlns:a16="http://schemas.microsoft.com/office/drawing/2014/main" id="{27122F60-7885-3B97-CD17-2824AD3D3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6151" y="64976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4" name="Oval 502">
              <a:extLst>
                <a:ext uri="{FF2B5EF4-FFF2-40B4-BE49-F238E27FC236}">
                  <a16:creationId xmlns:a16="http://schemas.microsoft.com/office/drawing/2014/main" id="{FDCA550C-700C-E12F-2B89-37FF0C963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6313" y="6534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5" name="Oval 503">
              <a:extLst>
                <a:ext uri="{FF2B5EF4-FFF2-40B4-BE49-F238E27FC236}">
                  <a16:creationId xmlns:a16="http://schemas.microsoft.com/office/drawing/2014/main" id="{ABF76E93-D2FD-3D98-C87E-14F8BB6C8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6476" y="6592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6" name="Oval 504">
              <a:extLst>
                <a:ext uri="{FF2B5EF4-FFF2-40B4-BE49-F238E27FC236}">
                  <a16:creationId xmlns:a16="http://schemas.microsoft.com/office/drawing/2014/main" id="{99E5E672-FEB3-6396-8E8A-09492650C4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6638" y="66357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7" name="Oval 505">
              <a:extLst>
                <a:ext uri="{FF2B5EF4-FFF2-40B4-BE49-F238E27FC236}">
                  <a16:creationId xmlns:a16="http://schemas.microsoft.com/office/drawing/2014/main" id="{9490D57E-7CC0-0728-1364-9783102AE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3" y="6673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8" name="Oval 506">
              <a:extLst>
                <a:ext uri="{FF2B5EF4-FFF2-40B4-BE49-F238E27FC236}">
                  <a16:creationId xmlns:a16="http://schemas.microsoft.com/office/drawing/2014/main" id="{A15EEC26-1FBE-B7A7-147A-3A5335AA2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2201" y="6718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19" name="Oval 507">
              <a:extLst>
                <a:ext uri="{FF2B5EF4-FFF2-40B4-BE49-F238E27FC236}">
                  <a16:creationId xmlns:a16="http://schemas.microsoft.com/office/drawing/2014/main" id="{5B6CB2FF-1DB5-449A-5FDF-8E8FC27DA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9188" y="6750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0" name="Oval 508">
              <a:extLst>
                <a:ext uri="{FF2B5EF4-FFF2-40B4-BE49-F238E27FC236}">
                  <a16:creationId xmlns:a16="http://schemas.microsoft.com/office/drawing/2014/main" id="{8241E810-A3D3-C71A-74C2-66BDBC6AD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4588" y="6789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1" name="Oval 509">
              <a:extLst>
                <a:ext uri="{FF2B5EF4-FFF2-40B4-BE49-F238E27FC236}">
                  <a16:creationId xmlns:a16="http://schemas.microsoft.com/office/drawing/2014/main" id="{E2A1AA92-F61F-EFD0-2752-F3E6B0632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8" y="6821488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2" name="Oval 510">
              <a:extLst>
                <a:ext uri="{FF2B5EF4-FFF2-40B4-BE49-F238E27FC236}">
                  <a16:creationId xmlns:a16="http://schemas.microsoft.com/office/drawing/2014/main" id="{25842FD8-DF4A-F19F-F3E9-766537ECB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3801" y="6858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3" name="Oval 511">
              <a:extLst>
                <a:ext uri="{FF2B5EF4-FFF2-40B4-BE49-F238E27FC236}">
                  <a16:creationId xmlns:a16="http://schemas.microsoft.com/office/drawing/2014/main" id="{AC957AC3-4229-98EA-29CD-EC2ABCB817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6026" y="6902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4" name="Oval 512">
              <a:extLst>
                <a:ext uri="{FF2B5EF4-FFF2-40B4-BE49-F238E27FC236}">
                  <a16:creationId xmlns:a16="http://schemas.microsoft.com/office/drawing/2014/main" id="{DFC249EB-1135-42DC-80ED-8CDB2FB78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6" y="6080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5" name="Oval 513">
              <a:extLst>
                <a:ext uri="{FF2B5EF4-FFF2-40B4-BE49-F238E27FC236}">
                  <a16:creationId xmlns:a16="http://schemas.microsoft.com/office/drawing/2014/main" id="{17FD42E8-F035-651C-156B-FB780D8D9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9613" y="6094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6" name="Oval 514">
              <a:extLst>
                <a:ext uri="{FF2B5EF4-FFF2-40B4-BE49-F238E27FC236}">
                  <a16:creationId xmlns:a16="http://schemas.microsoft.com/office/drawing/2014/main" id="{D0B324E3-178C-4653-4980-F9E3B8243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9138" y="6119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7" name="Oval 515">
              <a:extLst>
                <a:ext uri="{FF2B5EF4-FFF2-40B4-BE49-F238E27FC236}">
                  <a16:creationId xmlns:a16="http://schemas.microsoft.com/office/drawing/2014/main" id="{55514D97-D531-3C64-2734-51482AB9C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3426" y="6143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8" name="Oval 516">
              <a:extLst>
                <a:ext uri="{FF2B5EF4-FFF2-40B4-BE49-F238E27FC236}">
                  <a16:creationId xmlns:a16="http://schemas.microsoft.com/office/drawing/2014/main" id="{46461133-395E-6F6B-2361-174F0413B4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0888" y="6178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29" name="Oval 517">
              <a:extLst>
                <a:ext uri="{FF2B5EF4-FFF2-40B4-BE49-F238E27FC236}">
                  <a16:creationId xmlns:a16="http://schemas.microsoft.com/office/drawing/2014/main" id="{6F08746A-3413-A2AD-577A-C335C6633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3113" y="623570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0" name="Oval 518">
              <a:extLst>
                <a:ext uri="{FF2B5EF4-FFF2-40B4-BE49-F238E27FC236}">
                  <a16:creationId xmlns:a16="http://schemas.microsoft.com/office/drawing/2014/main" id="{BBCFC2FB-83C1-7F17-997E-AD68BA328A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8513" y="6286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1" name="Oval 519">
              <a:extLst>
                <a:ext uri="{FF2B5EF4-FFF2-40B4-BE49-F238E27FC236}">
                  <a16:creationId xmlns:a16="http://schemas.microsoft.com/office/drawing/2014/main" id="{5CBBDBF7-F0A0-D721-7809-D59D3D93F2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3913" y="6337301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2" name="Oval 520">
              <a:extLst>
                <a:ext uri="{FF2B5EF4-FFF2-40B4-BE49-F238E27FC236}">
                  <a16:creationId xmlns:a16="http://schemas.microsoft.com/office/drawing/2014/main" id="{B1CD3788-CD1C-A3D6-B6F9-C54D87BDD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2488" y="6378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3" name="Oval 521">
              <a:extLst>
                <a:ext uri="{FF2B5EF4-FFF2-40B4-BE49-F238E27FC236}">
                  <a16:creationId xmlns:a16="http://schemas.microsoft.com/office/drawing/2014/main" id="{169E7933-E856-BDB2-7D48-F8F238CC44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1063" y="6416676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4" name="Oval 522">
              <a:extLst>
                <a:ext uri="{FF2B5EF4-FFF2-40B4-BE49-F238E27FC236}">
                  <a16:creationId xmlns:a16="http://schemas.microsoft.com/office/drawing/2014/main" id="{C2328612-2E82-E4FD-0966-FB22C08631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1226" y="6464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5" name="Oval 523">
              <a:extLst>
                <a:ext uri="{FF2B5EF4-FFF2-40B4-BE49-F238E27FC236}">
                  <a16:creationId xmlns:a16="http://schemas.microsoft.com/office/drawing/2014/main" id="{21EDE4BB-781D-6CCE-7939-177DFDA9D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01" y="6503988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6" name="Oval 524">
              <a:extLst>
                <a:ext uri="{FF2B5EF4-FFF2-40B4-BE49-F238E27FC236}">
                  <a16:creationId xmlns:a16="http://schemas.microsoft.com/office/drawing/2014/main" id="{1AAE8684-5799-E0E1-98C0-A51F32751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9963" y="6543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7" name="Oval 525">
              <a:extLst>
                <a:ext uri="{FF2B5EF4-FFF2-40B4-BE49-F238E27FC236}">
                  <a16:creationId xmlns:a16="http://schemas.microsoft.com/office/drawing/2014/main" id="{11966328-E578-F5E7-3DB8-9D139777C2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8538" y="6583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8" name="Oval 526">
              <a:extLst>
                <a:ext uri="{FF2B5EF4-FFF2-40B4-BE49-F238E27FC236}">
                  <a16:creationId xmlns:a16="http://schemas.microsoft.com/office/drawing/2014/main" id="{8299833C-0CEA-7E06-ABB6-3B84F1F95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7113" y="6618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39" name="Oval 527">
              <a:extLst>
                <a:ext uri="{FF2B5EF4-FFF2-40B4-BE49-F238E27FC236}">
                  <a16:creationId xmlns:a16="http://schemas.microsoft.com/office/drawing/2014/main" id="{23AC522B-A77B-4DC5-D2B8-262B859A9F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1" y="6661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0" name="Oval 528">
              <a:extLst>
                <a:ext uri="{FF2B5EF4-FFF2-40B4-BE49-F238E27FC236}">
                  <a16:creationId xmlns:a16="http://schemas.microsoft.com/office/drawing/2014/main" id="{BA95182A-A693-F9D3-E7CD-FD89475A2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1088" y="66960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1" name="Oval 529">
              <a:extLst>
                <a:ext uri="{FF2B5EF4-FFF2-40B4-BE49-F238E27FC236}">
                  <a16:creationId xmlns:a16="http://schemas.microsoft.com/office/drawing/2014/main" id="{6471E708-70BC-E8A1-858D-8F9996B7D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488" y="6731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2" name="Oval 530">
              <a:extLst>
                <a:ext uri="{FF2B5EF4-FFF2-40B4-BE49-F238E27FC236}">
                  <a16:creationId xmlns:a16="http://schemas.microsoft.com/office/drawing/2014/main" id="{5FDCBB58-CDD2-B797-8CA4-EEA976964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1888" y="6772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3" name="Oval 531">
              <a:extLst>
                <a:ext uri="{FF2B5EF4-FFF2-40B4-BE49-F238E27FC236}">
                  <a16:creationId xmlns:a16="http://schemas.microsoft.com/office/drawing/2014/main" id="{11DA572A-D72E-2327-FD54-DB51BFC25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7288" y="6811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4" name="Oval 532">
              <a:extLst>
                <a:ext uri="{FF2B5EF4-FFF2-40B4-BE49-F238E27FC236}">
                  <a16:creationId xmlns:a16="http://schemas.microsoft.com/office/drawing/2014/main" id="{5925CA46-D1FE-CA4D-A321-5C9E63010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1101" y="6840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5" name="Oval 533">
              <a:extLst>
                <a:ext uri="{FF2B5EF4-FFF2-40B4-BE49-F238E27FC236}">
                  <a16:creationId xmlns:a16="http://schemas.microsoft.com/office/drawing/2014/main" id="{C241C988-F746-AE45-6629-AF41B2F3B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3326" y="6867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6" name="Oval 534">
              <a:extLst>
                <a:ext uri="{FF2B5EF4-FFF2-40B4-BE49-F238E27FC236}">
                  <a16:creationId xmlns:a16="http://schemas.microsoft.com/office/drawing/2014/main" id="{AF7E7768-687B-62A6-085F-954175E615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3588" y="6153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7" name="Oval 535">
              <a:extLst>
                <a:ext uri="{FF2B5EF4-FFF2-40B4-BE49-F238E27FC236}">
                  <a16:creationId xmlns:a16="http://schemas.microsoft.com/office/drawing/2014/main" id="{3917B358-14DA-8203-263E-39D3D6CB9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5176" y="6164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8" name="Oval 536">
              <a:extLst>
                <a:ext uri="{FF2B5EF4-FFF2-40B4-BE49-F238E27FC236}">
                  <a16:creationId xmlns:a16="http://schemas.microsoft.com/office/drawing/2014/main" id="{7BB07980-FF8C-F744-7667-3F2F36FCFF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3113" y="6178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49" name="Oval 537">
              <a:extLst>
                <a:ext uri="{FF2B5EF4-FFF2-40B4-BE49-F238E27FC236}">
                  <a16:creationId xmlns:a16="http://schemas.microsoft.com/office/drawing/2014/main" id="{FBDDB04A-7C68-F8A7-3E2A-00C240D60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226" y="62007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0" name="Oval 538">
              <a:extLst>
                <a:ext uri="{FF2B5EF4-FFF2-40B4-BE49-F238E27FC236}">
                  <a16:creationId xmlns:a16="http://schemas.microsoft.com/office/drawing/2014/main" id="{5658B11C-4F92-16B0-7AC9-E4CD5F1A9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0101" y="6237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1" name="Oval 539">
              <a:extLst>
                <a:ext uri="{FF2B5EF4-FFF2-40B4-BE49-F238E27FC236}">
                  <a16:creationId xmlns:a16="http://schemas.microsoft.com/office/drawing/2014/main" id="{221640F2-DC96-91D6-A7F5-D71D9315E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9151" y="6283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2" name="Oval 540">
              <a:extLst>
                <a:ext uri="{FF2B5EF4-FFF2-40B4-BE49-F238E27FC236}">
                  <a16:creationId xmlns:a16="http://schemas.microsoft.com/office/drawing/2014/main" id="{813B7D19-A661-3D8E-596F-C481334E0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9788" y="63246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3" name="Oval 541">
              <a:extLst>
                <a:ext uri="{FF2B5EF4-FFF2-40B4-BE49-F238E27FC236}">
                  <a16:creationId xmlns:a16="http://schemas.microsoft.com/office/drawing/2014/main" id="{E31FB053-D6F1-F096-897E-E577A11DA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1" y="6367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4" name="Oval 542">
              <a:extLst>
                <a:ext uri="{FF2B5EF4-FFF2-40B4-BE49-F238E27FC236}">
                  <a16:creationId xmlns:a16="http://schemas.microsoft.com/office/drawing/2014/main" id="{FE5425B5-DD15-E488-3982-109053598D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1" y="6411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5" name="Oval 543">
              <a:extLst>
                <a:ext uri="{FF2B5EF4-FFF2-40B4-BE49-F238E27FC236}">
                  <a16:creationId xmlns:a16="http://schemas.microsoft.com/office/drawing/2014/main" id="{42D7F1CD-7A70-A112-3838-D2A6C99F0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4401" y="6450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6" name="Oval 544">
              <a:extLst>
                <a:ext uri="{FF2B5EF4-FFF2-40B4-BE49-F238E27FC236}">
                  <a16:creationId xmlns:a16="http://schemas.microsoft.com/office/drawing/2014/main" id="{7B6D7551-FD79-BF79-C935-DD09B0C94E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01" y="6489701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7" name="Oval 545">
              <a:extLst>
                <a:ext uri="{FF2B5EF4-FFF2-40B4-BE49-F238E27FC236}">
                  <a16:creationId xmlns:a16="http://schemas.microsoft.com/office/drawing/2014/main" id="{CB2064B0-A2DB-6F46-7B91-2B2CD6E91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6788" y="6537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8" name="Oval 546">
              <a:extLst>
                <a:ext uri="{FF2B5EF4-FFF2-40B4-BE49-F238E27FC236}">
                  <a16:creationId xmlns:a16="http://schemas.microsoft.com/office/drawing/2014/main" id="{70B80D64-B11B-88CE-8179-9F0F0E872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3776" y="6583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59" name="Oval 547">
              <a:extLst>
                <a:ext uri="{FF2B5EF4-FFF2-40B4-BE49-F238E27FC236}">
                  <a16:creationId xmlns:a16="http://schemas.microsoft.com/office/drawing/2014/main" id="{3C3F89D1-A9A5-9B4F-7BC2-4A0265550B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0763" y="6615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0" name="Oval 548">
              <a:extLst>
                <a:ext uri="{FF2B5EF4-FFF2-40B4-BE49-F238E27FC236}">
                  <a16:creationId xmlns:a16="http://schemas.microsoft.com/office/drawing/2014/main" id="{F63CAA4F-7739-6275-8270-5902226A4A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6163" y="6645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1" name="Oval 549">
              <a:extLst>
                <a:ext uri="{FF2B5EF4-FFF2-40B4-BE49-F238E27FC236}">
                  <a16:creationId xmlns:a16="http://schemas.microsoft.com/office/drawing/2014/main" id="{82F4CA8C-505A-D9D9-5D04-7C5A19439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1563" y="6692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2" name="Oval 550">
              <a:extLst>
                <a:ext uri="{FF2B5EF4-FFF2-40B4-BE49-F238E27FC236}">
                  <a16:creationId xmlns:a16="http://schemas.microsoft.com/office/drawing/2014/main" id="{1A6D5A66-E5DF-44FE-2E1A-5291EE091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6963" y="6721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3" name="Oval 551">
              <a:extLst>
                <a:ext uri="{FF2B5EF4-FFF2-40B4-BE49-F238E27FC236}">
                  <a16:creationId xmlns:a16="http://schemas.microsoft.com/office/drawing/2014/main" id="{D9518A9C-F30C-2B61-09F8-8CA062EEE2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2363" y="6746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4" name="Oval 552">
              <a:extLst>
                <a:ext uri="{FF2B5EF4-FFF2-40B4-BE49-F238E27FC236}">
                  <a16:creationId xmlns:a16="http://schemas.microsoft.com/office/drawing/2014/main" id="{3D0B6206-72C2-89B6-D085-A73A2E84B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6176" y="6784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5" name="Oval 553">
              <a:extLst>
                <a:ext uri="{FF2B5EF4-FFF2-40B4-BE49-F238E27FC236}">
                  <a16:creationId xmlns:a16="http://schemas.microsoft.com/office/drawing/2014/main" id="{51E512A0-CEE0-6B73-3F90-BC7F7DC08A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8" y="68294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6" name="Oval 554">
              <a:extLst>
                <a:ext uri="{FF2B5EF4-FFF2-40B4-BE49-F238E27FC236}">
                  <a16:creationId xmlns:a16="http://schemas.microsoft.com/office/drawing/2014/main" id="{9D42EBDD-68AA-8ADF-1350-C4D1C2B35B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3" y="68643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7" name="Oval 555">
              <a:extLst>
                <a:ext uri="{FF2B5EF4-FFF2-40B4-BE49-F238E27FC236}">
                  <a16:creationId xmlns:a16="http://schemas.microsoft.com/office/drawing/2014/main" id="{2761C20D-5E8F-F9C9-EA7B-91D54A112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4438" y="6891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8" name="Oval 556">
              <a:extLst>
                <a:ext uri="{FF2B5EF4-FFF2-40B4-BE49-F238E27FC236}">
                  <a16:creationId xmlns:a16="http://schemas.microsoft.com/office/drawing/2014/main" id="{0FD0294C-84FC-8031-75B4-30B3226683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4388" y="6211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69" name="Oval 557">
              <a:extLst>
                <a:ext uri="{FF2B5EF4-FFF2-40B4-BE49-F238E27FC236}">
                  <a16:creationId xmlns:a16="http://schemas.microsoft.com/office/drawing/2014/main" id="{BF057C11-093A-B0FA-7BB6-6B1948C108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5976" y="6223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0" name="Oval 558">
              <a:extLst>
                <a:ext uri="{FF2B5EF4-FFF2-40B4-BE49-F238E27FC236}">
                  <a16:creationId xmlns:a16="http://schemas.microsoft.com/office/drawing/2014/main" id="{41311439-D7D6-1FA8-A6E7-6489A6C61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2326" y="62357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1" name="Oval 559">
              <a:extLst>
                <a:ext uri="{FF2B5EF4-FFF2-40B4-BE49-F238E27FC236}">
                  <a16:creationId xmlns:a16="http://schemas.microsoft.com/office/drawing/2014/main" id="{62AF2C18-2A98-514F-5715-D3E255D4A3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1851" y="6264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2" name="Oval 560">
              <a:extLst>
                <a:ext uri="{FF2B5EF4-FFF2-40B4-BE49-F238E27FC236}">
                  <a16:creationId xmlns:a16="http://schemas.microsoft.com/office/drawing/2014/main" id="{7C00BE3B-29F4-96AC-3A10-CFF25F237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6138" y="62896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3" name="Oval 561">
              <a:extLst>
                <a:ext uri="{FF2B5EF4-FFF2-40B4-BE49-F238E27FC236}">
                  <a16:creationId xmlns:a16="http://schemas.microsoft.com/office/drawing/2014/main" id="{B07CBB43-176D-E7C4-2B09-4FEDDECA0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633095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4" name="Oval 562">
              <a:extLst>
                <a:ext uri="{FF2B5EF4-FFF2-40B4-BE49-F238E27FC236}">
                  <a16:creationId xmlns:a16="http://schemas.microsoft.com/office/drawing/2014/main" id="{5F85B539-30D1-63B7-4BAF-FF265EE57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1063" y="6364288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5" name="Oval 563">
              <a:extLst>
                <a:ext uri="{FF2B5EF4-FFF2-40B4-BE49-F238E27FC236}">
                  <a16:creationId xmlns:a16="http://schemas.microsoft.com/office/drawing/2014/main" id="{359EA315-0C5B-A22C-AB8F-7EF4592E3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0113" y="6403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6" name="Oval 564">
              <a:extLst>
                <a:ext uri="{FF2B5EF4-FFF2-40B4-BE49-F238E27FC236}">
                  <a16:creationId xmlns:a16="http://schemas.microsoft.com/office/drawing/2014/main" id="{E1B8AEDA-4F95-36CC-88D5-18BD5BE06F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2338" y="6446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7" name="Oval 565">
              <a:extLst>
                <a:ext uri="{FF2B5EF4-FFF2-40B4-BE49-F238E27FC236}">
                  <a16:creationId xmlns:a16="http://schemas.microsoft.com/office/drawing/2014/main" id="{4F7D8D97-3E42-A467-50DF-63CA67E58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6151" y="6480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8" name="Oval 566">
              <a:extLst>
                <a:ext uri="{FF2B5EF4-FFF2-40B4-BE49-F238E27FC236}">
                  <a16:creationId xmlns:a16="http://schemas.microsoft.com/office/drawing/2014/main" id="{B02DF008-4107-B1BC-5CA5-05E747D64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9963" y="6516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79" name="Oval 567">
              <a:extLst>
                <a:ext uri="{FF2B5EF4-FFF2-40B4-BE49-F238E27FC236}">
                  <a16:creationId xmlns:a16="http://schemas.microsoft.com/office/drawing/2014/main" id="{9024160B-CF8C-C3CF-C5E1-B19B65E069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3776" y="6554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0" name="Oval 568">
              <a:extLst>
                <a:ext uri="{FF2B5EF4-FFF2-40B4-BE49-F238E27FC236}">
                  <a16:creationId xmlns:a16="http://schemas.microsoft.com/office/drawing/2014/main" id="{80A197B2-32B8-6022-744A-9771A0959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7588" y="6596063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1" name="Oval 569">
              <a:extLst>
                <a:ext uri="{FF2B5EF4-FFF2-40B4-BE49-F238E27FC236}">
                  <a16:creationId xmlns:a16="http://schemas.microsoft.com/office/drawing/2014/main" id="{69F05FC7-2C51-1BD4-8802-22769CD7DD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2988" y="6629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2" name="Oval 570">
              <a:extLst>
                <a:ext uri="{FF2B5EF4-FFF2-40B4-BE49-F238E27FC236}">
                  <a16:creationId xmlns:a16="http://schemas.microsoft.com/office/drawing/2014/main" id="{17FA6C90-E867-FBA3-E188-65B909926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6801" y="6664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3" name="Oval 571">
              <a:extLst>
                <a:ext uri="{FF2B5EF4-FFF2-40B4-BE49-F238E27FC236}">
                  <a16:creationId xmlns:a16="http://schemas.microsoft.com/office/drawing/2014/main" id="{77B4F4EC-BEEE-CE44-862A-16068A93E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0613" y="6711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4" name="Oval 572">
              <a:extLst>
                <a:ext uri="{FF2B5EF4-FFF2-40B4-BE49-F238E27FC236}">
                  <a16:creationId xmlns:a16="http://schemas.microsoft.com/office/drawing/2014/main" id="{06F1B2CC-9D71-2FF7-12FD-B2932017B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4426" y="6748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5" name="Oval 573">
              <a:extLst>
                <a:ext uri="{FF2B5EF4-FFF2-40B4-BE49-F238E27FC236}">
                  <a16:creationId xmlns:a16="http://schemas.microsoft.com/office/drawing/2014/main" id="{B3705987-9775-4A82-364D-6772B9CCD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8238" y="6780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6" name="Oval 574">
              <a:extLst>
                <a:ext uri="{FF2B5EF4-FFF2-40B4-BE49-F238E27FC236}">
                  <a16:creationId xmlns:a16="http://schemas.microsoft.com/office/drawing/2014/main" id="{5B2480B8-3DC0-EE2E-D755-8CCF0FCBE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0463" y="6816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7" name="Oval 575">
              <a:extLst>
                <a:ext uri="{FF2B5EF4-FFF2-40B4-BE49-F238E27FC236}">
                  <a16:creationId xmlns:a16="http://schemas.microsoft.com/office/drawing/2014/main" id="{834A6E05-7DB0-60E6-9899-C76779AC7B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4276" y="6848476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8" name="Oval 576">
              <a:extLst>
                <a:ext uri="{FF2B5EF4-FFF2-40B4-BE49-F238E27FC236}">
                  <a16:creationId xmlns:a16="http://schemas.microsoft.com/office/drawing/2014/main" id="{B7D6A954-8204-6E46-87EE-53752F2D80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4913" y="6873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89" name="Oval 577">
              <a:extLst>
                <a:ext uri="{FF2B5EF4-FFF2-40B4-BE49-F238E27FC236}">
                  <a16:creationId xmlns:a16="http://schemas.microsoft.com/office/drawing/2014/main" id="{2D336BC0-DB81-CB1C-85CB-03FCA7333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6905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0" name="Oval 578">
              <a:extLst>
                <a:ext uri="{FF2B5EF4-FFF2-40B4-BE49-F238E27FC236}">
                  <a16:creationId xmlns:a16="http://schemas.microsoft.com/office/drawing/2014/main" id="{FF25241E-9270-8C8B-62A2-8105484DA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6267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1" name="Oval 579">
              <a:extLst>
                <a:ext uri="{FF2B5EF4-FFF2-40B4-BE49-F238E27FC236}">
                  <a16:creationId xmlns:a16="http://schemas.microsoft.com/office/drawing/2014/main" id="{F592F85C-76AA-10BF-B008-BB0E80C4F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1" y="6280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2" name="Oval 580">
              <a:extLst>
                <a:ext uri="{FF2B5EF4-FFF2-40B4-BE49-F238E27FC236}">
                  <a16:creationId xmlns:a16="http://schemas.microsoft.com/office/drawing/2014/main" id="{DBC416BD-458C-2F30-0D69-A3520C01D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8363" y="6288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3" name="Oval 581">
              <a:extLst>
                <a:ext uri="{FF2B5EF4-FFF2-40B4-BE49-F238E27FC236}">
                  <a16:creationId xmlns:a16="http://schemas.microsoft.com/office/drawing/2014/main" id="{EEB0594C-F6E7-E037-775A-CA0AE5373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6301" y="63134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4" name="Oval 582">
              <a:extLst>
                <a:ext uri="{FF2B5EF4-FFF2-40B4-BE49-F238E27FC236}">
                  <a16:creationId xmlns:a16="http://schemas.microsoft.com/office/drawing/2014/main" id="{14A8133F-B64D-0ABB-6658-CD1B93DB0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1" y="634206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5" name="Oval 583">
              <a:extLst>
                <a:ext uri="{FF2B5EF4-FFF2-40B4-BE49-F238E27FC236}">
                  <a16:creationId xmlns:a16="http://schemas.microsoft.com/office/drawing/2014/main" id="{9273CAC4-9AC2-104E-1E6C-AC1B64E1D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1701" y="6375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6" name="Oval 584">
              <a:extLst>
                <a:ext uri="{FF2B5EF4-FFF2-40B4-BE49-F238E27FC236}">
                  <a16:creationId xmlns:a16="http://schemas.microsoft.com/office/drawing/2014/main" id="{71879393-DDCE-893C-F411-55E104829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9163" y="6411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7" name="Oval 585">
              <a:extLst>
                <a:ext uri="{FF2B5EF4-FFF2-40B4-BE49-F238E27FC236}">
                  <a16:creationId xmlns:a16="http://schemas.microsoft.com/office/drawing/2014/main" id="{ECA06E62-1E2B-EE90-90B5-D6E916C78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6626" y="64484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8" name="Oval 586">
              <a:extLst>
                <a:ext uri="{FF2B5EF4-FFF2-40B4-BE49-F238E27FC236}">
                  <a16:creationId xmlns:a16="http://schemas.microsoft.com/office/drawing/2014/main" id="{1C12C43C-958C-DAC1-4393-FF589E2F8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5676" y="6481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99" name="Oval 587">
              <a:extLst>
                <a:ext uri="{FF2B5EF4-FFF2-40B4-BE49-F238E27FC236}">
                  <a16:creationId xmlns:a16="http://schemas.microsoft.com/office/drawing/2014/main" id="{E071F846-2CF2-7206-F429-775819D211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6313" y="65151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0" name="Oval 588">
              <a:extLst>
                <a:ext uri="{FF2B5EF4-FFF2-40B4-BE49-F238E27FC236}">
                  <a16:creationId xmlns:a16="http://schemas.microsoft.com/office/drawing/2014/main" id="{8552D4E8-4FF3-DAC6-DFDA-6CD505A60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8538" y="6538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1" name="Oval 589">
              <a:extLst>
                <a:ext uri="{FF2B5EF4-FFF2-40B4-BE49-F238E27FC236}">
                  <a16:creationId xmlns:a16="http://schemas.microsoft.com/office/drawing/2014/main" id="{6DB1E558-5BC0-6635-6397-BE42AAA74A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0763" y="65627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2" name="Oval 590">
              <a:extLst>
                <a:ext uri="{FF2B5EF4-FFF2-40B4-BE49-F238E27FC236}">
                  <a16:creationId xmlns:a16="http://schemas.microsoft.com/office/drawing/2014/main" id="{F2E27DD2-A590-26E6-FB20-B8289B18E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2988" y="6604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3" name="Oval 591">
              <a:extLst>
                <a:ext uri="{FF2B5EF4-FFF2-40B4-BE49-F238E27FC236}">
                  <a16:creationId xmlns:a16="http://schemas.microsoft.com/office/drawing/2014/main" id="{D0042A47-78BF-64DC-DBD5-241F94196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3" y="6653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4" name="Oval 592">
              <a:extLst>
                <a:ext uri="{FF2B5EF4-FFF2-40B4-BE49-F238E27FC236}">
                  <a16:creationId xmlns:a16="http://schemas.microsoft.com/office/drawing/2014/main" id="{6D2C3FD7-81A5-3A39-634B-E0C364630B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7438" y="6692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5" name="Oval 593">
              <a:extLst>
                <a:ext uri="{FF2B5EF4-FFF2-40B4-BE49-F238E27FC236}">
                  <a16:creationId xmlns:a16="http://schemas.microsoft.com/office/drawing/2014/main" id="{CB8658F4-CB07-E2C1-2182-587050FCE4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1251" y="6731001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6" name="Oval 594">
              <a:extLst>
                <a:ext uri="{FF2B5EF4-FFF2-40B4-BE49-F238E27FC236}">
                  <a16:creationId xmlns:a16="http://schemas.microsoft.com/office/drawing/2014/main" id="{336B49CE-E5DA-87E9-2332-6E6DDF2BD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6" y="6767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7" name="Oval 595">
              <a:extLst>
                <a:ext uri="{FF2B5EF4-FFF2-40B4-BE49-F238E27FC236}">
                  <a16:creationId xmlns:a16="http://schemas.microsoft.com/office/drawing/2014/main" id="{DAD6CC44-3405-3334-47A2-67C917A80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4113" y="67929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8" name="Oval 596">
              <a:extLst>
                <a:ext uri="{FF2B5EF4-FFF2-40B4-BE49-F238E27FC236}">
                  <a16:creationId xmlns:a16="http://schemas.microsoft.com/office/drawing/2014/main" id="{BE6A19A1-2DF2-01F6-E91A-1C6A0C073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6338" y="6837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09" name="Oval 597">
              <a:extLst>
                <a:ext uri="{FF2B5EF4-FFF2-40B4-BE49-F238E27FC236}">
                  <a16:creationId xmlns:a16="http://schemas.microsoft.com/office/drawing/2014/main" id="{323E251F-54D0-6191-2A3A-CC4AE86B5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6" y="6873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10" name="Oval 598">
              <a:extLst>
                <a:ext uri="{FF2B5EF4-FFF2-40B4-BE49-F238E27FC236}">
                  <a16:creationId xmlns:a16="http://schemas.microsoft.com/office/drawing/2014/main" id="{88AD3EE0-7C59-CEDA-7914-7A0B2DBA2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9201" y="6897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11" name="Oval 599">
              <a:extLst>
                <a:ext uri="{FF2B5EF4-FFF2-40B4-BE49-F238E27FC236}">
                  <a16:creationId xmlns:a16="http://schemas.microsoft.com/office/drawing/2014/main" id="{F95EC13B-E6BB-C66C-7FDF-0715D29D0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4876" y="6329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12" name="Oval 600">
              <a:extLst>
                <a:ext uri="{FF2B5EF4-FFF2-40B4-BE49-F238E27FC236}">
                  <a16:creationId xmlns:a16="http://schemas.microsoft.com/office/drawing/2014/main" id="{37A6B8F5-EC05-A987-54C1-17F43ADA16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6463" y="6334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13" name="Oval 601">
              <a:extLst>
                <a:ext uri="{FF2B5EF4-FFF2-40B4-BE49-F238E27FC236}">
                  <a16:creationId xmlns:a16="http://schemas.microsoft.com/office/drawing/2014/main" id="{AC40A02C-37BE-64FA-F8EF-C943CC746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1226" y="6340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14" name="Oval 602">
              <a:extLst>
                <a:ext uri="{FF2B5EF4-FFF2-40B4-BE49-F238E27FC236}">
                  <a16:creationId xmlns:a16="http://schemas.microsoft.com/office/drawing/2014/main" id="{F70F1ED5-2A8A-5946-4EE3-CB93907FC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9163" y="6364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15" name="Oval 603">
              <a:extLst>
                <a:ext uri="{FF2B5EF4-FFF2-40B4-BE49-F238E27FC236}">
                  <a16:creationId xmlns:a16="http://schemas.microsoft.com/office/drawing/2014/main" id="{B8AA3C54-D903-DAD6-5A78-EC806E5D6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8688" y="6383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16" name="Oval 604">
              <a:extLst>
                <a:ext uri="{FF2B5EF4-FFF2-40B4-BE49-F238E27FC236}">
                  <a16:creationId xmlns:a16="http://schemas.microsoft.com/office/drawing/2014/main" id="{A7DEAD03-8249-D06F-960E-0EFD4695A5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01" y="6419851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17" name="Oval 605">
              <a:extLst>
                <a:ext uri="{FF2B5EF4-FFF2-40B4-BE49-F238E27FC236}">
                  <a16:creationId xmlns:a16="http://schemas.microsoft.com/office/drawing/2014/main" id="{19554ED8-04A5-D2CA-6879-7960C9C64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4088" y="6442076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18" name="Oval 606">
              <a:extLst>
                <a:ext uri="{FF2B5EF4-FFF2-40B4-BE49-F238E27FC236}">
                  <a16:creationId xmlns:a16="http://schemas.microsoft.com/office/drawing/2014/main" id="{E3A56E12-7E70-4788-007B-99F840B6D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1551" y="6483351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19" name="Oval 607">
              <a:extLst>
                <a:ext uri="{FF2B5EF4-FFF2-40B4-BE49-F238E27FC236}">
                  <a16:creationId xmlns:a16="http://schemas.microsoft.com/office/drawing/2014/main" id="{AEB3AECC-7F8A-33EF-2819-6BC7A7900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426" y="6518276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0" name="Oval 608">
              <a:extLst>
                <a:ext uri="{FF2B5EF4-FFF2-40B4-BE49-F238E27FC236}">
                  <a16:creationId xmlns:a16="http://schemas.microsoft.com/office/drawing/2014/main" id="{60B5734F-B53D-16DB-8928-CD4442BFF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6476" y="6546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1" name="Oval 609">
              <a:extLst>
                <a:ext uri="{FF2B5EF4-FFF2-40B4-BE49-F238E27FC236}">
                  <a16:creationId xmlns:a16="http://schemas.microsoft.com/office/drawing/2014/main" id="{7D0C519B-9582-CC6F-2F81-4D9141523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7113" y="65786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2" name="Oval 610">
              <a:extLst>
                <a:ext uri="{FF2B5EF4-FFF2-40B4-BE49-F238E27FC236}">
                  <a16:creationId xmlns:a16="http://schemas.microsoft.com/office/drawing/2014/main" id="{5A5E009F-AE82-D47E-3D13-F51F9CAF0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6163" y="6602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3" name="Oval 611">
              <a:extLst>
                <a:ext uri="{FF2B5EF4-FFF2-40B4-BE49-F238E27FC236}">
                  <a16:creationId xmlns:a16="http://schemas.microsoft.com/office/drawing/2014/main" id="{9C6E0AAC-48A0-0924-03AA-537E9DEF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6801" y="6634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4" name="Oval 612">
              <a:extLst>
                <a:ext uri="{FF2B5EF4-FFF2-40B4-BE49-F238E27FC236}">
                  <a16:creationId xmlns:a16="http://schemas.microsoft.com/office/drawing/2014/main" id="{36B80A31-B368-0991-7C29-E2F71038B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7438" y="6683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5" name="Oval 613">
              <a:extLst>
                <a:ext uri="{FF2B5EF4-FFF2-40B4-BE49-F238E27FC236}">
                  <a16:creationId xmlns:a16="http://schemas.microsoft.com/office/drawing/2014/main" id="{CD362B75-5DD8-D511-F2E9-F75BB0855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9663" y="6719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6" name="Oval 614">
              <a:extLst>
                <a:ext uri="{FF2B5EF4-FFF2-40B4-BE49-F238E27FC236}">
                  <a16:creationId xmlns:a16="http://schemas.microsoft.com/office/drawing/2014/main" id="{71455378-8204-6605-3D26-93B23C016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0301" y="6750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7" name="Oval 615">
              <a:extLst>
                <a:ext uri="{FF2B5EF4-FFF2-40B4-BE49-F238E27FC236}">
                  <a16:creationId xmlns:a16="http://schemas.microsoft.com/office/drawing/2014/main" id="{6E808359-FA59-D3A9-0EFE-E4D859683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938" y="6783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8" name="Oval 616">
              <a:extLst>
                <a:ext uri="{FF2B5EF4-FFF2-40B4-BE49-F238E27FC236}">
                  <a16:creationId xmlns:a16="http://schemas.microsoft.com/office/drawing/2014/main" id="{DA931345-D2B6-F0AA-5C68-9AE6098E5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6" y="6810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29" name="Oval 617">
              <a:extLst>
                <a:ext uri="{FF2B5EF4-FFF2-40B4-BE49-F238E27FC236}">
                  <a16:creationId xmlns:a16="http://schemas.microsoft.com/office/drawing/2014/main" id="{DD84538F-F326-D44A-46C9-C31516BB4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3" y="6846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0" name="Oval 618">
              <a:extLst>
                <a:ext uri="{FF2B5EF4-FFF2-40B4-BE49-F238E27FC236}">
                  <a16:creationId xmlns:a16="http://schemas.microsoft.com/office/drawing/2014/main" id="{9EB3A96B-04F3-2DD4-342A-71100F8AD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2851" y="6888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1" name="Oval 619">
              <a:extLst>
                <a:ext uri="{FF2B5EF4-FFF2-40B4-BE49-F238E27FC236}">
                  <a16:creationId xmlns:a16="http://schemas.microsoft.com/office/drawing/2014/main" id="{F830EC3C-24F6-2E29-E2C9-0F9A9D4DC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6151" y="6380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2" name="Oval 620">
              <a:extLst>
                <a:ext uri="{FF2B5EF4-FFF2-40B4-BE49-F238E27FC236}">
                  <a16:creationId xmlns:a16="http://schemas.microsoft.com/office/drawing/2014/main" id="{111AB6D0-76A7-61BE-2A29-8638DD0B6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7738" y="63817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3" name="Oval 621">
              <a:extLst>
                <a:ext uri="{FF2B5EF4-FFF2-40B4-BE49-F238E27FC236}">
                  <a16:creationId xmlns:a16="http://schemas.microsoft.com/office/drawing/2014/main" id="{E94A6475-3A68-BCE5-A11F-50054D33C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0913" y="6392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4" name="Oval 622">
              <a:extLst>
                <a:ext uri="{FF2B5EF4-FFF2-40B4-BE49-F238E27FC236}">
                  <a16:creationId xmlns:a16="http://schemas.microsoft.com/office/drawing/2014/main" id="{670EC891-2D0C-A464-BCF1-52CAE7B1D4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7263" y="6413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5" name="Oval 623">
              <a:extLst>
                <a:ext uri="{FF2B5EF4-FFF2-40B4-BE49-F238E27FC236}">
                  <a16:creationId xmlns:a16="http://schemas.microsoft.com/office/drawing/2014/main" id="{66997E40-84BE-ACB2-198D-068E3D8A7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6788" y="6430963"/>
              <a:ext cx="11113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6" name="Oval 624">
              <a:extLst>
                <a:ext uri="{FF2B5EF4-FFF2-40B4-BE49-F238E27FC236}">
                  <a16:creationId xmlns:a16="http://schemas.microsoft.com/office/drawing/2014/main" id="{9FF82DBD-3269-D04E-E2E3-932906B2CF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6313" y="6459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7" name="Oval 625">
              <a:extLst>
                <a:ext uri="{FF2B5EF4-FFF2-40B4-BE49-F238E27FC236}">
                  <a16:creationId xmlns:a16="http://schemas.microsoft.com/office/drawing/2014/main" id="{D82A960E-F50B-F250-9F39-A47048EF58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9013" y="6481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8" name="Oval 626">
              <a:extLst>
                <a:ext uri="{FF2B5EF4-FFF2-40B4-BE49-F238E27FC236}">
                  <a16:creationId xmlns:a16="http://schemas.microsoft.com/office/drawing/2014/main" id="{49BF3E1A-45A0-6FA3-BC51-D105E0193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3301" y="6519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39" name="Oval 627">
              <a:extLst>
                <a:ext uri="{FF2B5EF4-FFF2-40B4-BE49-F238E27FC236}">
                  <a16:creationId xmlns:a16="http://schemas.microsoft.com/office/drawing/2014/main" id="{91752412-6AF5-CFE2-F5C0-AAF6986BB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9176" y="6554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0" name="Oval 628">
              <a:extLst>
                <a:ext uri="{FF2B5EF4-FFF2-40B4-BE49-F238E27FC236}">
                  <a16:creationId xmlns:a16="http://schemas.microsoft.com/office/drawing/2014/main" id="{5F5E2750-30F1-70F7-63B7-FFBE59A2F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6638" y="6586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1" name="Oval 629">
              <a:extLst>
                <a:ext uri="{FF2B5EF4-FFF2-40B4-BE49-F238E27FC236}">
                  <a16:creationId xmlns:a16="http://schemas.microsoft.com/office/drawing/2014/main" id="{2A4FB530-F1BA-AA9C-312E-48BB15F34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1" y="660876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2" name="Oval 630">
              <a:extLst>
                <a:ext uri="{FF2B5EF4-FFF2-40B4-BE49-F238E27FC236}">
                  <a16:creationId xmlns:a16="http://schemas.microsoft.com/office/drawing/2014/main" id="{CBDCC7AC-71B4-850D-431A-B5A458570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1563" y="663733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3" name="Oval 631">
              <a:extLst>
                <a:ext uri="{FF2B5EF4-FFF2-40B4-BE49-F238E27FC236}">
                  <a16:creationId xmlns:a16="http://schemas.microsoft.com/office/drawing/2014/main" id="{6E8B6A80-77E1-1A07-D110-399CECD1E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0613" y="6665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4" name="Oval 632">
              <a:extLst>
                <a:ext uri="{FF2B5EF4-FFF2-40B4-BE49-F238E27FC236}">
                  <a16:creationId xmlns:a16="http://schemas.microsoft.com/office/drawing/2014/main" id="{9190E16D-67C5-046F-3D5C-DFBBF9BA8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1251" y="6705601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5" name="Oval 633">
              <a:extLst>
                <a:ext uri="{FF2B5EF4-FFF2-40B4-BE49-F238E27FC236}">
                  <a16:creationId xmlns:a16="http://schemas.microsoft.com/office/drawing/2014/main" id="{A41E442D-4BA1-B1FF-1E12-4651E444C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0301" y="6740526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6" name="Oval 634">
              <a:extLst>
                <a:ext uri="{FF2B5EF4-FFF2-40B4-BE49-F238E27FC236}">
                  <a16:creationId xmlns:a16="http://schemas.microsoft.com/office/drawing/2014/main" id="{4FBA532C-0ED1-7743-9EBA-6768D6466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1" y="6772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7" name="Oval 635">
              <a:extLst>
                <a:ext uri="{FF2B5EF4-FFF2-40B4-BE49-F238E27FC236}">
                  <a16:creationId xmlns:a16="http://schemas.microsoft.com/office/drawing/2014/main" id="{A99C2DC7-A3B0-4F97-5F80-462842515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8" y="6800851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8" name="Oval 636">
              <a:extLst>
                <a:ext uri="{FF2B5EF4-FFF2-40B4-BE49-F238E27FC236}">
                  <a16:creationId xmlns:a16="http://schemas.microsoft.com/office/drawing/2014/main" id="{32BBAB14-F396-B32E-CD18-B3FA826A8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9038" y="6842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49" name="Oval 637">
              <a:extLst>
                <a:ext uri="{FF2B5EF4-FFF2-40B4-BE49-F238E27FC236}">
                  <a16:creationId xmlns:a16="http://schemas.microsoft.com/office/drawing/2014/main" id="{0B2D0BD7-84E5-D023-0A9D-60D4782EE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8088" y="6869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0" name="Oval 638">
              <a:extLst>
                <a:ext uri="{FF2B5EF4-FFF2-40B4-BE49-F238E27FC236}">
                  <a16:creationId xmlns:a16="http://schemas.microsoft.com/office/drawing/2014/main" id="{A8A0C79B-BD9B-26A2-05B1-E034AB929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6899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1" name="Oval 639">
              <a:extLst>
                <a:ext uri="{FF2B5EF4-FFF2-40B4-BE49-F238E27FC236}">
                  <a16:creationId xmlns:a16="http://schemas.microsoft.com/office/drawing/2014/main" id="{73A85372-25E6-686F-2FA1-890FB1BAF4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251" y="6429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2" name="Oval 640">
              <a:extLst>
                <a:ext uri="{FF2B5EF4-FFF2-40B4-BE49-F238E27FC236}">
                  <a16:creationId xmlns:a16="http://schemas.microsoft.com/office/drawing/2014/main" id="{A5B07BAA-2864-65B2-7A0B-00F194DEB6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251" y="6426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3" name="Oval 641">
              <a:extLst>
                <a:ext uri="{FF2B5EF4-FFF2-40B4-BE49-F238E27FC236}">
                  <a16:creationId xmlns:a16="http://schemas.microsoft.com/office/drawing/2014/main" id="{E767F156-259D-8149-97CB-A85A72D85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426" y="6442076"/>
              <a:ext cx="14288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4" name="Oval 642">
              <a:extLst>
                <a:ext uri="{FF2B5EF4-FFF2-40B4-BE49-F238E27FC236}">
                  <a16:creationId xmlns:a16="http://schemas.microsoft.com/office/drawing/2014/main" id="{1B9F23B5-7E71-F0B8-D131-450CA5E244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3776" y="64516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5" name="Oval 643">
              <a:extLst>
                <a:ext uri="{FF2B5EF4-FFF2-40B4-BE49-F238E27FC236}">
                  <a16:creationId xmlns:a16="http://schemas.microsoft.com/office/drawing/2014/main" id="{FCC21327-9C2B-C343-2F8C-BD92D0C14F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1713" y="6473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6" name="Oval 644">
              <a:extLst>
                <a:ext uri="{FF2B5EF4-FFF2-40B4-BE49-F238E27FC236}">
                  <a16:creationId xmlns:a16="http://schemas.microsoft.com/office/drawing/2014/main" id="{749CC2DF-AD9D-485B-D5B5-044A10771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1238" y="6503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7" name="Oval 645">
              <a:extLst>
                <a:ext uri="{FF2B5EF4-FFF2-40B4-BE49-F238E27FC236}">
                  <a16:creationId xmlns:a16="http://schemas.microsoft.com/office/drawing/2014/main" id="{9A025CE0-44C4-65A0-62F9-BD1C1DB23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2351" y="6529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8" name="Oval 646">
              <a:extLst>
                <a:ext uri="{FF2B5EF4-FFF2-40B4-BE49-F238E27FC236}">
                  <a16:creationId xmlns:a16="http://schemas.microsoft.com/office/drawing/2014/main" id="{411EC447-EB6C-DB80-6C1D-61C1845638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5051" y="6561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59" name="Oval 647">
              <a:extLst>
                <a:ext uri="{FF2B5EF4-FFF2-40B4-BE49-F238E27FC236}">
                  <a16:creationId xmlns:a16="http://schemas.microsoft.com/office/drawing/2014/main" id="{32CDB8C1-7CE9-45B6-F64F-4F7FC62AB0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9338" y="6584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0" name="Oval 648">
              <a:extLst>
                <a:ext uri="{FF2B5EF4-FFF2-40B4-BE49-F238E27FC236}">
                  <a16:creationId xmlns:a16="http://schemas.microsoft.com/office/drawing/2014/main" id="{E2D28D34-4BCD-0A95-CAA9-F27975CC03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3" y="6613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1" name="Oval 649">
              <a:extLst>
                <a:ext uri="{FF2B5EF4-FFF2-40B4-BE49-F238E27FC236}">
                  <a16:creationId xmlns:a16="http://schemas.microsoft.com/office/drawing/2014/main" id="{E076D708-C8F8-D6ED-1430-77BD0AA1A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1088" y="6643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2" name="Oval 650">
              <a:extLst>
                <a:ext uri="{FF2B5EF4-FFF2-40B4-BE49-F238E27FC236}">
                  <a16:creationId xmlns:a16="http://schemas.microsoft.com/office/drawing/2014/main" id="{238A724E-7D12-193D-9591-EF29CD1707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6963" y="666750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3" name="Oval 651">
              <a:extLst>
                <a:ext uri="{FF2B5EF4-FFF2-40B4-BE49-F238E27FC236}">
                  <a16:creationId xmlns:a16="http://schemas.microsoft.com/office/drawing/2014/main" id="{A86516D9-6625-9468-3635-84BA4AC48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4426" y="6699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4" name="Oval 652">
              <a:extLst>
                <a:ext uri="{FF2B5EF4-FFF2-40B4-BE49-F238E27FC236}">
                  <a16:creationId xmlns:a16="http://schemas.microsoft.com/office/drawing/2014/main" id="{4B7C1440-8D78-1E2B-1B31-B1C22CD269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6" y="6724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5" name="Oval 653">
              <a:extLst>
                <a:ext uri="{FF2B5EF4-FFF2-40B4-BE49-F238E27FC236}">
                  <a16:creationId xmlns:a16="http://schemas.microsoft.com/office/drawing/2014/main" id="{716F41AE-7CEC-0A23-95EE-BFE5B2E4C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938" y="6754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6" name="Oval 654">
              <a:extLst>
                <a:ext uri="{FF2B5EF4-FFF2-40B4-BE49-F238E27FC236}">
                  <a16:creationId xmlns:a16="http://schemas.microsoft.com/office/drawing/2014/main" id="{9B657698-4446-0748-327E-F99A31C777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8" y="6786563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7" name="Oval 655">
              <a:extLst>
                <a:ext uri="{FF2B5EF4-FFF2-40B4-BE49-F238E27FC236}">
                  <a16:creationId xmlns:a16="http://schemas.microsoft.com/office/drawing/2014/main" id="{F2BB3088-7BAA-6373-05F1-E26334014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7451" y="6821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8" name="Oval 656">
              <a:extLst>
                <a:ext uri="{FF2B5EF4-FFF2-40B4-BE49-F238E27FC236}">
                  <a16:creationId xmlns:a16="http://schemas.microsoft.com/office/drawing/2014/main" id="{C21783DC-ADE9-80B5-13E4-BA87C883E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6501" y="6858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69" name="Oval 657">
              <a:extLst>
                <a:ext uri="{FF2B5EF4-FFF2-40B4-BE49-F238E27FC236}">
                  <a16:creationId xmlns:a16="http://schemas.microsoft.com/office/drawing/2014/main" id="{31724412-AF6A-6C57-D934-2049795C8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3963" y="6891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70" name="Oval 658">
              <a:extLst>
                <a:ext uri="{FF2B5EF4-FFF2-40B4-BE49-F238E27FC236}">
                  <a16:creationId xmlns:a16="http://schemas.microsoft.com/office/drawing/2014/main" id="{D1E9D2A5-2CBA-8450-0B51-D5F11ECB7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9176" y="6481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71" name="Oval 659">
              <a:extLst>
                <a:ext uri="{FF2B5EF4-FFF2-40B4-BE49-F238E27FC236}">
                  <a16:creationId xmlns:a16="http://schemas.microsoft.com/office/drawing/2014/main" id="{3FB85CCB-D13B-4A79-1AC1-097C91E0A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0763" y="6486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72" name="Oval 660">
              <a:extLst>
                <a:ext uri="{FF2B5EF4-FFF2-40B4-BE49-F238E27FC236}">
                  <a16:creationId xmlns:a16="http://schemas.microsoft.com/office/drawing/2014/main" id="{93A4C9EF-B43C-8B58-CF88-D7F15085D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3938" y="64897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73" name="Oval 661">
              <a:extLst>
                <a:ext uri="{FF2B5EF4-FFF2-40B4-BE49-F238E27FC236}">
                  <a16:creationId xmlns:a16="http://schemas.microsoft.com/office/drawing/2014/main" id="{E7B36454-BBBE-9675-4A86-B7E06372D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8701" y="6503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74" name="Oval 662">
              <a:extLst>
                <a:ext uri="{FF2B5EF4-FFF2-40B4-BE49-F238E27FC236}">
                  <a16:creationId xmlns:a16="http://schemas.microsoft.com/office/drawing/2014/main" id="{7C471C45-7FD6-C8FD-2E60-0E8E94A27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5051" y="6516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75" name="Oval 663">
              <a:extLst>
                <a:ext uri="{FF2B5EF4-FFF2-40B4-BE49-F238E27FC236}">
                  <a16:creationId xmlns:a16="http://schemas.microsoft.com/office/drawing/2014/main" id="{5C7ED6ED-B809-AD62-DEA4-DAD15FCF2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4576" y="6545263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76" name="Oval 664">
              <a:extLst>
                <a:ext uri="{FF2B5EF4-FFF2-40B4-BE49-F238E27FC236}">
                  <a16:creationId xmlns:a16="http://schemas.microsoft.com/office/drawing/2014/main" id="{F6B2F481-4B39-665C-DC74-768AF3FA0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1" y="65690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77" name="Oval 665">
              <a:extLst>
                <a:ext uri="{FF2B5EF4-FFF2-40B4-BE49-F238E27FC236}">
                  <a16:creationId xmlns:a16="http://schemas.microsoft.com/office/drawing/2014/main" id="{4485BCC2-3AD6-FC76-5834-EFCEFDE6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3" y="6584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78" name="Oval 666">
              <a:extLst>
                <a:ext uri="{FF2B5EF4-FFF2-40B4-BE49-F238E27FC236}">
                  <a16:creationId xmlns:a16="http://schemas.microsoft.com/office/drawing/2014/main" id="{FAC77376-7F07-305B-5945-AF59A41EC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7913" y="6608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79" name="Oval 667">
              <a:extLst>
                <a:ext uri="{FF2B5EF4-FFF2-40B4-BE49-F238E27FC236}">
                  <a16:creationId xmlns:a16="http://schemas.microsoft.com/office/drawing/2014/main" id="{A339A182-994D-54CE-0518-DF4496875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2201" y="6651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0" name="Oval 668">
              <a:extLst>
                <a:ext uri="{FF2B5EF4-FFF2-40B4-BE49-F238E27FC236}">
                  <a16:creationId xmlns:a16="http://schemas.microsoft.com/office/drawing/2014/main" id="{C8984F58-6634-09C8-48BE-082633C8A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488" y="6686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1" name="Oval 669">
              <a:extLst>
                <a:ext uri="{FF2B5EF4-FFF2-40B4-BE49-F238E27FC236}">
                  <a16:creationId xmlns:a16="http://schemas.microsoft.com/office/drawing/2014/main" id="{2245BA98-593A-5D0E-3D8D-B91D197FD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2363" y="6700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2" name="Oval 670">
              <a:extLst>
                <a:ext uri="{FF2B5EF4-FFF2-40B4-BE49-F238E27FC236}">
                  <a16:creationId xmlns:a16="http://schemas.microsoft.com/office/drawing/2014/main" id="{F486588D-253F-7C16-8724-654297DA2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8238" y="6729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3" name="Oval 671">
              <a:extLst>
                <a:ext uri="{FF2B5EF4-FFF2-40B4-BE49-F238E27FC236}">
                  <a16:creationId xmlns:a16="http://schemas.microsoft.com/office/drawing/2014/main" id="{382E149F-12ED-85A1-517B-536792348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4113" y="6759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4" name="Oval 672">
              <a:extLst>
                <a:ext uri="{FF2B5EF4-FFF2-40B4-BE49-F238E27FC236}">
                  <a16:creationId xmlns:a16="http://schemas.microsoft.com/office/drawing/2014/main" id="{142255AE-7550-96B9-61AD-564E9ECD9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6" y="6788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5" name="Oval 673">
              <a:extLst>
                <a:ext uri="{FF2B5EF4-FFF2-40B4-BE49-F238E27FC236}">
                  <a16:creationId xmlns:a16="http://schemas.microsoft.com/office/drawing/2014/main" id="{81C1826E-B3A3-8911-C8BA-D9ABD4F2B1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9038" y="6818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6" name="Oval 674">
              <a:extLst>
                <a:ext uri="{FF2B5EF4-FFF2-40B4-BE49-F238E27FC236}">
                  <a16:creationId xmlns:a16="http://schemas.microsoft.com/office/drawing/2014/main" id="{0D875C31-095C-C450-0586-E9C2F3353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6501" y="68516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7" name="Oval 675">
              <a:extLst>
                <a:ext uri="{FF2B5EF4-FFF2-40B4-BE49-F238E27FC236}">
                  <a16:creationId xmlns:a16="http://schemas.microsoft.com/office/drawing/2014/main" id="{9A22C102-4A43-2A8A-647F-1837FDA50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3963" y="6881813"/>
              <a:ext cx="11113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8" name="Oval 676">
              <a:extLst>
                <a:ext uri="{FF2B5EF4-FFF2-40B4-BE49-F238E27FC236}">
                  <a16:creationId xmlns:a16="http://schemas.microsoft.com/office/drawing/2014/main" id="{4218071F-5BD4-0B60-B567-896B86A79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2513" y="65325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89" name="Oval 677">
              <a:extLst>
                <a:ext uri="{FF2B5EF4-FFF2-40B4-BE49-F238E27FC236}">
                  <a16:creationId xmlns:a16="http://schemas.microsoft.com/office/drawing/2014/main" id="{403EAF35-7DC7-0E6B-84DA-F116981759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1" y="6538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0" name="Oval 678">
              <a:extLst>
                <a:ext uri="{FF2B5EF4-FFF2-40B4-BE49-F238E27FC236}">
                  <a16:creationId xmlns:a16="http://schemas.microsoft.com/office/drawing/2014/main" id="{C15324C7-C73D-4E73-A8D3-51F7262ADF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7276" y="6534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1" name="Oval 679">
              <a:extLst>
                <a:ext uri="{FF2B5EF4-FFF2-40B4-BE49-F238E27FC236}">
                  <a16:creationId xmlns:a16="http://schemas.microsoft.com/office/drawing/2014/main" id="{FE24F1C7-4335-F910-EB6F-E7DEB720E4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0451" y="6546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2" name="Oval 680">
              <a:extLst>
                <a:ext uri="{FF2B5EF4-FFF2-40B4-BE49-F238E27FC236}">
                  <a16:creationId xmlns:a16="http://schemas.microsoft.com/office/drawing/2014/main" id="{9BE4C907-0D1F-30BF-0230-0893D8B2FA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6801" y="6564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3" name="Oval 681">
              <a:extLst>
                <a:ext uri="{FF2B5EF4-FFF2-40B4-BE49-F238E27FC236}">
                  <a16:creationId xmlns:a16="http://schemas.microsoft.com/office/drawing/2014/main" id="{32D8361D-F67D-81AB-8434-C73D9E3B54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4738" y="65786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4" name="Oval 682">
              <a:extLst>
                <a:ext uri="{FF2B5EF4-FFF2-40B4-BE49-F238E27FC236}">
                  <a16:creationId xmlns:a16="http://schemas.microsoft.com/office/drawing/2014/main" id="{AD2C6343-9DD0-A4EC-9772-ED116008D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3" y="6613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5" name="Oval 683">
              <a:extLst>
                <a:ext uri="{FF2B5EF4-FFF2-40B4-BE49-F238E27FC236}">
                  <a16:creationId xmlns:a16="http://schemas.microsoft.com/office/drawing/2014/main" id="{100F3179-98BA-3FB1-3510-9459E88B1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3788" y="6619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6" name="Oval 684">
              <a:extLst>
                <a:ext uri="{FF2B5EF4-FFF2-40B4-BE49-F238E27FC236}">
                  <a16:creationId xmlns:a16="http://schemas.microsoft.com/office/drawing/2014/main" id="{7C45E2A2-737A-F175-DAE9-BEAC8FA57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488" y="66421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7" name="Oval 685">
              <a:extLst>
                <a:ext uri="{FF2B5EF4-FFF2-40B4-BE49-F238E27FC236}">
                  <a16:creationId xmlns:a16="http://schemas.microsoft.com/office/drawing/2014/main" id="{DCB1F958-5C5E-F236-D3FF-65934E54C6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9188" y="6680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8" name="Oval 686">
              <a:extLst>
                <a:ext uri="{FF2B5EF4-FFF2-40B4-BE49-F238E27FC236}">
                  <a16:creationId xmlns:a16="http://schemas.microsoft.com/office/drawing/2014/main" id="{5D2106CE-F30F-A945-D4DC-3570F81609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1888" y="67087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99" name="Oval 687">
              <a:extLst>
                <a:ext uri="{FF2B5EF4-FFF2-40B4-BE49-F238E27FC236}">
                  <a16:creationId xmlns:a16="http://schemas.microsoft.com/office/drawing/2014/main" id="{E441D037-21B3-F507-9382-2DF5C590E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6176" y="6731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0" name="Oval 688">
              <a:extLst>
                <a:ext uri="{FF2B5EF4-FFF2-40B4-BE49-F238E27FC236}">
                  <a16:creationId xmlns:a16="http://schemas.microsoft.com/office/drawing/2014/main" id="{9E606A7A-126B-CC66-D1AD-A4ED120BF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0463" y="6756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01" name="Oval 689">
              <a:extLst>
                <a:ext uri="{FF2B5EF4-FFF2-40B4-BE49-F238E27FC236}">
                  <a16:creationId xmlns:a16="http://schemas.microsoft.com/office/drawing/2014/main" id="{C9F31CF9-C67A-46A3-808F-4D40F2407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6338" y="6791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2" name="Oval 691">
              <a:extLst>
                <a:ext uri="{FF2B5EF4-FFF2-40B4-BE49-F238E27FC236}">
                  <a16:creationId xmlns:a16="http://schemas.microsoft.com/office/drawing/2014/main" id="{DDAD5FAD-D70C-B4A7-47F2-EF9B4FABFD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3" y="6824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3" name="Oval 692">
              <a:extLst>
                <a:ext uri="{FF2B5EF4-FFF2-40B4-BE49-F238E27FC236}">
                  <a16:creationId xmlns:a16="http://schemas.microsoft.com/office/drawing/2014/main" id="{BF4D2B4A-0685-3946-0E84-F0EC9CEDB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8088" y="6853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4" name="Oval 693">
              <a:extLst>
                <a:ext uri="{FF2B5EF4-FFF2-40B4-BE49-F238E27FC236}">
                  <a16:creationId xmlns:a16="http://schemas.microsoft.com/office/drawing/2014/main" id="{9F22E29C-3907-3F58-AA99-3D8930FBB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3963" y="687546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5" name="Oval 694">
              <a:extLst>
                <a:ext uri="{FF2B5EF4-FFF2-40B4-BE49-F238E27FC236}">
                  <a16:creationId xmlns:a16="http://schemas.microsoft.com/office/drawing/2014/main" id="{1BB4E8E9-8329-1891-7C6A-0126ED591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9838" y="6905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6" name="Oval 695">
              <a:extLst>
                <a:ext uri="{FF2B5EF4-FFF2-40B4-BE49-F238E27FC236}">
                  <a16:creationId xmlns:a16="http://schemas.microsoft.com/office/drawing/2014/main" id="{1CA4F1E8-DD77-EB3A-38C9-409699038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3" y="6577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7" name="Oval 696">
              <a:extLst>
                <a:ext uri="{FF2B5EF4-FFF2-40B4-BE49-F238E27FC236}">
                  <a16:creationId xmlns:a16="http://schemas.microsoft.com/office/drawing/2014/main" id="{648A99F1-E7F3-E172-0F90-58BC07A15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5850" y="6580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8" name="Oval 697">
              <a:extLst>
                <a:ext uri="{FF2B5EF4-FFF2-40B4-BE49-F238E27FC236}">
                  <a16:creationId xmlns:a16="http://schemas.microsoft.com/office/drawing/2014/main" id="{248D7E0D-0754-B4E2-F9A2-64E1C616F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7438" y="6572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9" name="Oval 698">
              <a:extLst>
                <a:ext uri="{FF2B5EF4-FFF2-40B4-BE49-F238E27FC236}">
                  <a16:creationId xmlns:a16="http://schemas.microsoft.com/office/drawing/2014/main" id="{8019C251-726A-21A2-F1F0-880F2E0A8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2200" y="6589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0" name="Oval 699">
              <a:extLst>
                <a:ext uri="{FF2B5EF4-FFF2-40B4-BE49-F238E27FC236}">
                  <a16:creationId xmlns:a16="http://schemas.microsoft.com/office/drawing/2014/main" id="{C6E35C2A-84B3-7E10-F3DF-58BB40614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6963" y="6611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1" name="Oval 700">
              <a:extLst>
                <a:ext uri="{FF2B5EF4-FFF2-40B4-BE49-F238E27FC236}">
                  <a16:creationId xmlns:a16="http://schemas.microsoft.com/office/drawing/2014/main" id="{1FF136F4-5E0A-2B3F-47BA-A08B4D137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4900" y="6610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2" name="Oval 701">
              <a:extLst>
                <a:ext uri="{FF2B5EF4-FFF2-40B4-BE49-F238E27FC236}">
                  <a16:creationId xmlns:a16="http://schemas.microsoft.com/office/drawing/2014/main" id="{47452DC1-6A5B-ACFC-07A0-ADB02047E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2838" y="6634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3" name="Oval 702">
              <a:extLst>
                <a:ext uri="{FF2B5EF4-FFF2-40B4-BE49-F238E27FC236}">
                  <a16:creationId xmlns:a16="http://schemas.microsoft.com/office/drawing/2014/main" id="{28505434-9A4F-D2D3-1D78-A0261BE52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2363" y="6669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4" name="Oval 703">
              <a:extLst>
                <a:ext uri="{FF2B5EF4-FFF2-40B4-BE49-F238E27FC236}">
                  <a16:creationId xmlns:a16="http://schemas.microsoft.com/office/drawing/2014/main" id="{D22091DB-8169-0645-8D84-55F27B46FF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696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5" name="Oval 704">
              <a:extLst>
                <a:ext uri="{FF2B5EF4-FFF2-40B4-BE49-F238E27FC236}">
                  <a16:creationId xmlns:a16="http://schemas.microsoft.com/office/drawing/2014/main" id="{DC88E10D-ADFF-6053-F7E6-2DA2C83E6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4588" y="6723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6" name="Oval 705">
              <a:extLst>
                <a:ext uri="{FF2B5EF4-FFF2-40B4-BE49-F238E27FC236}">
                  <a16:creationId xmlns:a16="http://schemas.microsoft.com/office/drawing/2014/main" id="{2C4AB0BB-26CB-E30E-B215-A57BA89C1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7288" y="6745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7" name="Oval 706">
              <a:extLst>
                <a:ext uri="{FF2B5EF4-FFF2-40B4-BE49-F238E27FC236}">
                  <a16:creationId xmlns:a16="http://schemas.microsoft.com/office/drawing/2014/main" id="{5EA504B9-D899-907F-9B24-4615B39EB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8" y="6764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8" name="Oval 707">
              <a:extLst>
                <a:ext uri="{FF2B5EF4-FFF2-40B4-BE49-F238E27FC236}">
                  <a16:creationId xmlns:a16="http://schemas.microsoft.com/office/drawing/2014/main" id="{CF73B954-441B-A510-01C2-D9AFA0CA1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4275" y="677545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19" name="Oval 708">
              <a:extLst>
                <a:ext uri="{FF2B5EF4-FFF2-40B4-BE49-F238E27FC236}">
                  <a16:creationId xmlns:a16="http://schemas.microsoft.com/office/drawing/2014/main" id="{879CFB52-4173-27BB-1959-84F29CAB0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8135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0" name="Oval 709">
              <a:extLst>
                <a:ext uri="{FF2B5EF4-FFF2-40B4-BE49-F238E27FC236}">
                  <a16:creationId xmlns:a16="http://schemas.microsoft.com/office/drawing/2014/main" id="{2387F05E-45C6-8D51-8911-A0ABB1E2E3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2850" y="6854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1" name="Oval 710">
              <a:extLst>
                <a:ext uri="{FF2B5EF4-FFF2-40B4-BE49-F238E27FC236}">
                  <a16:creationId xmlns:a16="http://schemas.microsoft.com/office/drawing/2014/main" id="{DE0BDDCD-2587-A23C-7B54-2945B8527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689133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2" name="Oval 711">
              <a:extLst>
                <a:ext uri="{FF2B5EF4-FFF2-40B4-BE49-F238E27FC236}">
                  <a16:creationId xmlns:a16="http://schemas.microsoft.com/office/drawing/2014/main" id="{80457CC1-58DD-2E70-0720-25C3327B5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3013" y="69024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3" name="Oval 712">
              <a:extLst>
                <a:ext uri="{FF2B5EF4-FFF2-40B4-BE49-F238E27FC236}">
                  <a16:creationId xmlns:a16="http://schemas.microsoft.com/office/drawing/2014/main" id="{6E9F3665-E3B4-1089-E4B7-B363C101E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4425" y="6616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4" name="Oval 713">
              <a:extLst>
                <a:ext uri="{FF2B5EF4-FFF2-40B4-BE49-F238E27FC236}">
                  <a16:creationId xmlns:a16="http://schemas.microsoft.com/office/drawing/2014/main" id="{C26361C3-25E8-7F1F-D431-63A5DBE9E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6013" y="6610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5" name="Oval 714">
              <a:extLst>
                <a:ext uri="{FF2B5EF4-FFF2-40B4-BE49-F238E27FC236}">
                  <a16:creationId xmlns:a16="http://schemas.microsoft.com/office/drawing/2014/main" id="{F4114674-0BB2-24F2-B8EC-24C0E78167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7600" y="6607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6" name="Oval 715">
              <a:extLst>
                <a:ext uri="{FF2B5EF4-FFF2-40B4-BE49-F238E27FC236}">
                  <a16:creationId xmlns:a16="http://schemas.microsoft.com/office/drawing/2014/main" id="{76507350-4523-BC27-4947-DB7F51F7E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0775" y="6627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7" name="Oval 716">
              <a:extLst>
                <a:ext uri="{FF2B5EF4-FFF2-40B4-BE49-F238E27FC236}">
                  <a16:creationId xmlns:a16="http://schemas.microsoft.com/office/drawing/2014/main" id="{58320662-EE3B-B4DE-9ED7-37CE41C89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7125" y="6654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8" name="Oval 717">
              <a:extLst>
                <a:ext uri="{FF2B5EF4-FFF2-40B4-BE49-F238E27FC236}">
                  <a16:creationId xmlns:a16="http://schemas.microsoft.com/office/drawing/2014/main" id="{995D19C1-D955-DD9A-70B1-376D920E2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664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29" name="Oval 718">
              <a:extLst>
                <a:ext uri="{FF2B5EF4-FFF2-40B4-BE49-F238E27FC236}">
                  <a16:creationId xmlns:a16="http://schemas.microsoft.com/office/drawing/2014/main" id="{208D47B8-2153-DD91-2B6D-532E2234E0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9825" y="6670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0" name="Oval 719">
              <a:extLst>
                <a:ext uri="{FF2B5EF4-FFF2-40B4-BE49-F238E27FC236}">
                  <a16:creationId xmlns:a16="http://schemas.microsoft.com/office/drawing/2014/main" id="{D4AC5D25-96D6-9D77-1334-5970DADD6B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0" y="67024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1" name="Oval 720">
              <a:extLst>
                <a:ext uri="{FF2B5EF4-FFF2-40B4-BE49-F238E27FC236}">
                  <a16:creationId xmlns:a16="http://schemas.microsoft.com/office/drawing/2014/main" id="{63EFBF79-2E73-D2B8-CC15-541504F150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8875" y="6727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2" name="Oval 721">
              <a:extLst>
                <a:ext uri="{FF2B5EF4-FFF2-40B4-BE49-F238E27FC236}">
                  <a16:creationId xmlns:a16="http://schemas.microsoft.com/office/drawing/2014/main" id="{CD1D83FE-3F21-C18F-C10F-58CF91A4B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8" y="675640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3" name="Oval 722">
              <a:extLst>
                <a:ext uri="{FF2B5EF4-FFF2-40B4-BE49-F238E27FC236}">
                  <a16:creationId xmlns:a16="http://schemas.microsoft.com/office/drawing/2014/main" id="{8C1DB853-87D5-E682-B34D-93FBCFAAE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1100" y="6780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4" name="Oval 723">
              <a:extLst>
                <a:ext uri="{FF2B5EF4-FFF2-40B4-BE49-F238E27FC236}">
                  <a16:creationId xmlns:a16="http://schemas.microsoft.com/office/drawing/2014/main" id="{76D2EE8C-4754-5229-8DFF-61A01BEF1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3" y="6797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5" name="Oval 724">
              <a:extLst>
                <a:ext uri="{FF2B5EF4-FFF2-40B4-BE49-F238E27FC236}">
                  <a16:creationId xmlns:a16="http://schemas.microsoft.com/office/drawing/2014/main" id="{EBF1C2F3-83B1-7146-E6B9-F3F66645C8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4913" y="6811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6" name="Oval 725">
              <a:extLst>
                <a:ext uri="{FF2B5EF4-FFF2-40B4-BE49-F238E27FC236}">
                  <a16:creationId xmlns:a16="http://schemas.microsoft.com/office/drawing/2014/main" id="{7B18879E-EE76-1EB7-0016-38997DD0C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9200" y="6850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7" name="Oval 726">
              <a:extLst>
                <a:ext uri="{FF2B5EF4-FFF2-40B4-BE49-F238E27FC236}">
                  <a16:creationId xmlns:a16="http://schemas.microsoft.com/office/drawing/2014/main" id="{B44CEA14-ACFE-A10E-C514-EFFC5C6D7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1900" y="6877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8" name="Oval 727">
              <a:extLst>
                <a:ext uri="{FF2B5EF4-FFF2-40B4-BE49-F238E27FC236}">
                  <a16:creationId xmlns:a16="http://schemas.microsoft.com/office/drawing/2014/main" id="{BDB014DF-5B21-38A1-4020-1AB8B3FCAF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3000" y="6653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39" name="Oval 728">
              <a:extLst>
                <a:ext uri="{FF2B5EF4-FFF2-40B4-BE49-F238E27FC236}">
                  <a16:creationId xmlns:a16="http://schemas.microsoft.com/office/drawing/2014/main" id="{95EDC4D3-6B35-A0F1-8563-149D3A341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4588" y="6640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0" name="Oval 729">
              <a:extLst>
                <a:ext uri="{FF2B5EF4-FFF2-40B4-BE49-F238E27FC236}">
                  <a16:creationId xmlns:a16="http://schemas.microsoft.com/office/drawing/2014/main" id="{0D927D7A-7CFF-9E36-42AE-97D4800BD5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6175" y="6646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1" name="Oval 730">
              <a:extLst>
                <a:ext uri="{FF2B5EF4-FFF2-40B4-BE49-F238E27FC236}">
                  <a16:creationId xmlns:a16="http://schemas.microsoft.com/office/drawing/2014/main" id="{B438CB8D-8169-A569-8C9A-C6EC24C64E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0" y="6662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2" name="Oval 731">
              <a:extLst>
                <a:ext uri="{FF2B5EF4-FFF2-40B4-BE49-F238E27FC236}">
                  <a16:creationId xmlns:a16="http://schemas.microsoft.com/office/drawing/2014/main" id="{19BAAC92-7AF9-E6C9-FFFE-B582734AA9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4113" y="6677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3" name="Oval 732">
              <a:extLst>
                <a:ext uri="{FF2B5EF4-FFF2-40B4-BE49-F238E27FC236}">
                  <a16:creationId xmlns:a16="http://schemas.microsoft.com/office/drawing/2014/main" id="{1C201506-8534-49F7-5753-C5ED9546BF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0463" y="6696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4" name="Oval 733">
              <a:extLst>
                <a:ext uri="{FF2B5EF4-FFF2-40B4-BE49-F238E27FC236}">
                  <a16:creationId xmlns:a16="http://schemas.microsoft.com/office/drawing/2014/main" id="{99CA0ED9-FCA1-B6E1-470F-C11B0BD7C1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6813" y="6710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5" name="Oval 734">
              <a:extLst>
                <a:ext uri="{FF2B5EF4-FFF2-40B4-BE49-F238E27FC236}">
                  <a16:creationId xmlns:a16="http://schemas.microsoft.com/office/drawing/2014/main" id="{3D4404E0-3D73-8F1A-4C35-44E07A57C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4750" y="6727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6" name="Oval 735">
              <a:extLst>
                <a:ext uri="{FF2B5EF4-FFF2-40B4-BE49-F238E27FC236}">
                  <a16:creationId xmlns:a16="http://schemas.microsoft.com/office/drawing/2014/main" id="{5B74CBE5-DEB8-CBD5-A64B-BE523EFE2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4275" y="6750050"/>
              <a:ext cx="11112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7" name="Oval 736">
              <a:extLst>
                <a:ext uri="{FF2B5EF4-FFF2-40B4-BE49-F238E27FC236}">
                  <a16:creationId xmlns:a16="http://schemas.microsoft.com/office/drawing/2014/main" id="{3D008E71-D63B-6027-DF15-C20A38271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3800" y="6767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8" name="Oval 737">
              <a:extLst>
                <a:ext uri="{FF2B5EF4-FFF2-40B4-BE49-F238E27FC236}">
                  <a16:creationId xmlns:a16="http://schemas.microsoft.com/office/drawing/2014/main" id="{28D6655C-9C6A-E345-CD36-B96DE38EC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3325" y="6797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49" name="Oval 738">
              <a:extLst>
                <a:ext uri="{FF2B5EF4-FFF2-40B4-BE49-F238E27FC236}">
                  <a16:creationId xmlns:a16="http://schemas.microsoft.com/office/drawing/2014/main" id="{1DD5AF42-E613-5ED3-E124-DCF8515914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4438" y="6832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0" name="Oval 739">
              <a:extLst>
                <a:ext uri="{FF2B5EF4-FFF2-40B4-BE49-F238E27FC236}">
                  <a16:creationId xmlns:a16="http://schemas.microsoft.com/office/drawing/2014/main" id="{36D7A610-115D-FCAB-44F6-EF9675B711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6854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1" name="Oval 740">
              <a:extLst>
                <a:ext uri="{FF2B5EF4-FFF2-40B4-BE49-F238E27FC236}">
                  <a16:creationId xmlns:a16="http://schemas.microsoft.com/office/drawing/2014/main" id="{72A70470-A959-589A-C70E-6E472F18F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8250" y="6891338"/>
              <a:ext cx="14287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2" name="Oval 741">
              <a:extLst>
                <a:ext uri="{FF2B5EF4-FFF2-40B4-BE49-F238E27FC236}">
                  <a16:creationId xmlns:a16="http://schemas.microsoft.com/office/drawing/2014/main" id="{C1A7C491-C721-B76F-8245-5F13A7D85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2538" y="690562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3" name="Oval 742">
              <a:extLst>
                <a:ext uri="{FF2B5EF4-FFF2-40B4-BE49-F238E27FC236}">
                  <a16:creationId xmlns:a16="http://schemas.microsoft.com/office/drawing/2014/main" id="{33FDD132-897C-1177-39A7-ADC936374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700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4" name="Oval 743">
              <a:extLst>
                <a:ext uri="{FF2B5EF4-FFF2-40B4-BE49-F238E27FC236}">
                  <a16:creationId xmlns:a16="http://schemas.microsoft.com/office/drawing/2014/main" id="{65668DA7-3B26-9ABE-7753-73E68072C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694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5" name="Oval 744">
              <a:extLst>
                <a:ext uri="{FF2B5EF4-FFF2-40B4-BE49-F238E27FC236}">
                  <a16:creationId xmlns:a16="http://schemas.microsoft.com/office/drawing/2014/main" id="{EA08896E-C8DA-837B-EEA3-21C6913FE3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3163" y="6697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6" name="Oval 745">
              <a:extLst>
                <a:ext uri="{FF2B5EF4-FFF2-40B4-BE49-F238E27FC236}">
                  <a16:creationId xmlns:a16="http://schemas.microsoft.com/office/drawing/2014/main" id="{1A9E9A72-2BEF-C945-A827-CABE33308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6338" y="6705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7" name="Oval 746">
              <a:extLst>
                <a:ext uri="{FF2B5EF4-FFF2-40B4-BE49-F238E27FC236}">
                  <a16:creationId xmlns:a16="http://schemas.microsoft.com/office/drawing/2014/main" id="{1EDFB51F-34A1-5446-479F-1DB6D420CB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1100" y="6715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8" name="Oval 747">
              <a:extLst>
                <a:ext uri="{FF2B5EF4-FFF2-40B4-BE49-F238E27FC236}">
                  <a16:creationId xmlns:a16="http://schemas.microsoft.com/office/drawing/2014/main" id="{91319E15-9A31-4350-7056-5B5409E9E3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5863" y="6737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59" name="Oval 748">
              <a:extLst>
                <a:ext uri="{FF2B5EF4-FFF2-40B4-BE49-F238E27FC236}">
                  <a16:creationId xmlns:a16="http://schemas.microsoft.com/office/drawing/2014/main" id="{3A1F7375-D17D-3553-72F7-3D8FC75E3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3" y="6750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0" name="Oval 749">
              <a:extLst>
                <a:ext uri="{FF2B5EF4-FFF2-40B4-BE49-F238E27FC236}">
                  <a16:creationId xmlns:a16="http://schemas.microsoft.com/office/drawing/2014/main" id="{AA717EC0-E21C-7C72-DACD-8683E47243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0150" y="676433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1" name="Oval 750">
              <a:extLst>
                <a:ext uri="{FF2B5EF4-FFF2-40B4-BE49-F238E27FC236}">
                  <a16:creationId xmlns:a16="http://schemas.microsoft.com/office/drawing/2014/main" id="{C3A1AD51-998C-5E0F-C7AA-A42D1A91F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8088" y="6784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2" name="Oval 751">
              <a:extLst>
                <a:ext uri="{FF2B5EF4-FFF2-40B4-BE49-F238E27FC236}">
                  <a16:creationId xmlns:a16="http://schemas.microsoft.com/office/drawing/2014/main" id="{6D4D401B-DB51-75F6-2F13-C571EB883D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6025" y="6796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3" name="Oval 752">
              <a:extLst>
                <a:ext uri="{FF2B5EF4-FFF2-40B4-BE49-F238E27FC236}">
                  <a16:creationId xmlns:a16="http://schemas.microsoft.com/office/drawing/2014/main" id="{05B96F9B-6ED2-CCD3-6105-40D5F9EF3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5550" y="6826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4" name="Oval 753">
              <a:extLst>
                <a:ext uri="{FF2B5EF4-FFF2-40B4-BE49-F238E27FC236}">
                  <a16:creationId xmlns:a16="http://schemas.microsoft.com/office/drawing/2014/main" id="{37F5528C-782E-1086-AE8D-D49302F83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6663" y="6854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5" name="Oval 754">
              <a:extLst>
                <a:ext uri="{FF2B5EF4-FFF2-40B4-BE49-F238E27FC236}">
                  <a16:creationId xmlns:a16="http://schemas.microsoft.com/office/drawing/2014/main" id="{D618C15D-F9DC-50F8-6D35-95E840BE2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7775" y="6881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6" name="Oval 755">
              <a:extLst>
                <a:ext uri="{FF2B5EF4-FFF2-40B4-BE49-F238E27FC236}">
                  <a16:creationId xmlns:a16="http://schemas.microsoft.com/office/drawing/2014/main" id="{4CB6D0C2-962D-0F8F-12BE-2D3882165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732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7" name="Oval 756">
              <a:extLst>
                <a:ext uri="{FF2B5EF4-FFF2-40B4-BE49-F238E27FC236}">
                  <a16:creationId xmlns:a16="http://schemas.microsoft.com/office/drawing/2014/main" id="{F28AD18D-CBBF-44AB-FA5B-3EBE5B85B3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727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8" name="Oval 757">
              <a:extLst>
                <a:ext uri="{FF2B5EF4-FFF2-40B4-BE49-F238E27FC236}">
                  <a16:creationId xmlns:a16="http://schemas.microsoft.com/office/drawing/2014/main" id="{92304A85-1E19-9B3B-05FC-756A0D0C5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0150" y="673576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69" name="Oval 758">
              <a:extLst>
                <a:ext uri="{FF2B5EF4-FFF2-40B4-BE49-F238E27FC236}">
                  <a16:creationId xmlns:a16="http://schemas.microsoft.com/office/drawing/2014/main" id="{584FEDCD-B6CA-EC01-9798-D27796E2C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1738" y="6745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0" name="Oval 759">
              <a:extLst>
                <a:ext uri="{FF2B5EF4-FFF2-40B4-BE49-F238E27FC236}">
                  <a16:creationId xmlns:a16="http://schemas.microsoft.com/office/drawing/2014/main" id="{3CB111EA-73CE-6374-6D0E-AB0488275D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6500" y="6753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1" name="Oval 760">
              <a:extLst>
                <a:ext uri="{FF2B5EF4-FFF2-40B4-BE49-F238E27FC236}">
                  <a16:creationId xmlns:a16="http://schemas.microsoft.com/office/drawing/2014/main" id="{9549D705-4A1B-BAF8-7505-8FDF74D95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1263" y="6784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2" name="Oval 761">
              <a:extLst>
                <a:ext uri="{FF2B5EF4-FFF2-40B4-BE49-F238E27FC236}">
                  <a16:creationId xmlns:a16="http://schemas.microsoft.com/office/drawing/2014/main" id="{4A023213-943B-911A-D2AF-6D6F122E5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6025" y="6781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3" name="Oval 762">
              <a:extLst>
                <a:ext uri="{FF2B5EF4-FFF2-40B4-BE49-F238E27FC236}">
                  <a16:creationId xmlns:a16="http://schemas.microsoft.com/office/drawing/2014/main" id="{8BD140CE-EFF7-052B-C4F5-6FF17E89E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3963" y="679291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4" name="Oval 763">
              <a:extLst>
                <a:ext uri="{FF2B5EF4-FFF2-40B4-BE49-F238E27FC236}">
                  <a16:creationId xmlns:a16="http://schemas.microsoft.com/office/drawing/2014/main" id="{ABC6B65F-ACE5-75DB-BBA4-A77E5B39DA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0313" y="68135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5" name="Oval 764">
              <a:extLst>
                <a:ext uri="{FF2B5EF4-FFF2-40B4-BE49-F238E27FC236}">
                  <a16:creationId xmlns:a16="http://schemas.microsoft.com/office/drawing/2014/main" id="{CA2D62E7-89DF-3586-CCAD-CF23407E6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8250" y="68310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6" name="Oval 765">
              <a:extLst>
                <a:ext uri="{FF2B5EF4-FFF2-40B4-BE49-F238E27FC236}">
                  <a16:creationId xmlns:a16="http://schemas.microsoft.com/office/drawing/2014/main" id="{ECA3675A-C461-ABE1-4FF0-2FF90F303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7775" y="6858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7" name="Oval 766">
              <a:extLst>
                <a:ext uri="{FF2B5EF4-FFF2-40B4-BE49-F238E27FC236}">
                  <a16:creationId xmlns:a16="http://schemas.microsoft.com/office/drawing/2014/main" id="{D958A641-F1E7-5BD0-43E8-C76AAFC9D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7300" y="6881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8" name="Oval 767">
              <a:extLst>
                <a:ext uri="{FF2B5EF4-FFF2-40B4-BE49-F238E27FC236}">
                  <a16:creationId xmlns:a16="http://schemas.microsoft.com/office/drawing/2014/main" id="{BD446535-12E3-91B6-B8E6-53AACF233E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2375" y="6769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79" name="Oval 768">
              <a:extLst>
                <a:ext uri="{FF2B5EF4-FFF2-40B4-BE49-F238E27FC236}">
                  <a16:creationId xmlns:a16="http://schemas.microsoft.com/office/drawing/2014/main" id="{7BB908BB-A257-7938-FCFD-678352E253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2375" y="6764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0" name="Oval 769">
              <a:extLst>
                <a:ext uri="{FF2B5EF4-FFF2-40B4-BE49-F238E27FC236}">
                  <a16:creationId xmlns:a16="http://schemas.microsoft.com/office/drawing/2014/main" id="{CA6D7093-0D5D-EBC2-2218-55A9BE4D1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3963" y="6764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1" name="Oval 770">
              <a:extLst>
                <a:ext uri="{FF2B5EF4-FFF2-40B4-BE49-F238E27FC236}">
                  <a16:creationId xmlns:a16="http://schemas.microsoft.com/office/drawing/2014/main" id="{2BAAE2B7-ACBD-CF20-86D9-4A86A64519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6767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2" name="Oval 771">
              <a:extLst>
                <a:ext uri="{FF2B5EF4-FFF2-40B4-BE49-F238E27FC236}">
                  <a16:creationId xmlns:a16="http://schemas.microsoft.com/office/drawing/2014/main" id="{206E5BB4-1A22-F081-0A50-5B0FA1383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0313" y="6783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3" name="Oval 772">
              <a:extLst>
                <a:ext uri="{FF2B5EF4-FFF2-40B4-BE49-F238E27FC236}">
                  <a16:creationId xmlns:a16="http://schemas.microsoft.com/office/drawing/2014/main" id="{44E72366-EA83-C75A-98F7-AD1E43100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5075" y="6811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4" name="Oval 773">
              <a:extLst>
                <a:ext uri="{FF2B5EF4-FFF2-40B4-BE49-F238E27FC236}">
                  <a16:creationId xmlns:a16="http://schemas.microsoft.com/office/drawing/2014/main" id="{E3A98BA1-38F1-43B3-9426-09E6C8E7B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9838" y="6811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5" name="Oval 774">
              <a:extLst>
                <a:ext uri="{FF2B5EF4-FFF2-40B4-BE49-F238E27FC236}">
                  <a16:creationId xmlns:a16="http://schemas.microsoft.com/office/drawing/2014/main" id="{3E357AC9-1BB3-3CDC-9EE2-1527DF97A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6188" y="6818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6" name="Oval 775">
              <a:extLst>
                <a:ext uri="{FF2B5EF4-FFF2-40B4-BE49-F238E27FC236}">
                  <a16:creationId xmlns:a16="http://schemas.microsoft.com/office/drawing/2014/main" id="{1B85C8E7-477E-FEC5-6C96-E5E718CF5E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2538" y="6848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7" name="Oval 776">
              <a:extLst>
                <a:ext uri="{FF2B5EF4-FFF2-40B4-BE49-F238E27FC236}">
                  <a16:creationId xmlns:a16="http://schemas.microsoft.com/office/drawing/2014/main" id="{9E063125-B675-3710-9D42-8EBA89D72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0475" y="6856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8" name="Oval 777">
              <a:extLst>
                <a:ext uri="{FF2B5EF4-FFF2-40B4-BE49-F238E27FC236}">
                  <a16:creationId xmlns:a16="http://schemas.microsoft.com/office/drawing/2014/main" id="{104DD1F1-83A4-1B77-1781-DC6E5B6D7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8413" y="687863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89" name="Oval 778">
              <a:extLst>
                <a:ext uri="{FF2B5EF4-FFF2-40B4-BE49-F238E27FC236}">
                  <a16:creationId xmlns:a16="http://schemas.microsoft.com/office/drawing/2014/main" id="{1CF09D3E-D79E-17EE-B584-63FD2E83D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7938" y="6905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0" name="Oval 779">
              <a:extLst>
                <a:ext uri="{FF2B5EF4-FFF2-40B4-BE49-F238E27FC236}">
                  <a16:creationId xmlns:a16="http://schemas.microsoft.com/office/drawing/2014/main" id="{EABCF619-B3E4-F13E-F16D-F4D944301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6188" y="6805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1" name="Oval 780">
              <a:extLst>
                <a:ext uri="{FF2B5EF4-FFF2-40B4-BE49-F238E27FC236}">
                  <a16:creationId xmlns:a16="http://schemas.microsoft.com/office/drawing/2014/main" id="{FB9EF938-09A2-121E-DFE7-7A5B38464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6188" y="6796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2" name="Oval 781">
              <a:extLst>
                <a:ext uri="{FF2B5EF4-FFF2-40B4-BE49-F238E27FC236}">
                  <a16:creationId xmlns:a16="http://schemas.microsoft.com/office/drawing/2014/main" id="{BE7096AB-47DA-C177-BF02-3B633692EA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7775" y="6796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3" name="Oval 782">
              <a:extLst>
                <a:ext uri="{FF2B5EF4-FFF2-40B4-BE49-F238E27FC236}">
                  <a16:creationId xmlns:a16="http://schemas.microsoft.com/office/drawing/2014/main" id="{F8FC94C1-D98A-2C9F-7C5E-50B4CAF31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0950" y="6799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4" name="Oval 783">
              <a:extLst>
                <a:ext uri="{FF2B5EF4-FFF2-40B4-BE49-F238E27FC236}">
                  <a16:creationId xmlns:a16="http://schemas.microsoft.com/office/drawing/2014/main" id="{532AA9CD-B136-3D33-2BBF-9C79AB69A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4125" y="6811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5" name="Oval 784">
              <a:extLst>
                <a:ext uri="{FF2B5EF4-FFF2-40B4-BE49-F238E27FC236}">
                  <a16:creationId xmlns:a16="http://schemas.microsoft.com/office/drawing/2014/main" id="{023FED70-4B93-69CA-C741-61210FEF5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7300" y="6835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6" name="Oval 785">
              <a:extLst>
                <a:ext uri="{FF2B5EF4-FFF2-40B4-BE49-F238E27FC236}">
                  <a16:creationId xmlns:a16="http://schemas.microsoft.com/office/drawing/2014/main" id="{FD02FB62-D639-A101-7FF8-2BE1957F5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2063" y="6850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7" name="Oval 786">
              <a:extLst>
                <a:ext uri="{FF2B5EF4-FFF2-40B4-BE49-F238E27FC236}">
                  <a16:creationId xmlns:a16="http://schemas.microsoft.com/office/drawing/2014/main" id="{FA07B8DC-4BF8-17F3-81A8-8D84F7596E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8413" y="6859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8" name="Oval 787">
              <a:extLst>
                <a:ext uri="{FF2B5EF4-FFF2-40B4-BE49-F238E27FC236}">
                  <a16:creationId xmlns:a16="http://schemas.microsoft.com/office/drawing/2014/main" id="{28F22098-285A-E0B1-A59E-635A24CA7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4763" y="6883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99" name="Oval 788">
              <a:extLst>
                <a:ext uri="{FF2B5EF4-FFF2-40B4-BE49-F238E27FC236}">
                  <a16:creationId xmlns:a16="http://schemas.microsoft.com/office/drawing/2014/main" id="{DB3F0054-C3F5-6FC7-633D-A7D2F2B32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2700" y="6892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0" name="Oval 789">
              <a:extLst>
                <a:ext uri="{FF2B5EF4-FFF2-40B4-BE49-F238E27FC236}">
                  <a16:creationId xmlns:a16="http://schemas.microsoft.com/office/drawing/2014/main" id="{F09C9CE2-0F99-6EA8-DD7F-A5F9CF572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9050" y="6907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1" name="Oval 790">
              <a:extLst>
                <a:ext uri="{FF2B5EF4-FFF2-40B4-BE49-F238E27FC236}">
                  <a16:creationId xmlns:a16="http://schemas.microsoft.com/office/drawing/2014/main" id="{1F3F07CC-0199-93C8-956E-CCF3A7218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8413" y="68310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2" name="Oval 791">
              <a:extLst>
                <a:ext uri="{FF2B5EF4-FFF2-40B4-BE49-F238E27FC236}">
                  <a16:creationId xmlns:a16="http://schemas.microsoft.com/office/drawing/2014/main" id="{64A2D885-5192-9E59-E3AC-B194F7AE5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0" y="68278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3" name="Oval 792">
              <a:extLst>
                <a:ext uri="{FF2B5EF4-FFF2-40B4-BE49-F238E27FC236}">
                  <a16:creationId xmlns:a16="http://schemas.microsoft.com/office/drawing/2014/main" id="{1C0BC008-7B44-A4A5-A140-11A12F11C4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1588" y="6826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4" name="Oval 793">
              <a:extLst>
                <a:ext uri="{FF2B5EF4-FFF2-40B4-BE49-F238E27FC236}">
                  <a16:creationId xmlns:a16="http://schemas.microsoft.com/office/drawing/2014/main" id="{05B7C2F1-0EBA-D4AF-B101-DF072638E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3175" y="6837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5" name="Oval 794">
              <a:extLst>
                <a:ext uri="{FF2B5EF4-FFF2-40B4-BE49-F238E27FC236}">
                  <a16:creationId xmlns:a16="http://schemas.microsoft.com/office/drawing/2014/main" id="{1DC96D4D-6E47-03AF-08B1-F0F9853A14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6350" y="6842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6" name="Oval 795">
              <a:extLst>
                <a:ext uri="{FF2B5EF4-FFF2-40B4-BE49-F238E27FC236}">
                  <a16:creationId xmlns:a16="http://schemas.microsoft.com/office/drawing/2014/main" id="{B14B0CAF-818B-7AFF-34F0-7C56416E9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9525" y="6853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7" name="Oval 796">
              <a:extLst>
                <a:ext uri="{FF2B5EF4-FFF2-40B4-BE49-F238E27FC236}">
                  <a16:creationId xmlns:a16="http://schemas.microsoft.com/office/drawing/2014/main" id="{5B795AA9-55FA-A5B6-276A-F983BED414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4288" y="6875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8" name="Oval 797">
              <a:extLst>
                <a:ext uri="{FF2B5EF4-FFF2-40B4-BE49-F238E27FC236}">
                  <a16:creationId xmlns:a16="http://schemas.microsoft.com/office/drawing/2014/main" id="{83C4FA59-B81E-B62E-CD6B-C5A34DE4B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9050" y="6891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09" name="Oval 798">
              <a:extLst>
                <a:ext uri="{FF2B5EF4-FFF2-40B4-BE49-F238E27FC236}">
                  <a16:creationId xmlns:a16="http://schemas.microsoft.com/office/drawing/2014/main" id="{F9F8603B-DF15-59E6-8209-0B96C1AF0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5400" y="6907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0" name="Oval 799">
              <a:extLst>
                <a:ext uri="{FF2B5EF4-FFF2-40B4-BE49-F238E27FC236}">
                  <a16:creationId xmlns:a16="http://schemas.microsoft.com/office/drawing/2014/main" id="{9C65E859-1E46-1B3D-EF0B-8DE2D71E0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2225" y="685482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1" name="Oval 800">
              <a:extLst>
                <a:ext uri="{FF2B5EF4-FFF2-40B4-BE49-F238E27FC236}">
                  <a16:creationId xmlns:a16="http://schemas.microsoft.com/office/drawing/2014/main" id="{960C5CAF-3C45-B384-3A21-86BD2A793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2225" y="685800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2" name="Oval 801">
              <a:extLst>
                <a:ext uri="{FF2B5EF4-FFF2-40B4-BE49-F238E27FC236}">
                  <a16:creationId xmlns:a16="http://schemas.microsoft.com/office/drawing/2014/main" id="{08320E4B-B08B-3889-261B-ECD07486BB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2225" y="685323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3" name="Oval 802">
              <a:extLst>
                <a:ext uri="{FF2B5EF4-FFF2-40B4-BE49-F238E27FC236}">
                  <a16:creationId xmlns:a16="http://schemas.microsoft.com/office/drawing/2014/main" id="{F7C5CB59-65BA-C12A-B593-5EFEA01A2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5400" y="6861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4" name="Oval 803">
              <a:extLst>
                <a:ext uri="{FF2B5EF4-FFF2-40B4-BE49-F238E27FC236}">
                  <a16:creationId xmlns:a16="http://schemas.microsoft.com/office/drawing/2014/main" id="{BA785C58-5E22-107A-7C5F-0775EE476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6988" y="686593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5" name="Oval 804">
              <a:extLst>
                <a:ext uri="{FF2B5EF4-FFF2-40B4-BE49-F238E27FC236}">
                  <a16:creationId xmlns:a16="http://schemas.microsoft.com/office/drawing/2014/main" id="{5137D5A8-AD61-4619-BF77-0F18787785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1750" y="6880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6" name="Oval 805">
              <a:extLst>
                <a:ext uri="{FF2B5EF4-FFF2-40B4-BE49-F238E27FC236}">
                  <a16:creationId xmlns:a16="http://schemas.microsoft.com/office/drawing/2014/main" id="{6C7D4F51-CC96-DCE7-59AA-677F72822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4925" y="6894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7" name="Oval 806">
              <a:extLst>
                <a:ext uri="{FF2B5EF4-FFF2-40B4-BE49-F238E27FC236}">
                  <a16:creationId xmlns:a16="http://schemas.microsoft.com/office/drawing/2014/main" id="{769D5C8B-B310-DCBB-EB68-44DF4107D5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2863" y="6883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8" name="Oval 807">
              <a:extLst>
                <a:ext uri="{FF2B5EF4-FFF2-40B4-BE49-F238E27FC236}">
                  <a16:creationId xmlns:a16="http://schemas.microsoft.com/office/drawing/2014/main" id="{CC406A74-D6B3-D4BE-3F6B-9741EDEFA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2863" y="6878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19" name="Oval 808">
              <a:extLst>
                <a:ext uri="{FF2B5EF4-FFF2-40B4-BE49-F238E27FC236}">
                  <a16:creationId xmlns:a16="http://schemas.microsoft.com/office/drawing/2014/main" id="{1D0E8894-D1CD-BBC9-B989-8713217C3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4450" y="6875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0" name="Oval 809">
              <a:extLst>
                <a:ext uri="{FF2B5EF4-FFF2-40B4-BE49-F238E27FC236}">
                  <a16:creationId xmlns:a16="http://schemas.microsoft.com/office/drawing/2014/main" id="{AA415629-4F3E-06CE-9267-BB00014F8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6038" y="6886575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1" name="Oval 810">
              <a:extLst>
                <a:ext uri="{FF2B5EF4-FFF2-40B4-BE49-F238E27FC236}">
                  <a16:creationId xmlns:a16="http://schemas.microsoft.com/office/drawing/2014/main" id="{55AC9AB9-8EC5-0A57-8D57-024C8D8CEF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9213" y="6888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2" name="Oval 811">
              <a:extLst>
                <a:ext uri="{FF2B5EF4-FFF2-40B4-BE49-F238E27FC236}">
                  <a16:creationId xmlns:a16="http://schemas.microsoft.com/office/drawing/2014/main" id="{7AF22BC0-32F3-8456-C336-74AF431BC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2388" y="6904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3" name="Oval 812">
              <a:extLst>
                <a:ext uri="{FF2B5EF4-FFF2-40B4-BE49-F238E27FC236}">
                  <a16:creationId xmlns:a16="http://schemas.microsoft.com/office/drawing/2014/main" id="{2EE6DCB4-91EF-BEC7-85DD-4A34F658A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3500" y="6900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4" name="Oval 813">
              <a:extLst>
                <a:ext uri="{FF2B5EF4-FFF2-40B4-BE49-F238E27FC236}">
                  <a16:creationId xmlns:a16="http://schemas.microsoft.com/office/drawing/2014/main" id="{D623C535-D1CD-8113-CC7B-32686528E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3500" y="6896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5" name="Oval 814">
              <a:extLst>
                <a:ext uri="{FF2B5EF4-FFF2-40B4-BE49-F238E27FC236}">
                  <a16:creationId xmlns:a16="http://schemas.microsoft.com/office/drawing/2014/main" id="{F8C7F9B6-636D-E039-EBF4-BA523931C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5088" y="68897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6" name="Oval 815">
              <a:extLst>
                <a:ext uri="{FF2B5EF4-FFF2-40B4-BE49-F238E27FC236}">
                  <a16:creationId xmlns:a16="http://schemas.microsoft.com/office/drawing/2014/main" id="{A76E69F4-6DD7-3523-4838-ED3E89C7F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6675" y="6900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7" name="Oval 816">
              <a:extLst>
                <a:ext uri="{FF2B5EF4-FFF2-40B4-BE49-F238E27FC236}">
                  <a16:creationId xmlns:a16="http://schemas.microsoft.com/office/drawing/2014/main" id="{642F2294-D21F-6DC5-FF26-0DCD1B099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4138" y="6905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8" name="Oval 817">
              <a:extLst>
                <a:ext uri="{FF2B5EF4-FFF2-40B4-BE49-F238E27FC236}">
                  <a16:creationId xmlns:a16="http://schemas.microsoft.com/office/drawing/2014/main" id="{A3489B27-6E27-72E0-28C2-0A5A5C23A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5725" y="6908800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29" name="Oval 818">
              <a:extLst>
                <a:ext uri="{FF2B5EF4-FFF2-40B4-BE49-F238E27FC236}">
                  <a16:creationId xmlns:a16="http://schemas.microsoft.com/office/drawing/2014/main" id="{2E8F83C9-A2D5-8A18-DB20-B82C7136CF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3500" y="6900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0" name="Oval 819">
              <a:extLst>
                <a:ext uri="{FF2B5EF4-FFF2-40B4-BE49-F238E27FC236}">
                  <a16:creationId xmlns:a16="http://schemas.microsoft.com/office/drawing/2014/main" id="{21C26086-585C-30EC-A240-6708FD384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3500" y="6905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1" name="Oval 820">
              <a:extLst>
                <a:ext uri="{FF2B5EF4-FFF2-40B4-BE49-F238E27FC236}">
                  <a16:creationId xmlns:a16="http://schemas.microsoft.com/office/drawing/2014/main" id="{1315A4D5-328F-A6D8-D81B-70FE9A1EB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5088" y="6908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2" name="Oval 821">
              <a:extLst>
                <a:ext uri="{FF2B5EF4-FFF2-40B4-BE49-F238E27FC236}">
                  <a16:creationId xmlns:a16="http://schemas.microsoft.com/office/drawing/2014/main" id="{86280DC9-F899-957F-D3C6-30024DC53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6675" y="6907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3" name="Oval 822">
              <a:extLst>
                <a:ext uri="{FF2B5EF4-FFF2-40B4-BE49-F238E27FC236}">
                  <a16:creationId xmlns:a16="http://schemas.microsoft.com/office/drawing/2014/main" id="{69678F02-49F0-ED42-A49A-3A18D25C8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2863" y="6883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4" name="Oval 823">
              <a:extLst>
                <a:ext uri="{FF2B5EF4-FFF2-40B4-BE49-F238E27FC236}">
                  <a16:creationId xmlns:a16="http://schemas.microsoft.com/office/drawing/2014/main" id="{E1823C3E-2348-8BC9-A683-B8206895D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2863" y="6884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5" name="Oval 824">
              <a:extLst>
                <a:ext uri="{FF2B5EF4-FFF2-40B4-BE49-F238E27FC236}">
                  <a16:creationId xmlns:a16="http://schemas.microsoft.com/office/drawing/2014/main" id="{7A892461-04AC-9EEC-91A1-8CC8F6AB4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4450" y="6894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6" name="Oval 825">
              <a:extLst>
                <a:ext uri="{FF2B5EF4-FFF2-40B4-BE49-F238E27FC236}">
                  <a16:creationId xmlns:a16="http://schemas.microsoft.com/office/drawing/2014/main" id="{7EF9D114-E782-D5D0-ECF9-AEAF743AB3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6038" y="68913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7" name="Oval 826">
              <a:extLst>
                <a:ext uri="{FF2B5EF4-FFF2-40B4-BE49-F238E27FC236}">
                  <a16:creationId xmlns:a16="http://schemas.microsoft.com/office/drawing/2014/main" id="{E909A07A-E83C-E3DF-3C45-CA3355D98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9213" y="6892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8" name="Oval 827">
              <a:extLst>
                <a:ext uri="{FF2B5EF4-FFF2-40B4-BE49-F238E27FC236}">
                  <a16:creationId xmlns:a16="http://schemas.microsoft.com/office/drawing/2014/main" id="{02AF4DA0-0066-3C73-4598-E328E7E525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2225" y="685482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39" name="Oval 828">
              <a:extLst>
                <a:ext uri="{FF2B5EF4-FFF2-40B4-BE49-F238E27FC236}">
                  <a16:creationId xmlns:a16="http://schemas.microsoft.com/office/drawing/2014/main" id="{F80D04ED-36AF-D6CB-6D19-6311AA09E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2225" y="6859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0" name="Oval 829">
              <a:extLst>
                <a:ext uri="{FF2B5EF4-FFF2-40B4-BE49-F238E27FC236}">
                  <a16:creationId xmlns:a16="http://schemas.microsoft.com/office/drawing/2014/main" id="{3A65B171-AC07-D6BD-A9D6-AEB1B0898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2225" y="686276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1" name="Oval 830">
              <a:extLst>
                <a:ext uri="{FF2B5EF4-FFF2-40B4-BE49-F238E27FC236}">
                  <a16:creationId xmlns:a16="http://schemas.microsoft.com/office/drawing/2014/main" id="{84D1672A-2890-AD99-35B0-897A63837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5400" y="68675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2" name="Oval 831">
              <a:extLst>
                <a:ext uri="{FF2B5EF4-FFF2-40B4-BE49-F238E27FC236}">
                  <a16:creationId xmlns:a16="http://schemas.microsoft.com/office/drawing/2014/main" id="{704C3D1B-6F67-B5CD-9A32-1D3E8C5A0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6988" y="687387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3" name="Oval 832">
              <a:extLst>
                <a:ext uri="{FF2B5EF4-FFF2-40B4-BE49-F238E27FC236}">
                  <a16:creationId xmlns:a16="http://schemas.microsoft.com/office/drawing/2014/main" id="{00597070-6402-2C31-8323-39B213A52F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1750" y="6888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4" name="Oval 833">
              <a:extLst>
                <a:ext uri="{FF2B5EF4-FFF2-40B4-BE49-F238E27FC236}">
                  <a16:creationId xmlns:a16="http://schemas.microsoft.com/office/drawing/2014/main" id="{36FC8963-1128-C54D-01AB-FABC376500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8413" y="68310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5" name="Oval 834">
              <a:extLst>
                <a:ext uri="{FF2B5EF4-FFF2-40B4-BE49-F238E27FC236}">
                  <a16:creationId xmlns:a16="http://schemas.microsoft.com/office/drawing/2014/main" id="{D753E1D4-C815-7F8F-92F5-10EB61DB81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0000" y="6842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6" name="Oval 835">
              <a:extLst>
                <a:ext uri="{FF2B5EF4-FFF2-40B4-BE49-F238E27FC236}">
                  <a16:creationId xmlns:a16="http://schemas.microsoft.com/office/drawing/2014/main" id="{9A0BC2F9-4B75-0F51-F549-CE1A1CB1C8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1588" y="68294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7" name="Oval 836">
              <a:extLst>
                <a:ext uri="{FF2B5EF4-FFF2-40B4-BE49-F238E27FC236}">
                  <a16:creationId xmlns:a16="http://schemas.microsoft.com/office/drawing/2014/main" id="{886C2C73-55B7-F692-A7EC-507B9A7B5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3175" y="68294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8" name="Oval 837">
              <a:extLst>
                <a:ext uri="{FF2B5EF4-FFF2-40B4-BE49-F238E27FC236}">
                  <a16:creationId xmlns:a16="http://schemas.microsoft.com/office/drawing/2014/main" id="{E3F547A9-C5C2-4D73-C041-232BB5A18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6350" y="6848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49" name="Oval 838">
              <a:extLst>
                <a:ext uri="{FF2B5EF4-FFF2-40B4-BE49-F238E27FC236}">
                  <a16:creationId xmlns:a16="http://schemas.microsoft.com/office/drawing/2014/main" id="{E6CAF220-CECF-1DFE-3C90-7935CA185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9525" y="68675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0" name="Oval 839">
              <a:extLst>
                <a:ext uri="{FF2B5EF4-FFF2-40B4-BE49-F238E27FC236}">
                  <a16:creationId xmlns:a16="http://schemas.microsoft.com/office/drawing/2014/main" id="{E4170207-7FFA-3938-FAE3-8433C15968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4288" y="6878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1" name="Oval 840">
              <a:extLst>
                <a:ext uri="{FF2B5EF4-FFF2-40B4-BE49-F238E27FC236}">
                  <a16:creationId xmlns:a16="http://schemas.microsoft.com/office/drawing/2014/main" id="{35E59EAA-F0F5-7307-EE44-4C8CDEBB5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9050" y="689610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2" name="Oval 841">
              <a:extLst>
                <a:ext uri="{FF2B5EF4-FFF2-40B4-BE49-F238E27FC236}">
                  <a16:creationId xmlns:a16="http://schemas.microsoft.com/office/drawing/2014/main" id="{2E0987B2-5B73-CF93-1A1A-28A120346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6188" y="6805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3" name="Oval 842">
              <a:extLst>
                <a:ext uri="{FF2B5EF4-FFF2-40B4-BE49-F238E27FC236}">
                  <a16:creationId xmlns:a16="http://schemas.microsoft.com/office/drawing/2014/main" id="{513B0FEA-B3EA-F5BD-3F1F-624C780416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6188" y="6802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4" name="Oval 843">
              <a:extLst>
                <a:ext uri="{FF2B5EF4-FFF2-40B4-BE49-F238E27FC236}">
                  <a16:creationId xmlns:a16="http://schemas.microsoft.com/office/drawing/2014/main" id="{B60B5DBC-EADE-9359-EBE0-51CE22B0EE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7775" y="6786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5" name="Oval 844">
              <a:extLst>
                <a:ext uri="{FF2B5EF4-FFF2-40B4-BE49-F238E27FC236}">
                  <a16:creationId xmlns:a16="http://schemas.microsoft.com/office/drawing/2014/main" id="{DB13C684-4D14-B3A2-3B6C-B58797606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0950" y="6802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6" name="Oval 845">
              <a:extLst>
                <a:ext uri="{FF2B5EF4-FFF2-40B4-BE49-F238E27FC236}">
                  <a16:creationId xmlns:a16="http://schemas.microsoft.com/office/drawing/2014/main" id="{BED1D80E-4163-7B4E-C0A9-76736F5AE2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4125" y="6831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7" name="Oval 846">
              <a:extLst>
                <a:ext uri="{FF2B5EF4-FFF2-40B4-BE49-F238E27FC236}">
                  <a16:creationId xmlns:a16="http://schemas.microsoft.com/office/drawing/2014/main" id="{5A7C9191-319A-BE17-498C-6CC3A77DF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7300" y="6835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8" name="Oval 847">
              <a:extLst>
                <a:ext uri="{FF2B5EF4-FFF2-40B4-BE49-F238E27FC236}">
                  <a16:creationId xmlns:a16="http://schemas.microsoft.com/office/drawing/2014/main" id="{605C482A-6312-6530-ED87-FB6889309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2063" y="6843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59" name="Oval 848">
              <a:extLst>
                <a:ext uri="{FF2B5EF4-FFF2-40B4-BE49-F238E27FC236}">
                  <a16:creationId xmlns:a16="http://schemas.microsoft.com/office/drawing/2014/main" id="{3ADED9BD-B1B3-7225-D46B-D0E910C3F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8413" y="6864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0" name="Oval 849">
              <a:extLst>
                <a:ext uri="{FF2B5EF4-FFF2-40B4-BE49-F238E27FC236}">
                  <a16:creationId xmlns:a16="http://schemas.microsoft.com/office/drawing/2014/main" id="{6004EC41-0ADA-3654-0A0B-6A08D3DDE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4763" y="68865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1" name="Oval 850">
              <a:extLst>
                <a:ext uri="{FF2B5EF4-FFF2-40B4-BE49-F238E27FC236}">
                  <a16:creationId xmlns:a16="http://schemas.microsoft.com/office/drawing/2014/main" id="{26D0FB89-2176-EFB7-95C0-A4F92CD5D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2700" y="6905625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2" name="Oval 851">
              <a:extLst>
                <a:ext uri="{FF2B5EF4-FFF2-40B4-BE49-F238E27FC236}">
                  <a16:creationId xmlns:a16="http://schemas.microsoft.com/office/drawing/2014/main" id="{42167E3D-3FC4-319F-A356-235375589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2375" y="6769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3" name="Oval 852">
              <a:extLst>
                <a:ext uri="{FF2B5EF4-FFF2-40B4-BE49-F238E27FC236}">
                  <a16:creationId xmlns:a16="http://schemas.microsoft.com/office/drawing/2014/main" id="{2BE86E0C-6518-3922-BAE5-E96529CC1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2375" y="6761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4" name="Oval 853">
              <a:extLst>
                <a:ext uri="{FF2B5EF4-FFF2-40B4-BE49-F238E27FC236}">
                  <a16:creationId xmlns:a16="http://schemas.microsoft.com/office/drawing/2014/main" id="{1AF99850-C2F8-DC27-FEE7-9AA40D25B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3963" y="6754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5" name="Oval 854">
              <a:extLst>
                <a:ext uri="{FF2B5EF4-FFF2-40B4-BE49-F238E27FC236}">
                  <a16:creationId xmlns:a16="http://schemas.microsoft.com/office/drawing/2014/main" id="{AB4CEB2E-4633-4D06-4B6E-0B214F2D3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8" y="6778625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6" name="Oval 855">
              <a:extLst>
                <a:ext uri="{FF2B5EF4-FFF2-40B4-BE49-F238E27FC236}">
                  <a16:creationId xmlns:a16="http://schemas.microsoft.com/office/drawing/2014/main" id="{2B068601-C2D6-7014-5ACF-4EC55670F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0313" y="6807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7" name="Oval 856">
              <a:extLst>
                <a:ext uri="{FF2B5EF4-FFF2-40B4-BE49-F238E27FC236}">
                  <a16:creationId xmlns:a16="http://schemas.microsoft.com/office/drawing/2014/main" id="{EEDE0491-1EF5-EED1-4F29-85D394A98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5075" y="681196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8" name="Oval 857">
              <a:extLst>
                <a:ext uri="{FF2B5EF4-FFF2-40B4-BE49-F238E27FC236}">
                  <a16:creationId xmlns:a16="http://schemas.microsoft.com/office/drawing/2014/main" id="{E4C7AD68-94F2-45EB-7CB3-43E7C7244F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9838" y="68135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69" name="Oval 858">
              <a:extLst>
                <a:ext uri="{FF2B5EF4-FFF2-40B4-BE49-F238E27FC236}">
                  <a16:creationId xmlns:a16="http://schemas.microsoft.com/office/drawing/2014/main" id="{51C0864B-45B9-8878-9462-73696280D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6188" y="6831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0" name="Oval 859">
              <a:extLst>
                <a:ext uri="{FF2B5EF4-FFF2-40B4-BE49-F238E27FC236}">
                  <a16:creationId xmlns:a16="http://schemas.microsoft.com/office/drawing/2014/main" id="{2734A142-6109-9C73-5114-C3B21DD78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2538" y="6854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1" name="Oval 860">
              <a:extLst>
                <a:ext uri="{FF2B5EF4-FFF2-40B4-BE49-F238E27FC236}">
                  <a16:creationId xmlns:a16="http://schemas.microsoft.com/office/drawing/2014/main" id="{22BD2344-6F8A-C589-ED65-46381EF1A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0475" y="6884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2" name="Oval 861">
              <a:extLst>
                <a:ext uri="{FF2B5EF4-FFF2-40B4-BE49-F238E27FC236}">
                  <a16:creationId xmlns:a16="http://schemas.microsoft.com/office/drawing/2014/main" id="{D78274B9-4B4D-8F37-E527-80760CFA7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8413" y="69072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3" name="Oval 862">
              <a:extLst>
                <a:ext uri="{FF2B5EF4-FFF2-40B4-BE49-F238E27FC236}">
                  <a16:creationId xmlns:a16="http://schemas.microsoft.com/office/drawing/2014/main" id="{29339FF4-D34D-6222-9195-34EA63FC7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732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4" name="Oval 863">
              <a:extLst>
                <a:ext uri="{FF2B5EF4-FFF2-40B4-BE49-F238E27FC236}">
                  <a16:creationId xmlns:a16="http://schemas.microsoft.com/office/drawing/2014/main" id="{C5071BF3-2B99-95C5-BF0A-8DCCE47D9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726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5" name="Oval 864">
              <a:extLst>
                <a:ext uri="{FF2B5EF4-FFF2-40B4-BE49-F238E27FC236}">
                  <a16:creationId xmlns:a16="http://schemas.microsoft.com/office/drawing/2014/main" id="{628C0FFC-E681-5541-8B01-0293F9B71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0150" y="671353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6" name="Oval 865">
              <a:extLst>
                <a:ext uri="{FF2B5EF4-FFF2-40B4-BE49-F238E27FC236}">
                  <a16:creationId xmlns:a16="http://schemas.microsoft.com/office/drawing/2014/main" id="{42E2F750-BE46-4C79-AB4E-6DC5B4521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1738" y="6735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7" name="Oval 866">
              <a:extLst>
                <a:ext uri="{FF2B5EF4-FFF2-40B4-BE49-F238E27FC236}">
                  <a16:creationId xmlns:a16="http://schemas.microsoft.com/office/drawing/2014/main" id="{3354208E-0667-08AF-5A41-126FD4A78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6500" y="6770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8" name="Oval 867">
              <a:extLst>
                <a:ext uri="{FF2B5EF4-FFF2-40B4-BE49-F238E27FC236}">
                  <a16:creationId xmlns:a16="http://schemas.microsoft.com/office/drawing/2014/main" id="{05F0BB96-0579-43B0-DF88-EC5F185DF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1263" y="6784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79" name="Oval 868">
              <a:extLst>
                <a:ext uri="{FF2B5EF4-FFF2-40B4-BE49-F238E27FC236}">
                  <a16:creationId xmlns:a16="http://schemas.microsoft.com/office/drawing/2014/main" id="{26CB8467-F386-5289-AA11-BCFF08271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6025" y="6789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0" name="Oval 869">
              <a:extLst>
                <a:ext uri="{FF2B5EF4-FFF2-40B4-BE49-F238E27FC236}">
                  <a16:creationId xmlns:a16="http://schemas.microsoft.com/office/drawing/2014/main" id="{450A3A63-8485-A313-9BBF-6FCC08744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3963" y="679608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1" name="Oval 870">
              <a:extLst>
                <a:ext uri="{FF2B5EF4-FFF2-40B4-BE49-F238E27FC236}">
                  <a16:creationId xmlns:a16="http://schemas.microsoft.com/office/drawing/2014/main" id="{79E5B31C-F6FC-9837-D79E-A7310BE6EB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0313" y="6824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2" name="Oval 871">
              <a:extLst>
                <a:ext uri="{FF2B5EF4-FFF2-40B4-BE49-F238E27FC236}">
                  <a16:creationId xmlns:a16="http://schemas.microsoft.com/office/drawing/2014/main" id="{FCFF89FD-C16A-98B2-23B9-1363053E3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8250" y="685482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3" name="Oval 872">
              <a:extLst>
                <a:ext uri="{FF2B5EF4-FFF2-40B4-BE49-F238E27FC236}">
                  <a16:creationId xmlns:a16="http://schemas.microsoft.com/office/drawing/2014/main" id="{033E655C-4824-2989-7541-D2D94FEF18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7775" y="6881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4" name="Oval 873">
              <a:extLst>
                <a:ext uri="{FF2B5EF4-FFF2-40B4-BE49-F238E27FC236}">
                  <a16:creationId xmlns:a16="http://schemas.microsoft.com/office/drawing/2014/main" id="{585BC4A2-52E2-B27B-2AE5-77BE60B7B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17300" y="69024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5" name="Oval 874">
              <a:extLst>
                <a:ext uri="{FF2B5EF4-FFF2-40B4-BE49-F238E27FC236}">
                  <a16:creationId xmlns:a16="http://schemas.microsoft.com/office/drawing/2014/main" id="{B4798CA5-C142-3067-EDD3-6CDBB466A6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700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6" name="Oval 875">
              <a:extLst>
                <a:ext uri="{FF2B5EF4-FFF2-40B4-BE49-F238E27FC236}">
                  <a16:creationId xmlns:a16="http://schemas.microsoft.com/office/drawing/2014/main" id="{C18BD86A-8C26-6F62-18DE-2D4A1ED6BE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689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7" name="Oval 876">
              <a:extLst>
                <a:ext uri="{FF2B5EF4-FFF2-40B4-BE49-F238E27FC236}">
                  <a16:creationId xmlns:a16="http://schemas.microsoft.com/office/drawing/2014/main" id="{7B5C9C31-704C-C451-F2EF-9D96170FA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3163" y="6678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8" name="Oval 877">
              <a:extLst>
                <a:ext uri="{FF2B5EF4-FFF2-40B4-BE49-F238E27FC236}">
                  <a16:creationId xmlns:a16="http://schemas.microsoft.com/office/drawing/2014/main" id="{59398AD9-DF29-79B4-9E61-C10E857C3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6338" y="67056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89" name="Oval 878">
              <a:extLst>
                <a:ext uri="{FF2B5EF4-FFF2-40B4-BE49-F238E27FC236}">
                  <a16:creationId xmlns:a16="http://schemas.microsoft.com/office/drawing/2014/main" id="{4829A750-35CE-7179-EA1B-56F4600B65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1100" y="6735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0" name="Oval 879">
              <a:extLst>
                <a:ext uri="{FF2B5EF4-FFF2-40B4-BE49-F238E27FC236}">
                  <a16:creationId xmlns:a16="http://schemas.microsoft.com/office/drawing/2014/main" id="{AEFAA6FD-072E-0686-2FA9-EB8FCA8B2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5863" y="67548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1" name="Oval 880">
              <a:extLst>
                <a:ext uri="{FF2B5EF4-FFF2-40B4-BE49-F238E27FC236}">
                  <a16:creationId xmlns:a16="http://schemas.microsoft.com/office/drawing/2014/main" id="{F3A11A8B-0FCA-5F07-1139-9A44E9CAD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3" y="676433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2" name="Oval 881">
              <a:extLst>
                <a:ext uri="{FF2B5EF4-FFF2-40B4-BE49-F238E27FC236}">
                  <a16:creationId xmlns:a16="http://schemas.microsoft.com/office/drawing/2014/main" id="{9293CC8E-6AD9-F747-96B5-14FAD4A29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0150" y="677227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3" name="Oval 882">
              <a:extLst>
                <a:ext uri="{FF2B5EF4-FFF2-40B4-BE49-F238E27FC236}">
                  <a16:creationId xmlns:a16="http://schemas.microsoft.com/office/drawing/2014/main" id="{89E502A9-A121-57D5-A319-68F3A4DC1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8088" y="67992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4" name="Oval 883">
              <a:extLst>
                <a:ext uri="{FF2B5EF4-FFF2-40B4-BE49-F238E27FC236}">
                  <a16:creationId xmlns:a16="http://schemas.microsoft.com/office/drawing/2014/main" id="{B0BBB472-338A-A343-34B8-57AD173A9C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6025" y="6826250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5" name="Oval 884">
              <a:extLst>
                <a:ext uri="{FF2B5EF4-FFF2-40B4-BE49-F238E27FC236}">
                  <a16:creationId xmlns:a16="http://schemas.microsoft.com/office/drawing/2014/main" id="{1109828B-C348-BD15-3CCE-4852DD807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5550" y="6846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6" name="Oval 885">
              <a:extLst>
                <a:ext uri="{FF2B5EF4-FFF2-40B4-BE49-F238E27FC236}">
                  <a16:creationId xmlns:a16="http://schemas.microsoft.com/office/drawing/2014/main" id="{0D755260-0A91-65C3-DD29-F41F7A309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6663" y="68738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7" name="Oval 886">
              <a:extLst>
                <a:ext uri="{FF2B5EF4-FFF2-40B4-BE49-F238E27FC236}">
                  <a16:creationId xmlns:a16="http://schemas.microsoft.com/office/drawing/2014/main" id="{ED7CEA2A-5BF7-953A-045E-83D4C32DA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3000" y="6653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8" name="Oval 887">
              <a:extLst>
                <a:ext uri="{FF2B5EF4-FFF2-40B4-BE49-F238E27FC236}">
                  <a16:creationId xmlns:a16="http://schemas.microsoft.com/office/drawing/2014/main" id="{60869457-6774-D573-6FDA-B9532BAFD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4588" y="66484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99" name="Oval 888">
              <a:extLst>
                <a:ext uri="{FF2B5EF4-FFF2-40B4-BE49-F238E27FC236}">
                  <a16:creationId xmlns:a16="http://schemas.microsoft.com/office/drawing/2014/main" id="{9019FF27-3C2B-B345-D0E6-C81A56074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6175" y="6643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0" name="Oval 889">
              <a:extLst>
                <a:ext uri="{FF2B5EF4-FFF2-40B4-BE49-F238E27FC236}">
                  <a16:creationId xmlns:a16="http://schemas.microsoft.com/office/drawing/2014/main" id="{50AB202B-2F77-E48C-8D8F-E6C22E005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0" y="6665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01" name="Oval 890">
              <a:extLst>
                <a:ext uri="{FF2B5EF4-FFF2-40B4-BE49-F238E27FC236}">
                  <a16:creationId xmlns:a16="http://schemas.microsoft.com/office/drawing/2014/main" id="{D8358556-2EBB-3FD4-4556-46CC5ED21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4113" y="6696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2" name="Oval 892">
              <a:extLst>
                <a:ext uri="{FF2B5EF4-FFF2-40B4-BE49-F238E27FC236}">
                  <a16:creationId xmlns:a16="http://schemas.microsoft.com/office/drawing/2014/main" id="{7752CA5B-E34B-3D67-AD25-5023EAFDC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0462" y="6711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3" name="Oval 893">
              <a:extLst>
                <a:ext uri="{FF2B5EF4-FFF2-40B4-BE49-F238E27FC236}">
                  <a16:creationId xmlns:a16="http://schemas.microsoft.com/office/drawing/2014/main" id="{9D6211D0-815D-47F7-356B-14B41F41A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6812" y="6729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4" name="Oval 894">
              <a:extLst>
                <a:ext uri="{FF2B5EF4-FFF2-40B4-BE49-F238E27FC236}">
                  <a16:creationId xmlns:a16="http://schemas.microsoft.com/office/drawing/2014/main" id="{9DCD0C74-C1B9-BA56-0AD8-E84F8CBD2B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4750" y="6750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5" name="Oval 895">
              <a:extLst>
                <a:ext uri="{FF2B5EF4-FFF2-40B4-BE49-F238E27FC236}">
                  <a16:creationId xmlns:a16="http://schemas.microsoft.com/office/drawing/2014/main" id="{6CB4AEF2-6F05-DE88-A77C-409C3F71D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4275" y="678180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6" name="Oval 896">
              <a:extLst>
                <a:ext uri="{FF2B5EF4-FFF2-40B4-BE49-F238E27FC236}">
                  <a16:creationId xmlns:a16="http://schemas.microsoft.com/office/drawing/2014/main" id="{C778290E-280A-AD75-0DCE-F89280549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3800" y="67976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7" name="Oval 897">
              <a:extLst>
                <a:ext uri="{FF2B5EF4-FFF2-40B4-BE49-F238E27FC236}">
                  <a16:creationId xmlns:a16="http://schemas.microsoft.com/office/drawing/2014/main" id="{39AF4747-FAB7-AD8F-20D7-FCE317CEC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3325" y="6819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8" name="Oval 898">
              <a:extLst>
                <a:ext uri="{FF2B5EF4-FFF2-40B4-BE49-F238E27FC236}">
                  <a16:creationId xmlns:a16="http://schemas.microsoft.com/office/drawing/2014/main" id="{042A83D2-0897-0ECF-C4E0-C06EA18FF9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4437" y="68453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9" name="Oval 899">
              <a:extLst>
                <a:ext uri="{FF2B5EF4-FFF2-40B4-BE49-F238E27FC236}">
                  <a16:creationId xmlns:a16="http://schemas.microsoft.com/office/drawing/2014/main" id="{11CA8933-7103-3E3A-BCAF-E2206C4993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7" y="6870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0" name="Oval 900">
              <a:extLst>
                <a:ext uri="{FF2B5EF4-FFF2-40B4-BE49-F238E27FC236}">
                  <a16:creationId xmlns:a16="http://schemas.microsoft.com/office/drawing/2014/main" id="{ACF58C74-72B0-D4DD-7F65-F6FCB11F1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8250" y="6896100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1" name="Oval 901">
              <a:extLst>
                <a:ext uri="{FF2B5EF4-FFF2-40B4-BE49-F238E27FC236}">
                  <a16:creationId xmlns:a16="http://schemas.microsoft.com/office/drawing/2014/main" id="{455806A2-DCD3-4F04-1295-8AEB34E48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4425" y="6616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2" name="Oval 902">
              <a:extLst>
                <a:ext uri="{FF2B5EF4-FFF2-40B4-BE49-F238E27FC236}">
                  <a16:creationId xmlns:a16="http://schemas.microsoft.com/office/drawing/2014/main" id="{D9AFB5E0-E4E0-5142-5588-A9FB9DB9A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6012" y="6608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3" name="Oval 903">
              <a:extLst>
                <a:ext uri="{FF2B5EF4-FFF2-40B4-BE49-F238E27FC236}">
                  <a16:creationId xmlns:a16="http://schemas.microsoft.com/office/drawing/2014/main" id="{B03F91AE-0710-F71E-7483-C82541B203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7600" y="6599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4" name="Oval 904">
              <a:extLst>
                <a:ext uri="{FF2B5EF4-FFF2-40B4-BE49-F238E27FC236}">
                  <a16:creationId xmlns:a16="http://schemas.microsoft.com/office/drawing/2014/main" id="{AB46673C-9B56-741D-BD6A-84989D9A6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0775" y="6627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5" name="Oval 905">
              <a:extLst>
                <a:ext uri="{FF2B5EF4-FFF2-40B4-BE49-F238E27FC236}">
                  <a16:creationId xmlns:a16="http://schemas.microsoft.com/office/drawing/2014/main" id="{F25E7065-E052-8FA2-E381-4441D60B5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7125" y="66532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6" name="Oval 906">
              <a:extLst>
                <a:ext uri="{FF2B5EF4-FFF2-40B4-BE49-F238E27FC236}">
                  <a16:creationId xmlns:a16="http://schemas.microsoft.com/office/drawing/2014/main" id="{A148061F-4558-F803-AA72-17C4FB84A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6675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7" name="Oval 907">
              <a:extLst>
                <a:ext uri="{FF2B5EF4-FFF2-40B4-BE49-F238E27FC236}">
                  <a16:creationId xmlns:a16="http://schemas.microsoft.com/office/drawing/2014/main" id="{E201901A-C2F0-2673-3D0E-22E90D062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9825" y="6696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8" name="Oval 908">
              <a:extLst>
                <a:ext uri="{FF2B5EF4-FFF2-40B4-BE49-F238E27FC236}">
                  <a16:creationId xmlns:a16="http://schemas.microsoft.com/office/drawing/2014/main" id="{36941E4C-FBA6-83B5-C756-132EF1C64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0" y="6721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19" name="Oval 909">
              <a:extLst>
                <a:ext uri="{FF2B5EF4-FFF2-40B4-BE49-F238E27FC236}">
                  <a16:creationId xmlns:a16="http://schemas.microsoft.com/office/drawing/2014/main" id="{0766E148-EB82-B98A-5FD4-6E68A34491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8875" y="67468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0" name="Oval 910">
              <a:extLst>
                <a:ext uri="{FF2B5EF4-FFF2-40B4-BE49-F238E27FC236}">
                  <a16:creationId xmlns:a16="http://schemas.microsoft.com/office/drawing/2014/main" id="{F1E8E28B-973E-B287-7185-1B61A471FE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7" y="677227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1" name="Oval 911">
              <a:extLst>
                <a:ext uri="{FF2B5EF4-FFF2-40B4-BE49-F238E27FC236}">
                  <a16:creationId xmlns:a16="http://schemas.microsoft.com/office/drawing/2014/main" id="{8FC95228-312F-8C0D-84C9-86DD0931C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1100" y="6799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2" name="Oval 912">
              <a:extLst>
                <a:ext uri="{FF2B5EF4-FFF2-40B4-BE49-F238E27FC236}">
                  <a16:creationId xmlns:a16="http://schemas.microsoft.com/office/drawing/2014/main" id="{CA93A646-89F7-78CD-3E04-D8E2CDB89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2" y="6826250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3" name="Oval 913">
              <a:extLst>
                <a:ext uri="{FF2B5EF4-FFF2-40B4-BE49-F238E27FC236}">
                  <a16:creationId xmlns:a16="http://schemas.microsoft.com/office/drawing/2014/main" id="{8E2A1FB9-AF63-2DB3-411E-3C7E6B104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4912" y="6840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4" name="Oval 914">
              <a:extLst>
                <a:ext uri="{FF2B5EF4-FFF2-40B4-BE49-F238E27FC236}">
                  <a16:creationId xmlns:a16="http://schemas.microsoft.com/office/drawing/2014/main" id="{F53B5B62-188D-03FB-7E0A-5007A55900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9200" y="6864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5" name="Oval 915">
              <a:extLst>
                <a:ext uri="{FF2B5EF4-FFF2-40B4-BE49-F238E27FC236}">
                  <a16:creationId xmlns:a16="http://schemas.microsoft.com/office/drawing/2014/main" id="{CAA54933-5781-6BA7-830F-3B787F4DC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1900" y="6896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6" name="Oval 916">
              <a:extLst>
                <a:ext uri="{FF2B5EF4-FFF2-40B4-BE49-F238E27FC236}">
                  <a16:creationId xmlns:a16="http://schemas.microsoft.com/office/drawing/2014/main" id="{F9DBC0E5-B5D7-BB95-91AC-7697A5BBC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2" y="6577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7" name="Oval 917">
              <a:extLst>
                <a:ext uri="{FF2B5EF4-FFF2-40B4-BE49-F238E27FC236}">
                  <a16:creationId xmlns:a16="http://schemas.microsoft.com/office/drawing/2014/main" id="{403BE9E0-8FC9-23DC-EB7E-CF0C5F42F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5850" y="6573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8" name="Oval 918">
              <a:extLst>
                <a:ext uri="{FF2B5EF4-FFF2-40B4-BE49-F238E27FC236}">
                  <a16:creationId xmlns:a16="http://schemas.microsoft.com/office/drawing/2014/main" id="{9820523C-D5AC-7524-BB19-DB1EEBF71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7437" y="6569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29" name="Oval 919">
              <a:extLst>
                <a:ext uri="{FF2B5EF4-FFF2-40B4-BE49-F238E27FC236}">
                  <a16:creationId xmlns:a16="http://schemas.microsoft.com/office/drawing/2014/main" id="{85A1E1BC-6A14-4E17-07B6-E6CDCB4240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2200" y="6596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0" name="Oval 920">
              <a:extLst>
                <a:ext uri="{FF2B5EF4-FFF2-40B4-BE49-F238E27FC236}">
                  <a16:creationId xmlns:a16="http://schemas.microsoft.com/office/drawing/2014/main" id="{3C4B848E-C93D-90B3-DA63-6731C7DF2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6962" y="6615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1" name="Oval 921">
              <a:extLst>
                <a:ext uri="{FF2B5EF4-FFF2-40B4-BE49-F238E27FC236}">
                  <a16:creationId xmlns:a16="http://schemas.microsoft.com/office/drawing/2014/main" id="{90DF8D9B-E6BD-8079-A1C7-ECB35924E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4900" y="6623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2" name="Oval 922">
              <a:extLst>
                <a:ext uri="{FF2B5EF4-FFF2-40B4-BE49-F238E27FC236}">
                  <a16:creationId xmlns:a16="http://schemas.microsoft.com/office/drawing/2014/main" id="{E31B395E-40BA-FE71-AF42-BFC621E77F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2837" y="6654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3" name="Oval 923">
              <a:extLst>
                <a:ext uri="{FF2B5EF4-FFF2-40B4-BE49-F238E27FC236}">
                  <a16:creationId xmlns:a16="http://schemas.microsoft.com/office/drawing/2014/main" id="{613D96F2-5F93-DA8C-DB35-9EA3AD8CD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2362" y="6689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4" name="Oval 924">
              <a:extLst>
                <a:ext uri="{FF2B5EF4-FFF2-40B4-BE49-F238E27FC236}">
                  <a16:creationId xmlns:a16="http://schemas.microsoft.com/office/drawing/2014/main" id="{BE70F52F-C473-09CF-9AFA-BD590E026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7183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5" name="Oval 925">
              <a:extLst>
                <a:ext uri="{FF2B5EF4-FFF2-40B4-BE49-F238E27FC236}">
                  <a16:creationId xmlns:a16="http://schemas.microsoft.com/office/drawing/2014/main" id="{AD91119A-E177-996D-CB84-192F1A8FB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4587" y="6735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6" name="Oval 926">
              <a:extLst>
                <a:ext uri="{FF2B5EF4-FFF2-40B4-BE49-F238E27FC236}">
                  <a16:creationId xmlns:a16="http://schemas.microsoft.com/office/drawing/2014/main" id="{1EEE5A01-DEA6-45ED-C58F-4F6D2E270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7287" y="6757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7" name="Oval 927">
              <a:extLst>
                <a:ext uri="{FF2B5EF4-FFF2-40B4-BE49-F238E27FC236}">
                  <a16:creationId xmlns:a16="http://schemas.microsoft.com/office/drawing/2014/main" id="{6D44EDF8-3983-4A4A-EF12-2CE89CACE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7" y="6786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8" name="Oval 928">
              <a:extLst>
                <a:ext uri="{FF2B5EF4-FFF2-40B4-BE49-F238E27FC236}">
                  <a16:creationId xmlns:a16="http://schemas.microsoft.com/office/drawing/2014/main" id="{0E9C2D79-EEA7-78DB-19AC-4F27BE0A4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4275" y="6813550"/>
              <a:ext cx="11112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39" name="Oval 929">
              <a:extLst>
                <a:ext uri="{FF2B5EF4-FFF2-40B4-BE49-F238E27FC236}">
                  <a16:creationId xmlns:a16="http://schemas.microsoft.com/office/drawing/2014/main" id="{A317A887-1E40-ACB0-4BBA-FFCD2F1ED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8389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0" name="Oval 930">
              <a:extLst>
                <a:ext uri="{FF2B5EF4-FFF2-40B4-BE49-F238E27FC236}">
                  <a16:creationId xmlns:a16="http://schemas.microsoft.com/office/drawing/2014/main" id="{B2917A12-A8FE-9400-25BA-6A146A49F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2850" y="6865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1" name="Oval 931">
              <a:extLst>
                <a:ext uri="{FF2B5EF4-FFF2-40B4-BE49-F238E27FC236}">
                  <a16:creationId xmlns:a16="http://schemas.microsoft.com/office/drawing/2014/main" id="{F1B74FEB-BF58-FB93-11EE-C8447DD1A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7137" y="6908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2" name="Oval 932">
              <a:extLst>
                <a:ext uri="{FF2B5EF4-FFF2-40B4-BE49-F238E27FC236}">
                  <a16:creationId xmlns:a16="http://schemas.microsoft.com/office/drawing/2014/main" id="{0DA4188D-CBA7-604A-3C13-A92AD2ED1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2512" y="65325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3" name="Oval 933">
              <a:extLst>
                <a:ext uri="{FF2B5EF4-FFF2-40B4-BE49-F238E27FC236}">
                  <a16:creationId xmlns:a16="http://schemas.microsoft.com/office/drawing/2014/main" id="{9D9EEA0C-BE6B-BC3B-CEE4-E825BC410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0" y="65341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4" name="Oval 934">
              <a:extLst>
                <a:ext uri="{FF2B5EF4-FFF2-40B4-BE49-F238E27FC236}">
                  <a16:creationId xmlns:a16="http://schemas.microsoft.com/office/drawing/2014/main" id="{80ABDB35-E058-4B6C-84D0-7B8095202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7275" y="65341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5" name="Oval 935">
              <a:extLst>
                <a:ext uri="{FF2B5EF4-FFF2-40B4-BE49-F238E27FC236}">
                  <a16:creationId xmlns:a16="http://schemas.microsoft.com/office/drawing/2014/main" id="{629F4F8A-951F-5D95-EE7C-50E748067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0450" y="656431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6" name="Oval 936">
              <a:extLst>
                <a:ext uri="{FF2B5EF4-FFF2-40B4-BE49-F238E27FC236}">
                  <a16:creationId xmlns:a16="http://schemas.microsoft.com/office/drawing/2014/main" id="{9DCA0383-669A-347D-71CC-60307A0C6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6800" y="6569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7" name="Oval 937">
              <a:extLst>
                <a:ext uri="{FF2B5EF4-FFF2-40B4-BE49-F238E27FC236}">
                  <a16:creationId xmlns:a16="http://schemas.microsoft.com/office/drawing/2014/main" id="{FC701319-E371-84EC-F035-9BC5C167AC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4737" y="6581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8" name="Oval 938">
              <a:extLst>
                <a:ext uri="{FF2B5EF4-FFF2-40B4-BE49-F238E27FC236}">
                  <a16:creationId xmlns:a16="http://schemas.microsoft.com/office/drawing/2014/main" id="{917ED630-CAEF-027C-520E-CA09458F8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2" y="6615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49" name="Oval 939">
              <a:extLst>
                <a:ext uri="{FF2B5EF4-FFF2-40B4-BE49-F238E27FC236}">
                  <a16:creationId xmlns:a16="http://schemas.microsoft.com/office/drawing/2014/main" id="{2D66BE67-CB21-4796-E6C6-54AF37392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3787" y="66484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0" name="Oval 940">
              <a:extLst>
                <a:ext uri="{FF2B5EF4-FFF2-40B4-BE49-F238E27FC236}">
                  <a16:creationId xmlns:a16="http://schemas.microsoft.com/office/drawing/2014/main" id="{80997C98-1B8D-8929-3D66-ABD2CD509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487" y="6681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1" name="Oval 941">
              <a:extLst>
                <a:ext uri="{FF2B5EF4-FFF2-40B4-BE49-F238E27FC236}">
                  <a16:creationId xmlns:a16="http://schemas.microsoft.com/office/drawing/2014/main" id="{FA16B202-E9EC-2C19-855D-3F35C06CC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9187" y="6700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2" name="Oval 942">
              <a:extLst>
                <a:ext uri="{FF2B5EF4-FFF2-40B4-BE49-F238E27FC236}">
                  <a16:creationId xmlns:a16="http://schemas.microsoft.com/office/drawing/2014/main" id="{D8B1DB8A-7F69-38FE-4496-8853FEECA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1887" y="6723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3" name="Oval 943">
              <a:extLst>
                <a:ext uri="{FF2B5EF4-FFF2-40B4-BE49-F238E27FC236}">
                  <a16:creationId xmlns:a16="http://schemas.microsoft.com/office/drawing/2014/main" id="{CFAE6BC5-73F9-D466-99ED-1E75C76C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6175" y="6750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4" name="Oval 944">
              <a:extLst>
                <a:ext uri="{FF2B5EF4-FFF2-40B4-BE49-F238E27FC236}">
                  <a16:creationId xmlns:a16="http://schemas.microsoft.com/office/drawing/2014/main" id="{290C66F6-7A49-FCA5-1F58-FBB3DF404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0462" y="6780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5" name="Oval 945">
              <a:extLst>
                <a:ext uri="{FF2B5EF4-FFF2-40B4-BE49-F238E27FC236}">
                  <a16:creationId xmlns:a16="http://schemas.microsoft.com/office/drawing/2014/main" id="{4EC74D2D-92C7-9DCC-870C-F9327B3111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6337" y="6808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6" name="Oval 946">
              <a:extLst>
                <a:ext uri="{FF2B5EF4-FFF2-40B4-BE49-F238E27FC236}">
                  <a16:creationId xmlns:a16="http://schemas.microsoft.com/office/drawing/2014/main" id="{3A9FE1C5-1C1C-E7E5-CA14-EF0551C810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2" y="6848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7" name="Oval 947">
              <a:extLst>
                <a:ext uri="{FF2B5EF4-FFF2-40B4-BE49-F238E27FC236}">
                  <a16:creationId xmlns:a16="http://schemas.microsoft.com/office/drawing/2014/main" id="{E5712C88-29E9-C74B-B9E8-89F5D1E37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8087" y="6889750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8" name="Oval 948">
              <a:extLst>
                <a:ext uri="{FF2B5EF4-FFF2-40B4-BE49-F238E27FC236}">
                  <a16:creationId xmlns:a16="http://schemas.microsoft.com/office/drawing/2014/main" id="{1B84827D-91A1-565D-18B9-B23E8DC8FF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9175" y="6481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59" name="Oval 949">
              <a:extLst>
                <a:ext uri="{FF2B5EF4-FFF2-40B4-BE49-F238E27FC236}">
                  <a16:creationId xmlns:a16="http://schemas.microsoft.com/office/drawing/2014/main" id="{F2CE7A0D-B06E-CADB-EB1F-C02500BB4D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0762" y="6480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0" name="Oval 950">
              <a:extLst>
                <a:ext uri="{FF2B5EF4-FFF2-40B4-BE49-F238E27FC236}">
                  <a16:creationId xmlns:a16="http://schemas.microsoft.com/office/drawing/2014/main" id="{10550D23-FD7B-A727-273E-25AAB91DA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3937" y="6488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1" name="Oval 951">
              <a:extLst>
                <a:ext uri="{FF2B5EF4-FFF2-40B4-BE49-F238E27FC236}">
                  <a16:creationId xmlns:a16="http://schemas.microsoft.com/office/drawing/2014/main" id="{69CACAB1-8FB1-78AA-0932-A12D30A8D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8700" y="6518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2" name="Oval 952">
              <a:extLst>
                <a:ext uri="{FF2B5EF4-FFF2-40B4-BE49-F238E27FC236}">
                  <a16:creationId xmlns:a16="http://schemas.microsoft.com/office/drawing/2014/main" id="{726A8757-2EDE-3ECD-909A-AD58DCE42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5050" y="6532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3" name="Oval 953">
              <a:extLst>
                <a:ext uri="{FF2B5EF4-FFF2-40B4-BE49-F238E27FC236}">
                  <a16:creationId xmlns:a16="http://schemas.microsoft.com/office/drawing/2014/main" id="{FF9121BC-1088-1A4B-172C-5AF1A5495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4575" y="654843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4" name="Oval 954">
              <a:extLst>
                <a:ext uri="{FF2B5EF4-FFF2-40B4-BE49-F238E27FC236}">
                  <a16:creationId xmlns:a16="http://schemas.microsoft.com/office/drawing/2014/main" id="{97E0669F-E6ED-12DA-2FB4-F9F257BD33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0" y="6577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5" name="Oval 955">
              <a:extLst>
                <a:ext uri="{FF2B5EF4-FFF2-40B4-BE49-F238E27FC236}">
                  <a16:creationId xmlns:a16="http://schemas.microsoft.com/office/drawing/2014/main" id="{477578A0-ED10-1F9B-CA85-E422516F2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2" y="6607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6" name="Oval 956">
              <a:extLst>
                <a:ext uri="{FF2B5EF4-FFF2-40B4-BE49-F238E27FC236}">
                  <a16:creationId xmlns:a16="http://schemas.microsoft.com/office/drawing/2014/main" id="{218EEF09-9F26-1FCF-D3F9-754EB5171C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7912" y="66436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7" name="Oval 957">
              <a:extLst>
                <a:ext uri="{FF2B5EF4-FFF2-40B4-BE49-F238E27FC236}">
                  <a16:creationId xmlns:a16="http://schemas.microsoft.com/office/drawing/2014/main" id="{4AA16DA9-0CD3-B50D-1CAF-8924CC0FE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2200" y="6672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8" name="Oval 958">
              <a:extLst>
                <a:ext uri="{FF2B5EF4-FFF2-40B4-BE49-F238E27FC236}">
                  <a16:creationId xmlns:a16="http://schemas.microsoft.com/office/drawing/2014/main" id="{522E7F90-DCF5-00D8-D58B-1E32B900C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487" y="6683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69" name="Oval 959">
              <a:extLst>
                <a:ext uri="{FF2B5EF4-FFF2-40B4-BE49-F238E27FC236}">
                  <a16:creationId xmlns:a16="http://schemas.microsoft.com/office/drawing/2014/main" id="{8472FD6F-BEC7-4F52-A7D9-4D9B71F19F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2362" y="67087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0" name="Oval 960">
              <a:extLst>
                <a:ext uri="{FF2B5EF4-FFF2-40B4-BE49-F238E27FC236}">
                  <a16:creationId xmlns:a16="http://schemas.microsoft.com/office/drawing/2014/main" id="{02A45EC1-4BC6-CCC7-D060-C4AF941588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8237" y="67468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1" name="Oval 961">
              <a:extLst>
                <a:ext uri="{FF2B5EF4-FFF2-40B4-BE49-F238E27FC236}">
                  <a16:creationId xmlns:a16="http://schemas.microsoft.com/office/drawing/2014/main" id="{CFED5EE3-10CC-6725-C9D1-99E7916E2F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4112" y="6781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2" name="Oval 962">
              <a:extLst>
                <a:ext uri="{FF2B5EF4-FFF2-40B4-BE49-F238E27FC236}">
                  <a16:creationId xmlns:a16="http://schemas.microsoft.com/office/drawing/2014/main" id="{A25269BC-F03C-812D-6BD6-EC72BDA6AD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815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3" name="Oval 963">
              <a:extLst>
                <a:ext uri="{FF2B5EF4-FFF2-40B4-BE49-F238E27FC236}">
                  <a16:creationId xmlns:a16="http://schemas.microsoft.com/office/drawing/2014/main" id="{BC9AA28B-64B0-C2A0-F0D9-E99939BE5A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9037" y="6858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4" name="Oval 964">
              <a:extLst>
                <a:ext uri="{FF2B5EF4-FFF2-40B4-BE49-F238E27FC236}">
                  <a16:creationId xmlns:a16="http://schemas.microsoft.com/office/drawing/2014/main" id="{92DB774D-E52B-F7D7-E151-BE22802A5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6500" y="68897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5" name="Oval 965">
              <a:extLst>
                <a:ext uri="{FF2B5EF4-FFF2-40B4-BE49-F238E27FC236}">
                  <a16:creationId xmlns:a16="http://schemas.microsoft.com/office/drawing/2014/main" id="{829B25B2-D88B-9D70-A4E7-A15EA8078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250" y="6429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6" name="Oval 966">
              <a:extLst>
                <a:ext uri="{FF2B5EF4-FFF2-40B4-BE49-F238E27FC236}">
                  <a16:creationId xmlns:a16="http://schemas.microsoft.com/office/drawing/2014/main" id="{F68E6470-67D8-A6FD-673A-D16FB0505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250" y="64246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7" name="Oval 967">
              <a:extLst>
                <a:ext uri="{FF2B5EF4-FFF2-40B4-BE49-F238E27FC236}">
                  <a16:creationId xmlns:a16="http://schemas.microsoft.com/office/drawing/2014/main" id="{C0225EB3-F7B2-1170-6EBC-60B61D19B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425" y="644207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8" name="Oval 968">
              <a:extLst>
                <a:ext uri="{FF2B5EF4-FFF2-40B4-BE49-F238E27FC236}">
                  <a16:creationId xmlns:a16="http://schemas.microsoft.com/office/drawing/2014/main" id="{21BA4BC0-B027-1ABD-6013-42F11347E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3775" y="64722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79" name="Oval 969">
              <a:extLst>
                <a:ext uri="{FF2B5EF4-FFF2-40B4-BE49-F238E27FC236}">
                  <a16:creationId xmlns:a16="http://schemas.microsoft.com/office/drawing/2014/main" id="{BB16DDAB-722A-6D97-3295-BC009CC08E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1712" y="6499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0" name="Oval 970">
              <a:extLst>
                <a:ext uri="{FF2B5EF4-FFF2-40B4-BE49-F238E27FC236}">
                  <a16:creationId xmlns:a16="http://schemas.microsoft.com/office/drawing/2014/main" id="{1936153D-D25E-761C-5C91-A550F28E2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1237" y="6515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1" name="Oval 971">
              <a:extLst>
                <a:ext uri="{FF2B5EF4-FFF2-40B4-BE49-F238E27FC236}">
                  <a16:creationId xmlns:a16="http://schemas.microsoft.com/office/drawing/2014/main" id="{02354AC1-8A6A-B6B4-ACA4-3220CB0316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2350" y="6537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2" name="Oval 972">
              <a:extLst>
                <a:ext uri="{FF2B5EF4-FFF2-40B4-BE49-F238E27FC236}">
                  <a16:creationId xmlns:a16="http://schemas.microsoft.com/office/drawing/2014/main" id="{3E09FAD0-A78C-E4CB-D9BA-B532DE90EA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5050" y="65627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3" name="Oval 973">
              <a:extLst>
                <a:ext uri="{FF2B5EF4-FFF2-40B4-BE49-F238E27FC236}">
                  <a16:creationId xmlns:a16="http://schemas.microsoft.com/office/drawing/2014/main" id="{10120A1E-638A-2644-25C2-CB06B32F2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9337" y="6608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4" name="Oval 974">
              <a:extLst>
                <a:ext uri="{FF2B5EF4-FFF2-40B4-BE49-F238E27FC236}">
                  <a16:creationId xmlns:a16="http://schemas.microsoft.com/office/drawing/2014/main" id="{F1EF50FA-4647-A0CE-4929-E50F2254B8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2" y="6638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5" name="Oval 975">
              <a:extLst>
                <a:ext uri="{FF2B5EF4-FFF2-40B4-BE49-F238E27FC236}">
                  <a16:creationId xmlns:a16="http://schemas.microsoft.com/office/drawing/2014/main" id="{2FE26C98-918A-9575-8941-14B10733C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1087" y="6654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6" name="Oval 976">
              <a:extLst>
                <a:ext uri="{FF2B5EF4-FFF2-40B4-BE49-F238E27FC236}">
                  <a16:creationId xmlns:a16="http://schemas.microsoft.com/office/drawing/2014/main" id="{59720C9F-D3E2-B6BA-AE90-E9C4C4AA7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6962" y="6694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7" name="Oval 977">
              <a:extLst>
                <a:ext uri="{FF2B5EF4-FFF2-40B4-BE49-F238E27FC236}">
                  <a16:creationId xmlns:a16="http://schemas.microsoft.com/office/drawing/2014/main" id="{CF9E538A-E1D6-8D31-9A52-83A703A56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4425" y="6727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8" name="Oval 978">
              <a:extLst>
                <a:ext uri="{FF2B5EF4-FFF2-40B4-BE49-F238E27FC236}">
                  <a16:creationId xmlns:a16="http://schemas.microsoft.com/office/drawing/2014/main" id="{9417A8DB-69A7-9779-D472-BC6E7AE47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756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89" name="Oval 979">
              <a:extLst>
                <a:ext uri="{FF2B5EF4-FFF2-40B4-BE49-F238E27FC236}">
                  <a16:creationId xmlns:a16="http://schemas.microsoft.com/office/drawing/2014/main" id="{853D104D-6803-B3C3-838B-CA19A0DB1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937" y="6784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0" name="Oval 980">
              <a:extLst>
                <a:ext uri="{FF2B5EF4-FFF2-40B4-BE49-F238E27FC236}">
                  <a16:creationId xmlns:a16="http://schemas.microsoft.com/office/drawing/2014/main" id="{A37041B5-3528-33FD-AA7B-645DAD8034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7" y="683260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1" name="Oval 981">
              <a:extLst>
                <a:ext uri="{FF2B5EF4-FFF2-40B4-BE49-F238E27FC236}">
                  <a16:creationId xmlns:a16="http://schemas.microsoft.com/office/drawing/2014/main" id="{D9F54765-2391-8F78-F5E1-9EFB207BD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7450" y="68643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2" name="Oval 982">
              <a:extLst>
                <a:ext uri="{FF2B5EF4-FFF2-40B4-BE49-F238E27FC236}">
                  <a16:creationId xmlns:a16="http://schemas.microsoft.com/office/drawing/2014/main" id="{99FC7041-55D8-3500-F2A8-FE87002A67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6500" y="689133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3" name="Oval 983">
              <a:extLst>
                <a:ext uri="{FF2B5EF4-FFF2-40B4-BE49-F238E27FC236}">
                  <a16:creationId xmlns:a16="http://schemas.microsoft.com/office/drawing/2014/main" id="{65CCE66E-3097-8149-82A5-825DB3691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6150" y="6380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4" name="Oval 984">
              <a:extLst>
                <a:ext uri="{FF2B5EF4-FFF2-40B4-BE49-F238E27FC236}">
                  <a16:creationId xmlns:a16="http://schemas.microsoft.com/office/drawing/2014/main" id="{F3C16039-CE97-0BDE-A7C2-11EBEAEC9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7737" y="6373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5" name="Oval 985">
              <a:extLst>
                <a:ext uri="{FF2B5EF4-FFF2-40B4-BE49-F238E27FC236}">
                  <a16:creationId xmlns:a16="http://schemas.microsoft.com/office/drawing/2014/main" id="{82FFC009-05D5-EF50-0B15-ECDD65A664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0912" y="63960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6" name="Oval 986">
              <a:extLst>
                <a:ext uri="{FF2B5EF4-FFF2-40B4-BE49-F238E27FC236}">
                  <a16:creationId xmlns:a16="http://schemas.microsoft.com/office/drawing/2014/main" id="{4A21F49C-82CF-C93C-9786-FA5C7D11B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7262" y="6426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7" name="Oval 987">
              <a:extLst>
                <a:ext uri="{FF2B5EF4-FFF2-40B4-BE49-F238E27FC236}">
                  <a16:creationId xmlns:a16="http://schemas.microsoft.com/office/drawing/2014/main" id="{15318086-7F57-F6C7-2B56-E28244DC68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6787" y="646112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8" name="Oval 988">
              <a:extLst>
                <a:ext uri="{FF2B5EF4-FFF2-40B4-BE49-F238E27FC236}">
                  <a16:creationId xmlns:a16="http://schemas.microsoft.com/office/drawing/2014/main" id="{49F6DC4F-13A8-2D4A-8F12-F4EA8B4B4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6312" y="6478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99" name="Oval 989">
              <a:extLst>
                <a:ext uri="{FF2B5EF4-FFF2-40B4-BE49-F238E27FC236}">
                  <a16:creationId xmlns:a16="http://schemas.microsoft.com/office/drawing/2014/main" id="{72A45647-46D4-5662-03B5-155E85A22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9012" y="6497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0" name="Oval 990">
              <a:extLst>
                <a:ext uri="{FF2B5EF4-FFF2-40B4-BE49-F238E27FC236}">
                  <a16:creationId xmlns:a16="http://schemas.microsoft.com/office/drawing/2014/main" id="{96A167F9-53A8-42C9-E157-C94EDB876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3300" y="6529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1" name="Oval 991">
              <a:extLst>
                <a:ext uri="{FF2B5EF4-FFF2-40B4-BE49-F238E27FC236}">
                  <a16:creationId xmlns:a16="http://schemas.microsoft.com/office/drawing/2014/main" id="{4A4F556E-6A5A-1AB7-5DD0-85E405C42D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9175" y="6564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2" name="Oval 992">
              <a:extLst>
                <a:ext uri="{FF2B5EF4-FFF2-40B4-BE49-F238E27FC236}">
                  <a16:creationId xmlns:a16="http://schemas.microsoft.com/office/drawing/2014/main" id="{5E1813E3-9766-42D1-6794-30356E012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6637" y="6588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3" name="Oval 993">
              <a:extLst>
                <a:ext uri="{FF2B5EF4-FFF2-40B4-BE49-F238E27FC236}">
                  <a16:creationId xmlns:a16="http://schemas.microsoft.com/office/drawing/2014/main" id="{7CC22DD0-3321-FE0E-8A93-FD4B7B8CD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0" y="6623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4" name="Oval 994">
              <a:extLst>
                <a:ext uri="{FF2B5EF4-FFF2-40B4-BE49-F238E27FC236}">
                  <a16:creationId xmlns:a16="http://schemas.microsoft.com/office/drawing/2014/main" id="{FFC5621B-AAD1-BF36-F64B-0AAB24332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1562" y="6672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5" name="Oval 995">
              <a:extLst>
                <a:ext uri="{FF2B5EF4-FFF2-40B4-BE49-F238E27FC236}">
                  <a16:creationId xmlns:a16="http://schemas.microsoft.com/office/drawing/2014/main" id="{3917873A-BFD1-4E89-7B11-DB934EB9F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0612" y="6700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6" name="Oval 996">
              <a:extLst>
                <a:ext uri="{FF2B5EF4-FFF2-40B4-BE49-F238E27FC236}">
                  <a16:creationId xmlns:a16="http://schemas.microsoft.com/office/drawing/2014/main" id="{BFAF8DA6-E8F3-2A3F-3115-0F811BB15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1250" y="6727825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7" name="Oval 997">
              <a:extLst>
                <a:ext uri="{FF2B5EF4-FFF2-40B4-BE49-F238E27FC236}">
                  <a16:creationId xmlns:a16="http://schemas.microsoft.com/office/drawing/2014/main" id="{BAE859CD-C6C1-9354-9D20-499857E03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0300" y="67643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8" name="Oval 998">
              <a:extLst>
                <a:ext uri="{FF2B5EF4-FFF2-40B4-BE49-F238E27FC236}">
                  <a16:creationId xmlns:a16="http://schemas.microsoft.com/office/drawing/2014/main" id="{CB4EC2CA-C751-D5D2-CEDF-56BA70D4F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0" y="6808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09" name="Oval 999">
              <a:extLst>
                <a:ext uri="{FF2B5EF4-FFF2-40B4-BE49-F238E27FC236}">
                  <a16:creationId xmlns:a16="http://schemas.microsoft.com/office/drawing/2014/main" id="{AF5E637F-2687-7B22-B1A7-241B63C02B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7" y="683260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0" name="Oval 1000">
              <a:extLst>
                <a:ext uri="{FF2B5EF4-FFF2-40B4-BE49-F238E27FC236}">
                  <a16:creationId xmlns:a16="http://schemas.microsoft.com/office/drawing/2014/main" id="{48B615FF-31CE-C7FA-EC26-5DB0CBAE79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9037" y="6862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1" name="Oval 1001">
              <a:extLst>
                <a:ext uri="{FF2B5EF4-FFF2-40B4-BE49-F238E27FC236}">
                  <a16:creationId xmlns:a16="http://schemas.microsoft.com/office/drawing/2014/main" id="{C4B00367-7B20-D73E-3F3E-ACF64DB5B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8087" y="6896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2" name="Oval 1002">
              <a:extLst>
                <a:ext uri="{FF2B5EF4-FFF2-40B4-BE49-F238E27FC236}">
                  <a16:creationId xmlns:a16="http://schemas.microsoft.com/office/drawing/2014/main" id="{914DF7B1-2BDC-4C9A-93E7-1CB4A360C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4875" y="6329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3" name="Oval 1003">
              <a:extLst>
                <a:ext uri="{FF2B5EF4-FFF2-40B4-BE49-F238E27FC236}">
                  <a16:creationId xmlns:a16="http://schemas.microsoft.com/office/drawing/2014/main" id="{EBD775D0-E372-EDF0-D8EE-5535B1BE8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6462" y="6326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4" name="Oval 1004">
              <a:extLst>
                <a:ext uri="{FF2B5EF4-FFF2-40B4-BE49-F238E27FC236}">
                  <a16:creationId xmlns:a16="http://schemas.microsoft.com/office/drawing/2014/main" id="{847708C7-DC81-90B1-232E-4ABC665BA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1225" y="63468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5" name="Oval 1005">
              <a:extLst>
                <a:ext uri="{FF2B5EF4-FFF2-40B4-BE49-F238E27FC236}">
                  <a16:creationId xmlns:a16="http://schemas.microsoft.com/office/drawing/2014/main" id="{176EAB00-064F-0EEB-A6CA-0DF19C00C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9162" y="6372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6" name="Oval 1006">
              <a:extLst>
                <a:ext uri="{FF2B5EF4-FFF2-40B4-BE49-F238E27FC236}">
                  <a16:creationId xmlns:a16="http://schemas.microsoft.com/office/drawing/2014/main" id="{7500BB56-39F2-AAB0-74F2-21B68145C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8687" y="64039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7" name="Oval 1007">
              <a:extLst>
                <a:ext uri="{FF2B5EF4-FFF2-40B4-BE49-F238E27FC236}">
                  <a16:creationId xmlns:a16="http://schemas.microsoft.com/office/drawing/2014/main" id="{1187BC4E-B895-1307-D088-494C57248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00" y="6432550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8" name="Oval 1008">
              <a:extLst>
                <a:ext uri="{FF2B5EF4-FFF2-40B4-BE49-F238E27FC236}">
                  <a16:creationId xmlns:a16="http://schemas.microsoft.com/office/drawing/2014/main" id="{179C9741-5214-56D5-9CE3-02A9820B9F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4087" y="646112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19" name="Oval 1009">
              <a:extLst>
                <a:ext uri="{FF2B5EF4-FFF2-40B4-BE49-F238E27FC236}">
                  <a16:creationId xmlns:a16="http://schemas.microsoft.com/office/drawing/2014/main" id="{C994653F-3704-9ECB-1AED-F1C99CD69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1550" y="6489700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0" name="Oval 1010">
              <a:extLst>
                <a:ext uri="{FF2B5EF4-FFF2-40B4-BE49-F238E27FC236}">
                  <a16:creationId xmlns:a16="http://schemas.microsoft.com/office/drawing/2014/main" id="{163D5DE8-6432-CD17-566B-384421364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425" y="652462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1" name="Oval 1011">
              <a:extLst>
                <a:ext uri="{FF2B5EF4-FFF2-40B4-BE49-F238E27FC236}">
                  <a16:creationId xmlns:a16="http://schemas.microsoft.com/office/drawing/2014/main" id="{A7B223E3-0557-94E3-3F09-9B366CAB6D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6475" y="6556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2" name="Oval 1012">
              <a:extLst>
                <a:ext uri="{FF2B5EF4-FFF2-40B4-BE49-F238E27FC236}">
                  <a16:creationId xmlns:a16="http://schemas.microsoft.com/office/drawing/2014/main" id="{96A37EDD-EEAA-F067-7686-83D6D6507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7112" y="6592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3" name="Oval 1013">
              <a:extLst>
                <a:ext uri="{FF2B5EF4-FFF2-40B4-BE49-F238E27FC236}">
                  <a16:creationId xmlns:a16="http://schemas.microsoft.com/office/drawing/2014/main" id="{D00DCFF2-FA38-3413-D320-AFC69C09C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6162" y="6634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4" name="Oval 1014">
              <a:extLst>
                <a:ext uri="{FF2B5EF4-FFF2-40B4-BE49-F238E27FC236}">
                  <a16:creationId xmlns:a16="http://schemas.microsoft.com/office/drawing/2014/main" id="{C2647C2C-B5BF-7694-A251-0BD022D04C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6800" y="66675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5" name="Oval 1015">
              <a:extLst>
                <a:ext uri="{FF2B5EF4-FFF2-40B4-BE49-F238E27FC236}">
                  <a16:creationId xmlns:a16="http://schemas.microsoft.com/office/drawing/2014/main" id="{86D1F850-3EAB-8A7D-5B1E-5FE07692D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7437" y="67024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6" name="Oval 1016">
              <a:extLst>
                <a:ext uri="{FF2B5EF4-FFF2-40B4-BE49-F238E27FC236}">
                  <a16:creationId xmlns:a16="http://schemas.microsoft.com/office/drawing/2014/main" id="{E51F6D64-5DD7-F17A-1542-499EF93186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9662" y="6745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7" name="Oval 1017">
              <a:extLst>
                <a:ext uri="{FF2B5EF4-FFF2-40B4-BE49-F238E27FC236}">
                  <a16:creationId xmlns:a16="http://schemas.microsoft.com/office/drawing/2014/main" id="{94239126-5EE4-FAED-FCE1-02A4E349A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0300" y="6778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8" name="Oval 1018">
              <a:extLst>
                <a:ext uri="{FF2B5EF4-FFF2-40B4-BE49-F238E27FC236}">
                  <a16:creationId xmlns:a16="http://schemas.microsoft.com/office/drawing/2014/main" id="{99390237-E723-C71F-DA8F-D5E508D84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0937" y="6804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29" name="Oval 1019">
              <a:extLst>
                <a:ext uri="{FF2B5EF4-FFF2-40B4-BE49-F238E27FC236}">
                  <a16:creationId xmlns:a16="http://schemas.microsoft.com/office/drawing/2014/main" id="{6CA76DF7-11D1-39C0-259C-34C3EE8B5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8453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0" name="Oval 1020">
              <a:extLst>
                <a:ext uri="{FF2B5EF4-FFF2-40B4-BE49-F238E27FC236}">
                  <a16:creationId xmlns:a16="http://schemas.microsoft.com/office/drawing/2014/main" id="{CF3E81FD-979D-0D06-533C-386737871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2" y="6878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1" name="Oval 1021">
              <a:extLst>
                <a:ext uri="{FF2B5EF4-FFF2-40B4-BE49-F238E27FC236}">
                  <a16:creationId xmlns:a16="http://schemas.microsoft.com/office/drawing/2014/main" id="{CAF27BF1-39EA-ED77-C000-1BF55AABD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2" y="62674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2" name="Oval 1022">
              <a:extLst>
                <a:ext uri="{FF2B5EF4-FFF2-40B4-BE49-F238E27FC236}">
                  <a16:creationId xmlns:a16="http://schemas.microsoft.com/office/drawing/2014/main" id="{D51E1048-0CAE-5C31-E433-4462D2E5F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6265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3" name="Oval 1023">
              <a:extLst>
                <a:ext uri="{FF2B5EF4-FFF2-40B4-BE49-F238E27FC236}">
                  <a16:creationId xmlns:a16="http://schemas.microsoft.com/office/drawing/2014/main" id="{FD9BAFD7-EA18-BF5C-AAF4-FD713A6955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8362" y="6291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4" name="Oval 1024">
              <a:extLst>
                <a:ext uri="{FF2B5EF4-FFF2-40B4-BE49-F238E27FC236}">
                  <a16:creationId xmlns:a16="http://schemas.microsoft.com/office/drawing/2014/main" id="{91B6C97A-17AD-0548-F79D-D753175AB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6300" y="6318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5" name="Oval 1025">
              <a:extLst>
                <a:ext uri="{FF2B5EF4-FFF2-40B4-BE49-F238E27FC236}">
                  <a16:creationId xmlns:a16="http://schemas.microsoft.com/office/drawing/2014/main" id="{14624248-0CD0-F21C-7E23-B5C7F29A3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0" y="63484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6" name="Oval 1026">
              <a:extLst>
                <a:ext uri="{FF2B5EF4-FFF2-40B4-BE49-F238E27FC236}">
                  <a16:creationId xmlns:a16="http://schemas.microsoft.com/office/drawing/2014/main" id="{7C9829CA-20AA-3112-BFAB-0BC9AC4E52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1700" y="63817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7" name="Oval 1027">
              <a:extLst>
                <a:ext uri="{FF2B5EF4-FFF2-40B4-BE49-F238E27FC236}">
                  <a16:creationId xmlns:a16="http://schemas.microsoft.com/office/drawing/2014/main" id="{F15C6ACE-2585-0AEF-656E-B0F64302B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9162" y="6418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8" name="Oval 1028">
              <a:extLst>
                <a:ext uri="{FF2B5EF4-FFF2-40B4-BE49-F238E27FC236}">
                  <a16:creationId xmlns:a16="http://schemas.microsoft.com/office/drawing/2014/main" id="{1D61F376-4732-68E6-102E-A6307021E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6625" y="6453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39" name="Oval 1029">
              <a:extLst>
                <a:ext uri="{FF2B5EF4-FFF2-40B4-BE49-F238E27FC236}">
                  <a16:creationId xmlns:a16="http://schemas.microsoft.com/office/drawing/2014/main" id="{1F334DF5-A54F-F8C4-5B8A-86B73F56F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5675" y="6499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0" name="Oval 1030">
              <a:extLst>
                <a:ext uri="{FF2B5EF4-FFF2-40B4-BE49-F238E27FC236}">
                  <a16:creationId xmlns:a16="http://schemas.microsoft.com/office/drawing/2014/main" id="{367B2BD0-B7DC-3EAC-4095-F8EE75C7C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6312" y="6529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1" name="Oval 1031">
              <a:extLst>
                <a:ext uri="{FF2B5EF4-FFF2-40B4-BE49-F238E27FC236}">
                  <a16:creationId xmlns:a16="http://schemas.microsoft.com/office/drawing/2014/main" id="{91CB938C-819A-B0F8-BA4C-6A39D78254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8537" y="6561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2" name="Oval 1032">
              <a:extLst>
                <a:ext uri="{FF2B5EF4-FFF2-40B4-BE49-F238E27FC236}">
                  <a16:creationId xmlns:a16="http://schemas.microsoft.com/office/drawing/2014/main" id="{B1D9CAFE-8021-C3E9-7C11-AFD081919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0762" y="6592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3" name="Oval 1033">
              <a:extLst>
                <a:ext uri="{FF2B5EF4-FFF2-40B4-BE49-F238E27FC236}">
                  <a16:creationId xmlns:a16="http://schemas.microsoft.com/office/drawing/2014/main" id="{56D16919-83B8-EA47-81A5-45284999C6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2987" y="66294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4" name="Oval 1034">
              <a:extLst>
                <a:ext uri="{FF2B5EF4-FFF2-40B4-BE49-F238E27FC236}">
                  <a16:creationId xmlns:a16="http://schemas.microsoft.com/office/drawing/2014/main" id="{895CF2B4-D977-0D72-A879-7395D89DC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2" y="6669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5" name="Oval 1035">
              <a:extLst>
                <a:ext uri="{FF2B5EF4-FFF2-40B4-BE49-F238E27FC236}">
                  <a16:creationId xmlns:a16="http://schemas.microsoft.com/office/drawing/2014/main" id="{770D016C-7992-BFFB-F37E-259480C3D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7437" y="6715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6" name="Oval 1036">
              <a:extLst>
                <a:ext uri="{FF2B5EF4-FFF2-40B4-BE49-F238E27FC236}">
                  <a16:creationId xmlns:a16="http://schemas.microsoft.com/office/drawing/2014/main" id="{3BEC1340-0983-8A98-0E7C-7701E4E54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1250" y="675481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7" name="Oval 1037">
              <a:extLst>
                <a:ext uri="{FF2B5EF4-FFF2-40B4-BE49-F238E27FC236}">
                  <a16:creationId xmlns:a16="http://schemas.microsoft.com/office/drawing/2014/main" id="{E260FBDA-0AED-577C-F37E-6E41F9327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781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8" name="Oval 1038">
              <a:extLst>
                <a:ext uri="{FF2B5EF4-FFF2-40B4-BE49-F238E27FC236}">
                  <a16:creationId xmlns:a16="http://schemas.microsoft.com/office/drawing/2014/main" id="{3DBD5547-66C0-D568-DA12-F1D0D9638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4112" y="68214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49" name="Oval 1039">
              <a:extLst>
                <a:ext uri="{FF2B5EF4-FFF2-40B4-BE49-F238E27FC236}">
                  <a16:creationId xmlns:a16="http://schemas.microsoft.com/office/drawing/2014/main" id="{3D608EFD-2497-3858-865F-25BD447E5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6337" y="6859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0" name="Oval 1040">
              <a:extLst>
                <a:ext uri="{FF2B5EF4-FFF2-40B4-BE49-F238E27FC236}">
                  <a16:creationId xmlns:a16="http://schemas.microsoft.com/office/drawing/2014/main" id="{55A7FC55-15AE-9E89-4BCB-45E26D6BAA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8865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1" name="Oval 1041">
              <a:extLst>
                <a:ext uri="{FF2B5EF4-FFF2-40B4-BE49-F238E27FC236}">
                  <a16:creationId xmlns:a16="http://schemas.microsoft.com/office/drawing/2014/main" id="{25E9385A-70C3-2620-83B6-0D671D7AE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4387" y="6211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2" name="Oval 1042">
              <a:extLst>
                <a:ext uri="{FF2B5EF4-FFF2-40B4-BE49-F238E27FC236}">
                  <a16:creationId xmlns:a16="http://schemas.microsoft.com/office/drawing/2014/main" id="{F9CBB0E0-6CEB-A41B-BAB1-0033E78F6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5975" y="621665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3" name="Oval 1043">
              <a:extLst>
                <a:ext uri="{FF2B5EF4-FFF2-40B4-BE49-F238E27FC236}">
                  <a16:creationId xmlns:a16="http://schemas.microsoft.com/office/drawing/2014/main" id="{3016E22E-6456-D4C4-73A7-263E9FD0A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2325" y="6240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4" name="Oval 1044">
              <a:extLst>
                <a:ext uri="{FF2B5EF4-FFF2-40B4-BE49-F238E27FC236}">
                  <a16:creationId xmlns:a16="http://schemas.microsoft.com/office/drawing/2014/main" id="{BBADE4B8-D63A-383A-9D4C-78F218D64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1850" y="6278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5" name="Oval 1045">
              <a:extLst>
                <a:ext uri="{FF2B5EF4-FFF2-40B4-BE49-F238E27FC236}">
                  <a16:creationId xmlns:a16="http://schemas.microsoft.com/office/drawing/2014/main" id="{A2B2DDC1-43AE-8B21-15CE-1EB46104D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6137" y="6311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6" name="Oval 1046">
              <a:extLst>
                <a:ext uri="{FF2B5EF4-FFF2-40B4-BE49-F238E27FC236}">
                  <a16:creationId xmlns:a16="http://schemas.microsoft.com/office/drawing/2014/main" id="{5239E9D5-2E66-730D-099F-A504C5DF20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2" y="635158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7" name="Oval 1047">
              <a:extLst>
                <a:ext uri="{FF2B5EF4-FFF2-40B4-BE49-F238E27FC236}">
                  <a16:creationId xmlns:a16="http://schemas.microsoft.com/office/drawing/2014/main" id="{52CC30A1-7AEB-B3FB-96E7-30EC07FC1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1062" y="638651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8" name="Oval 1048">
              <a:extLst>
                <a:ext uri="{FF2B5EF4-FFF2-40B4-BE49-F238E27FC236}">
                  <a16:creationId xmlns:a16="http://schemas.microsoft.com/office/drawing/2014/main" id="{F65855FD-FAD8-6844-05E6-A10C9DA07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0112" y="6411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59" name="Oval 1049">
              <a:extLst>
                <a:ext uri="{FF2B5EF4-FFF2-40B4-BE49-F238E27FC236}">
                  <a16:creationId xmlns:a16="http://schemas.microsoft.com/office/drawing/2014/main" id="{C9D12CDF-1D34-87B7-425A-6BA62A876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2337" y="6450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0" name="Oval 1050">
              <a:extLst>
                <a:ext uri="{FF2B5EF4-FFF2-40B4-BE49-F238E27FC236}">
                  <a16:creationId xmlns:a16="http://schemas.microsoft.com/office/drawing/2014/main" id="{0887A6B7-A714-A9C3-75B9-4A8363F5F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6150" y="6497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1" name="Oval 1051">
              <a:extLst>
                <a:ext uri="{FF2B5EF4-FFF2-40B4-BE49-F238E27FC236}">
                  <a16:creationId xmlns:a16="http://schemas.microsoft.com/office/drawing/2014/main" id="{10B8CFCB-AD62-89B4-596E-E77E37F35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9962" y="6527800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2" name="Oval 1052">
              <a:extLst>
                <a:ext uri="{FF2B5EF4-FFF2-40B4-BE49-F238E27FC236}">
                  <a16:creationId xmlns:a16="http://schemas.microsoft.com/office/drawing/2014/main" id="{B7F8F523-DDE6-90E8-13CB-D4AAAA564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3775" y="65500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3" name="Oval 1053">
              <a:extLst>
                <a:ext uri="{FF2B5EF4-FFF2-40B4-BE49-F238E27FC236}">
                  <a16:creationId xmlns:a16="http://schemas.microsoft.com/office/drawing/2014/main" id="{FF1B3010-9CD8-077A-D00A-176A797DB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7587" y="659606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4" name="Oval 1054">
              <a:extLst>
                <a:ext uri="{FF2B5EF4-FFF2-40B4-BE49-F238E27FC236}">
                  <a16:creationId xmlns:a16="http://schemas.microsoft.com/office/drawing/2014/main" id="{2560A808-F675-DA41-963B-5FCC670F3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2987" y="6640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5" name="Oval 1055">
              <a:extLst>
                <a:ext uri="{FF2B5EF4-FFF2-40B4-BE49-F238E27FC236}">
                  <a16:creationId xmlns:a16="http://schemas.microsoft.com/office/drawing/2014/main" id="{6FB1A92D-10A3-9EEE-4492-4262BACAB3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6800" y="66865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6" name="Oval 1056">
              <a:extLst>
                <a:ext uri="{FF2B5EF4-FFF2-40B4-BE49-F238E27FC236}">
                  <a16:creationId xmlns:a16="http://schemas.microsoft.com/office/drawing/2014/main" id="{D9395353-9E3A-B43F-FBB1-3EC3CAA44F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0612" y="6734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7" name="Oval 1057">
              <a:extLst>
                <a:ext uri="{FF2B5EF4-FFF2-40B4-BE49-F238E27FC236}">
                  <a16:creationId xmlns:a16="http://schemas.microsoft.com/office/drawing/2014/main" id="{8D086307-5F3B-C5C9-11AA-9874862410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4425" y="6767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8" name="Oval 1058">
              <a:extLst>
                <a:ext uri="{FF2B5EF4-FFF2-40B4-BE49-F238E27FC236}">
                  <a16:creationId xmlns:a16="http://schemas.microsoft.com/office/drawing/2014/main" id="{370EE088-5F11-CF0F-054C-4D17558335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8237" y="68072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69" name="Oval 1059">
              <a:extLst>
                <a:ext uri="{FF2B5EF4-FFF2-40B4-BE49-F238E27FC236}">
                  <a16:creationId xmlns:a16="http://schemas.microsoft.com/office/drawing/2014/main" id="{D1096DDF-17F9-CC18-2292-F4161984D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0462" y="6842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0" name="Oval 1060">
              <a:extLst>
                <a:ext uri="{FF2B5EF4-FFF2-40B4-BE49-F238E27FC236}">
                  <a16:creationId xmlns:a16="http://schemas.microsoft.com/office/drawing/2014/main" id="{683249A4-4DDD-4684-020C-AFFA2A11CA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4275" y="6862763"/>
              <a:ext cx="11112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1" name="Oval 1061">
              <a:extLst>
                <a:ext uri="{FF2B5EF4-FFF2-40B4-BE49-F238E27FC236}">
                  <a16:creationId xmlns:a16="http://schemas.microsoft.com/office/drawing/2014/main" id="{1E330402-906D-43DE-2089-190E0E814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4912" y="6896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2" name="Oval 1062">
              <a:extLst>
                <a:ext uri="{FF2B5EF4-FFF2-40B4-BE49-F238E27FC236}">
                  <a16:creationId xmlns:a16="http://schemas.microsoft.com/office/drawing/2014/main" id="{D5FAF05E-2C91-A885-B9BB-E62E3407F3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3587" y="61531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3" name="Oval 1063">
              <a:extLst>
                <a:ext uri="{FF2B5EF4-FFF2-40B4-BE49-F238E27FC236}">
                  <a16:creationId xmlns:a16="http://schemas.microsoft.com/office/drawing/2014/main" id="{582E6033-7544-A316-E5CB-C11B6212EB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5175" y="61658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4" name="Oval 1064">
              <a:extLst>
                <a:ext uri="{FF2B5EF4-FFF2-40B4-BE49-F238E27FC236}">
                  <a16:creationId xmlns:a16="http://schemas.microsoft.com/office/drawing/2014/main" id="{3D8F40D7-6551-C861-6101-39778C6942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3112" y="6202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5" name="Oval 1065">
              <a:extLst>
                <a:ext uri="{FF2B5EF4-FFF2-40B4-BE49-F238E27FC236}">
                  <a16:creationId xmlns:a16="http://schemas.microsoft.com/office/drawing/2014/main" id="{D091706A-A765-80A1-6AD0-228766512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225" y="6237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6" name="Oval 1066">
              <a:extLst>
                <a:ext uri="{FF2B5EF4-FFF2-40B4-BE49-F238E27FC236}">
                  <a16:creationId xmlns:a16="http://schemas.microsoft.com/office/drawing/2014/main" id="{25551FA9-BCB6-EBB0-9582-0C958F4F1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0100" y="62674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7" name="Oval 1067">
              <a:extLst>
                <a:ext uri="{FF2B5EF4-FFF2-40B4-BE49-F238E27FC236}">
                  <a16:creationId xmlns:a16="http://schemas.microsoft.com/office/drawing/2014/main" id="{AAC140F1-4B0D-4379-A3E8-B33A72A6F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9150" y="6302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8" name="Oval 1068">
              <a:extLst>
                <a:ext uri="{FF2B5EF4-FFF2-40B4-BE49-F238E27FC236}">
                  <a16:creationId xmlns:a16="http://schemas.microsoft.com/office/drawing/2014/main" id="{CBFBED1B-6F8D-EF2F-78D9-1B27004F8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9787" y="63420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79" name="Oval 1069">
              <a:extLst>
                <a:ext uri="{FF2B5EF4-FFF2-40B4-BE49-F238E27FC236}">
                  <a16:creationId xmlns:a16="http://schemas.microsoft.com/office/drawing/2014/main" id="{E1377F6B-0502-0C54-3035-3E6CB1BAD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6370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0" name="Oval 1070">
              <a:extLst>
                <a:ext uri="{FF2B5EF4-FFF2-40B4-BE49-F238E27FC236}">
                  <a16:creationId xmlns:a16="http://schemas.microsoft.com/office/drawing/2014/main" id="{228D3FD0-1FCF-4504-D133-3F04358582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0" y="64103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1" name="Oval 1071">
              <a:extLst>
                <a:ext uri="{FF2B5EF4-FFF2-40B4-BE49-F238E27FC236}">
                  <a16:creationId xmlns:a16="http://schemas.microsoft.com/office/drawing/2014/main" id="{3B1D04C6-1C75-1124-B92A-ED127177E2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4400" y="6459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2" name="Oval 1072">
              <a:extLst>
                <a:ext uri="{FF2B5EF4-FFF2-40B4-BE49-F238E27FC236}">
                  <a16:creationId xmlns:a16="http://schemas.microsoft.com/office/drawing/2014/main" id="{2AC2F706-4DE7-25EE-4DF8-CF1E8D3228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00" y="649287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3" name="Oval 1073">
              <a:extLst>
                <a:ext uri="{FF2B5EF4-FFF2-40B4-BE49-F238E27FC236}">
                  <a16:creationId xmlns:a16="http://schemas.microsoft.com/office/drawing/2014/main" id="{FB723C08-9B13-AAF5-CDCD-202956FBD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6787" y="6527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4" name="Oval 1074">
              <a:extLst>
                <a:ext uri="{FF2B5EF4-FFF2-40B4-BE49-F238E27FC236}">
                  <a16:creationId xmlns:a16="http://schemas.microsoft.com/office/drawing/2014/main" id="{487E3CCB-BD66-BD34-24AD-B56E05CA9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3775" y="6569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5" name="Oval 1075">
              <a:extLst>
                <a:ext uri="{FF2B5EF4-FFF2-40B4-BE49-F238E27FC236}">
                  <a16:creationId xmlns:a16="http://schemas.microsoft.com/office/drawing/2014/main" id="{98479FE5-682D-22B8-EA94-1A3BD3181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0762" y="6608763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6" name="Oval 1076">
              <a:extLst>
                <a:ext uri="{FF2B5EF4-FFF2-40B4-BE49-F238E27FC236}">
                  <a16:creationId xmlns:a16="http://schemas.microsoft.com/office/drawing/2014/main" id="{7A0DE7D1-C608-CABF-4F0F-DDDDC7E59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6162" y="66611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7" name="Oval 1077">
              <a:extLst>
                <a:ext uri="{FF2B5EF4-FFF2-40B4-BE49-F238E27FC236}">
                  <a16:creationId xmlns:a16="http://schemas.microsoft.com/office/drawing/2014/main" id="{9DEB3A46-E5EA-BB2C-0DE1-F5C5EE14D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1562" y="6710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8" name="Oval 1078">
              <a:extLst>
                <a:ext uri="{FF2B5EF4-FFF2-40B4-BE49-F238E27FC236}">
                  <a16:creationId xmlns:a16="http://schemas.microsoft.com/office/drawing/2014/main" id="{0FCE1C78-1D01-D39A-1543-DA52FDF0A5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6962" y="6754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89" name="Oval 1079">
              <a:extLst>
                <a:ext uri="{FF2B5EF4-FFF2-40B4-BE49-F238E27FC236}">
                  <a16:creationId xmlns:a16="http://schemas.microsoft.com/office/drawing/2014/main" id="{78D81A4C-988C-7DE9-8ACD-553D499462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2362" y="67818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0" name="Oval 1080">
              <a:extLst>
                <a:ext uri="{FF2B5EF4-FFF2-40B4-BE49-F238E27FC236}">
                  <a16:creationId xmlns:a16="http://schemas.microsoft.com/office/drawing/2014/main" id="{E6C539E5-DA40-71C0-898F-BDB15525C6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6175" y="68103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1" name="Oval 1081">
              <a:extLst>
                <a:ext uri="{FF2B5EF4-FFF2-40B4-BE49-F238E27FC236}">
                  <a16:creationId xmlns:a16="http://schemas.microsoft.com/office/drawing/2014/main" id="{961A8972-5A13-3579-2241-0CB0C6651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7" y="68453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2" name="Oval 1082">
              <a:extLst>
                <a:ext uri="{FF2B5EF4-FFF2-40B4-BE49-F238E27FC236}">
                  <a16:creationId xmlns:a16="http://schemas.microsoft.com/office/drawing/2014/main" id="{B383725E-CE7B-BD70-D8AF-70B8C6DEC6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2" y="6877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3" name="Oval 1083">
              <a:extLst>
                <a:ext uri="{FF2B5EF4-FFF2-40B4-BE49-F238E27FC236}">
                  <a16:creationId xmlns:a16="http://schemas.microsoft.com/office/drawing/2014/main" id="{61FBC59D-1C6F-CF86-3105-E341477A4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4437" y="69072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4" name="Oval 1084">
              <a:extLst>
                <a:ext uri="{FF2B5EF4-FFF2-40B4-BE49-F238E27FC236}">
                  <a16:creationId xmlns:a16="http://schemas.microsoft.com/office/drawing/2014/main" id="{D1B2BC19-7AB4-D4A5-840C-3131074AE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5" y="6080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5" name="Oval 1085">
              <a:extLst>
                <a:ext uri="{FF2B5EF4-FFF2-40B4-BE49-F238E27FC236}">
                  <a16:creationId xmlns:a16="http://schemas.microsoft.com/office/drawing/2014/main" id="{730960A3-92BB-587D-60EB-626B7294E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9612" y="60991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6" name="Oval 1086">
              <a:extLst>
                <a:ext uri="{FF2B5EF4-FFF2-40B4-BE49-F238E27FC236}">
                  <a16:creationId xmlns:a16="http://schemas.microsoft.com/office/drawing/2014/main" id="{C2F9D416-05A5-0D68-E6E5-F8025FC1C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9137" y="61372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7" name="Oval 1087">
              <a:extLst>
                <a:ext uri="{FF2B5EF4-FFF2-40B4-BE49-F238E27FC236}">
                  <a16:creationId xmlns:a16="http://schemas.microsoft.com/office/drawing/2014/main" id="{00F52F20-85FC-06DB-039A-0583BC91E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3425" y="6176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8" name="Oval 1088">
              <a:extLst>
                <a:ext uri="{FF2B5EF4-FFF2-40B4-BE49-F238E27FC236}">
                  <a16:creationId xmlns:a16="http://schemas.microsoft.com/office/drawing/2014/main" id="{85802D02-682B-7CE9-C044-7374B0F54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0887" y="62134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99" name="Oval 1089">
              <a:extLst>
                <a:ext uri="{FF2B5EF4-FFF2-40B4-BE49-F238E27FC236}">
                  <a16:creationId xmlns:a16="http://schemas.microsoft.com/office/drawing/2014/main" id="{3BFF5E94-A586-4B14-3558-B799E54130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3112" y="62452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0" name="Oval 1090">
              <a:extLst>
                <a:ext uri="{FF2B5EF4-FFF2-40B4-BE49-F238E27FC236}">
                  <a16:creationId xmlns:a16="http://schemas.microsoft.com/office/drawing/2014/main" id="{6BBB46E3-8965-C539-3B83-1D9317829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8512" y="6288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01" name="Oval 1091">
              <a:extLst>
                <a:ext uri="{FF2B5EF4-FFF2-40B4-BE49-F238E27FC236}">
                  <a16:creationId xmlns:a16="http://schemas.microsoft.com/office/drawing/2014/main" id="{27933ED3-A576-4BEE-B63E-3C016BC261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3912" y="633888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2" name="Oval 1093">
              <a:extLst>
                <a:ext uri="{FF2B5EF4-FFF2-40B4-BE49-F238E27FC236}">
                  <a16:creationId xmlns:a16="http://schemas.microsoft.com/office/drawing/2014/main" id="{2D8BD6EE-E17B-F238-CA05-0B97473A25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2488" y="6376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3" name="Oval 1094">
              <a:extLst>
                <a:ext uri="{FF2B5EF4-FFF2-40B4-BE49-F238E27FC236}">
                  <a16:creationId xmlns:a16="http://schemas.microsoft.com/office/drawing/2014/main" id="{7F455FD5-7636-7BF5-E9BC-B9D3E1586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1063" y="641191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4" name="Oval 1095">
              <a:extLst>
                <a:ext uri="{FF2B5EF4-FFF2-40B4-BE49-F238E27FC236}">
                  <a16:creationId xmlns:a16="http://schemas.microsoft.com/office/drawing/2014/main" id="{8866B836-0D6C-8198-32C3-71B6F122D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1225" y="6457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5" name="Oval 1096">
              <a:extLst>
                <a:ext uri="{FF2B5EF4-FFF2-40B4-BE49-F238E27FC236}">
                  <a16:creationId xmlns:a16="http://schemas.microsoft.com/office/drawing/2014/main" id="{2351BF13-BA52-B953-DC1D-F8B74A99D8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00" y="650716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6" name="Oval 1097">
              <a:extLst>
                <a:ext uri="{FF2B5EF4-FFF2-40B4-BE49-F238E27FC236}">
                  <a16:creationId xmlns:a16="http://schemas.microsoft.com/office/drawing/2014/main" id="{C997568A-6888-EA89-7195-45CBAE34F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9963" y="654685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7" name="Oval 1098">
              <a:extLst>
                <a:ext uri="{FF2B5EF4-FFF2-40B4-BE49-F238E27FC236}">
                  <a16:creationId xmlns:a16="http://schemas.microsoft.com/office/drawing/2014/main" id="{6EC25F93-CF47-A7BC-72AD-FA775ED94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8538" y="6586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8" name="Oval 1099">
              <a:extLst>
                <a:ext uri="{FF2B5EF4-FFF2-40B4-BE49-F238E27FC236}">
                  <a16:creationId xmlns:a16="http://schemas.microsoft.com/office/drawing/2014/main" id="{E6FFF486-4181-4AAE-B36E-C89282C82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7113" y="6630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9" name="Oval 1100">
              <a:extLst>
                <a:ext uri="{FF2B5EF4-FFF2-40B4-BE49-F238E27FC236}">
                  <a16:creationId xmlns:a16="http://schemas.microsoft.com/office/drawing/2014/main" id="{604F1D80-2307-AF36-03F4-38FCC8657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0" y="667385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0" name="Oval 1101">
              <a:extLst>
                <a:ext uri="{FF2B5EF4-FFF2-40B4-BE49-F238E27FC236}">
                  <a16:creationId xmlns:a16="http://schemas.microsoft.com/office/drawing/2014/main" id="{6F3FFE09-9C59-7B6F-344B-EF1AF8C9C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1088" y="6719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1" name="Oval 1102">
              <a:extLst>
                <a:ext uri="{FF2B5EF4-FFF2-40B4-BE49-F238E27FC236}">
                  <a16:creationId xmlns:a16="http://schemas.microsoft.com/office/drawing/2014/main" id="{7427BCEC-D837-8242-DEED-1F41D74DE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488" y="67532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2" name="Oval 1103">
              <a:extLst>
                <a:ext uri="{FF2B5EF4-FFF2-40B4-BE49-F238E27FC236}">
                  <a16:creationId xmlns:a16="http://schemas.microsoft.com/office/drawing/2014/main" id="{F4BF8D86-F6CB-903D-D7BB-DDE7AFD00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1888" y="6786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3" name="Oval 1104">
              <a:extLst>
                <a:ext uri="{FF2B5EF4-FFF2-40B4-BE49-F238E27FC236}">
                  <a16:creationId xmlns:a16="http://schemas.microsoft.com/office/drawing/2014/main" id="{3F450BB8-0D6C-026E-F460-830268B18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7288" y="68262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4" name="Oval 1105">
              <a:extLst>
                <a:ext uri="{FF2B5EF4-FFF2-40B4-BE49-F238E27FC236}">
                  <a16:creationId xmlns:a16="http://schemas.microsoft.com/office/drawing/2014/main" id="{4522E965-FF4F-965B-AFC7-23A88735E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1100" y="6872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5" name="Oval 1106">
              <a:extLst>
                <a:ext uri="{FF2B5EF4-FFF2-40B4-BE49-F238E27FC236}">
                  <a16:creationId xmlns:a16="http://schemas.microsoft.com/office/drawing/2014/main" id="{893F340A-2177-1C9C-4399-F5BD1FCD6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3325" y="690403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6" name="Oval 1107">
              <a:extLst>
                <a:ext uri="{FF2B5EF4-FFF2-40B4-BE49-F238E27FC236}">
                  <a16:creationId xmlns:a16="http://schemas.microsoft.com/office/drawing/2014/main" id="{4431CAE5-845A-562B-4315-C4480D6A4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6113" y="5997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7" name="Oval 1108">
              <a:extLst>
                <a:ext uri="{FF2B5EF4-FFF2-40B4-BE49-F238E27FC236}">
                  <a16:creationId xmlns:a16="http://schemas.microsoft.com/office/drawing/2014/main" id="{0C34BA39-8D13-9D0E-66A4-336AE086B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9288" y="6022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8" name="Oval 1109">
              <a:extLst>
                <a:ext uri="{FF2B5EF4-FFF2-40B4-BE49-F238E27FC236}">
                  <a16:creationId xmlns:a16="http://schemas.microsoft.com/office/drawing/2014/main" id="{5AC044A5-C19B-06D6-CE53-59EE79EA7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0" y="6057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19" name="Oval 1110">
              <a:extLst>
                <a:ext uri="{FF2B5EF4-FFF2-40B4-BE49-F238E27FC236}">
                  <a16:creationId xmlns:a16="http://schemas.microsoft.com/office/drawing/2014/main" id="{C7A3F9D9-C223-AFF2-7CA6-4711142A8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6275" y="6099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0" name="Oval 1111">
              <a:extLst>
                <a:ext uri="{FF2B5EF4-FFF2-40B4-BE49-F238E27FC236}">
                  <a16:creationId xmlns:a16="http://schemas.microsoft.com/office/drawing/2014/main" id="{C6A87092-4CB3-EDAE-EC98-DE28FFA54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8500" y="6154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1" name="Oval 1112">
              <a:extLst>
                <a:ext uri="{FF2B5EF4-FFF2-40B4-BE49-F238E27FC236}">
                  <a16:creationId xmlns:a16="http://schemas.microsoft.com/office/drawing/2014/main" id="{EB8BF82D-486E-8AAA-149B-90AFDD6A7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3900" y="6196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2" name="Oval 1113">
              <a:extLst>
                <a:ext uri="{FF2B5EF4-FFF2-40B4-BE49-F238E27FC236}">
                  <a16:creationId xmlns:a16="http://schemas.microsoft.com/office/drawing/2014/main" id="{2D32F943-AE9E-8304-79AE-AF03FB431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4063" y="6240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3" name="Oval 1114">
              <a:extLst>
                <a:ext uri="{FF2B5EF4-FFF2-40B4-BE49-F238E27FC236}">
                  <a16:creationId xmlns:a16="http://schemas.microsoft.com/office/drawing/2014/main" id="{DFBDFB67-4B0C-F80F-2531-A8AEB06C6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225" y="629920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4" name="Oval 1115">
              <a:extLst>
                <a:ext uri="{FF2B5EF4-FFF2-40B4-BE49-F238E27FC236}">
                  <a16:creationId xmlns:a16="http://schemas.microsoft.com/office/drawing/2014/main" id="{0E0D247D-EB97-AF32-8B27-2B4CD4964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5975" y="6337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5" name="Oval 1116">
              <a:extLst>
                <a:ext uri="{FF2B5EF4-FFF2-40B4-BE49-F238E27FC236}">
                  <a16:creationId xmlns:a16="http://schemas.microsoft.com/office/drawing/2014/main" id="{5998C715-70C0-CB97-3783-125E81A83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9313" y="63785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6" name="Oval 1117">
              <a:extLst>
                <a:ext uri="{FF2B5EF4-FFF2-40B4-BE49-F238E27FC236}">
                  <a16:creationId xmlns:a16="http://schemas.microsoft.com/office/drawing/2014/main" id="{0993BAB1-E9B6-1E00-02AD-15DBEFC04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1063" y="6419851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7" name="Oval 1118">
              <a:extLst>
                <a:ext uri="{FF2B5EF4-FFF2-40B4-BE49-F238E27FC236}">
                  <a16:creationId xmlns:a16="http://schemas.microsoft.com/office/drawing/2014/main" id="{E8B76EC3-3A5F-B3C1-9B1C-EE5835EC3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4400" y="64817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8" name="Oval 1119">
              <a:extLst>
                <a:ext uri="{FF2B5EF4-FFF2-40B4-BE49-F238E27FC236}">
                  <a16:creationId xmlns:a16="http://schemas.microsoft.com/office/drawing/2014/main" id="{49C4A6ED-1A13-2397-7922-06B5D0E3D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6150" y="6530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29" name="Oval 1120">
              <a:extLst>
                <a:ext uri="{FF2B5EF4-FFF2-40B4-BE49-F238E27FC236}">
                  <a16:creationId xmlns:a16="http://schemas.microsoft.com/office/drawing/2014/main" id="{0C0379C2-DA3C-347B-B6B5-24C8EE1A63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6313" y="6570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0" name="Oval 1121">
              <a:extLst>
                <a:ext uri="{FF2B5EF4-FFF2-40B4-BE49-F238E27FC236}">
                  <a16:creationId xmlns:a16="http://schemas.microsoft.com/office/drawing/2014/main" id="{0DAB83ED-952B-6E20-5B22-A30673E011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6475" y="6604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1" name="Oval 1122">
              <a:extLst>
                <a:ext uri="{FF2B5EF4-FFF2-40B4-BE49-F238E27FC236}">
                  <a16:creationId xmlns:a16="http://schemas.microsoft.com/office/drawing/2014/main" id="{18D8B2B4-2061-C2BF-B3A1-2C76C9571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6638" y="66436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2" name="Oval 1123">
              <a:extLst>
                <a:ext uri="{FF2B5EF4-FFF2-40B4-BE49-F238E27FC236}">
                  <a16:creationId xmlns:a16="http://schemas.microsoft.com/office/drawing/2014/main" id="{FA540542-B27A-91DE-9499-76F56ECA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3" y="6692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3" name="Oval 1124">
              <a:extLst>
                <a:ext uri="{FF2B5EF4-FFF2-40B4-BE49-F238E27FC236}">
                  <a16:creationId xmlns:a16="http://schemas.microsoft.com/office/drawing/2014/main" id="{8B14145F-CB7C-BBC4-F628-FCBE3126C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2200" y="6740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4" name="Oval 1125">
              <a:extLst>
                <a:ext uri="{FF2B5EF4-FFF2-40B4-BE49-F238E27FC236}">
                  <a16:creationId xmlns:a16="http://schemas.microsoft.com/office/drawing/2014/main" id="{0DC85FDC-0181-C98B-3ECB-F9282FD1A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9188" y="6767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5" name="Oval 1126">
              <a:extLst>
                <a:ext uri="{FF2B5EF4-FFF2-40B4-BE49-F238E27FC236}">
                  <a16:creationId xmlns:a16="http://schemas.microsoft.com/office/drawing/2014/main" id="{D51498F3-D809-0FC4-7BB7-BF53A27220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4588" y="6802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6" name="Oval 1127">
              <a:extLst>
                <a:ext uri="{FF2B5EF4-FFF2-40B4-BE49-F238E27FC236}">
                  <a16:creationId xmlns:a16="http://schemas.microsoft.com/office/drawing/2014/main" id="{D9146B76-63D8-E6E3-77BB-A71598EA1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9988" y="6861176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7" name="Oval 1128">
              <a:extLst>
                <a:ext uri="{FF2B5EF4-FFF2-40B4-BE49-F238E27FC236}">
                  <a16:creationId xmlns:a16="http://schemas.microsoft.com/office/drawing/2014/main" id="{32E49DA4-C7D8-23B8-7440-D8757AFBF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3800" y="68897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8" name="Oval 1129">
              <a:extLst>
                <a:ext uri="{FF2B5EF4-FFF2-40B4-BE49-F238E27FC236}">
                  <a16:creationId xmlns:a16="http://schemas.microsoft.com/office/drawing/2014/main" id="{32811885-8757-D590-6F4B-971F51C2A4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6263" y="5922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39" name="Oval 1130">
              <a:extLst>
                <a:ext uri="{FF2B5EF4-FFF2-40B4-BE49-F238E27FC236}">
                  <a16:creationId xmlns:a16="http://schemas.microsoft.com/office/drawing/2014/main" id="{23ECF211-7BEA-8335-F1CE-43F65D5B6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5" y="5948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0" name="Oval 1131">
              <a:extLst>
                <a:ext uri="{FF2B5EF4-FFF2-40B4-BE49-F238E27FC236}">
                  <a16:creationId xmlns:a16="http://schemas.microsoft.com/office/drawing/2014/main" id="{DC460D78-48EC-13B6-82EE-F56F390610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3725" y="5984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1" name="Oval 1132">
              <a:extLst>
                <a:ext uri="{FF2B5EF4-FFF2-40B4-BE49-F238E27FC236}">
                  <a16:creationId xmlns:a16="http://schemas.microsoft.com/office/drawing/2014/main" id="{FF0CF6B5-A8DB-CE45-D079-5749DA3A8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4363" y="6032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2" name="Oval 1133">
              <a:extLst>
                <a:ext uri="{FF2B5EF4-FFF2-40B4-BE49-F238E27FC236}">
                  <a16:creationId xmlns:a16="http://schemas.microsoft.com/office/drawing/2014/main" id="{76577F4F-08DE-6870-BAED-955E4B9DC7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350" y="6092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3" name="Oval 1134">
              <a:extLst>
                <a:ext uri="{FF2B5EF4-FFF2-40B4-BE49-F238E27FC236}">
                  <a16:creationId xmlns:a16="http://schemas.microsoft.com/office/drawing/2014/main" id="{B5ED615F-B4DF-ED4D-A7F8-DBC6A62B3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3100" y="61468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4" name="Oval 1135">
              <a:extLst>
                <a:ext uri="{FF2B5EF4-FFF2-40B4-BE49-F238E27FC236}">
                  <a16:creationId xmlns:a16="http://schemas.microsoft.com/office/drawing/2014/main" id="{48A14F05-5512-C1EF-34BC-D90EFAA34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5" y="62007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5" name="Oval 1136">
              <a:extLst>
                <a:ext uri="{FF2B5EF4-FFF2-40B4-BE49-F238E27FC236}">
                  <a16:creationId xmlns:a16="http://schemas.microsoft.com/office/drawing/2014/main" id="{5845BBA4-2951-D6E9-9BEB-A4B8C81B9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2950" y="6249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6" name="Oval 1137">
              <a:extLst>
                <a:ext uri="{FF2B5EF4-FFF2-40B4-BE49-F238E27FC236}">
                  <a16:creationId xmlns:a16="http://schemas.microsoft.com/office/drawing/2014/main" id="{D31D13DD-9687-2C5C-59D5-F53888CE3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9463" y="6300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7" name="Oval 1138">
              <a:extLst>
                <a:ext uri="{FF2B5EF4-FFF2-40B4-BE49-F238E27FC236}">
                  <a16:creationId xmlns:a16="http://schemas.microsoft.com/office/drawing/2014/main" id="{8C02D6E6-9F47-8375-7383-F45020C6B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5975" y="6359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8" name="Oval 1139">
              <a:extLst>
                <a:ext uri="{FF2B5EF4-FFF2-40B4-BE49-F238E27FC236}">
                  <a16:creationId xmlns:a16="http://schemas.microsoft.com/office/drawing/2014/main" id="{DCBA0DE1-0BAA-4CBA-0677-1FC7AC76B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2488" y="6403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49" name="Oval 1140">
              <a:extLst>
                <a:ext uri="{FF2B5EF4-FFF2-40B4-BE49-F238E27FC236}">
                  <a16:creationId xmlns:a16="http://schemas.microsoft.com/office/drawing/2014/main" id="{526221D5-7A40-BF56-308D-6C4B46DC38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0" y="6459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0" name="Oval 1141">
              <a:extLst>
                <a:ext uri="{FF2B5EF4-FFF2-40B4-BE49-F238E27FC236}">
                  <a16:creationId xmlns:a16="http://schemas.microsoft.com/office/drawing/2014/main" id="{2416D27B-5696-88D8-88C3-A7C2CB0A1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2338" y="6494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1" name="Oval 1142">
              <a:extLst>
                <a:ext uri="{FF2B5EF4-FFF2-40B4-BE49-F238E27FC236}">
                  <a16:creationId xmlns:a16="http://schemas.microsoft.com/office/drawing/2014/main" id="{24153F38-C8C5-23AA-7BBD-1CED275705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5675" y="6545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2" name="Oval 1143">
              <a:extLst>
                <a:ext uri="{FF2B5EF4-FFF2-40B4-BE49-F238E27FC236}">
                  <a16:creationId xmlns:a16="http://schemas.microsoft.com/office/drawing/2014/main" id="{25B8FD25-B31D-4BF6-F278-1BFE0439A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425" y="659606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3" name="Oval 1144">
              <a:extLst>
                <a:ext uri="{FF2B5EF4-FFF2-40B4-BE49-F238E27FC236}">
                  <a16:creationId xmlns:a16="http://schemas.microsoft.com/office/drawing/2014/main" id="{9E66B06C-9CBE-DB7C-FDB5-0B8690597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9175" y="6638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4" name="Oval 1145">
              <a:extLst>
                <a:ext uri="{FF2B5EF4-FFF2-40B4-BE49-F238E27FC236}">
                  <a16:creationId xmlns:a16="http://schemas.microsoft.com/office/drawing/2014/main" id="{7CB70726-324F-E3F7-5A7A-FA10CDF36C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9338" y="66849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5" name="Oval 1146">
              <a:extLst>
                <a:ext uri="{FF2B5EF4-FFF2-40B4-BE49-F238E27FC236}">
                  <a16:creationId xmlns:a16="http://schemas.microsoft.com/office/drawing/2014/main" id="{7235713D-A0C1-8677-56A8-F7C0BEB02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7913" y="6732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6" name="Oval 1147">
              <a:extLst>
                <a:ext uri="{FF2B5EF4-FFF2-40B4-BE49-F238E27FC236}">
                  <a16:creationId xmlns:a16="http://schemas.microsoft.com/office/drawing/2014/main" id="{AA952030-C25E-56F2-00D6-B8B7732F0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6488" y="67516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7" name="Oval 1148">
              <a:extLst>
                <a:ext uri="{FF2B5EF4-FFF2-40B4-BE49-F238E27FC236}">
                  <a16:creationId xmlns:a16="http://schemas.microsoft.com/office/drawing/2014/main" id="{CC56D027-16FB-8D7F-EBDB-D57055A71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783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8" name="Oval 1149">
              <a:extLst>
                <a:ext uri="{FF2B5EF4-FFF2-40B4-BE49-F238E27FC236}">
                  <a16:creationId xmlns:a16="http://schemas.microsoft.com/office/drawing/2014/main" id="{48C85817-7D5A-0E2E-BA8D-458DDEA24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8875" y="68453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59" name="Oval 1150">
              <a:extLst>
                <a:ext uri="{FF2B5EF4-FFF2-40B4-BE49-F238E27FC236}">
                  <a16:creationId xmlns:a16="http://schemas.microsoft.com/office/drawing/2014/main" id="{1422F115-2E39-9A5D-B22D-0287257B4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4275" y="6877051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0" name="Oval 1151">
              <a:extLst>
                <a:ext uri="{FF2B5EF4-FFF2-40B4-BE49-F238E27FC236}">
                  <a16:creationId xmlns:a16="http://schemas.microsoft.com/office/drawing/2014/main" id="{FDBBA344-FCDD-70B7-375E-4CCDC2104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8475" y="5842001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1" name="Oval 1152">
              <a:extLst>
                <a:ext uri="{FF2B5EF4-FFF2-40B4-BE49-F238E27FC236}">
                  <a16:creationId xmlns:a16="http://schemas.microsoft.com/office/drawing/2014/main" id="{ADC8DF5C-DE06-D654-C31E-A9A36D2E4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3238" y="5872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2" name="Oval 1153">
              <a:extLst>
                <a:ext uri="{FF2B5EF4-FFF2-40B4-BE49-F238E27FC236}">
                  <a16:creationId xmlns:a16="http://schemas.microsoft.com/office/drawing/2014/main" id="{7D2B4D03-0AB3-36E5-367E-F30850ECC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0700" y="5915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3" name="Oval 1154">
              <a:extLst>
                <a:ext uri="{FF2B5EF4-FFF2-40B4-BE49-F238E27FC236}">
                  <a16:creationId xmlns:a16="http://schemas.microsoft.com/office/drawing/2014/main" id="{55958507-2DBB-8F65-E572-90AE00383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07688" y="59801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4" name="Oval 1155">
              <a:extLst>
                <a:ext uri="{FF2B5EF4-FFF2-40B4-BE49-F238E27FC236}">
                  <a16:creationId xmlns:a16="http://schemas.microsoft.com/office/drawing/2014/main" id="{40724967-FF5C-A812-8678-9E35FD8B5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5" y="60388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5" name="Oval 1156">
              <a:extLst>
                <a:ext uri="{FF2B5EF4-FFF2-40B4-BE49-F238E27FC236}">
                  <a16:creationId xmlns:a16="http://schemas.microsoft.com/office/drawing/2014/main" id="{467632ED-4882-AA6E-DFA1-D02F18DC2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9125" y="6096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6" name="Oval 1157">
              <a:extLst>
                <a:ext uri="{FF2B5EF4-FFF2-40B4-BE49-F238E27FC236}">
                  <a16:creationId xmlns:a16="http://schemas.microsoft.com/office/drawing/2014/main" id="{DE082162-B6C2-FE1E-19E0-F5B4514EF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0" y="6146801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7" name="Oval 1158">
              <a:extLst>
                <a:ext uri="{FF2B5EF4-FFF2-40B4-BE49-F238E27FC236}">
                  <a16:creationId xmlns:a16="http://schemas.microsoft.com/office/drawing/2014/main" id="{419825D1-61EF-73A7-9E44-4E0E55FFF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1675" y="6205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8" name="Oval 1159">
              <a:extLst>
                <a:ext uri="{FF2B5EF4-FFF2-40B4-BE49-F238E27FC236}">
                  <a16:creationId xmlns:a16="http://schemas.microsoft.com/office/drawing/2014/main" id="{8314051C-C936-D220-2078-1FC907405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02950" y="6264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69" name="Oval 1160">
              <a:extLst>
                <a:ext uri="{FF2B5EF4-FFF2-40B4-BE49-F238E27FC236}">
                  <a16:creationId xmlns:a16="http://schemas.microsoft.com/office/drawing/2014/main" id="{C0214EAB-CC75-B052-4B8A-48032561C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225" y="6323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0" name="Oval 1161">
              <a:extLst>
                <a:ext uri="{FF2B5EF4-FFF2-40B4-BE49-F238E27FC236}">
                  <a16:creationId xmlns:a16="http://schemas.microsoft.com/office/drawing/2014/main" id="{ADEA57A1-FCAA-D6C3-6501-1D2BA7A06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3913" y="638016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1" name="Oval 1162">
              <a:extLst>
                <a:ext uri="{FF2B5EF4-FFF2-40B4-BE49-F238E27FC236}">
                  <a16:creationId xmlns:a16="http://schemas.microsoft.com/office/drawing/2014/main" id="{43701DED-8800-30B1-BFE2-1F31ABA35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6432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2" name="Oval 1163">
              <a:extLst>
                <a:ext uri="{FF2B5EF4-FFF2-40B4-BE49-F238E27FC236}">
                  <a16:creationId xmlns:a16="http://schemas.microsoft.com/office/drawing/2014/main" id="{C83CD308-9DFA-1130-A57F-C695AD8F2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0113" y="6465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3" name="Oval 1164">
              <a:extLst>
                <a:ext uri="{FF2B5EF4-FFF2-40B4-BE49-F238E27FC236}">
                  <a16:creationId xmlns:a16="http://schemas.microsoft.com/office/drawing/2014/main" id="{467CE481-9D07-048B-464E-625522688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6625" y="6518276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4" name="Oval 1165">
              <a:extLst>
                <a:ext uri="{FF2B5EF4-FFF2-40B4-BE49-F238E27FC236}">
                  <a16:creationId xmlns:a16="http://schemas.microsoft.com/office/drawing/2014/main" id="{1AF3C6B8-539B-63A4-9892-BCA550985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1550" y="6573838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5" name="Oval 1166">
              <a:extLst>
                <a:ext uri="{FF2B5EF4-FFF2-40B4-BE49-F238E27FC236}">
                  <a16:creationId xmlns:a16="http://schemas.microsoft.com/office/drawing/2014/main" id="{82677041-7974-FCCD-0A61-3FFA7525E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3300" y="66262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6" name="Oval 1167">
              <a:extLst>
                <a:ext uri="{FF2B5EF4-FFF2-40B4-BE49-F238E27FC236}">
                  <a16:creationId xmlns:a16="http://schemas.microsoft.com/office/drawing/2014/main" id="{2A0AE5A6-BC0D-AFC9-5552-65DF5A1298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5050" y="6667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7" name="Oval 1168">
              <a:extLst>
                <a:ext uri="{FF2B5EF4-FFF2-40B4-BE49-F238E27FC236}">
                  <a16:creationId xmlns:a16="http://schemas.microsoft.com/office/drawing/2014/main" id="{192435BE-E584-DFC4-4B5F-AB84EB4AB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5213" y="6715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8" name="Oval 1169">
              <a:extLst>
                <a:ext uri="{FF2B5EF4-FFF2-40B4-BE49-F238E27FC236}">
                  <a16:creationId xmlns:a16="http://schemas.microsoft.com/office/drawing/2014/main" id="{FF89B3E7-E676-03D9-F890-DB5240FAC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3788" y="67452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79" name="Oval 1170">
              <a:extLst>
                <a:ext uri="{FF2B5EF4-FFF2-40B4-BE49-F238E27FC236}">
                  <a16:creationId xmlns:a16="http://schemas.microsoft.com/office/drawing/2014/main" id="{306E8D3F-E91A-526B-0B5B-47E15DA47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2363" y="6778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0" name="Oval 1171">
              <a:extLst>
                <a:ext uri="{FF2B5EF4-FFF2-40B4-BE49-F238E27FC236}">
                  <a16:creationId xmlns:a16="http://schemas.microsoft.com/office/drawing/2014/main" id="{221275D6-7502-CD95-6ADE-39F2EC5DF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0" y="6824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1" name="Oval 1172">
              <a:extLst>
                <a:ext uri="{FF2B5EF4-FFF2-40B4-BE49-F238E27FC236}">
                  <a16:creationId xmlns:a16="http://schemas.microsoft.com/office/drawing/2014/main" id="{25CC5167-7C23-BF66-59A2-A8A2079A2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4750" y="6865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2" name="Oval 1173">
              <a:extLst>
                <a:ext uri="{FF2B5EF4-FFF2-40B4-BE49-F238E27FC236}">
                  <a16:creationId xmlns:a16="http://schemas.microsoft.com/office/drawing/2014/main" id="{E502E725-CBDD-CAFC-A7B5-7F8C7BBA8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0150" y="690721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3" name="Oval 1174">
              <a:extLst>
                <a:ext uri="{FF2B5EF4-FFF2-40B4-BE49-F238E27FC236}">
                  <a16:creationId xmlns:a16="http://schemas.microsoft.com/office/drawing/2014/main" id="{E1CE9B48-B592-D56B-FC56-0D2C3BF23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6400" y="5759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4" name="Oval 1175">
              <a:extLst>
                <a:ext uri="{FF2B5EF4-FFF2-40B4-BE49-F238E27FC236}">
                  <a16:creationId xmlns:a16="http://schemas.microsoft.com/office/drawing/2014/main" id="{635F0771-D066-1F31-4A47-F4BED4D99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74338" y="579278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5" name="Oval 1176">
              <a:extLst>
                <a:ext uri="{FF2B5EF4-FFF2-40B4-BE49-F238E27FC236}">
                  <a16:creationId xmlns:a16="http://schemas.microsoft.com/office/drawing/2014/main" id="{1826FFF0-3D29-D08D-B782-0D0EB0DBD7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98150" y="58404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6" name="Oval 1177">
              <a:extLst>
                <a:ext uri="{FF2B5EF4-FFF2-40B4-BE49-F238E27FC236}">
                  <a16:creationId xmlns:a16="http://schemas.microsoft.com/office/drawing/2014/main" id="{76B02CBA-1C6A-86A0-969D-FBE102A0A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3075" y="590550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7" name="Oval 1178">
              <a:extLst>
                <a:ext uri="{FF2B5EF4-FFF2-40B4-BE49-F238E27FC236}">
                  <a16:creationId xmlns:a16="http://schemas.microsoft.com/office/drawing/2014/main" id="{689FA934-A8C7-6D20-A279-7C4A459C70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74350" y="5981701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8" name="Oval 1179">
              <a:extLst>
                <a:ext uri="{FF2B5EF4-FFF2-40B4-BE49-F238E27FC236}">
                  <a16:creationId xmlns:a16="http://schemas.microsoft.com/office/drawing/2014/main" id="{53ED8350-7C1E-8A75-3336-7170A8EA8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1975" y="602773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89" name="Oval 1180">
              <a:extLst>
                <a:ext uri="{FF2B5EF4-FFF2-40B4-BE49-F238E27FC236}">
                  <a16:creationId xmlns:a16="http://schemas.microsoft.com/office/drawing/2014/main" id="{39766E98-E277-B966-1B32-E26D32D37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1188" y="6099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0" name="Oval 1181">
              <a:extLst>
                <a:ext uri="{FF2B5EF4-FFF2-40B4-BE49-F238E27FC236}">
                  <a16:creationId xmlns:a16="http://schemas.microsoft.com/office/drawing/2014/main" id="{CB97B7FD-F228-13A8-9944-832B6B5C8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0" y="6173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1" name="Oval 1182">
              <a:extLst>
                <a:ext uri="{FF2B5EF4-FFF2-40B4-BE49-F238E27FC236}">
                  <a16:creationId xmlns:a16="http://schemas.microsoft.com/office/drawing/2014/main" id="{FB8260E6-3662-01B0-BDA7-E285A7054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5" y="6237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2" name="Oval 1183">
              <a:extLst>
                <a:ext uri="{FF2B5EF4-FFF2-40B4-BE49-F238E27FC236}">
                  <a16:creationId xmlns:a16="http://schemas.microsoft.com/office/drawing/2014/main" id="{97880898-CF66-AEB4-7227-4719B552B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4063" y="62944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3" name="Oval 1184">
              <a:extLst>
                <a:ext uri="{FF2B5EF4-FFF2-40B4-BE49-F238E27FC236}">
                  <a16:creationId xmlns:a16="http://schemas.microsoft.com/office/drawing/2014/main" id="{02ECC7A6-63A4-F3BA-C2F3-875B3C543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8513" y="63500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4" name="Oval 1185">
              <a:extLst>
                <a:ext uri="{FF2B5EF4-FFF2-40B4-BE49-F238E27FC236}">
                  <a16:creationId xmlns:a16="http://schemas.microsoft.com/office/drawing/2014/main" id="{4E1F4329-87CE-6363-82E5-ACECF202B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9788" y="6407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5" name="Oval 1186">
              <a:extLst>
                <a:ext uri="{FF2B5EF4-FFF2-40B4-BE49-F238E27FC236}">
                  <a16:creationId xmlns:a16="http://schemas.microsoft.com/office/drawing/2014/main" id="{A66AECA6-95D9-8A87-CCDD-804DA624B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1063" y="645636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6" name="Oval 1187">
              <a:extLst>
                <a:ext uri="{FF2B5EF4-FFF2-40B4-BE49-F238E27FC236}">
                  <a16:creationId xmlns:a16="http://schemas.microsoft.com/office/drawing/2014/main" id="{9D512360-0998-0A02-1AA6-216E27C01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9163" y="650240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7" name="Oval 1188">
              <a:extLst>
                <a:ext uri="{FF2B5EF4-FFF2-40B4-BE49-F238E27FC236}">
                  <a16:creationId xmlns:a16="http://schemas.microsoft.com/office/drawing/2014/main" id="{6510C641-7B90-6584-75FD-E9CF34E58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4088" y="6545263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8" name="Oval 1189">
              <a:extLst>
                <a:ext uri="{FF2B5EF4-FFF2-40B4-BE49-F238E27FC236}">
                  <a16:creationId xmlns:a16="http://schemas.microsoft.com/office/drawing/2014/main" id="{6887C807-800E-FD3D-A000-033815FF4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9013" y="6605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99" name="Oval 1190">
              <a:extLst>
                <a:ext uri="{FF2B5EF4-FFF2-40B4-BE49-F238E27FC236}">
                  <a16:creationId xmlns:a16="http://schemas.microsoft.com/office/drawing/2014/main" id="{0E70F9E4-77B3-4295-F6F6-5AB607F7F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2350" y="6646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0" name="Oval 1191">
              <a:extLst>
                <a:ext uri="{FF2B5EF4-FFF2-40B4-BE49-F238E27FC236}">
                  <a16:creationId xmlns:a16="http://schemas.microsoft.com/office/drawing/2014/main" id="{E61ED54D-A534-D121-8005-18E7B54F2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0" y="66976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1" name="Oval 1192">
              <a:extLst>
                <a:ext uri="{FF2B5EF4-FFF2-40B4-BE49-F238E27FC236}">
                  <a16:creationId xmlns:a16="http://schemas.microsoft.com/office/drawing/2014/main" id="{E8ABDBC1-A2A9-A765-04D6-26435D73C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3" y="6740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2" name="Oval 1193">
              <a:extLst>
                <a:ext uri="{FF2B5EF4-FFF2-40B4-BE49-F238E27FC236}">
                  <a16:creationId xmlns:a16="http://schemas.microsoft.com/office/drawing/2014/main" id="{AC193B4A-0691-4287-C715-2D089145F6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2838" y="67722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3" name="Oval 1194">
              <a:extLst>
                <a:ext uri="{FF2B5EF4-FFF2-40B4-BE49-F238E27FC236}">
                  <a16:creationId xmlns:a16="http://schemas.microsoft.com/office/drawing/2014/main" id="{981E2F88-E782-65E1-E22D-64EE4DCB33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9825" y="68072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4" name="Oval 1195">
              <a:extLst>
                <a:ext uri="{FF2B5EF4-FFF2-40B4-BE49-F238E27FC236}">
                  <a16:creationId xmlns:a16="http://schemas.microsoft.com/office/drawing/2014/main" id="{049BA4B9-ECE5-6CE7-EDAF-44F7CF7DA0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6813" y="68484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5" name="Oval 1196">
              <a:extLst>
                <a:ext uri="{FF2B5EF4-FFF2-40B4-BE49-F238E27FC236}">
                  <a16:creationId xmlns:a16="http://schemas.microsoft.com/office/drawing/2014/main" id="{1BE68D02-B9CE-45EA-78C0-6A7060140E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2213" y="6888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6" name="Oval 1197">
              <a:extLst>
                <a:ext uri="{FF2B5EF4-FFF2-40B4-BE49-F238E27FC236}">
                  <a16:creationId xmlns:a16="http://schemas.microsoft.com/office/drawing/2014/main" id="{C6B9FB0C-E35C-231B-576D-6BA8BBB8A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0038" y="5646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7" name="Oval 1198">
              <a:extLst>
                <a:ext uri="{FF2B5EF4-FFF2-40B4-BE49-F238E27FC236}">
                  <a16:creationId xmlns:a16="http://schemas.microsoft.com/office/drawing/2014/main" id="{0580F241-EFC7-F086-1CD7-ACEFFC04CC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1150" y="5672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8" name="Oval 1199">
              <a:extLst>
                <a:ext uri="{FF2B5EF4-FFF2-40B4-BE49-F238E27FC236}">
                  <a16:creationId xmlns:a16="http://schemas.microsoft.com/office/drawing/2014/main" id="{6E6EC58C-16CE-2EF2-4F99-5F26FAF90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2900" y="5745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09" name="Oval 1200">
              <a:extLst>
                <a:ext uri="{FF2B5EF4-FFF2-40B4-BE49-F238E27FC236}">
                  <a16:creationId xmlns:a16="http://schemas.microsoft.com/office/drawing/2014/main" id="{71F78970-99C6-499C-AB6A-69E7D786C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50525" y="5838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0" name="Oval 1201">
              <a:extLst>
                <a:ext uri="{FF2B5EF4-FFF2-40B4-BE49-F238E27FC236}">
                  <a16:creationId xmlns:a16="http://schemas.microsoft.com/office/drawing/2014/main" id="{AA52214B-F0AC-E328-EF88-29791630A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06088" y="5916613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1" name="Oval 1202">
              <a:extLst>
                <a:ext uri="{FF2B5EF4-FFF2-40B4-BE49-F238E27FC236}">
                  <a16:creationId xmlns:a16="http://schemas.microsoft.com/office/drawing/2014/main" id="{A992394A-8632-63F5-7623-A95CBC16F3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3238" y="59753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2" name="Oval 1203">
              <a:extLst>
                <a:ext uri="{FF2B5EF4-FFF2-40B4-BE49-F238E27FC236}">
                  <a16:creationId xmlns:a16="http://schemas.microsoft.com/office/drawing/2014/main" id="{6849A072-3980-E14E-79F5-A90BBFD5A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1975" y="60626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3" name="Oval 1204">
              <a:extLst>
                <a:ext uri="{FF2B5EF4-FFF2-40B4-BE49-F238E27FC236}">
                  <a16:creationId xmlns:a16="http://schemas.microsoft.com/office/drawing/2014/main" id="{16DC2B99-63A1-8C67-C7BD-EBAB3EA5E5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9125" y="6143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4" name="Oval 1205">
              <a:extLst>
                <a:ext uri="{FF2B5EF4-FFF2-40B4-BE49-F238E27FC236}">
                  <a16:creationId xmlns:a16="http://schemas.microsoft.com/office/drawing/2014/main" id="{BC63A688-D3D5-7C1A-FF91-B41B730CF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3100" y="6203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5" name="Oval 1206">
              <a:extLst>
                <a:ext uri="{FF2B5EF4-FFF2-40B4-BE49-F238E27FC236}">
                  <a16:creationId xmlns:a16="http://schemas.microsoft.com/office/drawing/2014/main" id="{3ADD764E-C207-0985-047B-4B6F08D5E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3900" y="626586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6" name="Oval 1207">
              <a:extLst>
                <a:ext uri="{FF2B5EF4-FFF2-40B4-BE49-F238E27FC236}">
                  <a16:creationId xmlns:a16="http://schemas.microsoft.com/office/drawing/2014/main" id="{73D5ED21-60A0-EDFA-5D13-F0480B46F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3113" y="6323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7" name="Oval 1208">
              <a:extLst>
                <a:ext uri="{FF2B5EF4-FFF2-40B4-BE49-F238E27FC236}">
                  <a16:creationId xmlns:a16="http://schemas.microsoft.com/office/drawing/2014/main" id="{3B6B9393-4D56-B8CB-CA4B-F1284614EC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9150" y="6384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8" name="Oval 1209">
              <a:extLst>
                <a:ext uri="{FF2B5EF4-FFF2-40B4-BE49-F238E27FC236}">
                  <a16:creationId xmlns:a16="http://schemas.microsoft.com/office/drawing/2014/main" id="{EF380147-9AC7-7A3E-BBE6-8F6E8B206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643413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19" name="Oval 1210">
              <a:extLst>
                <a:ext uri="{FF2B5EF4-FFF2-40B4-BE49-F238E27FC236}">
                  <a16:creationId xmlns:a16="http://schemas.microsoft.com/office/drawing/2014/main" id="{7B1AEF61-405F-861D-FFB9-9A7551905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1700" y="64801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0" name="Oval 1211">
              <a:extLst>
                <a:ext uri="{FF2B5EF4-FFF2-40B4-BE49-F238E27FC236}">
                  <a16:creationId xmlns:a16="http://schemas.microsoft.com/office/drawing/2014/main" id="{56B7C71B-6CC4-6157-7B39-79F5FA3DC4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9800" y="6534151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1" name="Oval 1212">
              <a:extLst>
                <a:ext uri="{FF2B5EF4-FFF2-40B4-BE49-F238E27FC236}">
                  <a16:creationId xmlns:a16="http://schemas.microsoft.com/office/drawing/2014/main" id="{592C2F6C-FCCC-1092-C62C-130D067B74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6313" y="65817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2" name="Oval 1213">
              <a:extLst>
                <a:ext uri="{FF2B5EF4-FFF2-40B4-BE49-F238E27FC236}">
                  <a16:creationId xmlns:a16="http://schemas.microsoft.com/office/drawing/2014/main" id="{613A6680-0B29-5DC3-25C2-F0C37428D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1238" y="66278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3" name="Oval 1214">
              <a:extLst>
                <a:ext uri="{FF2B5EF4-FFF2-40B4-BE49-F238E27FC236}">
                  <a16:creationId xmlns:a16="http://schemas.microsoft.com/office/drawing/2014/main" id="{128D6D8B-8D36-BC09-6F0B-0B6A82D9D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4575" y="6683376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4" name="Oval 1215">
              <a:extLst>
                <a:ext uri="{FF2B5EF4-FFF2-40B4-BE49-F238E27FC236}">
                  <a16:creationId xmlns:a16="http://schemas.microsoft.com/office/drawing/2014/main" id="{BFF6F42C-5B7C-F74A-D6D5-BA7B7D5A3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4738" y="6732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5" name="Oval 1216">
              <a:extLst>
                <a:ext uri="{FF2B5EF4-FFF2-40B4-BE49-F238E27FC236}">
                  <a16:creationId xmlns:a16="http://schemas.microsoft.com/office/drawing/2014/main" id="{7B696E9A-2776-9BCC-5131-CC9379389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4900" y="67691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6" name="Oval 1217">
              <a:extLst>
                <a:ext uri="{FF2B5EF4-FFF2-40B4-BE49-F238E27FC236}">
                  <a16:creationId xmlns:a16="http://schemas.microsoft.com/office/drawing/2014/main" id="{0626CBDA-947A-0B52-CE96-37CAD018C7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475" y="6796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7" name="Oval 1218">
              <a:extLst>
                <a:ext uri="{FF2B5EF4-FFF2-40B4-BE49-F238E27FC236}">
                  <a16:creationId xmlns:a16="http://schemas.microsoft.com/office/drawing/2014/main" id="{962D1F19-AA1C-8A67-AD3D-D21B8735F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20463" y="6840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8" name="Oval 1219">
              <a:extLst>
                <a:ext uri="{FF2B5EF4-FFF2-40B4-BE49-F238E27FC236}">
                  <a16:creationId xmlns:a16="http://schemas.microsoft.com/office/drawing/2014/main" id="{8213C4ED-925F-ADF5-449B-C5C030213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5863" y="68754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29" name="Oval 1220">
              <a:extLst>
                <a:ext uri="{FF2B5EF4-FFF2-40B4-BE49-F238E27FC236}">
                  <a16:creationId xmlns:a16="http://schemas.microsoft.com/office/drawing/2014/main" id="{1F53FA5B-6FF0-FD8F-6AEF-59BB6D190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8275" y="5505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0" name="Oval 1221">
              <a:extLst>
                <a:ext uri="{FF2B5EF4-FFF2-40B4-BE49-F238E27FC236}">
                  <a16:creationId xmlns:a16="http://schemas.microsoft.com/office/drawing/2014/main" id="{37DEC901-F819-7F40-AF72-3DAD111DB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7325" y="55340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1" name="Oval 1222">
              <a:extLst>
                <a:ext uri="{FF2B5EF4-FFF2-40B4-BE49-F238E27FC236}">
                  <a16:creationId xmlns:a16="http://schemas.microsoft.com/office/drawing/2014/main" id="{E65500EF-EF77-E5F2-CD12-F45BC175B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4950" y="5646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2" name="Oval 1223">
              <a:extLst>
                <a:ext uri="{FF2B5EF4-FFF2-40B4-BE49-F238E27FC236}">
                  <a16:creationId xmlns:a16="http://schemas.microsoft.com/office/drawing/2014/main" id="{3335F53A-011F-1F29-F6CE-2F9483475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0038" y="57705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3" name="Oval 1224">
              <a:extLst>
                <a:ext uri="{FF2B5EF4-FFF2-40B4-BE49-F238E27FC236}">
                  <a16:creationId xmlns:a16="http://schemas.microsoft.com/office/drawing/2014/main" id="{E4E2A730-19A4-DA50-F25F-892947BDE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33063" y="58435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4" name="Oval 1225">
              <a:extLst>
                <a:ext uri="{FF2B5EF4-FFF2-40B4-BE49-F238E27FC236}">
                  <a16:creationId xmlns:a16="http://schemas.microsoft.com/office/drawing/2014/main" id="{40D6E7C8-0725-B76E-D87B-14426943E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06088" y="5927726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5" name="Oval 1226">
              <a:extLst>
                <a:ext uri="{FF2B5EF4-FFF2-40B4-BE49-F238E27FC236}">
                  <a16:creationId xmlns:a16="http://schemas.microsoft.com/office/drawing/2014/main" id="{83785760-D503-0DD2-6E61-FCC3A2F72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74350" y="6026151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6" name="Oval 1227">
              <a:extLst>
                <a:ext uri="{FF2B5EF4-FFF2-40B4-BE49-F238E27FC236}">
                  <a16:creationId xmlns:a16="http://schemas.microsoft.com/office/drawing/2014/main" id="{F852B300-6F6A-3605-7CF8-D62708880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5" y="6103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7" name="Oval 1228">
              <a:extLst>
                <a:ext uri="{FF2B5EF4-FFF2-40B4-BE49-F238E27FC236}">
                  <a16:creationId xmlns:a16="http://schemas.microsoft.com/office/drawing/2014/main" id="{7BAD2F6B-9F75-8632-3B73-A7D5777E4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1350" y="6175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8" name="Oval 1229">
              <a:extLst>
                <a:ext uri="{FF2B5EF4-FFF2-40B4-BE49-F238E27FC236}">
                  <a16:creationId xmlns:a16="http://schemas.microsoft.com/office/drawing/2014/main" id="{3D8A02FD-2A44-43E1-905E-46305DC76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8500" y="6242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39" name="Oval 1230">
              <a:extLst>
                <a:ext uri="{FF2B5EF4-FFF2-40B4-BE49-F238E27FC236}">
                  <a16:creationId xmlns:a16="http://schemas.microsoft.com/office/drawing/2014/main" id="{F87AB83C-7C08-35FA-556E-83349BB25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0888" y="63055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0" name="Oval 1231">
              <a:extLst>
                <a:ext uri="{FF2B5EF4-FFF2-40B4-BE49-F238E27FC236}">
                  <a16:creationId xmlns:a16="http://schemas.microsoft.com/office/drawing/2014/main" id="{2CC11C10-A724-0DCB-E2B6-DDC05551E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60100" y="6364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1" name="Oval 1232">
              <a:extLst>
                <a:ext uri="{FF2B5EF4-FFF2-40B4-BE49-F238E27FC236}">
                  <a16:creationId xmlns:a16="http://schemas.microsoft.com/office/drawing/2014/main" id="{EC1F47D2-C397-2B6E-B879-5AAD6C651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06138" y="6413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2" name="Oval 1233">
              <a:extLst>
                <a:ext uri="{FF2B5EF4-FFF2-40B4-BE49-F238E27FC236}">
                  <a16:creationId xmlns:a16="http://schemas.microsoft.com/office/drawing/2014/main" id="{C66D0391-D679-1F84-F086-592B5A275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9000" y="6459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3" name="Oval 1234">
              <a:extLst>
                <a:ext uri="{FF2B5EF4-FFF2-40B4-BE49-F238E27FC236}">
                  <a16:creationId xmlns:a16="http://schemas.microsoft.com/office/drawing/2014/main" id="{4A458007-A7FE-B2EC-0725-ECCFC9CCA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88688" y="65119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4" name="Oval 1235">
              <a:extLst>
                <a:ext uri="{FF2B5EF4-FFF2-40B4-BE49-F238E27FC236}">
                  <a16:creationId xmlns:a16="http://schemas.microsoft.com/office/drawing/2014/main" id="{0B0312F8-9A13-3AA7-62BA-12827B45A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26788" y="6562726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5" name="Oval 1236">
              <a:extLst>
                <a:ext uri="{FF2B5EF4-FFF2-40B4-BE49-F238E27FC236}">
                  <a16:creationId xmlns:a16="http://schemas.microsoft.com/office/drawing/2014/main" id="{DE19468F-44A5-0535-7AFF-CB84897693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1713" y="6618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6" name="Oval 1237">
              <a:extLst>
                <a:ext uri="{FF2B5EF4-FFF2-40B4-BE49-F238E27FC236}">
                  <a16:creationId xmlns:a16="http://schemas.microsoft.com/office/drawing/2014/main" id="{08DCE52A-3BB9-B824-6EF6-A608009EB9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5050" y="66690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7" name="Oval 1238">
              <a:extLst>
                <a:ext uri="{FF2B5EF4-FFF2-40B4-BE49-F238E27FC236}">
                  <a16:creationId xmlns:a16="http://schemas.microsoft.com/office/drawing/2014/main" id="{C30EFD7F-3964-0947-4C1B-BD44BC50C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6800" y="6716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8" name="Oval 1239">
              <a:extLst>
                <a:ext uri="{FF2B5EF4-FFF2-40B4-BE49-F238E27FC236}">
                  <a16:creationId xmlns:a16="http://schemas.microsoft.com/office/drawing/2014/main" id="{4BDE563A-32B4-5D95-A6C0-C3A9BEF3A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6963" y="6756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49" name="Oval 1240">
              <a:extLst>
                <a:ext uri="{FF2B5EF4-FFF2-40B4-BE49-F238E27FC236}">
                  <a16:creationId xmlns:a16="http://schemas.microsoft.com/office/drawing/2014/main" id="{30C1150F-BD56-6E72-F711-1ABFE6E8E8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7125" y="6791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0" name="Oval 1241">
              <a:extLst>
                <a:ext uri="{FF2B5EF4-FFF2-40B4-BE49-F238E27FC236}">
                  <a16:creationId xmlns:a16="http://schemas.microsoft.com/office/drawing/2014/main" id="{8EABD045-2CC0-A287-F7FB-E97F146AD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14113" y="68421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1" name="Oval 1242">
              <a:extLst>
                <a:ext uri="{FF2B5EF4-FFF2-40B4-BE49-F238E27FC236}">
                  <a16:creationId xmlns:a16="http://schemas.microsoft.com/office/drawing/2014/main" id="{AFA47642-EDEE-43CD-E715-8A8FE198F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41100" y="68802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2" name="Oval 1243">
              <a:extLst>
                <a:ext uri="{FF2B5EF4-FFF2-40B4-BE49-F238E27FC236}">
                  <a16:creationId xmlns:a16="http://schemas.microsoft.com/office/drawing/2014/main" id="{D4F7989F-D68B-2322-BBCD-B05917CD4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0000" y="53308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3" name="Oval 1244">
              <a:extLst>
                <a:ext uri="{FF2B5EF4-FFF2-40B4-BE49-F238E27FC236}">
                  <a16:creationId xmlns:a16="http://schemas.microsoft.com/office/drawing/2014/main" id="{04107409-358F-68E8-1A67-DDC0582FE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90163" y="53943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4" name="Oval 1245">
              <a:extLst>
                <a:ext uri="{FF2B5EF4-FFF2-40B4-BE49-F238E27FC236}">
                  <a16:creationId xmlns:a16="http://schemas.microsoft.com/office/drawing/2014/main" id="{24E84BC3-3CB2-9CC0-C3B3-E6BED32A7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7950" y="5540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5" name="Oval 1246">
              <a:extLst>
                <a:ext uri="{FF2B5EF4-FFF2-40B4-BE49-F238E27FC236}">
                  <a16:creationId xmlns:a16="http://schemas.microsoft.com/office/drawing/2014/main" id="{BA1CA31D-08DE-7821-1A1C-F0C69A8DC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3200" y="5678488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6" name="Oval 1247">
              <a:extLst>
                <a:ext uri="{FF2B5EF4-FFF2-40B4-BE49-F238E27FC236}">
                  <a16:creationId xmlns:a16="http://schemas.microsoft.com/office/drawing/2014/main" id="{D679C10A-C8E3-51CE-D092-AEF82D3B89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0038" y="57832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7" name="Oval 1248">
              <a:extLst>
                <a:ext uri="{FF2B5EF4-FFF2-40B4-BE49-F238E27FC236}">
                  <a16:creationId xmlns:a16="http://schemas.microsoft.com/office/drawing/2014/main" id="{147FF808-5EAD-C80D-C584-0DCF3D5F5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50525" y="5886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8" name="Oval 1249">
              <a:extLst>
                <a:ext uri="{FF2B5EF4-FFF2-40B4-BE49-F238E27FC236}">
                  <a16:creationId xmlns:a16="http://schemas.microsoft.com/office/drawing/2014/main" id="{16D49A3B-E596-1593-3839-829F3701D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33075" y="5994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59" name="Oval 1250">
              <a:extLst>
                <a:ext uri="{FF2B5EF4-FFF2-40B4-BE49-F238E27FC236}">
                  <a16:creationId xmlns:a16="http://schemas.microsoft.com/office/drawing/2014/main" id="{1E355F8B-D14D-8306-F8EC-197A98A26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07688" y="6065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0" name="Oval 1251">
              <a:extLst>
                <a:ext uri="{FF2B5EF4-FFF2-40B4-BE49-F238E27FC236}">
                  <a16:creationId xmlns:a16="http://schemas.microsoft.com/office/drawing/2014/main" id="{4B1288B1-278D-BF68-29B5-B4A5D2335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74363" y="61404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1" name="Oval 1252">
              <a:extLst>
                <a:ext uri="{FF2B5EF4-FFF2-40B4-BE49-F238E27FC236}">
                  <a16:creationId xmlns:a16="http://schemas.microsoft.com/office/drawing/2014/main" id="{3806DDF6-2281-181F-9513-CA9FEE103E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6275" y="62118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2" name="Oval 1253">
              <a:extLst>
                <a:ext uri="{FF2B5EF4-FFF2-40B4-BE49-F238E27FC236}">
                  <a16:creationId xmlns:a16="http://schemas.microsoft.com/office/drawing/2014/main" id="{9BA44227-DA2D-04B9-BB9F-BB5DAE3612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93425" y="62865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3" name="Oval 1254">
              <a:extLst>
                <a:ext uri="{FF2B5EF4-FFF2-40B4-BE49-F238E27FC236}">
                  <a16:creationId xmlns:a16="http://schemas.microsoft.com/office/drawing/2014/main" id="{E8D34F14-DAFF-C303-18CC-C92893D8D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44225" y="635158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4" name="Oval 1255">
              <a:extLst>
                <a:ext uri="{FF2B5EF4-FFF2-40B4-BE49-F238E27FC236}">
                  <a16:creationId xmlns:a16="http://schemas.microsoft.com/office/drawing/2014/main" id="{FB5D8C26-B142-4B29-A32A-C372037B1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91850" y="6397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5" name="Oval 1256">
              <a:extLst>
                <a:ext uri="{FF2B5EF4-FFF2-40B4-BE49-F238E27FC236}">
                  <a16:creationId xmlns:a16="http://schemas.microsoft.com/office/drawing/2014/main" id="{C45F27BB-D20C-3137-DE30-7CD33A1B8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6300" y="64516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6" name="Oval 1257">
              <a:extLst>
                <a:ext uri="{FF2B5EF4-FFF2-40B4-BE49-F238E27FC236}">
                  <a16:creationId xmlns:a16="http://schemas.microsoft.com/office/drawing/2014/main" id="{5D8CAFA5-C460-F289-ED2B-14F7824F1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9163" y="65024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7" name="Oval 1258">
              <a:extLst>
                <a:ext uri="{FF2B5EF4-FFF2-40B4-BE49-F238E27FC236}">
                  <a16:creationId xmlns:a16="http://schemas.microsoft.com/office/drawing/2014/main" id="{161F6367-380D-4730-DFCA-7C5AD86581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7263" y="6561138"/>
              <a:ext cx="12700" cy="11113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8" name="Oval 1259">
              <a:extLst>
                <a:ext uri="{FF2B5EF4-FFF2-40B4-BE49-F238E27FC236}">
                  <a16:creationId xmlns:a16="http://schemas.microsoft.com/office/drawing/2014/main" id="{43AC7EF5-C43B-948E-25DC-884A540B4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3775" y="66167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69" name="Oval 1260">
              <a:extLst>
                <a:ext uri="{FF2B5EF4-FFF2-40B4-BE49-F238E27FC236}">
                  <a16:creationId xmlns:a16="http://schemas.microsoft.com/office/drawing/2014/main" id="{61A0EC5B-20B9-424B-19D6-BB7D9D03B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8700" y="66579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0" name="Oval 1261">
              <a:extLst>
                <a:ext uri="{FF2B5EF4-FFF2-40B4-BE49-F238E27FC236}">
                  <a16:creationId xmlns:a16="http://schemas.microsoft.com/office/drawing/2014/main" id="{41B3E3A5-70FF-1E96-900E-6037E024A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20450" y="6704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1" name="Oval 1262">
              <a:extLst>
                <a:ext uri="{FF2B5EF4-FFF2-40B4-BE49-F238E27FC236}">
                  <a16:creationId xmlns:a16="http://schemas.microsoft.com/office/drawing/2014/main" id="{5C0F38FE-F6AD-42AD-5C1F-42105A053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52200" y="67468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2" name="Oval 1263">
              <a:extLst>
                <a:ext uri="{FF2B5EF4-FFF2-40B4-BE49-F238E27FC236}">
                  <a16:creationId xmlns:a16="http://schemas.microsoft.com/office/drawing/2014/main" id="{E0665330-4338-C4BA-8A26-C1C1A5758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80775" y="67881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3" name="Oval 1264">
              <a:extLst>
                <a:ext uri="{FF2B5EF4-FFF2-40B4-BE49-F238E27FC236}">
                  <a16:creationId xmlns:a16="http://schemas.microsoft.com/office/drawing/2014/main" id="{4084402F-E390-286E-26F8-F8D59FD6F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9350" y="68373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4" name="Oval 1265">
              <a:extLst>
                <a:ext uri="{FF2B5EF4-FFF2-40B4-BE49-F238E27FC236}">
                  <a16:creationId xmlns:a16="http://schemas.microsoft.com/office/drawing/2014/main" id="{7DF74575-C6E4-B4D7-F7D1-2A62D7C1E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6338" y="6872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5" name="Oval 1266">
              <a:extLst>
                <a:ext uri="{FF2B5EF4-FFF2-40B4-BE49-F238E27FC236}">
                  <a16:creationId xmlns:a16="http://schemas.microsoft.com/office/drawing/2014/main" id="{29410232-36E3-E6BE-6511-6B62C587A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1738" y="6905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6" name="Oval 1267">
              <a:extLst>
                <a:ext uri="{FF2B5EF4-FFF2-40B4-BE49-F238E27FC236}">
                  <a16:creationId xmlns:a16="http://schemas.microsoft.com/office/drawing/2014/main" id="{1138A508-C9A9-D73E-56A1-2717C97B8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1875" y="50530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7" name="Oval 1268">
              <a:extLst>
                <a:ext uri="{FF2B5EF4-FFF2-40B4-BE49-F238E27FC236}">
                  <a16:creationId xmlns:a16="http://schemas.microsoft.com/office/drawing/2014/main" id="{46057B84-64EF-3CCB-3393-4115BFA50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6963" y="5167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8" name="Oval 1269">
              <a:extLst>
                <a:ext uri="{FF2B5EF4-FFF2-40B4-BE49-F238E27FC236}">
                  <a16:creationId xmlns:a16="http://schemas.microsoft.com/office/drawing/2014/main" id="{4FE378E4-EE7A-C8B0-1DF3-ED5AFF98B9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25075" y="53927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79" name="Oval 1270">
              <a:extLst>
                <a:ext uri="{FF2B5EF4-FFF2-40B4-BE49-F238E27FC236}">
                  <a16:creationId xmlns:a16="http://schemas.microsoft.com/office/drawing/2014/main" id="{5EA1F274-7DAC-56C5-8686-552180533A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7950" y="55975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0" name="Oval 1271">
              <a:extLst>
                <a:ext uri="{FF2B5EF4-FFF2-40B4-BE49-F238E27FC236}">
                  <a16:creationId xmlns:a16="http://schemas.microsoft.com/office/drawing/2014/main" id="{A418BA49-A3D3-1A98-8321-8011D2E7C6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4950" y="57340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1" name="Oval 1272">
              <a:extLst>
                <a:ext uri="{FF2B5EF4-FFF2-40B4-BE49-F238E27FC236}">
                  <a16:creationId xmlns:a16="http://schemas.microsoft.com/office/drawing/2014/main" id="{B19C71DC-8614-AAD5-D172-6171CAA8C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02900" y="58499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2" name="Oval 1273">
              <a:extLst>
                <a:ext uri="{FF2B5EF4-FFF2-40B4-BE49-F238E27FC236}">
                  <a16:creationId xmlns:a16="http://schemas.microsoft.com/office/drawing/2014/main" id="{1C671C06-841E-574A-8B78-39D573977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98150" y="59515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3" name="Oval 1274">
              <a:extLst>
                <a:ext uri="{FF2B5EF4-FFF2-40B4-BE49-F238E27FC236}">
                  <a16:creationId xmlns:a16="http://schemas.microsoft.com/office/drawing/2014/main" id="{3F88C751-8D3B-D9B9-E9C9-949461074B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80700" y="60467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4" name="Oval 1275">
              <a:extLst>
                <a:ext uri="{FF2B5EF4-FFF2-40B4-BE49-F238E27FC236}">
                  <a16:creationId xmlns:a16="http://schemas.microsoft.com/office/drawing/2014/main" id="{E06B4A4A-7FBB-F80A-8C88-A1D1703ED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3725" y="6119813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5" name="Oval 1276">
              <a:extLst>
                <a:ext uri="{FF2B5EF4-FFF2-40B4-BE49-F238E27FC236}">
                  <a16:creationId xmlns:a16="http://schemas.microsoft.com/office/drawing/2014/main" id="{BE349D86-DB16-4D75-F77F-7D232305DD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0400" y="6192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6" name="Oval 1277">
              <a:extLst>
                <a:ext uri="{FF2B5EF4-FFF2-40B4-BE49-F238E27FC236}">
                  <a16:creationId xmlns:a16="http://schemas.microsoft.com/office/drawing/2014/main" id="{91DD3D24-9D51-7B44-83E5-5316BF3E9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79138" y="62706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7" name="Oval 1278">
              <a:extLst>
                <a:ext uri="{FF2B5EF4-FFF2-40B4-BE49-F238E27FC236}">
                  <a16:creationId xmlns:a16="http://schemas.microsoft.com/office/drawing/2014/main" id="{C35D2DE1-5843-9B14-544B-DBDAF1C41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3113" y="633095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8" name="Oval 1279">
              <a:extLst>
                <a:ext uri="{FF2B5EF4-FFF2-40B4-BE49-F238E27FC236}">
                  <a16:creationId xmlns:a16="http://schemas.microsoft.com/office/drawing/2014/main" id="{826C87BA-AFAF-F696-F1C5-9F7A01D4A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2325" y="63801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89" name="Oval 1280">
              <a:extLst>
                <a:ext uri="{FF2B5EF4-FFF2-40B4-BE49-F238E27FC236}">
                  <a16:creationId xmlns:a16="http://schemas.microsoft.com/office/drawing/2014/main" id="{5AF7E94F-5244-2521-C708-9C891C63C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8363" y="6438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0" name="Oval 1281">
              <a:extLst>
                <a:ext uri="{FF2B5EF4-FFF2-40B4-BE49-F238E27FC236}">
                  <a16:creationId xmlns:a16="http://schemas.microsoft.com/office/drawing/2014/main" id="{24EA26C9-0F5B-8BAF-92DE-D226D77E1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1225" y="649922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1" name="Oval 1282">
              <a:extLst>
                <a:ext uri="{FF2B5EF4-FFF2-40B4-BE49-F238E27FC236}">
                  <a16:creationId xmlns:a16="http://schemas.microsoft.com/office/drawing/2014/main" id="{D88ECBE8-7B20-50B8-338E-489DA0E18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10913" y="6556376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2" name="Oval 1283">
              <a:extLst>
                <a:ext uri="{FF2B5EF4-FFF2-40B4-BE49-F238E27FC236}">
                  <a16:creationId xmlns:a16="http://schemas.microsoft.com/office/drawing/2014/main" id="{E137952E-6CC9-D688-E8A3-48BE28978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7425" y="6605588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3" name="Oval 1284">
              <a:extLst>
                <a:ext uri="{FF2B5EF4-FFF2-40B4-BE49-F238E27FC236}">
                  <a16:creationId xmlns:a16="http://schemas.microsoft.com/office/drawing/2014/main" id="{0E9F6406-77E5-C13B-B755-31C28A493A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3938" y="6646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4" name="Oval 1285">
              <a:extLst>
                <a:ext uri="{FF2B5EF4-FFF2-40B4-BE49-F238E27FC236}">
                  <a16:creationId xmlns:a16="http://schemas.microsoft.com/office/drawing/2014/main" id="{0B688747-3275-3DE0-17C8-6B693E58EB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7275" y="66913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5" name="Oval 1286">
              <a:extLst>
                <a:ext uri="{FF2B5EF4-FFF2-40B4-BE49-F238E27FC236}">
                  <a16:creationId xmlns:a16="http://schemas.microsoft.com/office/drawing/2014/main" id="{70B9FFE9-3E16-EEFF-36AA-809AC2AB3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7438" y="67452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6" name="Oval 1287">
              <a:extLst>
                <a:ext uri="{FF2B5EF4-FFF2-40B4-BE49-F238E27FC236}">
                  <a16:creationId xmlns:a16="http://schemas.microsoft.com/office/drawing/2014/main" id="{FEE37F16-E094-AD4B-304D-598D8AAF4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7600" y="67929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7" name="Oval 1288">
              <a:extLst>
                <a:ext uri="{FF2B5EF4-FFF2-40B4-BE49-F238E27FC236}">
                  <a16:creationId xmlns:a16="http://schemas.microsoft.com/office/drawing/2014/main" id="{D04D08F7-8D64-9E73-B0F2-4FBD94F2D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6175" y="68341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8" name="Oval 1289">
              <a:extLst>
                <a:ext uri="{FF2B5EF4-FFF2-40B4-BE49-F238E27FC236}">
                  <a16:creationId xmlns:a16="http://schemas.microsoft.com/office/drawing/2014/main" id="{93D082D5-B3D3-8FD4-F4D1-1D7ADE97B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3163" y="6858001"/>
              <a:ext cx="12700" cy="14288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99" name="Oval 1290">
              <a:extLst>
                <a:ext uri="{FF2B5EF4-FFF2-40B4-BE49-F238E27FC236}">
                  <a16:creationId xmlns:a16="http://schemas.microsoft.com/office/drawing/2014/main" id="{DB2DC74F-6DB4-9094-8B40-C2408233E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60150" y="6892926"/>
              <a:ext cx="11112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0" name="Oval 1291">
              <a:extLst>
                <a:ext uri="{FF2B5EF4-FFF2-40B4-BE49-F238E27FC236}">
                  <a16:creationId xmlns:a16="http://schemas.microsoft.com/office/drawing/2014/main" id="{8C851C54-D536-C769-6218-9AE5CF9AA1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3888" y="48117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01" name="Oval 1292">
              <a:extLst>
                <a:ext uri="{FF2B5EF4-FFF2-40B4-BE49-F238E27FC236}">
                  <a16:creationId xmlns:a16="http://schemas.microsoft.com/office/drawing/2014/main" id="{8AB668B0-133D-0A82-801E-22C38F024C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7088" y="4914901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2" name="Oval 1294">
              <a:extLst>
                <a:ext uri="{FF2B5EF4-FFF2-40B4-BE49-F238E27FC236}">
                  <a16:creationId xmlns:a16="http://schemas.microsoft.com/office/drawing/2014/main" id="{3BD3F03C-A77E-BFA5-6113-F4C367959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86963" y="52339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3" name="Oval 1295">
              <a:extLst>
                <a:ext uri="{FF2B5EF4-FFF2-40B4-BE49-F238E27FC236}">
                  <a16:creationId xmlns:a16="http://schemas.microsoft.com/office/drawing/2014/main" id="{00FC8356-5D56-C9BD-4CC2-3D05492DA2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90163" y="551338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4" name="Oval 1296">
              <a:extLst>
                <a:ext uri="{FF2B5EF4-FFF2-40B4-BE49-F238E27FC236}">
                  <a16:creationId xmlns:a16="http://schemas.microsoft.com/office/drawing/2014/main" id="{271B0B40-3325-7BB7-DE84-3E28B070E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47325" y="5683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5" name="Oval 1297">
              <a:extLst>
                <a:ext uri="{FF2B5EF4-FFF2-40B4-BE49-F238E27FC236}">
                  <a16:creationId xmlns:a16="http://schemas.microsoft.com/office/drawing/2014/main" id="{07C3CF59-AB1B-D6EA-EBD8-AE87CE342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1150" y="5810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6" name="Oval 1298">
              <a:extLst>
                <a:ext uri="{FF2B5EF4-FFF2-40B4-BE49-F238E27FC236}">
                  <a16:creationId xmlns:a16="http://schemas.microsoft.com/office/drawing/2014/main" id="{AB1FE7D2-1ECD-9496-F447-5CE6AB4D7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74338" y="5908675"/>
              <a:ext cx="14287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7" name="Oval 1299">
              <a:extLst>
                <a:ext uri="{FF2B5EF4-FFF2-40B4-BE49-F238E27FC236}">
                  <a16:creationId xmlns:a16="http://schemas.microsoft.com/office/drawing/2014/main" id="{9EE6DB4F-0637-82BB-E26E-90056E58F9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3238" y="601186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8" name="Oval 1300">
              <a:extLst>
                <a:ext uri="{FF2B5EF4-FFF2-40B4-BE49-F238E27FC236}">
                  <a16:creationId xmlns:a16="http://schemas.microsoft.com/office/drawing/2014/main" id="{993FB56F-B939-2D8A-AC30-EAA8A44CA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1025" y="61087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39" name="Oval 1301">
              <a:extLst>
                <a:ext uri="{FF2B5EF4-FFF2-40B4-BE49-F238E27FC236}">
                  <a16:creationId xmlns:a16="http://schemas.microsoft.com/office/drawing/2014/main" id="{C191A3FF-5DED-D6FC-8248-E661489B7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9288" y="61880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0" name="Oval 1302">
              <a:extLst>
                <a:ext uri="{FF2B5EF4-FFF2-40B4-BE49-F238E27FC236}">
                  <a16:creationId xmlns:a16="http://schemas.microsoft.com/office/drawing/2014/main" id="{A811BDA1-E398-9E8F-C5D5-40D78D602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9613" y="62579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1" name="Oval 1303">
              <a:extLst>
                <a:ext uri="{FF2B5EF4-FFF2-40B4-BE49-F238E27FC236}">
                  <a16:creationId xmlns:a16="http://schemas.microsoft.com/office/drawing/2014/main" id="{228F7FD6-12E6-2D75-95DF-1909D3DEA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5175" y="63182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2" name="Oval 1304">
              <a:extLst>
                <a:ext uri="{FF2B5EF4-FFF2-40B4-BE49-F238E27FC236}">
                  <a16:creationId xmlns:a16="http://schemas.microsoft.com/office/drawing/2014/main" id="{40871564-E9FA-AA80-8B93-CEFE8D350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5975" y="637857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3" name="Oval 1305">
              <a:extLst>
                <a:ext uri="{FF2B5EF4-FFF2-40B4-BE49-F238E27FC236}">
                  <a16:creationId xmlns:a16="http://schemas.microsoft.com/office/drawing/2014/main" id="{80713973-D46B-42F2-2E1B-40D5DBEC3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3600" y="64389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4" name="Oval 1306">
              <a:extLst>
                <a:ext uri="{FF2B5EF4-FFF2-40B4-BE49-F238E27FC236}">
                  <a16:creationId xmlns:a16="http://schemas.microsoft.com/office/drawing/2014/main" id="{073EF681-A5B6-8AA6-D831-5DDF9726B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6463" y="64960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5" name="Oval 1307">
              <a:extLst>
                <a:ext uri="{FF2B5EF4-FFF2-40B4-BE49-F238E27FC236}">
                  <a16:creationId xmlns:a16="http://schemas.microsoft.com/office/drawing/2014/main" id="{327A6A46-7ADF-73A3-3976-1587E8B57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7738" y="654685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6" name="Oval 1308">
              <a:extLst>
                <a:ext uri="{FF2B5EF4-FFF2-40B4-BE49-F238E27FC236}">
                  <a16:creationId xmlns:a16="http://schemas.microsoft.com/office/drawing/2014/main" id="{2EA7337A-4A41-712B-AA6A-690BD8F05D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250" y="65881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7" name="Oval 1309">
              <a:extLst>
                <a:ext uri="{FF2B5EF4-FFF2-40B4-BE49-F238E27FC236}">
                  <a16:creationId xmlns:a16="http://schemas.microsoft.com/office/drawing/2014/main" id="{70B605CF-3F95-E22E-6F4C-622387230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80763" y="6640513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8" name="Oval 1310">
              <a:extLst>
                <a:ext uri="{FF2B5EF4-FFF2-40B4-BE49-F238E27FC236}">
                  <a16:creationId xmlns:a16="http://schemas.microsoft.com/office/drawing/2014/main" id="{BA25FC4E-4A35-F2A1-5C03-154912F46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4100" y="66881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49" name="Oval 1311">
              <a:extLst>
                <a:ext uri="{FF2B5EF4-FFF2-40B4-BE49-F238E27FC236}">
                  <a16:creationId xmlns:a16="http://schemas.microsoft.com/office/drawing/2014/main" id="{3B1D3C96-8129-C0CD-9B6B-DFFE2B94F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5850" y="6731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0" name="Oval 1312">
              <a:extLst>
                <a:ext uri="{FF2B5EF4-FFF2-40B4-BE49-F238E27FC236}">
                  <a16:creationId xmlns:a16="http://schemas.microsoft.com/office/drawing/2014/main" id="{9B2EF6B5-360F-8F76-2970-F18C2BF0E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6013" y="67786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1" name="Oval 1313">
              <a:extLst>
                <a:ext uri="{FF2B5EF4-FFF2-40B4-BE49-F238E27FC236}">
                  <a16:creationId xmlns:a16="http://schemas.microsoft.com/office/drawing/2014/main" id="{0C7E10C0-6C8D-EB9D-4CEB-F256F7931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4588" y="6827838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2" name="Oval 1314">
              <a:extLst>
                <a:ext uri="{FF2B5EF4-FFF2-40B4-BE49-F238E27FC236}">
                  <a16:creationId xmlns:a16="http://schemas.microsoft.com/office/drawing/2014/main" id="{E83753B2-DC4E-9FC3-61F1-00F6BC743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8580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3" name="Oval 1315">
              <a:extLst>
                <a:ext uri="{FF2B5EF4-FFF2-40B4-BE49-F238E27FC236}">
                  <a16:creationId xmlns:a16="http://schemas.microsoft.com/office/drawing/2014/main" id="{9ABB0E70-375B-145A-721C-47BD9AD6D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896100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4" name="Line 1316">
              <a:extLst>
                <a:ext uri="{FF2B5EF4-FFF2-40B4-BE49-F238E27FC236}">
                  <a16:creationId xmlns:a16="http://schemas.microsoft.com/office/drawing/2014/main" id="{D6045F84-9482-BF5E-FF27-21EE4C099A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473450"/>
              <a:ext cx="2720975" cy="3441700"/>
            </a:xfrm>
            <a:prstGeom prst="line">
              <a:avLst/>
            </a:prstGeom>
            <a:noFill/>
            <a:ln w="3175" cap="flat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5" name="Freeform 1317">
              <a:extLst>
                <a:ext uri="{FF2B5EF4-FFF2-40B4-BE49-F238E27FC236}">
                  <a16:creationId xmlns:a16="http://schemas.microsoft.com/office/drawing/2014/main" id="{5D565366-CC07-417F-FCB4-6E86AD1042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02800" y="4797425"/>
              <a:ext cx="41275" cy="41275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6" name="Freeform 1318">
              <a:extLst>
                <a:ext uri="{FF2B5EF4-FFF2-40B4-BE49-F238E27FC236}">
                  <a16:creationId xmlns:a16="http://schemas.microsoft.com/office/drawing/2014/main" id="{D7A6D421-91E4-A8E6-9B8D-EF85EAD572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0788" y="5153025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9"/>
                    <a:pt x="69" y="139"/>
                  </a:cubicBezTo>
                  <a:cubicBezTo>
                    <a:pt x="108" y="139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7" name="Freeform 1319">
              <a:extLst>
                <a:ext uri="{FF2B5EF4-FFF2-40B4-BE49-F238E27FC236}">
                  <a16:creationId xmlns:a16="http://schemas.microsoft.com/office/drawing/2014/main" id="{F4DA1E54-D813-D414-0CBD-8A60CB7978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348913" y="5526088"/>
              <a:ext cx="41275" cy="41275"/>
            </a:xfrm>
            <a:custGeom>
              <a:avLst/>
              <a:gdLst>
                <a:gd name="T0" fmla="*/ 70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70 w 139"/>
                <a:gd name="T7" fmla="*/ 128 h 139"/>
                <a:gd name="T8" fmla="*/ 11 w 139"/>
                <a:gd name="T9" fmla="*/ 69 h 139"/>
                <a:gd name="T10" fmla="*/ 70 w 139"/>
                <a:gd name="T11" fmla="*/ 11 h 139"/>
                <a:gd name="T12" fmla="*/ 70 w 139"/>
                <a:gd name="T13" fmla="*/ 0 h 139"/>
                <a:gd name="T14" fmla="*/ 0 w 139"/>
                <a:gd name="T15" fmla="*/ 69 h 139"/>
                <a:gd name="T16" fmla="*/ 70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70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70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70" y="11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9"/>
                    <a:pt x="70" y="139"/>
                  </a:cubicBezTo>
                  <a:cubicBezTo>
                    <a:pt x="108" y="139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8" name="Freeform 1320">
              <a:extLst>
                <a:ext uri="{FF2B5EF4-FFF2-40B4-BE49-F238E27FC236}">
                  <a16:creationId xmlns:a16="http://schemas.microsoft.com/office/drawing/2014/main" id="{B95232A2-4EB2-002B-CFE9-50D3C95498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18775" y="5756275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59" name="Freeform 1321">
              <a:extLst>
                <a:ext uri="{FF2B5EF4-FFF2-40B4-BE49-F238E27FC236}">
                  <a16:creationId xmlns:a16="http://schemas.microsoft.com/office/drawing/2014/main" id="{117745D2-8B36-F260-70FD-AE1AB68D82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48950" y="5902325"/>
              <a:ext cx="41275" cy="41275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70 h 139"/>
                <a:gd name="T4" fmla="*/ 128 w 138"/>
                <a:gd name="T5" fmla="*/ 70 h 139"/>
                <a:gd name="T6" fmla="*/ 69 w 138"/>
                <a:gd name="T7" fmla="*/ 128 h 139"/>
                <a:gd name="T8" fmla="*/ 10 w 138"/>
                <a:gd name="T9" fmla="*/ 70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70 h 139"/>
                <a:gd name="T16" fmla="*/ 69 w 138"/>
                <a:gd name="T17" fmla="*/ 139 h 139"/>
                <a:gd name="T18" fmla="*/ 138 w 138"/>
                <a:gd name="T19" fmla="*/ 70 h 139"/>
                <a:gd name="T20" fmla="*/ 138 w 138"/>
                <a:gd name="T21" fmla="*/ 70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1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1" y="128"/>
                    <a:pt x="69" y="128"/>
                  </a:cubicBezTo>
                  <a:cubicBezTo>
                    <a:pt x="36" y="128"/>
                    <a:pt x="10" y="102"/>
                    <a:pt x="10" y="70"/>
                  </a:cubicBezTo>
                  <a:cubicBezTo>
                    <a:pt x="10" y="37"/>
                    <a:pt x="36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7" y="139"/>
                    <a:pt x="138" y="108"/>
                    <a:pt x="138" y="70"/>
                  </a:cubicBezTo>
                  <a:lnTo>
                    <a:pt x="138" y="70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0" name="Freeform 1322">
              <a:extLst>
                <a:ext uri="{FF2B5EF4-FFF2-40B4-BE49-F238E27FC236}">
                  <a16:creationId xmlns:a16="http://schemas.microsoft.com/office/drawing/2014/main" id="{FDF520E8-1B7E-41A4-4528-C72F14CC36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56900" y="6013450"/>
              <a:ext cx="41275" cy="42863"/>
            </a:xfrm>
            <a:custGeom>
              <a:avLst/>
              <a:gdLst>
                <a:gd name="T0" fmla="*/ 70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70 w 139"/>
                <a:gd name="T7" fmla="*/ 128 h 139"/>
                <a:gd name="T8" fmla="*/ 11 w 139"/>
                <a:gd name="T9" fmla="*/ 70 h 139"/>
                <a:gd name="T10" fmla="*/ 70 w 139"/>
                <a:gd name="T11" fmla="*/ 11 h 139"/>
                <a:gd name="T12" fmla="*/ 70 w 139"/>
                <a:gd name="T13" fmla="*/ 0 h 139"/>
                <a:gd name="T14" fmla="*/ 0 w 139"/>
                <a:gd name="T15" fmla="*/ 70 h 139"/>
                <a:gd name="T16" fmla="*/ 70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70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70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70" y="11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70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1" name="Freeform 1323">
              <a:extLst>
                <a:ext uri="{FF2B5EF4-FFF2-40B4-BE49-F238E27FC236}">
                  <a16:creationId xmlns:a16="http://schemas.microsoft.com/office/drawing/2014/main" id="{3D39A774-D79F-C98F-CEE7-BFF26B13F1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47388" y="6132513"/>
              <a:ext cx="41275" cy="39688"/>
            </a:xfrm>
            <a:custGeom>
              <a:avLst/>
              <a:gdLst>
                <a:gd name="T0" fmla="*/ 69 w 138"/>
                <a:gd name="T1" fmla="*/ 10 h 138"/>
                <a:gd name="T2" fmla="*/ 128 w 138"/>
                <a:gd name="T3" fmla="*/ 69 h 138"/>
                <a:gd name="T4" fmla="*/ 128 w 138"/>
                <a:gd name="T5" fmla="*/ 69 h 138"/>
                <a:gd name="T6" fmla="*/ 69 w 138"/>
                <a:gd name="T7" fmla="*/ 128 h 138"/>
                <a:gd name="T8" fmla="*/ 10 w 138"/>
                <a:gd name="T9" fmla="*/ 69 h 138"/>
                <a:gd name="T10" fmla="*/ 69 w 138"/>
                <a:gd name="T11" fmla="*/ 10 h 138"/>
                <a:gd name="T12" fmla="*/ 69 w 138"/>
                <a:gd name="T13" fmla="*/ 0 h 138"/>
                <a:gd name="T14" fmla="*/ 0 w 138"/>
                <a:gd name="T15" fmla="*/ 69 h 138"/>
                <a:gd name="T16" fmla="*/ 69 w 138"/>
                <a:gd name="T17" fmla="*/ 138 h 138"/>
                <a:gd name="T18" fmla="*/ 138 w 138"/>
                <a:gd name="T19" fmla="*/ 69 h 138"/>
                <a:gd name="T20" fmla="*/ 138 w 138"/>
                <a:gd name="T21" fmla="*/ 69 h 138"/>
                <a:gd name="T22" fmla="*/ 69 w 138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8">
                  <a:moveTo>
                    <a:pt x="69" y="10"/>
                  </a:moveTo>
                  <a:cubicBezTo>
                    <a:pt x="101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1" y="128"/>
                    <a:pt x="69" y="128"/>
                  </a:cubicBezTo>
                  <a:cubicBezTo>
                    <a:pt x="37" y="128"/>
                    <a:pt x="10" y="101"/>
                    <a:pt x="10" y="69"/>
                  </a:cubicBezTo>
                  <a:cubicBezTo>
                    <a:pt x="10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7" y="138"/>
                    <a:pt x="138" y="107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3" name="Freeform 1324">
              <a:extLst>
                <a:ext uri="{FF2B5EF4-FFF2-40B4-BE49-F238E27FC236}">
                  <a16:creationId xmlns:a16="http://schemas.microsoft.com/office/drawing/2014/main" id="{17320418-94F4-0BA2-3923-CB23B78E8D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25175" y="6235700"/>
              <a:ext cx="41275" cy="41275"/>
            </a:xfrm>
            <a:custGeom>
              <a:avLst/>
              <a:gdLst>
                <a:gd name="T0" fmla="*/ 69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69 w 139"/>
                <a:gd name="T7" fmla="*/ 128 h 138"/>
                <a:gd name="T8" fmla="*/ 11 w 139"/>
                <a:gd name="T9" fmla="*/ 69 h 138"/>
                <a:gd name="T10" fmla="*/ 69 w 139"/>
                <a:gd name="T11" fmla="*/ 10 h 138"/>
                <a:gd name="T12" fmla="*/ 69 w 139"/>
                <a:gd name="T13" fmla="*/ 0 h 138"/>
                <a:gd name="T14" fmla="*/ 0 w 139"/>
                <a:gd name="T15" fmla="*/ 69 h 138"/>
                <a:gd name="T16" fmla="*/ 69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69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69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2" y="128"/>
                    <a:pt x="69" y="128"/>
                  </a:cubicBezTo>
                  <a:cubicBezTo>
                    <a:pt x="37" y="128"/>
                    <a:pt x="11" y="101"/>
                    <a:pt x="11" y="69"/>
                  </a:cubicBezTo>
                  <a:cubicBezTo>
                    <a:pt x="11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4" name="Freeform 1325">
              <a:extLst>
                <a:ext uri="{FF2B5EF4-FFF2-40B4-BE49-F238E27FC236}">
                  <a16:creationId xmlns:a16="http://schemas.microsoft.com/office/drawing/2014/main" id="{01E67F10-3F45-B8CA-AF56-3BD3C56585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95025" y="6323013"/>
              <a:ext cx="41275" cy="41275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69 h 139"/>
                <a:gd name="T4" fmla="*/ 128 w 138"/>
                <a:gd name="T5" fmla="*/ 69 h 139"/>
                <a:gd name="T6" fmla="*/ 69 w 138"/>
                <a:gd name="T7" fmla="*/ 128 h 139"/>
                <a:gd name="T8" fmla="*/ 10 w 138"/>
                <a:gd name="T9" fmla="*/ 69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69 h 139"/>
                <a:gd name="T16" fmla="*/ 69 w 138"/>
                <a:gd name="T17" fmla="*/ 139 h 139"/>
                <a:gd name="T18" fmla="*/ 138 w 138"/>
                <a:gd name="T19" fmla="*/ 69 h 139"/>
                <a:gd name="T20" fmla="*/ 138 w 138"/>
                <a:gd name="T21" fmla="*/ 69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1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1" y="128"/>
                    <a:pt x="69" y="128"/>
                  </a:cubicBezTo>
                  <a:cubicBezTo>
                    <a:pt x="37" y="128"/>
                    <a:pt x="10" y="102"/>
                    <a:pt x="10" y="69"/>
                  </a:cubicBezTo>
                  <a:cubicBezTo>
                    <a:pt x="10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9"/>
                    <a:pt x="69" y="139"/>
                  </a:cubicBezTo>
                  <a:cubicBezTo>
                    <a:pt x="107" y="139"/>
                    <a:pt x="138" y="107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5" name="Freeform 1326">
              <a:extLst>
                <a:ext uri="{FF2B5EF4-FFF2-40B4-BE49-F238E27FC236}">
                  <a16:creationId xmlns:a16="http://schemas.microsoft.com/office/drawing/2014/main" id="{4EC00E26-2452-955B-EB20-2D3EC341A0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56938" y="6397625"/>
              <a:ext cx="41275" cy="41275"/>
            </a:xfrm>
            <a:custGeom>
              <a:avLst/>
              <a:gdLst>
                <a:gd name="T0" fmla="*/ 69 w 138"/>
                <a:gd name="T1" fmla="*/ 10 h 138"/>
                <a:gd name="T2" fmla="*/ 128 w 138"/>
                <a:gd name="T3" fmla="*/ 69 h 138"/>
                <a:gd name="T4" fmla="*/ 128 w 138"/>
                <a:gd name="T5" fmla="*/ 69 h 138"/>
                <a:gd name="T6" fmla="*/ 69 w 138"/>
                <a:gd name="T7" fmla="*/ 128 h 138"/>
                <a:gd name="T8" fmla="*/ 10 w 138"/>
                <a:gd name="T9" fmla="*/ 69 h 138"/>
                <a:gd name="T10" fmla="*/ 69 w 138"/>
                <a:gd name="T11" fmla="*/ 10 h 138"/>
                <a:gd name="T12" fmla="*/ 69 w 138"/>
                <a:gd name="T13" fmla="*/ 0 h 138"/>
                <a:gd name="T14" fmla="*/ 0 w 138"/>
                <a:gd name="T15" fmla="*/ 69 h 138"/>
                <a:gd name="T16" fmla="*/ 69 w 138"/>
                <a:gd name="T17" fmla="*/ 138 h 138"/>
                <a:gd name="T18" fmla="*/ 138 w 138"/>
                <a:gd name="T19" fmla="*/ 69 h 138"/>
                <a:gd name="T20" fmla="*/ 138 w 138"/>
                <a:gd name="T21" fmla="*/ 69 h 138"/>
                <a:gd name="T22" fmla="*/ 69 w 138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8">
                  <a:moveTo>
                    <a:pt x="69" y="10"/>
                  </a:moveTo>
                  <a:cubicBezTo>
                    <a:pt x="101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1" y="128"/>
                    <a:pt x="69" y="128"/>
                  </a:cubicBezTo>
                  <a:cubicBezTo>
                    <a:pt x="36" y="128"/>
                    <a:pt x="10" y="101"/>
                    <a:pt x="10" y="69"/>
                  </a:cubicBezTo>
                  <a:cubicBezTo>
                    <a:pt x="10" y="37"/>
                    <a:pt x="36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7" y="138"/>
                    <a:pt x="138" y="107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6" name="Freeform 1327">
              <a:extLst>
                <a:ext uri="{FF2B5EF4-FFF2-40B4-BE49-F238E27FC236}">
                  <a16:creationId xmlns:a16="http://schemas.microsoft.com/office/drawing/2014/main" id="{C35E4207-07DA-156B-96C3-EC1F90C13C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12500" y="6478588"/>
              <a:ext cx="41275" cy="41275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70 h 139"/>
                <a:gd name="T4" fmla="*/ 128 w 138"/>
                <a:gd name="T5" fmla="*/ 70 h 139"/>
                <a:gd name="T6" fmla="*/ 69 w 138"/>
                <a:gd name="T7" fmla="*/ 128 h 139"/>
                <a:gd name="T8" fmla="*/ 10 w 138"/>
                <a:gd name="T9" fmla="*/ 70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70 h 139"/>
                <a:gd name="T16" fmla="*/ 69 w 138"/>
                <a:gd name="T17" fmla="*/ 139 h 139"/>
                <a:gd name="T18" fmla="*/ 138 w 138"/>
                <a:gd name="T19" fmla="*/ 70 h 139"/>
                <a:gd name="T20" fmla="*/ 138 w 138"/>
                <a:gd name="T21" fmla="*/ 70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1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1" y="128"/>
                    <a:pt x="69" y="128"/>
                  </a:cubicBezTo>
                  <a:cubicBezTo>
                    <a:pt x="37" y="128"/>
                    <a:pt x="10" y="102"/>
                    <a:pt x="10" y="70"/>
                  </a:cubicBezTo>
                  <a:cubicBezTo>
                    <a:pt x="10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7" y="139"/>
                    <a:pt x="138" y="108"/>
                    <a:pt x="138" y="70"/>
                  </a:cubicBezTo>
                  <a:lnTo>
                    <a:pt x="138" y="70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7" name="Freeform 1328">
              <a:extLst>
                <a:ext uri="{FF2B5EF4-FFF2-40B4-BE49-F238E27FC236}">
                  <a16:creationId xmlns:a16="http://schemas.microsoft.com/office/drawing/2014/main" id="{6B4983DC-4958-8EFA-1E8C-AB83ED954C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63300" y="6535738"/>
              <a:ext cx="42862" cy="41275"/>
            </a:xfrm>
            <a:custGeom>
              <a:avLst/>
              <a:gdLst>
                <a:gd name="T0" fmla="*/ 70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70 w 139"/>
                <a:gd name="T7" fmla="*/ 128 h 139"/>
                <a:gd name="T8" fmla="*/ 11 w 139"/>
                <a:gd name="T9" fmla="*/ 70 h 139"/>
                <a:gd name="T10" fmla="*/ 70 w 139"/>
                <a:gd name="T11" fmla="*/ 11 h 139"/>
                <a:gd name="T12" fmla="*/ 70 w 139"/>
                <a:gd name="T13" fmla="*/ 0 h 139"/>
                <a:gd name="T14" fmla="*/ 0 w 139"/>
                <a:gd name="T15" fmla="*/ 70 h 139"/>
                <a:gd name="T16" fmla="*/ 70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70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70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70" y="11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70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8" name="Freeform 1329">
              <a:extLst>
                <a:ext uri="{FF2B5EF4-FFF2-40B4-BE49-F238E27FC236}">
                  <a16:creationId xmlns:a16="http://schemas.microsoft.com/office/drawing/2014/main" id="{C791B4FF-38CF-E3E4-15AF-BBAC597CAD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10925" y="6615113"/>
              <a:ext cx="41275" cy="41275"/>
            </a:xfrm>
            <a:custGeom>
              <a:avLst/>
              <a:gdLst>
                <a:gd name="T0" fmla="*/ 70 w 139"/>
                <a:gd name="T1" fmla="*/ 10 h 138"/>
                <a:gd name="T2" fmla="*/ 128 w 139"/>
                <a:gd name="T3" fmla="*/ 69 h 138"/>
                <a:gd name="T4" fmla="*/ 128 w 139"/>
                <a:gd name="T5" fmla="*/ 69 h 138"/>
                <a:gd name="T6" fmla="*/ 70 w 139"/>
                <a:gd name="T7" fmla="*/ 128 h 138"/>
                <a:gd name="T8" fmla="*/ 11 w 139"/>
                <a:gd name="T9" fmla="*/ 69 h 138"/>
                <a:gd name="T10" fmla="*/ 70 w 139"/>
                <a:gd name="T11" fmla="*/ 10 h 138"/>
                <a:gd name="T12" fmla="*/ 70 w 139"/>
                <a:gd name="T13" fmla="*/ 0 h 138"/>
                <a:gd name="T14" fmla="*/ 0 w 139"/>
                <a:gd name="T15" fmla="*/ 69 h 138"/>
                <a:gd name="T16" fmla="*/ 70 w 139"/>
                <a:gd name="T17" fmla="*/ 138 h 138"/>
                <a:gd name="T18" fmla="*/ 139 w 139"/>
                <a:gd name="T19" fmla="*/ 69 h 138"/>
                <a:gd name="T20" fmla="*/ 139 w 139"/>
                <a:gd name="T21" fmla="*/ 69 h 138"/>
                <a:gd name="T22" fmla="*/ 70 w 139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8">
                  <a:moveTo>
                    <a:pt x="70" y="10"/>
                  </a:moveTo>
                  <a:cubicBezTo>
                    <a:pt x="102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70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0"/>
                    <a:pt x="70" y="10"/>
                  </a:cubicBezTo>
                  <a:close/>
                  <a:moveTo>
                    <a:pt x="70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70" y="138"/>
                  </a:cubicBezTo>
                  <a:cubicBezTo>
                    <a:pt x="108" y="138"/>
                    <a:pt x="139" y="107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69" name="Freeform 1330">
              <a:extLst>
                <a:ext uri="{FF2B5EF4-FFF2-40B4-BE49-F238E27FC236}">
                  <a16:creationId xmlns:a16="http://schemas.microsoft.com/office/drawing/2014/main" id="{5E15AAD5-08B4-4ACE-F83A-FC74C2A39F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55375" y="6688138"/>
              <a:ext cx="41275" cy="41275"/>
            </a:xfrm>
            <a:custGeom>
              <a:avLst/>
              <a:gdLst>
                <a:gd name="T0" fmla="*/ 69 w 138"/>
                <a:gd name="T1" fmla="*/ 10 h 138"/>
                <a:gd name="T2" fmla="*/ 128 w 138"/>
                <a:gd name="T3" fmla="*/ 69 h 138"/>
                <a:gd name="T4" fmla="*/ 128 w 138"/>
                <a:gd name="T5" fmla="*/ 69 h 138"/>
                <a:gd name="T6" fmla="*/ 69 w 138"/>
                <a:gd name="T7" fmla="*/ 128 h 138"/>
                <a:gd name="T8" fmla="*/ 10 w 138"/>
                <a:gd name="T9" fmla="*/ 69 h 138"/>
                <a:gd name="T10" fmla="*/ 69 w 138"/>
                <a:gd name="T11" fmla="*/ 10 h 138"/>
                <a:gd name="T12" fmla="*/ 69 w 138"/>
                <a:gd name="T13" fmla="*/ 0 h 138"/>
                <a:gd name="T14" fmla="*/ 0 w 138"/>
                <a:gd name="T15" fmla="*/ 69 h 138"/>
                <a:gd name="T16" fmla="*/ 69 w 138"/>
                <a:gd name="T17" fmla="*/ 138 h 138"/>
                <a:gd name="T18" fmla="*/ 138 w 138"/>
                <a:gd name="T19" fmla="*/ 69 h 138"/>
                <a:gd name="T20" fmla="*/ 138 w 138"/>
                <a:gd name="T21" fmla="*/ 69 h 138"/>
                <a:gd name="T22" fmla="*/ 69 w 138"/>
                <a:gd name="T23" fmla="*/ 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8">
                  <a:moveTo>
                    <a:pt x="69" y="10"/>
                  </a:moveTo>
                  <a:cubicBezTo>
                    <a:pt x="101" y="10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1"/>
                    <a:pt x="101" y="128"/>
                    <a:pt x="69" y="128"/>
                  </a:cubicBezTo>
                  <a:cubicBezTo>
                    <a:pt x="37" y="128"/>
                    <a:pt x="10" y="101"/>
                    <a:pt x="10" y="69"/>
                  </a:cubicBezTo>
                  <a:cubicBezTo>
                    <a:pt x="10" y="37"/>
                    <a:pt x="37" y="10"/>
                    <a:pt x="69" y="10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7" y="138"/>
                    <a:pt x="138" y="107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0" name="Freeform 1331">
              <a:extLst>
                <a:ext uri="{FF2B5EF4-FFF2-40B4-BE49-F238E27FC236}">
                  <a16:creationId xmlns:a16="http://schemas.microsoft.com/office/drawing/2014/main" id="{A3CC5BA9-7ED5-AFAC-895B-BB18C0B571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95063" y="6750050"/>
              <a:ext cx="41275" cy="41275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70 h 139"/>
                <a:gd name="T4" fmla="*/ 128 w 138"/>
                <a:gd name="T5" fmla="*/ 70 h 139"/>
                <a:gd name="T6" fmla="*/ 69 w 138"/>
                <a:gd name="T7" fmla="*/ 128 h 139"/>
                <a:gd name="T8" fmla="*/ 10 w 138"/>
                <a:gd name="T9" fmla="*/ 70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70 h 139"/>
                <a:gd name="T16" fmla="*/ 69 w 138"/>
                <a:gd name="T17" fmla="*/ 139 h 139"/>
                <a:gd name="T18" fmla="*/ 138 w 138"/>
                <a:gd name="T19" fmla="*/ 70 h 139"/>
                <a:gd name="T20" fmla="*/ 138 w 138"/>
                <a:gd name="T21" fmla="*/ 70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1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1" y="128"/>
                    <a:pt x="69" y="128"/>
                  </a:cubicBezTo>
                  <a:cubicBezTo>
                    <a:pt x="37" y="128"/>
                    <a:pt x="10" y="102"/>
                    <a:pt x="10" y="70"/>
                  </a:cubicBezTo>
                  <a:cubicBezTo>
                    <a:pt x="10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7" y="139"/>
                    <a:pt x="138" y="108"/>
                    <a:pt x="138" y="70"/>
                  </a:cubicBezTo>
                  <a:lnTo>
                    <a:pt x="138" y="70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1" name="Freeform 1332">
              <a:extLst>
                <a:ext uri="{FF2B5EF4-FFF2-40B4-BE49-F238E27FC236}">
                  <a16:creationId xmlns:a16="http://schemas.microsoft.com/office/drawing/2014/main" id="{A8C34623-3583-D2A6-751E-BF0977E4AD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33163" y="6818313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70 h 139"/>
                <a:gd name="T4" fmla="*/ 128 w 139"/>
                <a:gd name="T5" fmla="*/ 70 h 139"/>
                <a:gd name="T6" fmla="*/ 69 w 139"/>
                <a:gd name="T7" fmla="*/ 128 h 139"/>
                <a:gd name="T8" fmla="*/ 11 w 139"/>
                <a:gd name="T9" fmla="*/ 70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70 h 139"/>
                <a:gd name="T16" fmla="*/ 69 w 139"/>
                <a:gd name="T17" fmla="*/ 139 h 139"/>
                <a:gd name="T18" fmla="*/ 139 w 139"/>
                <a:gd name="T19" fmla="*/ 70 h 139"/>
                <a:gd name="T20" fmla="*/ 139 w 139"/>
                <a:gd name="T21" fmla="*/ 70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70"/>
                  </a:cubicBezTo>
                  <a:lnTo>
                    <a:pt x="128" y="70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70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70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70"/>
                  </a:cubicBezTo>
                  <a:lnTo>
                    <a:pt x="139" y="70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2" name="Freeform 1333">
              <a:extLst>
                <a:ext uri="{FF2B5EF4-FFF2-40B4-BE49-F238E27FC236}">
                  <a16:creationId xmlns:a16="http://schemas.microsoft.com/office/drawing/2014/main" id="{8BCC657A-B9A9-7B92-425D-E098AEAEC8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69675" y="6875463"/>
              <a:ext cx="39687" cy="41275"/>
            </a:xfrm>
            <a:custGeom>
              <a:avLst/>
              <a:gdLst>
                <a:gd name="T0" fmla="*/ 69 w 138"/>
                <a:gd name="T1" fmla="*/ 11 h 139"/>
                <a:gd name="T2" fmla="*/ 128 w 138"/>
                <a:gd name="T3" fmla="*/ 69 h 139"/>
                <a:gd name="T4" fmla="*/ 128 w 138"/>
                <a:gd name="T5" fmla="*/ 69 h 139"/>
                <a:gd name="T6" fmla="*/ 69 w 138"/>
                <a:gd name="T7" fmla="*/ 128 h 139"/>
                <a:gd name="T8" fmla="*/ 10 w 138"/>
                <a:gd name="T9" fmla="*/ 69 h 139"/>
                <a:gd name="T10" fmla="*/ 69 w 138"/>
                <a:gd name="T11" fmla="*/ 11 h 139"/>
                <a:gd name="T12" fmla="*/ 69 w 138"/>
                <a:gd name="T13" fmla="*/ 0 h 139"/>
                <a:gd name="T14" fmla="*/ 0 w 138"/>
                <a:gd name="T15" fmla="*/ 69 h 139"/>
                <a:gd name="T16" fmla="*/ 69 w 138"/>
                <a:gd name="T17" fmla="*/ 139 h 139"/>
                <a:gd name="T18" fmla="*/ 138 w 138"/>
                <a:gd name="T19" fmla="*/ 69 h 139"/>
                <a:gd name="T20" fmla="*/ 138 w 138"/>
                <a:gd name="T21" fmla="*/ 69 h 139"/>
                <a:gd name="T22" fmla="*/ 69 w 138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8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0" y="102"/>
                    <a:pt x="10" y="69"/>
                  </a:cubicBezTo>
                  <a:cubicBezTo>
                    <a:pt x="10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7" y="139"/>
                    <a:pt x="138" y="108"/>
                    <a:pt x="138" y="69"/>
                  </a:cubicBezTo>
                  <a:lnTo>
                    <a:pt x="138" y="69"/>
                  </a:lnTo>
                  <a:cubicBezTo>
                    <a:pt x="138" y="31"/>
                    <a:pt x="107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3" name="Line 1334">
              <a:extLst>
                <a:ext uri="{FF2B5EF4-FFF2-40B4-BE49-F238E27FC236}">
                  <a16:creationId xmlns:a16="http://schemas.microsoft.com/office/drawing/2014/main" id="{B716131C-835E-3209-4D03-BCD8A2E37E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58250" y="3467100"/>
              <a:ext cx="2560637" cy="3448050"/>
            </a:xfrm>
            <a:prstGeom prst="line">
              <a:avLst/>
            </a:prstGeom>
            <a:noFill/>
            <a:ln w="3175" cap="flat">
              <a:solidFill>
                <a:srgbClr val="0059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4" name="Freeform 1335">
              <a:extLst>
                <a:ext uri="{FF2B5EF4-FFF2-40B4-BE49-F238E27FC236}">
                  <a16:creationId xmlns:a16="http://schemas.microsoft.com/office/drawing/2014/main" id="{FC418978-C2D9-A5A8-A3C5-03375C843C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10738" y="4914900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5" name="Freeform 1336">
              <a:extLst>
                <a:ext uri="{FF2B5EF4-FFF2-40B4-BE49-F238E27FC236}">
                  <a16:creationId xmlns:a16="http://schemas.microsoft.com/office/drawing/2014/main" id="{A9707D55-A761-C023-B7D9-2700261F3F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7138" y="539432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6" name="Freeform 1337">
              <a:extLst>
                <a:ext uri="{FF2B5EF4-FFF2-40B4-BE49-F238E27FC236}">
                  <a16:creationId xmlns:a16="http://schemas.microsoft.com/office/drawing/2014/main" id="{AE4B909D-92F2-035D-CAB6-6FD81F5642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356850" y="5659438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7" name="Freeform 1338">
              <a:extLst>
                <a:ext uri="{FF2B5EF4-FFF2-40B4-BE49-F238E27FC236}">
                  <a16:creationId xmlns:a16="http://schemas.microsoft.com/office/drawing/2014/main" id="{B61850F2-2582-6225-BF3C-0DE1BF820C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25125" y="5835650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8" name="Freeform 1339">
              <a:extLst>
                <a:ext uri="{FF2B5EF4-FFF2-40B4-BE49-F238E27FC236}">
                  <a16:creationId xmlns:a16="http://schemas.microsoft.com/office/drawing/2014/main" id="{1ED4574C-12EA-6022-A9EB-58C1EC7D65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656888" y="597852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79" name="Freeform 1340">
              <a:extLst>
                <a:ext uri="{FF2B5EF4-FFF2-40B4-BE49-F238E27FC236}">
                  <a16:creationId xmlns:a16="http://schemas.microsoft.com/office/drawing/2014/main" id="{DB205F7C-B9CE-18D1-4D49-D050F29517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63250" y="6094413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4" name="Freeform 1341">
              <a:extLst>
                <a:ext uri="{FF2B5EF4-FFF2-40B4-BE49-F238E27FC236}">
                  <a16:creationId xmlns:a16="http://schemas.microsoft.com/office/drawing/2014/main" id="{90EBC7CE-EFCE-C73A-7F9E-92BE44BD00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53738" y="620712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5" name="Freeform 1342">
              <a:extLst>
                <a:ext uri="{FF2B5EF4-FFF2-40B4-BE49-F238E27FC236}">
                  <a16:creationId xmlns:a16="http://schemas.microsoft.com/office/drawing/2014/main" id="{D3BAF419-70E1-C77F-AE31-F4B02BEF1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33113" y="6294438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6" name="Freeform 1343">
              <a:extLst>
                <a:ext uri="{FF2B5EF4-FFF2-40B4-BE49-F238E27FC236}">
                  <a16:creationId xmlns:a16="http://schemas.microsoft.com/office/drawing/2014/main" id="{87521A31-071A-5940-0CEE-DCED523A34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02963" y="6361113"/>
              <a:ext cx="25400" cy="26988"/>
            </a:xfrm>
            <a:custGeom>
              <a:avLst/>
              <a:gdLst>
                <a:gd name="T0" fmla="*/ 0 w 16"/>
                <a:gd name="T1" fmla="*/ 0 h 17"/>
                <a:gd name="T2" fmla="*/ 16 w 16"/>
                <a:gd name="T3" fmla="*/ 17 h 17"/>
                <a:gd name="T4" fmla="*/ 0 w 16"/>
                <a:gd name="T5" fmla="*/ 17 h 17"/>
                <a:gd name="T6" fmla="*/ 16 w 16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7">
                  <a:moveTo>
                    <a:pt x="0" y="0"/>
                  </a:moveTo>
                  <a:lnTo>
                    <a:pt x="16" y="17"/>
                  </a:lnTo>
                  <a:moveTo>
                    <a:pt x="0" y="17"/>
                  </a:moveTo>
                  <a:lnTo>
                    <a:pt x="16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7" name="Freeform 1344">
              <a:extLst>
                <a:ext uri="{FF2B5EF4-FFF2-40B4-BE49-F238E27FC236}">
                  <a16:creationId xmlns:a16="http://schemas.microsoft.com/office/drawing/2014/main" id="{B2AC5B7D-13F1-EC50-A71C-D668C1770D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64875" y="6456363"/>
              <a:ext cx="25400" cy="26988"/>
            </a:xfrm>
            <a:custGeom>
              <a:avLst/>
              <a:gdLst>
                <a:gd name="T0" fmla="*/ 0 w 16"/>
                <a:gd name="T1" fmla="*/ 0 h 17"/>
                <a:gd name="T2" fmla="*/ 16 w 16"/>
                <a:gd name="T3" fmla="*/ 17 h 17"/>
                <a:gd name="T4" fmla="*/ 0 w 16"/>
                <a:gd name="T5" fmla="*/ 17 h 17"/>
                <a:gd name="T6" fmla="*/ 16 w 16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7">
                  <a:moveTo>
                    <a:pt x="0" y="0"/>
                  </a:moveTo>
                  <a:lnTo>
                    <a:pt x="16" y="17"/>
                  </a:lnTo>
                  <a:moveTo>
                    <a:pt x="0" y="17"/>
                  </a:moveTo>
                  <a:lnTo>
                    <a:pt x="16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8" name="Freeform 1345">
              <a:extLst>
                <a:ext uri="{FF2B5EF4-FFF2-40B4-BE49-F238E27FC236}">
                  <a16:creationId xmlns:a16="http://schemas.microsoft.com/office/drawing/2014/main" id="{872A1F01-7085-7925-40B4-8F5F88958C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20438" y="653097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29" name="Freeform 1346">
              <a:extLst>
                <a:ext uri="{FF2B5EF4-FFF2-40B4-BE49-F238E27FC236}">
                  <a16:creationId xmlns:a16="http://schemas.microsoft.com/office/drawing/2014/main" id="{1B9C2E0B-9D95-20A2-EA7E-57C41BD528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71238" y="658812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0" name="Freeform 1347">
              <a:extLst>
                <a:ext uri="{FF2B5EF4-FFF2-40B4-BE49-F238E27FC236}">
                  <a16:creationId xmlns:a16="http://schemas.microsoft.com/office/drawing/2014/main" id="{8A0F26C1-7336-8BB3-C059-A5F014308B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18863" y="664527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1" name="Freeform 1348">
              <a:extLst>
                <a:ext uri="{FF2B5EF4-FFF2-40B4-BE49-F238E27FC236}">
                  <a16:creationId xmlns:a16="http://schemas.microsoft.com/office/drawing/2014/main" id="{DE85C500-0439-6324-B56C-822114F137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261725" y="6713538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2" name="Freeform 1349">
              <a:extLst>
                <a:ext uri="{FF2B5EF4-FFF2-40B4-BE49-F238E27FC236}">
                  <a16:creationId xmlns:a16="http://schemas.microsoft.com/office/drawing/2014/main" id="{F2D93586-B88C-FCE9-6740-B31B61D44C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03000" y="6764338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4" name="Freeform 1350">
              <a:extLst>
                <a:ext uri="{FF2B5EF4-FFF2-40B4-BE49-F238E27FC236}">
                  <a16:creationId xmlns:a16="http://schemas.microsoft.com/office/drawing/2014/main" id="{1CFC45F9-3D4C-2FF4-FC0A-8F7A80E3AB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41100" y="6815138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5" name="Freeform 1351">
              <a:extLst>
                <a:ext uri="{FF2B5EF4-FFF2-40B4-BE49-F238E27FC236}">
                  <a16:creationId xmlns:a16="http://schemas.microsoft.com/office/drawing/2014/main" id="{99D04DA3-0067-A375-A1CC-9FFB23C9F0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76025" y="6873875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6" name="Line 1352">
              <a:extLst>
                <a:ext uri="{FF2B5EF4-FFF2-40B4-BE49-F238E27FC236}">
                  <a16:creationId xmlns:a16="http://schemas.microsoft.com/office/drawing/2014/main" id="{B2067CD8-12E1-EFB8-DB5B-31747FFA89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630613"/>
              <a:ext cx="2719387" cy="3284538"/>
            </a:xfrm>
            <a:prstGeom prst="line">
              <a:avLst/>
            </a:prstGeom>
            <a:noFill/>
            <a:ln w="3175" cap="flat">
              <a:solidFill>
                <a:srgbClr val="59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7" name="Oval 1353">
              <a:extLst>
                <a:ext uri="{FF2B5EF4-FFF2-40B4-BE49-F238E27FC236}">
                  <a16:creationId xmlns:a16="http://schemas.microsoft.com/office/drawing/2014/main" id="{ECB5DC70-D606-F772-FBF0-95A1F9729C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3888" y="484505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8" name="Oval 1354">
              <a:extLst>
                <a:ext uri="{FF2B5EF4-FFF2-40B4-BE49-F238E27FC236}">
                  <a16:creationId xmlns:a16="http://schemas.microsoft.com/office/drawing/2014/main" id="{D7A5FE60-649E-C63D-85B4-F3199A31F1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1875" y="5148263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9" name="Oval 1355">
              <a:extLst>
                <a:ext uri="{FF2B5EF4-FFF2-40B4-BE49-F238E27FC236}">
                  <a16:creationId xmlns:a16="http://schemas.microsoft.com/office/drawing/2014/main" id="{F3C9DA2D-26EF-D015-0306-D7BCD7661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0000" y="546893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0" name="Oval 1356">
              <a:extLst>
                <a:ext uri="{FF2B5EF4-FFF2-40B4-BE49-F238E27FC236}">
                  <a16:creationId xmlns:a16="http://schemas.microsoft.com/office/drawing/2014/main" id="{74340F29-5B4A-AFC9-695D-FA6E012BA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8275" y="565943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1" name="Oval 1357">
              <a:extLst>
                <a:ext uri="{FF2B5EF4-FFF2-40B4-BE49-F238E27FC236}">
                  <a16:creationId xmlns:a16="http://schemas.microsoft.com/office/drawing/2014/main" id="{98636F94-4F66-E41A-6B3C-8F90E81DFE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0038" y="58007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2" name="Oval 1358">
              <a:extLst>
                <a:ext uri="{FF2B5EF4-FFF2-40B4-BE49-F238E27FC236}">
                  <a16:creationId xmlns:a16="http://schemas.microsoft.com/office/drawing/2014/main" id="{7EBCB9C2-E483-65AC-C73F-25CBDC7FE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6400" y="5911850"/>
              <a:ext cx="12700" cy="14288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3" name="Oval 1359">
              <a:extLst>
                <a:ext uri="{FF2B5EF4-FFF2-40B4-BE49-F238E27FC236}">
                  <a16:creationId xmlns:a16="http://schemas.microsoft.com/office/drawing/2014/main" id="{CCF97CC5-75A5-2B76-4652-1517CDEFF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8475" y="6010275"/>
              <a:ext cx="11112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4" name="Oval 1360">
              <a:extLst>
                <a:ext uri="{FF2B5EF4-FFF2-40B4-BE49-F238E27FC236}">
                  <a16:creationId xmlns:a16="http://schemas.microsoft.com/office/drawing/2014/main" id="{D2362CD7-D8C8-AFA8-5B04-75FEDA4A98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6263" y="610870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5" name="Oval 1361">
              <a:extLst>
                <a:ext uri="{FF2B5EF4-FFF2-40B4-BE49-F238E27FC236}">
                  <a16:creationId xmlns:a16="http://schemas.microsoft.com/office/drawing/2014/main" id="{FD102418-8B13-261A-A780-2C9B319DF7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6113" y="61817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6" name="Oval 1362">
              <a:extLst>
                <a:ext uri="{FF2B5EF4-FFF2-40B4-BE49-F238E27FC236}">
                  <a16:creationId xmlns:a16="http://schemas.microsoft.com/office/drawing/2014/main" id="{908E78A4-4D8D-989F-6BB0-EB417D14F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5" y="6249988"/>
              <a:ext cx="12700" cy="14288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7" name="Oval 1363">
              <a:extLst>
                <a:ext uri="{FF2B5EF4-FFF2-40B4-BE49-F238E27FC236}">
                  <a16:creationId xmlns:a16="http://schemas.microsoft.com/office/drawing/2014/main" id="{45172263-FD8A-02F1-7BAB-EB2300E7F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3588" y="631507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8" name="Oval 1364">
              <a:extLst>
                <a:ext uri="{FF2B5EF4-FFF2-40B4-BE49-F238E27FC236}">
                  <a16:creationId xmlns:a16="http://schemas.microsoft.com/office/drawing/2014/main" id="{254E1881-6181-27DC-03C3-2DB178DE06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4388" y="637857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9" name="Oval 1365">
              <a:extLst>
                <a:ext uri="{FF2B5EF4-FFF2-40B4-BE49-F238E27FC236}">
                  <a16:creationId xmlns:a16="http://schemas.microsoft.com/office/drawing/2014/main" id="{60011D2B-74C7-3857-CDA4-BCFA2FE911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64357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0" name="Oval 1366">
              <a:extLst>
                <a:ext uri="{FF2B5EF4-FFF2-40B4-BE49-F238E27FC236}">
                  <a16:creationId xmlns:a16="http://schemas.microsoft.com/office/drawing/2014/main" id="{A9A22838-F700-BAF0-2B9F-97D28C259A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4875" y="648493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1" name="Oval 1367">
              <a:extLst>
                <a:ext uri="{FF2B5EF4-FFF2-40B4-BE49-F238E27FC236}">
                  <a16:creationId xmlns:a16="http://schemas.microsoft.com/office/drawing/2014/main" id="{0AA69D9C-1165-4DF3-23A3-0AA2DA1E2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6150" y="654050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2" name="Oval 1368">
              <a:extLst>
                <a:ext uri="{FF2B5EF4-FFF2-40B4-BE49-F238E27FC236}">
                  <a16:creationId xmlns:a16="http://schemas.microsoft.com/office/drawing/2014/main" id="{C171C537-120B-AEED-C9CB-BF5FDAC79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250" y="659447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3" name="Oval 1369">
              <a:extLst>
                <a:ext uri="{FF2B5EF4-FFF2-40B4-BE49-F238E27FC236}">
                  <a16:creationId xmlns:a16="http://schemas.microsoft.com/office/drawing/2014/main" id="{CFE51ED0-C6D7-2BBF-DE1C-4148E156D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9175" y="6634163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4" name="Oval 1370">
              <a:extLst>
                <a:ext uri="{FF2B5EF4-FFF2-40B4-BE49-F238E27FC236}">
                  <a16:creationId xmlns:a16="http://schemas.microsoft.com/office/drawing/2014/main" id="{508B2427-9002-BAFA-A28E-AFDF1D63E2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2513" y="668337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5" name="Oval 1371">
              <a:extLst>
                <a:ext uri="{FF2B5EF4-FFF2-40B4-BE49-F238E27FC236}">
                  <a16:creationId xmlns:a16="http://schemas.microsoft.com/office/drawing/2014/main" id="{509E6521-7CE6-7438-C40E-6C28D738F0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3" y="6724650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6" name="Oval 1372">
              <a:extLst>
                <a:ext uri="{FF2B5EF4-FFF2-40B4-BE49-F238E27FC236}">
                  <a16:creationId xmlns:a16="http://schemas.microsoft.com/office/drawing/2014/main" id="{35135592-2743-F96E-F312-0660B46EF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4425" y="677862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7" name="Oval 1373">
              <a:extLst>
                <a:ext uri="{FF2B5EF4-FFF2-40B4-BE49-F238E27FC236}">
                  <a16:creationId xmlns:a16="http://schemas.microsoft.com/office/drawing/2014/main" id="{034409F2-9036-1A45-70B6-FEFAECD6EB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3000" y="6821488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8" name="Oval 1374">
              <a:extLst>
                <a:ext uri="{FF2B5EF4-FFF2-40B4-BE49-F238E27FC236}">
                  <a16:creationId xmlns:a16="http://schemas.microsoft.com/office/drawing/2014/main" id="{B73F2D7C-0BE7-6D6C-D0AF-EAFC86A06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84847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9" name="Oval 1375">
              <a:extLst>
                <a:ext uri="{FF2B5EF4-FFF2-40B4-BE49-F238E27FC236}">
                  <a16:creationId xmlns:a16="http://schemas.microsoft.com/office/drawing/2014/main" id="{1ADE1E64-4872-AE0A-B6BA-D6E1D9E8AA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900863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0" name="Line 1376">
              <a:extLst>
                <a:ext uri="{FF2B5EF4-FFF2-40B4-BE49-F238E27FC236}">
                  <a16:creationId xmlns:a16="http://schemas.microsoft.com/office/drawing/2014/main" id="{442A0B95-5466-DD84-93C8-6D19E0259C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654425"/>
              <a:ext cx="2687637" cy="3260725"/>
            </a:xfrm>
            <a:prstGeom prst="line">
              <a:avLst/>
            </a:prstGeom>
            <a:noFill/>
            <a:ln w="3175" cap="flat">
              <a:solidFill>
                <a:srgbClr val="00FF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1" name="Oval 1377">
              <a:extLst>
                <a:ext uri="{FF2B5EF4-FFF2-40B4-BE49-F238E27FC236}">
                  <a16:creationId xmlns:a16="http://schemas.microsoft.com/office/drawing/2014/main" id="{5E181E54-5B30-6DBA-2B98-B5B7806C8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13888" y="481171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2" name="Oval 1378">
              <a:extLst>
                <a:ext uri="{FF2B5EF4-FFF2-40B4-BE49-F238E27FC236}">
                  <a16:creationId xmlns:a16="http://schemas.microsoft.com/office/drawing/2014/main" id="{0641BF3D-8164-79E2-0844-E7BDF767C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21875" y="505301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3" name="Oval 1379">
              <a:extLst>
                <a:ext uri="{FF2B5EF4-FFF2-40B4-BE49-F238E27FC236}">
                  <a16:creationId xmlns:a16="http://schemas.microsoft.com/office/drawing/2014/main" id="{2B031835-7F62-F1E8-1B39-F66508A37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60000" y="533082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4" name="Oval 1380">
              <a:extLst>
                <a:ext uri="{FF2B5EF4-FFF2-40B4-BE49-F238E27FC236}">
                  <a16:creationId xmlns:a16="http://schemas.microsoft.com/office/drawing/2014/main" id="{9175D859-DC21-40DC-6BB6-A2045A164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8275" y="550545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5" name="Oval 1381">
              <a:extLst>
                <a:ext uri="{FF2B5EF4-FFF2-40B4-BE49-F238E27FC236}">
                  <a16:creationId xmlns:a16="http://schemas.microsoft.com/office/drawing/2014/main" id="{5DEBD79B-07E7-E455-BC3C-8EE4FD4F9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0038" y="564673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6" name="Oval 1382">
              <a:extLst>
                <a:ext uri="{FF2B5EF4-FFF2-40B4-BE49-F238E27FC236}">
                  <a16:creationId xmlns:a16="http://schemas.microsoft.com/office/drawing/2014/main" id="{E60AEB13-8EAC-8663-2E40-6E640B370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6400" y="575945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7" name="Oval 1383">
              <a:extLst>
                <a:ext uri="{FF2B5EF4-FFF2-40B4-BE49-F238E27FC236}">
                  <a16:creationId xmlns:a16="http://schemas.microsoft.com/office/drawing/2014/main" id="{94BAF729-E7B9-0284-9472-E6F34E7F02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8475" y="5842000"/>
              <a:ext cx="11112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8" name="Oval 1384">
              <a:extLst>
                <a:ext uri="{FF2B5EF4-FFF2-40B4-BE49-F238E27FC236}">
                  <a16:creationId xmlns:a16="http://schemas.microsoft.com/office/drawing/2014/main" id="{2ABF76B7-135F-8097-806E-8556A1B65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6263" y="59229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69" name="Oval 1385">
              <a:extLst>
                <a:ext uri="{FF2B5EF4-FFF2-40B4-BE49-F238E27FC236}">
                  <a16:creationId xmlns:a16="http://schemas.microsoft.com/office/drawing/2014/main" id="{30DDA121-2915-0524-F85F-802198C94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06113" y="599757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0" name="Oval 1386">
              <a:extLst>
                <a:ext uri="{FF2B5EF4-FFF2-40B4-BE49-F238E27FC236}">
                  <a16:creationId xmlns:a16="http://schemas.microsoft.com/office/drawing/2014/main" id="{BB77B21A-D17E-AADA-3C4A-80178F65B6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68025" y="608012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1" name="Oval 1387">
              <a:extLst>
                <a:ext uri="{FF2B5EF4-FFF2-40B4-BE49-F238E27FC236}">
                  <a16:creationId xmlns:a16="http://schemas.microsoft.com/office/drawing/2014/main" id="{13E7E280-5CA4-1832-FB43-E244D00A3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3588" y="615315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2" name="Oval 1388">
              <a:extLst>
                <a:ext uri="{FF2B5EF4-FFF2-40B4-BE49-F238E27FC236}">
                  <a16:creationId xmlns:a16="http://schemas.microsoft.com/office/drawing/2014/main" id="{7AF74F5A-3247-06E7-6604-77A1CCF02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74388" y="621188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3" name="Oval 1389">
              <a:extLst>
                <a:ext uri="{FF2B5EF4-FFF2-40B4-BE49-F238E27FC236}">
                  <a16:creationId xmlns:a16="http://schemas.microsoft.com/office/drawing/2014/main" id="{45DA05D6-5ACD-C8AE-8B7B-1A62E9BF5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22013" y="626745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4" name="Oval 1390">
              <a:extLst>
                <a:ext uri="{FF2B5EF4-FFF2-40B4-BE49-F238E27FC236}">
                  <a16:creationId xmlns:a16="http://schemas.microsoft.com/office/drawing/2014/main" id="{5EDFF77E-8417-FF25-B4B5-8B4723630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4875" y="63293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5" name="Oval 1391">
              <a:extLst>
                <a:ext uri="{FF2B5EF4-FFF2-40B4-BE49-F238E27FC236}">
                  <a16:creationId xmlns:a16="http://schemas.microsoft.com/office/drawing/2014/main" id="{45AC7523-FACA-FBFE-5BA9-FEF666256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06150" y="63801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6" name="Oval 1392">
              <a:extLst>
                <a:ext uri="{FF2B5EF4-FFF2-40B4-BE49-F238E27FC236}">
                  <a16:creationId xmlns:a16="http://schemas.microsoft.com/office/drawing/2014/main" id="{61A9CC5D-FE58-7543-2798-9274A1B96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44250" y="6429375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8" name="Oval 1393">
              <a:extLst>
                <a:ext uri="{FF2B5EF4-FFF2-40B4-BE49-F238E27FC236}">
                  <a16:creationId xmlns:a16="http://schemas.microsoft.com/office/drawing/2014/main" id="{010A2775-AEB3-349B-4BB7-BE6C770071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79175" y="64817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79" name="Oval 1394">
              <a:extLst>
                <a:ext uri="{FF2B5EF4-FFF2-40B4-BE49-F238E27FC236}">
                  <a16:creationId xmlns:a16="http://schemas.microsoft.com/office/drawing/2014/main" id="{3136C4ED-1B7F-6435-269F-018D7D9F41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12513" y="6532563"/>
              <a:ext cx="12700" cy="14288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0" name="Oval 1395">
              <a:extLst>
                <a:ext uri="{FF2B5EF4-FFF2-40B4-BE49-F238E27FC236}">
                  <a16:creationId xmlns:a16="http://schemas.microsoft.com/office/drawing/2014/main" id="{6FF2BD95-36B9-53D9-1126-B2144A9F9B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4263" y="657701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1" name="Oval 1396">
              <a:extLst>
                <a:ext uri="{FF2B5EF4-FFF2-40B4-BE49-F238E27FC236}">
                  <a16:creationId xmlns:a16="http://schemas.microsoft.com/office/drawing/2014/main" id="{FE680C2D-749A-4DAE-9FA5-DDF7F3E7E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4425" y="661670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2" name="Oval 1397">
              <a:extLst>
                <a:ext uri="{FF2B5EF4-FFF2-40B4-BE49-F238E27FC236}">
                  <a16:creationId xmlns:a16="http://schemas.microsoft.com/office/drawing/2014/main" id="{8CA86B81-BEB8-0BA3-FFC9-42A1F4121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03000" y="665321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3" name="Oval 1398">
              <a:extLst>
                <a:ext uri="{FF2B5EF4-FFF2-40B4-BE49-F238E27FC236}">
                  <a16:creationId xmlns:a16="http://schemas.microsoft.com/office/drawing/2014/main" id="{00827DD6-422E-14AE-1C55-BBEF0F36C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31575" y="670083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4" name="Oval 1399">
              <a:extLst>
                <a:ext uri="{FF2B5EF4-FFF2-40B4-BE49-F238E27FC236}">
                  <a16:creationId xmlns:a16="http://schemas.microsoft.com/office/drawing/2014/main" id="{0DE3C348-BA78-E881-1A02-D266B41F5A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56975" y="6732588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5" name="Oval 1400">
              <a:extLst>
                <a:ext uri="{FF2B5EF4-FFF2-40B4-BE49-F238E27FC236}">
                  <a16:creationId xmlns:a16="http://schemas.microsoft.com/office/drawing/2014/main" id="{E480E8D6-9F92-5C2B-F3FD-F4C005D09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2375" y="676910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6" name="Oval 1401">
              <a:extLst>
                <a:ext uri="{FF2B5EF4-FFF2-40B4-BE49-F238E27FC236}">
                  <a16:creationId xmlns:a16="http://schemas.microsoft.com/office/drawing/2014/main" id="{6A6755AB-E942-BAF7-DAEA-5A727E5F86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06188" y="680561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87" name="Oval 1402">
              <a:extLst>
                <a:ext uri="{FF2B5EF4-FFF2-40B4-BE49-F238E27FC236}">
                  <a16:creationId xmlns:a16="http://schemas.microsoft.com/office/drawing/2014/main" id="{0260D95D-C484-688C-A089-58EA23239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8413" y="6831013"/>
              <a:ext cx="14287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6" name="Oval 1403">
              <a:extLst>
                <a:ext uri="{FF2B5EF4-FFF2-40B4-BE49-F238E27FC236}">
                  <a16:creationId xmlns:a16="http://schemas.microsoft.com/office/drawing/2014/main" id="{22EB8FA9-69E2-F727-6404-8F334203D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52225" y="6854825"/>
              <a:ext cx="11112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7" name="Oval 1404">
              <a:extLst>
                <a:ext uri="{FF2B5EF4-FFF2-40B4-BE49-F238E27FC236}">
                  <a16:creationId xmlns:a16="http://schemas.microsoft.com/office/drawing/2014/main" id="{50FF22ED-02A7-E19D-818A-2FA848795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72863" y="688340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88" name="Oval 1405">
              <a:extLst>
                <a:ext uri="{FF2B5EF4-FFF2-40B4-BE49-F238E27FC236}">
                  <a16:creationId xmlns:a16="http://schemas.microsoft.com/office/drawing/2014/main" id="{027F9855-A6BF-C771-699D-9427CBC97E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3500" y="6900863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87" name="Line 1406">
              <a:extLst>
                <a:ext uri="{FF2B5EF4-FFF2-40B4-BE49-F238E27FC236}">
                  <a16:creationId xmlns:a16="http://schemas.microsoft.com/office/drawing/2014/main" id="{7BD29A26-9D68-F4C4-1F71-35EAADA37D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4263" y="3541713"/>
              <a:ext cx="2827337" cy="3373438"/>
            </a:xfrm>
            <a:prstGeom prst="line">
              <a:avLst/>
            </a:prstGeom>
            <a:noFill/>
            <a:ln w="3175" cap="flat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88" name="Rectangle 1407">
              <a:extLst>
                <a:ext uri="{FF2B5EF4-FFF2-40B4-BE49-F238E27FC236}">
                  <a16:creationId xmlns:a16="http://schemas.microsoft.com/office/drawing/2014/main" id="{DD050590-A5C5-8F89-A97A-0B245254EA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5150" y="3776663"/>
              <a:ext cx="615950" cy="4111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89" name="Rectangle 1408">
              <a:extLst>
                <a:ext uri="{FF2B5EF4-FFF2-40B4-BE49-F238E27FC236}">
                  <a16:creationId xmlns:a16="http://schemas.microsoft.com/office/drawing/2014/main" id="{EC32862C-EE8A-57FE-2CF8-9730156AC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0575" y="3795713"/>
              <a:ext cx="90487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all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90" name="Oval 1409">
              <a:extLst>
                <a:ext uri="{FF2B5EF4-FFF2-40B4-BE49-F238E27FC236}">
                  <a16:creationId xmlns:a16="http://schemas.microsoft.com/office/drawing/2014/main" id="{9E5C7365-8E08-EEE6-F0FF-A988E9BB9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4688" y="3819525"/>
              <a:ext cx="12700" cy="12700"/>
            </a:xfrm>
            <a:prstGeom prst="ellipse">
              <a:avLst/>
            </a:prstGeom>
            <a:solidFill>
              <a:srgbClr val="80808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91" name="Rectangle 1410">
              <a:extLst>
                <a:ext uri="{FF2B5EF4-FFF2-40B4-BE49-F238E27FC236}">
                  <a16:creationId xmlns:a16="http://schemas.microsoft.com/office/drawing/2014/main" id="{8AC0FF0D-5459-1C24-B1A2-15B94230DC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0575" y="3878263"/>
              <a:ext cx="385762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diag oppsign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92" name="Freeform 1411">
              <a:extLst>
                <a:ext uri="{FF2B5EF4-FFF2-40B4-BE49-F238E27FC236}">
                  <a16:creationId xmlns:a16="http://schemas.microsoft.com/office/drawing/2014/main" id="{42AE98E8-0A98-5A65-BA2A-519C3AECAF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20400" y="3883025"/>
              <a:ext cx="41275" cy="41275"/>
            </a:xfrm>
            <a:custGeom>
              <a:avLst/>
              <a:gdLst>
                <a:gd name="T0" fmla="*/ 69 w 139"/>
                <a:gd name="T1" fmla="*/ 11 h 139"/>
                <a:gd name="T2" fmla="*/ 128 w 139"/>
                <a:gd name="T3" fmla="*/ 69 h 139"/>
                <a:gd name="T4" fmla="*/ 128 w 139"/>
                <a:gd name="T5" fmla="*/ 69 h 139"/>
                <a:gd name="T6" fmla="*/ 69 w 139"/>
                <a:gd name="T7" fmla="*/ 128 h 139"/>
                <a:gd name="T8" fmla="*/ 11 w 139"/>
                <a:gd name="T9" fmla="*/ 69 h 139"/>
                <a:gd name="T10" fmla="*/ 69 w 139"/>
                <a:gd name="T11" fmla="*/ 11 h 139"/>
                <a:gd name="T12" fmla="*/ 69 w 139"/>
                <a:gd name="T13" fmla="*/ 0 h 139"/>
                <a:gd name="T14" fmla="*/ 0 w 139"/>
                <a:gd name="T15" fmla="*/ 69 h 139"/>
                <a:gd name="T16" fmla="*/ 69 w 139"/>
                <a:gd name="T17" fmla="*/ 139 h 139"/>
                <a:gd name="T18" fmla="*/ 139 w 139"/>
                <a:gd name="T19" fmla="*/ 69 h 139"/>
                <a:gd name="T20" fmla="*/ 139 w 139"/>
                <a:gd name="T21" fmla="*/ 69 h 139"/>
                <a:gd name="T22" fmla="*/ 69 w 139"/>
                <a:gd name="T23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9" h="139">
                  <a:moveTo>
                    <a:pt x="69" y="11"/>
                  </a:moveTo>
                  <a:cubicBezTo>
                    <a:pt x="102" y="11"/>
                    <a:pt x="128" y="37"/>
                    <a:pt x="128" y="69"/>
                  </a:cubicBezTo>
                  <a:lnTo>
                    <a:pt x="128" y="69"/>
                  </a:lnTo>
                  <a:cubicBezTo>
                    <a:pt x="128" y="102"/>
                    <a:pt x="102" y="128"/>
                    <a:pt x="69" y="128"/>
                  </a:cubicBezTo>
                  <a:cubicBezTo>
                    <a:pt x="37" y="128"/>
                    <a:pt x="11" y="102"/>
                    <a:pt x="11" y="69"/>
                  </a:cubicBezTo>
                  <a:cubicBezTo>
                    <a:pt x="11" y="37"/>
                    <a:pt x="37" y="11"/>
                    <a:pt x="69" y="11"/>
                  </a:cubicBezTo>
                  <a:close/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8" y="139"/>
                    <a:pt x="139" y="108"/>
                    <a:pt x="139" y="69"/>
                  </a:cubicBezTo>
                  <a:lnTo>
                    <a:pt x="139" y="69"/>
                  </a:lnTo>
                  <a:cubicBezTo>
                    <a:pt x="139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0059FF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93" name="Rectangle 1412">
              <a:extLst>
                <a:ext uri="{FF2B5EF4-FFF2-40B4-BE49-F238E27FC236}">
                  <a16:creationId xmlns:a16="http://schemas.microsoft.com/office/drawing/2014/main" id="{96A6924E-A634-7BB5-EF91-62975F50C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0575" y="3954463"/>
              <a:ext cx="433387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diag samesign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94" name="Freeform 1413">
              <a:extLst>
                <a:ext uri="{FF2B5EF4-FFF2-40B4-BE49-F238E27FC236}">
                  <a16:creationId xmlns:a16="http://schemas.microsoft.com/office/drawing/2014/main" id="{6D2CBE6D-F840-4F5C-BE75-939C0608D2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826750" y="3968750"/>
              <a:ext cx="26987" cy="26988"/>
            </a:xfrm>
            <a:custGeom>
              <a:avLst/>
              <a:gdLst>
                <a:gd name="T0" fmla="*/ 0 w 17"/>
                <a:gd name="T1" fmla="*/ 0 h 17"/>
                <a:gd name="T2" fmla="*/ 17 w 17"/>
                <a:gd name="T3" fmla="*/ 17 h 17"/>
                <a:gd name="T4" fmla="*/ 0 w 17"/>
                <a:gd name="T5" fmla="*/ 17 h 17"/>
                <a:gd name="T6" fmla="*/ 17 w 17"/>
                <a:gd name="T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" h="17">
                  <a:moveTo>
                    <a:pt x="0" y="0"/>
                  </a:moveTo>
                  <a:lnTo>
                    <a:pt x="17" y="17"/>
                  </a:lnTo>
                  <a:moveTo>
                    <a:pt x="0" y="17"/>
                  </a:moveTo>
                  <a:lnTo>
                    <a:pt x="17" y="0"/>
                  </a:lnTo>
                </a:path>
              </a:pathLst>
            </a:custGeom>
            <a:noFill/>
            <a:ln w="3175" cap="flat">
              <a:solidFill>
                <a:srgbClr val="5900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95" name="Rectangle 1414">
              <a:extLst>
                <a:ext uri="{FF2B5EF4-FFF2-40B4-BE49-F238E27FC236}">
                  <a16:creationId xmlns:a16="http://schemas.microsoft.com/office/drawing/2014/main" id="{E58CDACA-BC98-D8C9-437C-587C8186EF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0575" y="4035425"/>
              <a:ext cx="133350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vert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96" name="Oval 1415">
              <a:extLst>
                <a:ext uri="{FF2B5EF4-FFF2-40B4-BE49-F238E27FC236}">
                  <a16:creationId xmlns:a16="http://schemas.microsoft.com/office/drawing/2014/main" id="{EE6B403D-74BB-7E92-B312-820EEC078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4688" y="4054475"/>
              <a:ext cx="12700" cy="12700"/>
            </a:xfrm>
            <a:prstGeom prst="ellipse">
              <a:avLst/>
            </a:prstGeom>
            <a:solidFill>
              <a:srgbClr val="00FF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97" name="Rectangle 1416">
              <a:extLst>
                <a:ext uri="{FF2B5EF4-FFF2-40B4-BE49-F238E27FC236}">
                  <a16:creationId xmlns:a16="http://schemas.microsoft.com/office/drawing/2014/main" id="{60284A40-BD54-ED83-EABA-EA54D54623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50575" y="4111625"/>
              <a:ext cx="161925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horiz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98" name="Oval 1417">
              <a:extLst>
                <a:ext uri="{FF2B5EF4-FFF2-40B4-BE49-F238E27FC236}">
                  <a16:creationId xmlns:a16="http://schemas.microsoft.com/office/drawing/2014/main" id="{8E8672D4-A7CE-75C8-5D7F-D4573ED786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34688" y="4133850"/>
              <a:ext cx="12700" cy="12700"/>
            </a:xfrm>
            <a:prstGeom prst="ellipse">
              <a:avLst/>
            </a:prstGeom>
            <a:solidFill>
              <a:srgbClr val="FF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99" name="Rectangle 1418">
              <a:extLst>
                <a:ext uri="{FF2B5EF4-FFF2-40B4-BE49-F238E27FC236}">
                  <a16:creationId xmlns:a16="http://schemas.microsoft.com/office/drawing/2014/main" id="{10D57008-8AA6-88A0-66E7-B85A6B77A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25150" y="3776663"/>
              <a:ext cx="615950" cy="411163"/>
            </a:xfrm>
            <a:prstGeom prst="rect">
              <a:avLst/>
            </a:prstGeom>
            <a:noFill/>
            <a:ln w="3175" cap="flat">
              <a:solidFill>
                <a:srgbClr val="26262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00" name="Rectangle 1419">
              <a:extLst>
                <a:ext uri="{FF2B5EF4-FFF2-40B4-BE49-F238E27FC236}">
                  <a16:creationId xmlns:a16="http://schemas.microsoft.com/office/drawing/2014/main" id="{D92E3825-CD80-A172-F274-0BBF69222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7063" y="7243763"/>
              <a:ext cx="3346450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Penn Natural Images log NRorig=[16  32] pad=1 whiten=per view (subj wtd) marg=1 pxlmean 0 roimean 1 cosbell 1 gen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501" name="Rectangle 1420">
              <a:extLst>
                <a:ext uri="{FF2B5EF4-FFF2-40B4-BE49-F238E27FC236}">
                  <a16:creationId xmlns:a16="http://schemas.microsoft.com/office/drawing/2014/main" id="{750165EE-AD0B-489E-128C-2041F325C0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7063" y="7081838"/>
              <a:ext cx="452437" cy="857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std (N=2 R=64)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2023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AB9C09-A777-2F6E-99A9-192646A629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spectral slope wireframes</a:t>
            </a:r>
          </a:p>
        </p:txBody>
      </p:sp>
    </p:spTree>
    <p:extLst>
      <p:ext uri="{BB962C8B-B14F-4D97-AF65-F5344CB8AC3E}">
        <p14:creationId xmlns:p14="http://schemas.microsoft.com/office/powerpoint/2010/main" val="2879300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2" name="TextBox 2861">
            <a:extLst>
              <a:ext uri="{FF2B5EF4-FFF2-40B4-BE49-F238E27FC236}">
                <a16:creationId xmlns:a16="http://schemas.microsoft.com/office/drawing/2014/main" id="{11B38BAE-555B-AA0A-A9C4-DA0E2005F2BB}"/>
              </a:ext>
            </a:extLst>
          </p:cNvPr>
          <p:cNvSpPr txBox="1"/>
          <p:nvPr/>
        </p:nvSpPr>
        <p:spPr>
          <a:xfrm>
            <a:off x="7166778" y="4195306"/>
            <a:ext cx="5025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Penn natural image database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859D0C-7AD7-BA37-497B-AFE337EFCC3A}"/>
              </a:ext>
            </a:extLst>
          </p:cNvPr>
          <p:cNvSpPr txBox="1"/>
          <p:nvPr/>
        </p:nvSpPr>
        <p:spPr>
          <a:xfrm>
            <a:off x="5108100" y="44250"/>
            <a:ext cx="7102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[</a:t>
            </a:r>
            <a:r>
              <a:rPr lang="en-US" dirty="0" err="1"/>
              <a:t>bone|bonesubs|scin|nimg</a:t>
            </a:r>
            <a:r>
              <a:rPr lang="en-US" dirty="0"/>
              <a:t>]_[</a:t>
            </a:r>
            <a:r>
              <a:rPr lang="en-US" dirty="0" err="1"/>
              <a:t>slopesbyaxis_persubj</a:t>
            </a:r>
            <a:r>
              <a:rPr lang="en-US" dirty="0"/>
              <a:t>_*_</a:t>
            </a:r>
            <a:r>
              <a:rPr lang="en-US" dirty="0" err="1"/>
              <a:t>tweaked.emf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E0FFE1-11C5-BB7D-1C12-E5D4C8B79030}"/>
              </a:ext>
            </a:extLst>
          </p:cNvPr>
          <p:cNvSpPr txBox="1"/>
          <p:nvPr/>
        </p:nvSpPr>
        <p:spPr>
          <a:xfrm>
            <a:off x="588628" y="503900"/>
            <a:ext cx="10374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bone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3F3644-7702-0E0E-5D0D-498AD0B40982}"/>
              </a:ext>
            </a:extLst>
          </p:cNvPr>
          <p:cNvSpPr txBox="1"/>
          <p:nvPr/>
        </p:nvSpPr>
        <p:spPr>
          <a:xfrm>
            <a:off x="7473843" y="493393"/>
            <a:ext cx="237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bone interior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3DF1F7-6304-3854-B0EE-44D0F1D17EE0}"/>
              </a:ext>
            </a:extLst>
          </p:cNvPr>
          <p:cNvSpPr txBox="1"/>
          <p:nvPr/>
        </p:nvSpPr>
        <p:spPr>
          <a:xfrm>
            <a:off x="625784" y="3721386"/>
            <a:ext cx="9631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/>
              <a:t>scint</a:t>
            </a:r>
            <a:endParaRPr lang="en-US" sz="3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C1A8DF-A60E-103C-6281-C7E60B456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3843" y="1019778"/>
            <a:ext cx="4572000" cy="3238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E79B630-D161-31F3-A16C-E85BD4877C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933" y="785781"/>
            <a:ext cx="4572000" cy="32385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344EC5E-3F35-6746-5085-A9F7BDF17E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4396480"/>
            <a:ext cx="4572000" cy="32385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C2FC59E-C88A-E471-3CDD-48134A1324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4129" y="4801502"/>
            <a:ext cx="45720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128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AB9C09-A777-2F6E-99A9-192646A629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binary </a:t>
            </a:r>
            <a:r>
              <a:rPr lang="en-US"/>
              <a:t>texture stats </a:t>
            </a:r>
            <a:r>
              <a:rPr lang="en-US" dirty="0"/>
              <a:t>wireframes</a:t>
            </a:r>
          </a:p>
        </p:txBody>
      </p:sp>
    </p:spTree>
    <p:extLst>
      <p:ext uri="{BB962C8B-B14F-4D97-AF65-F5344CB8AC3E}">
        <p14:creationId xmlns:p14="http://schemas.microsoft.com/office/powerpoint/2010/main" val="535956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Rectangle 1070">
            <a:extLst>
              <a:ext uri="{FF2B5EF4-FFF2-40B4-BE49-F238E27FC236}">
                <a16:creationId xmlns:a16="http://schemas.microsoft.com/office/drawing/2014/main" id="{4AF9C94F-B47B-C5A6-B882-9E7140DB6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9937" y="6138862"/>
            <a:ext cx="933450" cy="17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std (N=2 R=64)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007AB5-3331-6A96-89F9-B25E58F83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0643" y="663913"/>
            <a:ext cx="4572000" cy="3238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874706-9AF8-8054-E48C-FCB8E1CEEB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307" y="3810002"/>
            <a:ext cx="4572000" cy="3238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2BDEF5-6EA1-3D4D-B256-E3F7801EAD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307" y="663913"/>
            <a:ext cx="4572000" cy="3238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70F7B0-A2F4-43D3-D76A-AB6F4ED187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3979" y="3741162"/>
            <a:ext cx="4572000" cy="3238500"/>
          </a:xfrm>
          <a:prstGeom prst="rect">
            <a:avLst/>
          </a:prstGeom>
        </p:spPr>
      </p:pic>
      <p:sp>
        <p:nvSpPr>
          <p:cNvPr id="2862" name="TextBox 2861">
            <a:extLst>
              <a:ext uri="{FF2B5EF4-FFF2-40B4-BE49-F238E27FC236}">
                <a16:creationId xmlns:a16="http://schemas.microsoft.com/office/drawing/2014/main" id="{11B38BAE-555B-AA0A-A9C4-DA0E2005F2BB}"/>
              </a:ext>
            </a:extLst>
          </p:cNvPr>
          <p:cNvSpPr txBox="1"/>
          <p:nvPr/>
        </p:nvSpPr>
        <p:spPr>
          <a:xfrm>
            <a:off x="427654" y="79138"/>
            <a:ext cx="10374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bone</a:t>
            </a:r>
          </a:p>
        </p:txBody>
      </p:sp>
      <p:sp>
        <p:nvSpPr>
          <p:cNvPr id="2863" name="TextBox 2862">
            <a:extLst>
              <a:ext uri="{FF2B5EF4-FFF2-40B4-BE49-F238E27FC236}">
                <a16:creationId xmlns:a16="http://schemas.microsoft.com/office/drawing/2014/main" id="{FCAC9AED-E205-7CF6-3328-99D635EF9AE7}"/>
              </a:ext>
            </a:extLst>
          </p:cNvPr>
          <p:cNvSpPr txBox="1"/>
          <p:nvPr/>
        </p:nvSpPr>
        <p:spPr>
          <a:xfrm>
            <a:off x="427654" y="2098497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</a:t>
            </a:r>
          </a:p>
        </p:txBody>
      </p:sp>
      <p:sp>
        <p:nvSpPr>
          <p:cNvPr id="2864" name="TextBox 2863">
            <a:extLst>
              <a:ext uri="{FF2B5EF4-FFF2-40B4-BE49-F238E27FC236}">
                <a16:creationId xmlns:a16="http://schemas.microsoft.com/office/drawing/2014/main" id="{18B2D9CC-B80B-5BAD-B55A-42E1469606E2}"/>
              </a:ext>
            </a:extLst>
          </p:cNvPr>
          <p:cNvSpPr txBox="1"/>
          <p:nvPr/>
        </p:nvSpPr>
        <p:spPr>
          <a:xfrm flipH="1">
            <a:off x="427654" y="5072248"/>
            <a:ext cx="1037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stdv</a:t>
            </a:r>
            <a:endParaRPr lang="en-US" dirty="0"/>
          </a:p>
        </p:txBody>
      </p:sp>
      <p:sp>
        <p:nvSpPr>
          <p:cNvPr id="2865" name="TextBox 2864">
            <a:extLst>
              <a:ext uri="{FF2B5EF4-FFF2-40B4-BE49-F238E27FC236}">
                <a16:creationId xmlns:a16="http://schemas.microsoft.com/office/drawing/2014/main" id="{5ADD6A82-067D-F21F-E9DB-7815DD64456E}"/>
              </a:ext>
            </a:extLst>
          </p:cNvPr>
          <p:cNvSpPr txBox="1"/>
          <p:nvPr/>
        </p:nvSpPr>
        <p:spPr>
          <a:xfrm>
            <a:off x="2121332" y="371525"/>
            <a:ext cx="3896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pairwise </a:t>
            </a:r>
            <a:r>
              <a:rPr lang="en-US" dirty="0" err="1"/>
              <a:t>horiz</a:t>
            </a:r>
            <a:r>
              <a:rPr lang="en-US" dirty="0"/>
              <a:t>, vert, oblique /, oblique \</a:t>
            </a:r>
          </a:p>
        </p:txBody>
      </p:sp>
      <p:sp>
        <p:nvSpPr>
          <p:cNvPr id="2866" name="TextBox 2865">
            <a:extLst>
              <a:ext uri="{FF2B5EF4-FFF2-40B4-BE49-F238E27FC236}">
                <a16:creationId xmlns:a16="http://schemas.microsoft.com/office/drawing/2014/main" id="{FFADD7A5-218C-B1B1-0738-A89AD6F21FBB}"/>
              </a:ext>
            </a:extLst>
          </p:cNvPr>
          <p:cNvSpPr txBox="1"/>
          <p:nvPr/>
        </p:nvSpPr>
        <p:spPr>
          <a:xfrm>
            <a:off x="6540643" y="344056"/>
            <a:ext cx="5013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pairwise </a:t>
            </a:r>
            <a:r>
              <a:rPr lang="en-US" dirty="0" err="1"/>
              <a:t>h+v</a:t>
            </a:r>
            <a:r>
              <a:rPr lang="en-US" dirty="0"/>
              <a:t>, pairwise \+/, third-order, fourth-order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D0430-FD88-406B-AB97-58D53124578F}"/>
              </a:ext>
            </a:extLst>
          </p:cNvPr>
          <p:cNvSpPr txBox="1"/>
          <p:nvPr/>
        </p:nvSpPr>
        <p:spPr>
          <a:xfrm>
            <a:off x="2035689" y="58822"/>
            <a:ext cx="8120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[</a:t>
            </a:r>
            <a:r>
              <a:rPr lang="en-US" dirty="0" err="1"/>
              <a:t>bone|bonesubs|scin|nimg</a:t>
            </a:r>
            <a:r>
              <a:rPr lang="en-US" dirty="0"/>
              <a:t>]_[</a:t>
            </a:r>
            <a:r>
              <a:rPr lang="en-US" dirty="0" err="1"/>
              <a:t>bcde|bc_de_tuvw_a</a:t>
            </a:r>
            <a:r>
              <a:rPr lang="en-US" dirty="0"/>
              <a:t>]_tweaked_[</a:t>
            </a:r>
            <a:r>
              <a:rPr lang="en-US" dirty="0" err="1"/>
              <a:t>mean|stdv</a:t>
            </a:r>
            <a:r>
              <a:rPr lang="en-US" dirty="0"/>
              <a:t>].emf</a:t>
            </a:r>
          </a:p>
        </p:txBody>
      </p:sp>
    </p:spTree>
    <p:extLst>
      <p:ext uri="{BB962C8B-B14F-4D97-AF65-F5344CB8AC3E}">
        <p14:creationId xmlns:p14="http://schemas.microsoft.com/office/powerpoint/2010/main" val="854895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2" name="TextBox 2861">
            <a:extLst>
              <a:ext uri="{FF2B5EF4-FFF2-40B4-BE49-F238E27FC236}">
                <a16:creationId xmlns:a16="http://schemas.microsoft.com/office/drawing/2014/main" id="{11B38BAE-555B-AA0A-A9C4-DA0E2005F2BB}"/>
              </a:ext>
            </a:extLst>
          </p:cNvPr>
          <p:cNvSpPr txBox="1"/>
          <p:nvPr/>
        </p:nvSpPr>
        <p:spPr>
          <a:xfrm>
            <a:off x="-40968" y="-80875"/>
            <a:ext cx="237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bone interior</a:t>
            </a:r>
          </a:p>
        </p:txBody>
      </p:sp>
      <p:sp>
        <p:nvSpPr>
          <p:cNvPr id="2863" name="TextBox 2862">
            <a:extLst>
              <a:ext uri="{FF2B5EF4-FFF2-40B4-BE49-F238E27FC236}">
                <a16:creationId xmlns:a16="http://schemas.microsoft.com/office/drawing/2014/main" id="{FCAC9AED-E205-7CF6-3328-99D635EF9AE7}"/>
              </a:ext>
            </a:extLst>
          </p:cNvPr>
          <p:cNvSpPr txBox="1"/>
          <p:nvPr/>
        </p:nvSpPr>
        <p:spPr>
          <a:xfrm>
            <a:off x="427654" y="2098497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</a:t>
            </a:r>
          </a:p>
        </p:txBody>
      </p:sp>
      <p:sp>
        <p:nvSpPr>
          <p:cNvPr id="2864" name="TextBox 2863">
            <a:extLst>
              <a:ext uri="{FF2B5EF4-FFF2-40B4-BE49-F238E27FC236}">
                <a16:creationId xmlns:a16="http://schemas.microsoft.com/office/drawing/2014/main" id="{18B2D9CC-B80B-5BAD-B55A-42E1469606E2}"/>
              </a:ext>
            </a:extLst>
          </p:cNvPr>
          <p:cNvSpPr txBox="1"/>
          <p:nvPr/>
        </p:nvSpPr>
        <p:spPr>
          <a:xfrm flipH="1">
            <a:off x="427654" y="5072248"/>
            <a:ext cx="1037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stdv</a:t>
            </a:r>
            <a:endParaRPr lang="en-US" dirty="0"/>
          </a:p>
        </p:txBody>
      </p:sp>
      <p:sp>
        <p:nvSpPr>
          <p:cNvPr id="2865" name="TextBox 2864">
            <a:extLst>
              <a:ext uri="{FF2B5EF4-FFF2-40B4-BE49-F238E27FC236}">
                <a16:creationId xmlns:a16="http://schemas.microsoft.com/office/drawing/2014/main" id="{5ADD6A82-067D-F21F-E9DB-7815DD64456E}"/>
              </a:ext>
            </a:extLst>
          </p:cNvPr>
          <p:cNvSpPr txBox="1"/>
          <p:nvPr/>
        </p:nvSpPr>
        <p:spPr>
          <a:xfrm>
            <a:off x="2121332" y="371525"/>
            <a:ext cx="3896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pairwise </a:t>
            </a:r>
            <a:r>
              <a:rPr lang="en-US" dirty="0" err="1"/>
              <a:t>horiz</a:t>
            </a:r>
            <a:r>
              <a:rPr lang="en-US" dirty="0"/>
              <a:t>, vert, oblique /, oblique \</a:t>
            </a:r>
          </a:p>
        </p:txBody>
      </p:sp>
      <p:sp>
        <p:nvSpPr>
          <p:cNvPr id="2866" name="TextBox 2865">
            <a:extLst>
              <a:ext uri="{FF2B5EF4-FFF2-40B4-BE49-F238E27FC236}">
                <a16:creationId xmlns:a16="http://schemas.microsoft.com/office/drawing/2014/main" id="{FFADD7A5-218C-B1B1-0738-A89AD6F21FBB}"/>
              </a:ext>
            </a:extLst>
          </p:cNvPr>
          <p:cNvSpPr txBox="1"/>
          <p:nvPr/>
        </p:nvSpPr>
        <p:spPr>
          <a:xfrm>
            <a:off x="6540643" y="344056"/>
            <a:ext cx="5013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pairwise </a:t>
            </a:r>
            <a:r>
              <a:rPr lang="en-US" dirty="0" err="1"/>
              <a:t>h+v</a:t>
            </a:r>
            <a:r>
              <a:rPr lang="en-US" dirty="0"/>
              <a:t>, pairwise \+/, third-order, fourth-order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ED30483-6986-277A-0747-1C6CD3474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333" y="810461"/>
            <a:ext cx="4572000" cy="3238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008C224-BE52-005A-793F-B0B394F623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528" y="3956410"/>
            <a:ext cx="4572000" cy="3238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BB06580-8906-12F6-EFAB-3B1F5ECFEF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2711" y="921074"/>
            <a:ext cx="4572000" cy="3238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FC6B797-35AD-E159-BFE0-0E4C34A18D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2346" y="3353265"/>
            <a:ext cx="4572000" cy="3238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8493C6-3EDB-F160-3AF6-DE5B51A3D754}"/>
              </a:ext>
            </a:extLst>
          </p:cNvPr>
          <p:cNvSpPr txBox="1"/>
          <p:nvPr/>
        </p:nvSpPr>
        <p:spPr>
          <a:xfrm>
            <a:off x="2035689" y="58822"/>
            <a:ext cx="8120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[</a:t>
            </a:r>
            <a:r>
              <a:rPr lang="en-US" dirty="0" err="1"/>
              <a:t>bone|bonesubs|scin|nimg</a:t>
            </a:r>
            <a:r>
              <a:rPr lang="en-US" dirty="0"/>
              <a:t>]_[</a:t>
            </a:r>
            <a:r>
              <a:rPr lang="en-US" dirty="0" err="1"/>
              <a:t>bcde|bc_de_tuvw_a</a:t>
            </a:r>
            <a:r>
              <a:rPr lang="en-US" dirty="0"/>
              <a:t>]_tweaked_[</a:t>
            </a:r>
            <a:r>
              <a:rPr lang="en-US" dirty="0" err="1"/>
              <a:t>mean|stdv</a:t>
            </a:r>
            <a:r>
              <a:rPr lang="en-US" dirty="0"/>
              <a:t>].emf</a:t>
            </a:r>
          </a:p>
        </p:txBody>
      </p:sp>
    </p:spTree>
    <p:extLst>
      <p:ext uri="{BB962C8B-B14F-4D97-AF65-F5344CB8AC3E}">
        <p14:creationId xmlns:p14="http://schemas.microsoft.com/office/powerpoint/2010/main" val="1070050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2" name="TextBox 2861">
            <a:extLst>
              <a:ext uri="{FF2B5EF4-FFF2-40B4-BE49-F238E27FC236}">
                <a16:creationId xmlns:a16="http://schemas.microsoft.com/office/drawing/2014/main" id="{11B38BAE-555B-AA0A-A9C4-DA0E2005F2BB}"/>
              </a:ext>
            </a:extLst>
          </p:cNvPr>
          <p:cNvSpPr txBox="1"/>
          <p:nvPr/>
        </p:nvSpPr>
        <p:spPr>
          <a:xfrm>
            <a:off x="427654" y="79138"/>
            <a:ext cx="9631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/>
              <a:t>scint</a:t>
            </a:r>
            <a:endParaRPr lang="en-US" sz="3200" dirty="0"/>
          </a:p>
        </p:txBody>
      </p:sp>
      <p:sp>
        <p:nvSpPr>
          <p:cNvPr id="2863" name="TextBox 2862">
            <a:extLst>
              <a:ext uri="{FF2B5EF4-FFF2-40B4-BE49-F238E27FC236}">
                <a16:creationId xmlns:a16="http://schemas.microsoft.com/office/drawing/2014/main" id="{FCAC9AED-E205-7CF6-3328-99D635EF9AE7}"/>
              </a:ext>
            </a:extLst>
          </p:cNvPr>
          <p:cNvSpPr txBox="1"/>
          <p:nvPr/>
        </p:nvSpPr>
        <p:spPr>
          <a:xfrm>
            <a:off x="427654" y="2098497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</a:t>
            </a:r>
          </a:p>
        </p:txBody>
      </p:sp>
      <p:sp>
        <p:nvSpPr>
          <p:cNvPr id="2864" name="TextBox 2863">
            <a:extLst>
              <a:ext uri="{FF2B5EF4-FFF2-40B4-BE49-F238E27FC236}">
                <a16:creationId xmlns:a16="http://schemas.microsoft.com/office/drawing/2014/main" id="{18B2D9CC-B80B-5BAD-B55A-42E1469606E2}"/>
              </a:ext>
            </a:extLst>
          </p:cNvPr>
          <p:cNvSpPr txBox="1"/>
          <p:nvPr/>
        </p:nvSpPr>
        <p:spPr>
          <a:xfrm flipH="1">
            <a:off x="427654" y="5072248"/>
            <a:ext cx="1037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stdv</a:t>
            </a:r>
            <a:endParaRPr lang="en-US" dirty="0"/>
          </a:p>
        </p:txBody>
      </p:sp>
      <p:sp>
        <p:nvSpPr>
          <p:cNvPr id="2865" name="TextBox 2864">
            <a:extLst>
              <a:ext uri="{FF2B5EF4-FFF2-40B4-BE49-F238E27FC236}">
                <a16:creationId xmlns:a16="http://schemas.microsoft.com/office/drawing/2014/main" id="{5ADD6A82-067D-F21F-E9DB-7815DD64456E}"/>
              </a:ext>
            </a:extLst>
          </p:cNvPr>
          <p:cNvSpPr txBox="1"/>
          <p:nvPr/>
        </p:nvSpPr>
        <p:spPr>
          <a:xfrm>
            <a:off x="2121332" y="371525"/>
            <a:ext cx="3896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pairwise </a:t>
            </a:r>
            <a:r>
              <a:rPr lang="en-US" dirty="0" err="1"/>
              <a:t>horiz</a:t>
            </a:r>
            <a:r>
              <a:rPr lang="en-US" dirty="0"/>
              <a:t>, vert, oblique /, oblique \</a:t>
            </a:r>
          </a:p>
        </p:txBody>
      </p:sp>
      <p:sp>
        <p:nvSpPr>
          <p:cNvPr id="2866" name="TextBox 2865">
            <a:extLst>
              <a:ext uri="{FF2B5EF4-FFF2-40B4-BE49-F238E27FC236}">
                <a16:creationId xmlns:a16="http://schemas.microsoft.com/office/drawing/2014/main" id="{FFADD7A5-218C-B1B1-0738-A89AD6F21FBB}"/>
              </a:ext>
            </a:extLst>
          </p:cNvPr>
          <p:cNvSpPr txBox="1"/>
          <p:nvPr/>
        </p:nvSpPr>
        <p:spPr>
          <a:xfrm>
            <a:off x="6540643" y="344056"/>
            <a:ext cx="5013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pairwise </a:t>
            </a:r>
            <a:r>
              <a:rPr lang="en-US" dirty="0" err="1"/>
              <a:t>h+v</a:t>
            </a:r>
            <a:r>
              <a:rPr lang="en-US" dirty="0"/>
              <a:t>, pairwise \+/, third-order, fourth-order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0B79BC-DD90-4AF2-4D06-085C1B9FC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3205" y="713388"/>
            <a:ext cx="4572000" cy="3238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F5D8DC-A935-479F-31D9-4834F232EA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365" y="938725"/>
            <a:ext cx="4572000" cy="3238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516E4A-666E-8C85-A231-E57BB61073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948" y="4375093"/>
            <a:ext cx="4572000" cy="3238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27564A-3213-0519-63A1-07380A70C5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3205" y="4177225"/>
            <a:ext cx="4572000" cy="3238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4D29FB-04AD-8BEC-51F9-3ED4A105C728}"/>
              </a:ext>
            </a:extLst>
          </p:cNvPr>
          <p:cNvSpPr txBox="1"/>
          <p:nvPr/>
        </p:nvSpPr>
        <p:spPr>
          <a:xfrm>
            <a:off x="2035689" y="58822"/>
            <a:ext cx="8120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[</a:t>
            </a:r>
            <a:r>
              <a:rPr lang="en-US" dirty="0" err="1"/>
              <a:t>bone|bonesubs|scin|nimg</a:t>
            </a:r>
            <a:r>
              <a:rPr lang="en-US" dirty="0"/>
              <a:t>]_[</a:t>
            </a:r>
            <a:r>
              <a:rPr lang="en-US" dirty="0" err="1"/>
              <a:t>bcde|bc_de_tuvw_a</a:t>
            </a:r>
            <a:r>
              <a:rPr lang="en-US" dirty="0"/>
              <a:t>]_tweaked_[</a:t>
            </a:r>
            <a:r>
              <a:rPr lang="en-US" dirty="0" err="1"/>
              <a:t>mean|stdv</a:t>
            </a:r>
            <a:r>
              <a:rPr lang="en-US" dirty="0"/>
              <a:t>].emf</a:t>
            </a:r>
          </a:p>
        </p:txBody>
      </p:sp>
    </p:spTree>
    <p:extLst>
      <p:ext uri="{BB962C8B-B14F-4D97-AF65-F5344CB8AC3E}">
        <p14:creationId xmlns:p14="http://schemas.microsoft.com/office/powerpoint/2010/main" val="1073124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2" name="TextBox 2861">
            <a:extLst>
              <a:ext uri="{FF2B5EF4-FFF2-40B4-BE49-F238E27FC236}">
                <a16:creationId xmlns:a16="http://schemas.microsoft.com/office/drawing/2014/main" id="{11B38BAE-555B-AA0A-A9C4-DA0E2005F2BB}"/>
              </a:ext>
            </a:extLst>
          </p:cNvPr>
          <p:cNvSpPr txBox="1"/>
          <p:nvPr/>
        </p:nvSpPr>
        <p:spPr>
          <a:xfrm>
            <a:off x="118049" y="51668"/>
            <a:ext cx="50252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Penn natural image database</a:t>
            </a:r>
          </a:p>
        </p:txBody>
      </p:sp>
      <p:sp>
        <p:nvSpPr>
          <p:cNvPr id="2863" name="TextBox 2862">
            <a:extLst>
              <a:ext uri="{FF2B5EF4-FFF2-40B4-BE49-F238E27FC236}">
                <a16:creationId xmlns:a16="http://schemas.microsoft.com/office/drawing/2014/main" id="{FCAC9AED-E205-7CF6-3328-99D635EF9AE7}"/>
              </a:ext>
            </a:extLst>
          </p:cNvPr>
          <p:cNvSpPr txBox="1"/>
          <p:nvPr/>
        </p:nvSpPr>
        <p:spPr>
          <a:xfrm>
            <a:off x="427654" y="2098497"/>
            <a:ext cx="716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mean</a:t>
            </a:r>
          </a:p>
        </p:txBody>
      </p:sp>
      <p:sp>
        <p:nvSpPr>
          <p:cNvPr id="2864" name="TextBox 2863">
            <a:extLst>
              <a:ext uri="{FF2B5EF4-FFF2-40B4-BE49-F238E27FC236}">
                <a16:creationId xmlns:a16="http://schemas.microsoft.com/office/drawing/2014/main" id="{18B2D9CC-B80B-5BAD-B55A-42E1469606E2}"/>
              </a:ext>
            </a:extLst>
          </p:cNvPr>
          <p:cNvSpPr txBox="1"/>
          <p:nvPr/>
        </p:nvSpPr>
        <p:spPr>
          <a:xfrm flipH="1">
            <a:off x="427654" y="5072248"/>
            <a:ext cx="1037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stdv</a:t>
            </a:r>
            <a:endParaRPr lang="en-US" dirty="0"/>
          </a:p>
        </p:txBody>
      </p:sp>
      <p:sp>
        <p:nvSpPr>
          <p:cNvPr id="2865" name="TextBox 2864">
            <a:extLst>
              <a:ext uri="{FF2B5EF4-FFF2-40B4-BE49-F238E27FC236}">
                <a16:creationId xmlns:a16="http://schemas.microsoft.com/office/drawing/2014/main" id="{5ADD6A82-067D-F21F-E9DB-7815DD64456E}"/>
              </a:ext>
            </a:extLst>
          </p:cNvPr>
          <p:cNvSpPr txBox="1"/>
          <p:nvPr/>
        </p:nvSpPr>
        <p:spPr>
          <a:xfrm>
            <a:off x="2121332" y="371525"/>
            <a:ext cx="3896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pairwise </a:t>
            </a:r>
            <a:r>
              <a:rPr lang="en-US" dirty="0" err="1"/>
              <a:t>horiz</a:t>
            </a:r>
            <a:r>
              <a:rPr lang="en-US" dirty="0"/>
              <a:t>, vert, oblique /, oblique \</a:t>
            </a:r>
          </a:p>
        </p:txBody>
      </p:sp>
      <p:sp>
        <p:nvSpPr>
          <p:cNvPr id="2866" name="TextBox 2865">
            <a:extLst>
              <a:ext uri="{FF2B5EF4-FFF2-40B4-BE49-F238E27FC236}">
                <a16:creationId xmlns:a16="http://schemas.microsoft.com/office/drawing/2014/main" id="{FFADD7A5-218C-B1B1-0738-A89AD6F21FBB}"/>
              </a:ext>
            </a:extLst>
          </p:cNvPr>
          <p:cNvSpPr txBox="1"/>
          <p:nvPr/>
        </p:nvSpPr>
        <p:spPr>
          <a:xfrm>
            <a:off x="6540643" y="344056"/>
            <a:ext cx="5013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pairwise </a:t>
            </a:r>
            <a:r>
              <a:rPr lang="en-US" dirty="0" err="1"/>
              <a:t>h+v</a:t>
            </a:r>
            <a:r>
              <a:rPr lang="en-US" dirty="0"/>
              <a:t>, pairwise \+/, third-order, fourth-order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DFBBC3-DFB7-0CEF-F996-8336898EA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241" y="503984"/>
            <a:ext cx="4572000" cy="3238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FF78E2-CE75-759B-B60F-60C9FD48A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5399" y="3610025"/>
            <a:ext cx="4572000" cy="3238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D341A1-9B52-A903-FCA0-2B248C264C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411" y="3637664"/>
            <a:ext cx="4572000" cy="3238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64ADB82-06A4-41B1-8410-8132FA71C0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3322" y="764133"/>
            <a:ext cx="4572000" cy="3238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859D0C-7AD7-BA37-497B-AFE337EFCC3A}"/>
              </a:ext>
            </a:extLst>
          </p:cNvPr>
          <p:cNvSpPr txBox="1"/>
          <p:nvPr/>
        </p:nvSpPr>
        <p:spPr>
          <a:xfrm>
            <a:off x="5108100" y="44250"/>
            <a:ext cx="8120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[</a:t>
            </a:r>
            <a:r>
              <a:rPr lang="en-US" dirty="0" err="1"/>
              <a:t>bone|bonesubs|scin|nimg</a:t>
            </a:r>
            <a:r>
              <a:rPr lang="en-US" dirty="0"/>
              <a:t>]_[</a:t>
            </a:r>
            <a:r>
              <a:rPr lang="en-US" dirty="0" err="1"/>
              <a:t>bcde|bc_de_tuvw_a</a:t>
            </a:r>
            <a:r>
              <a:rPr lang="en-US" dirty="0"/>
              <a:t>]_tweaked_[</a:t>
            </a:r>
            <a:r>
              <a:rPr lang="en-US" dirty="0" err="1"/>
              <a:t>mean|stdv</a:t>
            </a:r>
            <a:r>
              <a:rPr lang="en-US" dirty="0"/>
              <a:t>].emf</a:t>
            </a:r>
          </a:p>
        </p:txBody>
      </p:sp>
    </p:spTree>
    <p:extLst>
      <p:ext uri="{BB962C8B-B14F-4D97-AF65-F5344CB8AC3E}">
        <p14:creationId xmlns:p14="http://schemas.microsoft.com/office/powerpoint/2010/main" val="1310165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1680</Words>
  <Application>Microsoft Macintosh PowerPoint</Application>
  <PresentationFormat>Widescreen</PresentationFormat>
  <Paragraphs>600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Diagrams</vt:lpstr>
      <vt:lpstr>From img_gen_cartoons.m</vt:lpstr>
      <vt:lpstr>From img_gen_cartoons.m</vt:lpstr>
      <vt:lpstr>EMFs</vt:lpstr>
      <vt:lpstr>spectra: heatmaps and dotplots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spectral slope wireframes</vt:lpstr>
      <vt:lpstr>PowerPoint Presentation</vt:lpstr>
      <vt:lpstr>binary texture stats wireframes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D Victor</dc:creator>
  <cp:lastModifiedBy>Elena T. Ajayi</cp:lastModifiedBy>
  <cp:revision>15</cp:revision>
  <dcterms:created xsi:type="dcterms:W3CDTF">2023-01-30T15:20:04Z</dcterms:created>
  <dcterms:modified xsi:type="dcterms:W3CDTF">2023-04-11T19:58:29Z</dcterms:modified>
</cp:coreProperties>
</file>