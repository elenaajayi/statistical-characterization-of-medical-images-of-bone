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11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4107A2-9245-4747-B1E7-0004ADC90CF0}" type="datetimeFigureOut">
              <a:rPr lang="en-US" smtClean="0"/>
              <a:t>4/11/2023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FA3C8E-E962-4970-9A6C-2849A642A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575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FA3C8E-E962-4970-9A6C-2849A642A32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2226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CF09E-67FA-A3DA-E006-94CBFF58C3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9B1F42-EDFA-7D78-4F13-D933ABC7D2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10385E-C9D0-5777-D1FF-A09850A10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77ABF-8000-4ACE-9A2B-F04F21A94FA5}" type="datetimeFigureOut">
              <a:rPr lang="en-US" smtClean="0"/>
              <a:t>4/11/2023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43D754-5678-82D8-A684-69013FFB3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34171-0917-EFEF-BFF2-C10368FB3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222FD-3348-431E-B230-39BE61F24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657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768D2-D929-3574-33C4-2871FED5F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72C68-A09E-4671-2C17-1A2F40787A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432873-03F0-67CC-EB45-96FCE85EF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77ABF-8000-4ACE-9A2B-F04F21A94FA5}" type="datetimeFigureOut">
              <a:rPr lang="en-US" smtClean="0"/>
              <a:t>4/11/2023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88BB5B-B958-7491-3737-49E0B1A04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3F319D-A85F-3D30-182D-BC98A9EA4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222FD-3348-431E-B230-39BE61F24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488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2F5DD-E1BB-9C1F-3175-37F1E3FD7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50DCEC-BBB5-8A6E-F1A1-028E6BC43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A3231F-1F90-ACF7-8289-64C443091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77ABF-8000-4ACE-9A2B-F04F21A94FA5}" type="datetimeFigureOut">
              <a:rPr lang="en-US" smtClean="0"/>
              <a:t>4/11/2023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E74F3E-B717-B0C5-B27B-202B04CA1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2760B9-A4F9-F5BA-E9C6-BC17EA047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222FD-3348-431E-B230-39BE61F24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647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70871-01F8-431C-2BDB-6ECE5FF33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CC5BA-DF6C-7B1A-49F2-90A3E801DD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8FA286-B24E-B49A-38AB-22065963E4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8638AD-E3C4-11B0-2623-B3D4F3CFF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77ABF-8000-4ACE-9A2B-F04F21A94FA5}" type="datetimeFigureOut">
              <a:rPr lang="en-US" smtClean="0"/>
              <a:t>4/11/2023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BF3383-FFAF-6F68-82D5-A3AA61010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8692B1-6145-0C11-9F6E-9FF802089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222FD-3348-431E-B230-39BE61F24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276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2B3B5-3EBA-7325-1CE4-31106CBDE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F4D362-71A1-5D9F-F072-8195C5333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A6F7D-1820-11A1-5682-43D718718D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E449B9-770D-9C8A-03FD-40B29A4F3A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7E3C49-FC97-D80D-CB5B-3BD39FA2C2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614FD1-2793-DF5B-4366-8885915B5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77ABF-8000-4ACE-9A2B-F04F21A94FA5}" type="datetimeFigureOut">
              <a:rPr lang="en-US" smtClean="0"/>
              <a:t>4/11/2023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E5099D-91AA-1551-FFC1-663F42355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BC227D-FDA7-1C2C-2C75-DCC5E874E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222FD-3348-431E-B230-39BE61F24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273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50A95-1FCB-642A-FFB5-ED8552C1E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8890A4-773C-AE51-A596-FEE4EDCD8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77ABF-8000-4ACE-9A2B-F04F21A94FA5}" type="datetimeFigureOut">
              <a:rPr lang="en-US" smtClean="0"/>
              <a:t>4/11/2023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75B477-BEE1-88BD-B134-158EDFC92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FCEE47-4E01-72B2-9B20-1E125E132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222FD-3348-431E-B230-39BE61F24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359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623CAB-2EB9-4A1D-6A55-0A6E02E2F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77ABF-8000-4ACE-9A2B-F04F21A94FA5}" type="datetimeFigureOut">
              <a:rPr lang="en-US" smtClean="0"/>
              <a:t>4/11/2023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58B171-7457-FF3A-1188-BB923E2AE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B0B2DC-58A6-76A5-EDD5-E21006B27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222FD-3348-431E-B230-39BE61F24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272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C11DD-68F1-8DF5-B370-D5B587885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2972B-0776-09AE-60DC-E376E1726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DBE649-AA5B-0D4E-BDB0-0EFA44B98A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6FC25E-213B-CB87-22DF-2AD08C4C5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77ABF-8000-4ACE-9A2B-F04F21A94FA5}" type="datetimeFigureOut">
              <a:rPr lang="en-US" smtClean="0"/>
              <a:t>4/11/2023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DBFCCE-808B-00E6-0A80-2126331FB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70DB7C-2494-7995-3ED6-403542A9C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222FD-3348-431E-B230-39BE61F24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045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E6AE5-72F0-0D9D-4C3E-B88631509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DC6C7A-3E18-87EB-8252-AF5219C607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2C8E52-9BF1-AD2A-9ED7-4916C187E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789005-3FAC-E7A0-65DD-EF166B672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77ABF-8000-4ACE-9A2B-F04F21A94FA5}" type="datetimeFigureOut">
              <a:rPr lang="en-US" smtClean="0"/>
              <a:t>4/11/2023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3E197D-BA58-0229-7C8E-F9B4090A6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2014FA-A799-3D74-BEBA-2873E961F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222FD-3348-431E-B230-39BE61F24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032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24792-6B75-4760-64FD-595689980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FBA1CC-7077-A6FD-B718-41043C4287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76EBFF-C803-0F00-792B-EDC9240B5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77ABF-8000-4ACE-9A2B-F04F21A94FA5}" type="datetimeFigureOut">
              <a:rPr lang="en-US" smtClean="0"/>
              <a:t>4/11/2023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D73C5-B467-D5AE-62B2-63DFCCFD0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C0D7D-2378-B2D7-D174-988B2D777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222FD-3348-431E-B230-39BE61F24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968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FB9A4E-30A2-6B51-0445-3E9192E653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6EA21C-43EC-E4FC-18FA-0EE01F252D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8710DB-6439-9F7E-FB36-96CF48EB1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77ABF-8000-4ACE-9A2B-F04F21A94FA5}" type="datetimeFigureOut">
              <a:rPr lang="en-US" smtClean="0"/>
              <a:t>4/11/2023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61A72-F38D-B273-717F-0E2000759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081F3-60F5-528F-591F-90351377B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222FD-3348-431E-B230-39BE61F24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599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35EE77-5758-0260-1440-F66604153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9E2223-DB6E-75B8-BD4F-FC425CFC22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E415D-124F-5888-371D-6FB950A6C2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E77ABF-8000-4ACE-9A2B-F04F21A94FA5}" type="datetimeFigureOut">
              <a:rPr lang="en-US" smtClean="0"/>
              <a:t>4/11/2023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7DB7B0-3E7F-2374-07EA-54EDCE1CBE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827A04-30E1-2B20-A7B9-704F0BB8A2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B222FD-3348-431E-B230-39BE61F24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943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Rectangle 7">
            <a:extLst>
              <a:ext uri="{FF2B5EF4-FFF2-40B4-BE49-F238E27FC236}">
                <a16:creationId xmlns:a16="http://schemas.microsoft.com/office/drawing/2014/main" id="{D058DD16-FC0F-A336-4AA8-5A18B993A3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3063" y="693738"/>
            <a:ext cx="1122363" cy="11239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70" name="Rectangle 8">
            <a:extLst>
              <a:ext uri="{FF2B5EF4-FFF2-40B4-BE49-F238E27FC236}">
                <a16:creationId xmlns:a16="http://schemas.microsoft.com/office/drawing/2014/main" id="{4C995ED8-F3F9-B90C-E495-E0288B5AD8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6750" y="565150"/>
            <a:ext cx="633413" cy="13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bigpatch  84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33" name="Picture 9">
            <a:extLst>
              <a:ext uri="{FF2B5EF4-FFF2-40B4-BE49-F238E27FC236}">
                <a16:creationId xmlns:a16="http://schemas.microsoft.com/office/drawing/2014/main" id="{D9BCFF3E-063A-61A6-BA70-6495201EA1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063" y="696913"/>
            <a:ext cx="1122363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71" name="Line 10">
            <a:extLst>
              <a:ext uri="{FF2B5EF4-FFF2-40B4-BE49-F238E27FC236}">
                <a16:creationId xmlns:a16="http://schemas.microsoft.com/office/drawing/2014/main" id="{9A1DA94A-11CD-512C-E2F8-94B5C8ED716A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1817688"/>
            <a:ext cx="112236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72" name="Line 11">
            <a:extLst>
              <a:ext uri="{FF2B5EF4-FFF2-40B4-BE49-F238E27FC236}">
                <a16:creationId xmlns:a16="http://schemas.microsoft.com/office/drawing/2014/main" id="{EDBDED19-4990-E476-B5B3-21FC79369F17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693738"/>
            <a:ext cx="112236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73" name="Line 12">
            <a:extLst>
              <a:ext uri="{FF2B5EF4-FFF2-40B4-BE49-F238E27FC236}">
                <a16:creationId xmlns:a16="http://schemas.microsoft.com/office/drawing/2014/main" id="{FCAAFE7D-4185-F567-9F10-A7AAA6E058E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14513" y="18065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74" name="Line 13">
            <a:extLst>
              <a:ext uri="{FF2B5EF4-FFF2-40B4-BE49-F238E27FC236}">
                <a16:creationId xmlns:a16="http://schemas.microsoft.com/office/drawing/2014/main" id="{9B018782-94CE-12C4-69CB-2040095EF73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89138" y="18065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75" name="Line 14">
            <a:extLst>
              <a:ext uri="{FF2B5EF4-FFF2-40B4-BE49-F238E27FC236}">
                <a16:creationId xmlns:a16="http://schemas.microsoft.com/office/drawing/2014/main" id="{58CBDE9C-4A85-8741-7512-CF87D98D04C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65350" y="18065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76" name="Line 15">
            <a:extLst>
              <a:ext uri="{FF2B5EF4-FFF2-40B4-BE49-F238E27FC236}">
                <a16:creationId xmlns:a16="http://schemas.microsoft.com/office/drawing/2014/main" id="{D433EC08-00F5-E36B-9755-6FC36696480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39975" y="18065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77" name="Line 16">
            <a:extLst>
              <a:ext uri="{FF2B5EF4-FFF2-40B4-BE49-F238E27FC236}">
                <a16:creationId xmlns:a16="http://schemas.microsoft.com/office/drawing/2014/main" id="{52C57378-0123-207A-32BC-D02B5C9F189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16188" y="18065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78" name="Line 17">
            <a:extLst>
              <a:ext uri="{FF2B5EF4-FFF2-40B4-BE49-F238E27FC236}">
                <a16:creationId xmlns:a16="http://schemas.microsoft.com/office/drawing/2014/main" id="{DA12C90E-3DC3-46BD-9F98-4033D25ED15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90813" y="18065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79" name="Line 18">
            <a:extLst>
              <a:ext uri="{FF2B5EF4-FFF2-40B4-BE49-F238E27FC236}">
                <a16:creationId xmlns:a16="http://schemas.microsoft.com/office/drawing/2014/main" id="{1338631B-0D5A-36D6-3E0C-812D58BBED16}"/>
              </a:ext>
            </a:extLst>
          </p:cNvPr>
          <p:cNvSpPr>
            <a:spLocks noChangeShapeType="1"/>
          </p:cNvSpPr>
          <p:nvPr/>
        </p:nvSpPr>
        <p:spPr bwMode="auto">
          <a:xfrm>
            <a:off x="1814513" y="693738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80" name="Line 19">
            <a:extLst>
              <a:ext uri="{FF2B5EF4-FFF2-40B4-BE49-F238E27FC236}">
                <a16:creationId xmlns:a16="http://schemas.microsoft.com/office/drawing/2014/main" id="{B2358FAF-4F6A-1094-8E73-D8B2A027AD02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9138" y="693738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81" name="Line 20">
            <a:extLst>
              <a:ext uri="{FF2B5EF4-FFF2-40B4-BE49-F238E27FC236}">
                <a16:creationId xmlns:a16="http://schemas.microsoft.com/office/drawing/2014/main" id="{E3943A57-E1AE-1F39-D36E-498DF83EE835}"/>
              </a:ext>
            </a:extLst>
          </p:cNvPr>
          <p:cNvSpPr>
            <a:spLocks noChangeShapeType="1"/>
          </p:cNvSpPr>
          <p:nvPr/>
        </p:nvSpPr>
        <p:spPr bwMode="auto">
          <a:xfrm>
            <a:off x="2165350" y="693738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82" name="Line 21">
            <a:extLst>
              <a:ext uri="{FF2B5EF4-FFF2-40B4-BE49-F238E27FC236}">
                <a16:creationId xmlns:a16="http://schemas.microsoft.com/office/drawing/2014/main" id="{D46AA7ED-7421-A9C7-1627-F70A4B01A7E1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9975" y="693738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83" name="Line 22">
            <a:extLst>
              <a:ext uri="{FF2B5EF4-FFF2-40B4-BE49-F238E27FC236}">
                <a16:creationId xmlns:a16="http://schemas.microsoft.com/office/drawing/2014/main" id="{8D69729B-F429-3337-616B-378B660EDCCE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6188" y="693738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84" name="Line 23">
            <a:extLst>
              <a:ext uri="{FF2B5EF4-FFF2-40B4-BE49-F238E27FC236}">
                <a16:creationId xmlns:a16="http://schemas.microsoft.com/office/drawing/2014/main" id="{9AC0BE05-8662-832A-C77F-554DC4792B58}"/>
              </a:ext>
            </a:extLst>
          </p:cNvPr>
          <p:cNvSpPr>
            <a:spLocks noChangeShapeType="1"/>
          </p:cNvSpPr>
          <p:nvPr/>
        </p:nvSpPr>
        <p:spPr bwMode="auto">
          <a:xfrm>
            <a:off x="2690813" y="693738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85" name="Rectangle 24">
            <a:extLst>
              <a:ext uri="{FF2B5EF4-FFF2-40B4-BE49-F238E27FC236}">
                <a16:creationId xmlns:a16="http://schemas.microsoft.com/office/drawing/2014/main" id="{2593ABED-6482-7ACF-D849-13B795E915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8475" y="18637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86" name="Rectangle 25">
            <a:extLst>
              <a:ext uri="{FF2B5EF4-FFF2-40B4-BE49-F238E27FC236}">
                <a16:creationId xmlns:a16="http://schemas.microsoft.com/office/drawing/2014/main" id="{7B175A31-8480-CA5A-FE69-EF3ADADE14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3100" y="18637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87" name="Rectangle 26">
            <a:extLst>
              <a:ext uri="{FF2B5EF4-FFF2-40B4-BE49-F238E27FC236}">
                <a16:creationId xmlns:a16="http://schemas.microsoft.com/office/drawing/2014/main" id="{0E7B7D13-14FD-21D2-2079-61C5C1AEB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9313" y="18637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60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88" name="Rectangle 27">
            <a:extLst>
              <a:ext uri="{FF2B5EF4-FFF2-40B4-BE49-F238E27FC236}">
                <a16:creationId xmlns:a16="http://schemas.microsoft.com/office/drawing/2014/main" id="{43670BDB-53F6-B69D-10AD-B66FA5F427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5525" y="18637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80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89" name="Rectangle 28">
            <a:extLst>
              <a:ext uri="{FF2B5EF4-FFF2-40B4-BE49-F238E27FC236}">
                <a16:creationId xmlns:a16="http://schemas.microsoft.com/office/drawing/2014/main" id="{0CBACBD3-22E5-3DA0-A8D3-BCD768F620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6338" y="1863725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90" name="Rectangle 29">
            <a:extLst>
              <a:ext uri="{FF2B5EF4-FFF2-40B4-BE49-F238E27FC236}">
                <a16:creationId xmlns:a16="http://schemas.microsoft.com/office/drawing/2014/main" id="{9B6B05DC-86E4-B53B-878B-86AE24DDA8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0963" y="1863725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91" name="Line 30">
            <a:extLst>
              <a:ext uri="{FF2B5EF4-FFF2-40B4-BE49-F238E27FC236}">
                <a16:creationId xmlns:a16="http://schemas.microsoft.com/office/drawing/2014/main" id="{0DBC9759-3218-6690-93B0-63E9E3D105FA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69373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92" name="Line 31">
            <a:extLst>
              <a:ext uri="{FF2B5EF4-FFF2-40B4-BE49-F238E27FC236}">
                <a16:creationId xmlns:a16="http://schemas.microsoft.com/office/drawing/2014/main" id="{C666C458-ECE5-5BFA-B6FA-D37D6FE6B86E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5425" y="69373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93" name="Line 32">
            <a:extLst>
              <a:ext uri="{FF2B5EF4-FFF2-40B4-BE49-F238E27FC236}">
                <a16:creationId xmlns:a16="http://schemas.microsoft.com/office/drawing/2014/main" id="{D57AD53C-AF37-39DB-8E83-A08ABF08D094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8651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94" name="Line 33">
            <a:extLst>
              <a:ext uri="{FF2B5EF4-FFF2-40B4-BE49-F238E27FC236}">
                <a16:creationId xmlns:a16="http://schemas.microsoft.com/office/drawing/2014/main" id="{13CDAC6F-19A3-0E95-1515-1C813326CEB8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10414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95" name="Line 34">
            <a:extLst>
              <a:ext uri="{FF2B5EF4-FFF2-40B4-BE49-F238E27FC236}">
                <a16:creationId xmlns:a16="http://schemas.microsoft.com/office/drawing/2014/main" id="{132B9AE7-2A4F-5192-D8D0-0F6FB3A6A98E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12176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96" name="Line 35">
            <a:extLst>
              <a:ext uri="{FF2B5EF4-FFF2-40B4-BE49-F238E27FC236}">
                <a16:creationId xmlns:a16="http://schemas.microsoft.com/office/drawing/2014/main" id="{15C51E0C-7412-3953-B20C-93D83E444ED6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13922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97" name="Line 36">
            <a:extLst>
              <a:ext uri="{FF2B5EF4-FFF2-40B4-BE49-F238E27FC236}">
                <a16:creationId xmlns:a16="http://schemas.microsoft.com/office/drawing/2014/main" id="{FA906E04-2FA1-A4D3-3D83-42738C0DF462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15684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98" name="Line 37">
            <a:extLst>
              <a:ext uri="{FF2B5EF4-FFF2-40B4-BE49-F238E27FC236}">
                <a16:creationId xmlns:a16="http://schemas.microsoft.com/office/drawing/2014/main" id="{800155E6-E853-C19D-D496-B875435ABC9B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174307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99" name="Line 38">
            <a:extLst>
              <a:ext uri="{FF2B5EF4-FFF2-40B4-BE49-F238E27FC236}">
                <a16:creationId xmlns:a16="http://schemas.microsoft.com/office/drawing/2014/main" id="{0A4A41CD-B849-485C-9E19-4281DD3BDF8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4313" y="8651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00" name="Line 39">
            <a:extLst>
              <a:ext uri="{FF2B5EF4-FFF2-40B4-BE49-F238E27FC236}">
                <a16:creationId xmlns:a16="http://schemas.microsoft.com/office/drawing/2014/main" id="{D1E52F4B-E105-EA59-B5D3-104D73CBCEB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4313" y="10414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01" name="Line 40">
            <a:extLst>
              <a:ext uri="{FF2B5EF4-FFF2-40B4-BE49-F238E27FC236}">
                <a16:creationId xmlns:a16="http://schemas.microsoft.com/office/drawing/2014/main" id="{BBC1E38C-3669-A00A-E39A-A2528BCB6C4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4313" y="12176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02" name="Line 41">
            <a:extLst>
              <a:ext uri="{FF2B5EF4-FFF2-40B4-BE49-F238E27FC236}">
                <a16:creationId xmlns:a16="http://schemas.microsoft.com/office/drawing/2014/main" id="{9F7072E5-CEE8-288B-D1C6-3CE28BB7CC1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4313" y="13922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03" name="Line 42">
            <a:extLst>
              <a:ext uri="{FF2B5EF4-FFF2-40B4-BE49-F238E27FC236}">
                <a16:creationId xmlns:a16="http://schemas.microsoft.com/office/drawing/2014/main" id="{DFAFB604-990B-89A9-C476-7BBE2EA52CF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4313" y="15684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04" name="Line 43">
            <a:extLst>
              <a:ext uri="{FF2B5EF4-FFF2-40B4-BE49-F238E27FC236}">
                <a16:creationId xmlns:a16="http://schemas.microsoft.com/office/drawing/2014/main" id="{FF5517A6-7F3B-BC8D-BDB3-76E6B4B8110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4313" y="174307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05" name="Rectangle 44">
            <a:extLst>
              <a:ext uri="{FF2B5EF4-FFF2-40B4-BE49-F238E27FC236}">
                <a16:creationId xmlns:a16="http://schemas.microsoft.com/office/drawing/2014/main" id="{F6B18C78-061D-F9EE-45FB-7FD694D00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063" y="8223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06" name="Rectangle 45">
            <a:extLst>
              <a:ext uri="{FF2B5EF4-FFF2-40B4-BE49-F238E27FC236}">
                <a16:creationId xmlns:a16="http://schemas.microsoft.com/office/drawing/2014/main" id="{9A30F89B-C165-D739-7732-4157BA8507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063" y="998538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07" name="Rectangle 46">
            <a:extLst>
              <a:ext uri="{FF2B5EF4-FFF2-40B4-BE49-F238E27FC236}">
                <a16:creationId xmlns:a16="http://schemas.microsoft.com/office/drawing/2014/main" id="{EE1D6DBB-095B-D945-1EF2-94DACC4CB5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063" y="1173163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60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09" name="Rectangle 47">
            <a:extLst>
              <a:ext uri="{FF2B5EF4-FFF2-40B4-BE49-F238E27FC236}">
                <a16:creationId xmlns:a16="http://schemas.microsoft.com/office/drawing/2014/main" id="{0BD25507-727A-1408-3551-2B1FEA09F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063" y="134937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80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10" name="Rectangle 48">
            <a:extLst>
              <a:ext uri="{FF2B5EF4-FFF2-40B4-BE49-F238E27FC236}">
                <a16:creationId xmlns:a16="http://schemas.microsoft.com/office/drawing/2014/main" id="{8C52F487-7AEE-16A1-4386-E8F7134D51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6850" y="1525588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11" name="Rectangle 49">
            <a:extLst>
              <a:ext uri="{FF2B5EF4-FFF2-40B4-BE49-F238E27FC236}">
                <a16:creationId xmlns:a16="http://schemas.microsoft.com/office/drawing/2014/main" id="{D9E6F7D9-B76E-D602-F1B1-0FACD0C476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6850" y="1701800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12" name="Line 50">
            <a:extLst>
              <a:ext uri="{FF2B5EF4-FFF2-40B4-BE49-F238E27FC236}">
                <a16:creationId xmlns:a16="http://schemas.microsoft.com/office/drawing/2014/main" id="{68243BE0-44B7-BC55-60C6-45025BC8E3F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275" y="1814513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13" name="Line 51">
            <a:extLst>
              <a:ext uri="{FF2B5EF4-FFF2-40B4-BE49-F238E27FC236}">
                <a16:creationId xmlns:a16="http://schemas.microsoft.com/office/drawing/2014/main" id="{8D911F9F-4718-BB4F-592E-93D09536D68A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275" y="690563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14" name="Line 52">
            <a:extLst>
              <a:ext uri="{FF2B5EF4-FFF2-40B4-BE49-F238E27FC236}">
                <a16:creationId xmlns:a16="http://schemas.microsoft.com/office/drawing/2014/main" id="{8B12790A-FF85-AE61-909A-44DDCD3F97B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35275" y="690563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15" name="Line 53">
            <a:extLst>
              <a:ext uri="{FF2B5EF4-FFF2-40B4-BE49-F238E27FC236}">
                <a16:creationId xmlns:a16="http://schemas.microsoft.com/office/drawing/2014/main" id="{A7E70097-8584-5619-2D94-C4A78D7252D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47988" y="690563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C8732CAF-0F12-B883-7BA3-DFA593DBEF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5275" y="690563"/>
            <a:ext cx="112713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16" name="Line 55">
            <a:extLst>
              <a:ext uri="{FF2B5EF4-FFF2-40B4-BE49-F238E27FC236}">
                <a16:creationId xmlns:a16="http://schemas.microsoft.com/office/drawing/2014/main" id="{2AEFB9EC-985C-159E-E753-621E9880DE1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47988" y="690563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17" name="Line 56">
            <a:extLst>
              <a:ext uri="{FF2B5EF4-FFF2-40B4-BE49-F238E27FC236}">
                <a16:creationId xmlns:a16="http://schemas.microsoft.com/office/drawing/2014/main" id="{87CE4944-2F60-99F9-80DA-AF76D254225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6875" y="18145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18" name="Line 57">
            <a:extLst>
              <a:ext uri="{FF2B5EF4-FFF2-40B4-BE49-F238E27FC236}">
                <a16:creationId xmlns:a16="http://schemas.microsoft.com/office/drawing/2014/main" id="{6226EE17-97BD-210B-6B90-D97AB427AF7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6875" y="15954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19" name="Line 58">
            <a:extLst>
              <a:ext uri="{FF2B5EF4-FFF2-40B4-BE49-F238E27FC236}">
                <a16:creationId xmlns:a16="http://schemas.microsoft.com/office/drawing/2014/main" id="{63734985-44AF-3290-8C10-4947894B907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6875" y="13763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20" name="Line 59">
            <a:extLst>
              <a:ext uri="{FF2B5EF4-FFF2-40B4-BE49-F238E27FC236}">
                <a16:creationId xmlns:a16="http://schemas.microsoft.com/office/drawing/2014/main" id="{20370E5E-5137-0190-9F9B-0F4B08AC37B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6875" y="11557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21" name="Line 60">
            <a:extLst>
              <a:ext uri="{FF2B5EF4-FFF2-40B4-BE49-F238E27FC236}">
                <a16:creationId xmlns:a16="http://schemas.microsoft.com/office/drawing/2014/main" id="{23062615-79DA-9055-5280-4E8F4026B09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6875" y="9366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22" name="Line 61">
            <a:extLst>
              <a:ext uri="{FF2B5EF4-FFF2-40B4-BE49-F238E27FC236}">
                <a16:creationId xmlns:a16="http://schemas.microsoft.com/office/drawing/2014/main" id="{13E2CFA4-7789-8637-15C9-79DFF7275B2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6875" y="7175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23" name="Rectangle 62">
            <a:extLst>
              <a:ext uri="{FF2B5EF4-FFF2-40B4-BE49-F238E27FC236}">
                <a16:creationId xmlns:a16="http://schemas.microsoft.com/office/drawing/2014/main" id="{1777E076-03B1-A81B-9ADE-4FA3E0D89A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1776413"/>
            <a:ext cx="746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24" name="Rectangle 63">
            <a:extLst>
              <a:ext uri="{FF2B5EF4-FFF2-40B4-BE49-F238E27FC236}">
                <a16:creationId xmlns:a16="http://schemas.microsoft.com/office/drawing/2014/main" id="{8869C3FC-AD14-0ED8-2FFC-2272475F4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1557338"/>
            <a:ext cx="1127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50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25" name="Rectangle 64">
            <a:extLst>
              <a:ext uri="{FF2B5EF4-FFF2-40B4-BE49-F238E27FC236}">
                <a16:creationId xmlns:a16="http://schemas.microsoft.com/office/drawing/2014/main" id="{388818A1-4551-858D-4EC5-1F550F76AD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1336675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26" name="Rectangle 65">
            <a:extLst>
              <a:ext uri="{FF2B5EF4-FFF2-40B4-BE49-F238E27FC236}">
                <a16:creationId xmlns:a16="http://schemas.microsoft.com/office/drawing/2014/main" id="{FF4B4833-854F-1EA9-D245-D09391D8B2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1117600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150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27" name="Rectangle 66">
            <a:extLst>
              <a:ext uri="{FF2B5EF4-FFF2-40B4-BE49-F238E27FC236}">
                <a16:creationId xmlns:a16="http://schemas.microsoft.com/office/drawing/2014/main" id="{CC5AC5D6-E6BE-3C05-5978-A1913E4E55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896938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29" name="Rectangle 67">
            <a:extLst>
              <a:ext uri="{FF2B5EF4-FFF2-40B4-BE49-F238E27FC236}">
                <a16:creationId xmlns:a16="http://schemas.microsoft.com/office/drawing/2014/main" id="{82DFD60D-995E-8801-76CA-6945EC4DA5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677863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250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30" name="Line 68">
            <a:extLst>
              <a:ext uri="{FF2B5EF4-FFF2-40B4-BE49-F238E27FC236}">
                <a16:creationId xmlns:a16="http://schemas.microsoft.com/office/drawing/2014/main" id="{96225DFB-E19B-F769-E16B-E2ACE937AF1F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275" y="690563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31" name="Line 69">
            <a:extLst>
              <a:ext uri="{FF2B5EF4-FFF2-40B4-BE49-F238E27FC236}">
                <a16:creationId xmlns:a16="http://schemas.microsoft.com/office/drawing/2014/main" id="{B59B1044-9916-83EA-A13D-CE4231BEE35E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275" y="1814513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32" name="Line 70">
            <a:extLst>
              <a:ext uri="{FF2B5EF4-FFF2-40B4-BE49-F238E27FC236}">
                <a16:creationId xmlns:a16="http://schemas.microsoft.com/office/drawing/2014/main" id="{5E3DBBD2-6C9B-8E6A-47F8-9F3BEDDDF02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35275" y="690563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33" name="Line 71">
            <a:extLst>
              <a:ext uri="{FF2B5EF4-FFF2-40B4-BE49-F238E27FC236}">
                <a16:creationId xmlns:a16="http://schemas.microsoft.com/office/drawing/2014/main" id="{9B9D9B3D-5194-B55B-EEF3-E652F8573C3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47988" y="690563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34" name="Rectangle 72">
            <a:extLst>
              <a:ext uri="{FF2B5EF4-FFF2-40B4-BE49-F238E27FC236}">
                <a16:creationId xmlns:a16="http://schemas.microsoft.com/office/drawing/2014/main" id="{5C7FA671-6C2A-F82C-ECD3-2F67152A17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3063" y="2747963"/>
            <a:ext cx="1122363" cy="11239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35" name="Rectangle 73">
            <a:extLst>
              <a:ext uri="{FF2B5EF4-FFF2-40B4-BE49-F238E27FC236}">
                <a16:creationId xmlns:a16="http://schemas.microsoft.com/office/drawing/2014/main" id="{E3AB1FFB-4925-7B7B-0FBF-963D2774E4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4838" y="2619375"/>
            <a:ext cx="771525" cy="13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first patch ( 84)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98" name="Picture 74">
            <a:extLst>
              <a:ext uri="{FF2B5EF4-FFF2-40B4-BE49-F238E27FC236}">
                <a16:creationId xmlns:a16="http://schemas.microsoft.com/office/drawing/2014/main" id="{42399498-3A8A-2593-328D-3FF0F5187D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063" y="2751138"/>
            <a:ext cx="1122363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6" name="Line 75">
            <a:extLst>
              <a:ext uri="{FF2B5EF4-FFF2-40B4-BE49-F238E27FC236}">
                <a16:creationId xmlns:a16="http://schemas.microsoft.com/office/drawing/2014/main" id="{FF5DC86F-919D-2563-99DB-50F3B5E32CEE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3871913"/>
            <a:ext cx="112236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37" name="Line 76">
            <a:extLst>
              <a:ext uri="{FF2B5EF4-FFF2-40B4-BE49-F238E27FC236}">
                <a16:creationId xmlns:a16="http://schemas.microsoft.com/office/drawing/2014/main" id="{2806E6A3-31A5-54D2-15B6-5134029CDADC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2747963"/>
            <a:ext cx="112236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38" name="Line 77">
            <a:extLst>
              <a:ext uri="{FF2B5EF4-FFF2-40B4-BE49-F238E27FC236}">
                <a16:creationId xmlns:a16="http://schemas.microsoft.com/office/drawing/2014/main" id="{99325C97-8805-2510-50A7-075976825AF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14513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39" name="Line 78">
            <a:extLst>
              <a:ext uri="{FF2B5EF4-FFF2-40B4-BE49-F238E27FC236}">
                <a16:creationId xmlns:a16="http://schemas.microsoft.com/office/drawing/2014/main" id="{E1B3BB8F-E99B-0FD9-F415-A6A90268F4D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89138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40" name="Line 79">
            <a:extLst>
              <a:ext uri="{FF2B5EF4-FFF2-40B4-BE49-F238E27FC236}">
                <a16:creationId xmlns:a16="http://schemas.microsoft.com/office/drawing/2014/main" id="{C8E150B7-A858-023E-155E-0134FC1D1D9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65350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41" name="Line 80">
            <a:extLst>
              <a:ext uri="{FF2B5EF4-FFF2-40B4-BE49-F238E27FC236}">
                <a16:creationId xmlns:a16="http://schemas.microsoft.com/office/drawing/2014/main" id="{199204F8-8DBB-DCF7-8847-66F4DB1B7BA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39975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42" name="Line 81">
            <a:extLst>
              <a:ext uri="{FF2B5EF4-FFF2-40B4-BE49-F238E27FC236}">
                <a16:creationId xmlns:a16="http://schemas.microsoft.com/office/drawing/2014/main" id="{E192FDC2-1FAD-E788-B535-8A3F91460A8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16188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43" name="Line 82">
            <a:extLst>
              <a:ext uri="{FF2B5EF4-FFF2-40B4-BE49-F238E27FC236}">
                <a16:creationId xmlns:a16="http://schemas.microsoft.com/office/drawing/2014/main" id="{B020C833-183D-A133-29F9-9CEA53961A7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90813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44" name="Line 83">
            <a:extLst>
              <a:ext uri="{FF2B5EF4-FFF2-40B4-BE49-F238E27FC236}">
                <a16:creationId xmlns:a16="http://schemas.microsoft.com/office/drawing/2014/main" id="{E9D250EF-1DA8-2A89-37D8-CC49DD728006}"/>
              </a:ext>
            </a:extLst>
          </p:cNvPr>
          <p:cNvSpPr>
            <a:spLocks noChangeShapeType="1"/>
          </p:cNvSpPr>
          <p:nvPr/>
        </p:nvSpPr>
        <p:spPr bwMode="auto">
          <a:xfrm>
            <a:off x="1814513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45" name="Line 84">
            <a:extLst>
              <a:ext uri="{FF2B5EF4-FFF2-40B4-BE49-F238E27FC236}">
                <a16:creationId xmlns:a16="http://schemas.microsoft.com/office/drawing/2014/main" id="{C847A43F-D5F7-7D91-D5D1-ABD9A1155804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9138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46" name="Line 85">
            <a:extLst>
              <a:ext uri="{FF2B5EF4-FFF2-40B4-BE49-F238E27FC236}">
                <a16:creationId xmlns:a16="http://schemas.microsoft.com/office/drawing/2014/main" id="{1865B457-3B4C-999C-2515-D5377B8D5F9D}"/>
              </a:ext>
            </a:extLst>
          </p:cNvPr>
          <p:cNvSpPr>
            <a:spLocks noChangeShapeType="1"/>
          </p:cNvSpPr>
          <p:nvPr/>
        </p:nvSpPr>
        <p:spPr bwMode="auto">
          <a:xfrm>
            <a:off x="2165350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47" name="Line 86">
            <a:extLst>
              <a:ext uri="{FF2B5EF4-FFF2-40B4-BE49-F238E27FC236}">
                <a16:creationId xmlns:a16="http://schemas.microsoft.com/office/drawing/2014/main" id="{47E04B68-8F5D-B256-7834-74A5942F1AD9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9975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48" name="Line 87">
            <a:extLst>
              <a:ext uri="{FF2B5EF4-FFF2-40B4-BE49-F238E27FC236}">
                <a16:creationId xmlns:a16="http://schemas.microsoft.com/office/drawing/2014/main" id="{3A1CC279-8B74-4168-DA16-44269E509B3E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6188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49" name="Line 88">
            <a:extLst>
              <a:ext uri="{FF2B5EF4-FFF2-40B4-BE49-F238E27FC236}">
                <a16:creationId xmlns:a16="http://schemas.microsoft.com/office/drawing/2014/main" id="{EA46BEC9-76EF-9BF7-9896-9F0A5E5D8408}"/>
              </a:ext>
            </a:extLst>
          </p:cNvPr>
          <p:cNvSpPr>
            <a:spLocks noChangeShapeType="1"/>
          </p:cNvSpPr>
          <p:nvPr/>
        </p:nvSpPr>
        <p:spPr bwMode="auto">
          <a:xfrm>
            <a:off x="2690813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50" name="Rectangle 89">
            <a:extLst>
              <a:ext uri="{FF2B5EF4-FFF2-40B4-BE49-F238E27FC236}">
                <a16:creationId xmlns:a16="http://schemas.microsoft.com/office/drawing/2014/main" id="{E4AE2EBF-7FD9-10A6-91BB-F89A994CBA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8475" y="39179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51" name="Rectangle 90">
            <a:extLst>
              <a:ext uri="{FF2B5EF4-FFF2-40B4-BE49-F238E27FC236}">
                <a16:creationId xmlns:a16="http://schemas.microsoft.com/office/drawing/2014/main" id="{8CD61554-9CA4-A60E-3607-AC6DFC6E4B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3100" y="39179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52" name="Rectangle 91">
            <a:extLst>
              <a:ext uri="{FF2B5EF4-FFF2-40B4-BE49-F238E27FC236}">
                <a16:creationId xmlns:a16="http://schemas.microsoft.com/office/drawing/2014/main" id="{276EF7A8-7712-F91A-ACE6-D904F84EF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9313" y="39179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60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53" name="Rectangle 92">
            <a:extLst>
              <a:ext uri="{FF2B5EF4-FFF2-40B4-BE49-F238E27FC236}">
                <a16:creationId xmlns:a16="http://schemas.microsoft.com/office/drawing/2014/main" id="{D3C3508E-3236-E016-7343-B12CB35863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5525" y="39179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80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54" name="Rectangle 93">
            <a:extLst>
              <a:ext uri="{FF2B5EF4-FFF2-40B4-BE49-F238E27FC236}">
                <a16:creationId xmlns:a16="http://schemas.microsoft.com/office/drawing/2014/main" id="{5FBFF8D9-49CC-CDDD-B421-BBB7037A0C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6338" y="3917950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55" name="Rectangle 94">
            <a:extLst>
              <a:ext uri="{FF2B5EF4-FFF2-40B4-BE49-F238E27FC236}">
                <a16:creationId xmlns:a16="http://schemas.microsoft.com/office/drawing/2014/main" id="{E44C1832-2CFE-6053-A7D3-5F279BC83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0963" y="3917950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56" name="Line 95">
            <a:extLst>
              <a:ext uri="{FF2B5EF4-FFF2-40B4-BE49-F238E27FC236}">
                <a16:creationId xmlns:a16="http://schemas.microsoft.com/office/drawing/2014/main" id="{9D98F40F-583C-2ABB-741B-EC4ED16967B4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2747963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57" name="Line 96">
            <a:extLst>
              <a:ext uri="{FF2B5EF4-FFF2-40B4-BE49-F238E27FC236}">
                <a16:creationId xmlns:a16="http://schemas.microsoft.com/office/drawing/2014/main" id="{C3B45C26-0CEC-16DC-55E3-DF181142FE9B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5425" y="2747963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58" name="Line 97">
            <a:extLst>
              <a:ext uri="{FF2B5EF4-FFF2-40B4-BE49-F238E27FC236}">
                <a16:creationId xmlns:a16="http://schemas.microsoft.com/office/drawing/2014/main" id="{874C932A-ABFE-6BB0-5450-1BAA49B8CF59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29194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59" name="Line 98">
            <a:extLst>
              <a:ext uri="{FF2B5EF4-FFF2-40B4-BE49-F238E27FC236}">
                <a16:creationId xmlns:a16="http://schemas.microsoft.com/office/drawing/2014/main" id="{A70310A3-E742-D0C8-0C03-F689F16C1DED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30940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60" name="Line 99">
            <a:extLst>
              <a:ext uri="{FF2B5EF4-FFF2-40B4-BE49-F238E27FC236}">
                <a16:creationId xmlns:a16="http://schemas.microsoft.com/office/drawing/2014/main" id="{384600A1-1F8C-0384-FA00-1A5D19BC9587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32702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61" name="Line 100">
            <a:extLst>
              <a:ext uri="{FF2B5EF4-FFF2-40B4-BE49-F238E27FC236}">
                <a16:creationId xmlns:a16="http://schemas.microsoft.com/office/drawing/2014/main" id="{EDB0616D-C9AF-DA84-7907-233D1D238488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34464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62" name="Line 101">
            <a:extLst>
              <a:ext uri="{FF2B5EF4-FFF2-40B4-BE49-F238E27FC236}">
                <a16:creationId xmlns:a16="http://schemas.microsoft.com/office/drawing/2014/main" id="{9AAA5AE7-E1AB-0F0E-932F-76A7C63F9914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36210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63" name="Line 102">
            <a:extLst>
              <a:ext uri="{FF2B5EF4-FFF2-40B4-BE49-F238E27FC236}">
                <a16:creationId xmlns:a16="http://schemas.microsoft.com/office/drawing/2014/main" id="{11D114C0-DDB0-C059-8870-5AC2F4D42A53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37973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64" name="Line 103">
            <a:extLst>
              <a:ext uri="{FF2B5EF4-FFF2-40B4-BE49-F238E27FC236}">
                <a16:creationId xmlns:a16="http://schemas.microsoft.com/office/drawing/2014/main" id="{C7818645-172B-B7D4-1AC7-C2A3CBB78A7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4313" y="29194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65" name="Line 104">
            <a:extLst>
              <a:ext uri="{FF2B5EF4-FFF2-40B4-BE49-F238E27FC236}">
                <a16:creationId xmlns:a16="http://schemas.microsoft.com/office/drawing/2014/main" id="{75C89C0E-D43D-0724-9D87-D62DD262DCF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4313" y="30940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66" name="Line 105">
            <a:extLst>
              <a:ext uri="{FF2B5EF4-FFF2-40B4-BE49-F238E27FC236}">
                <a16:creationId xmlns:a16="http://schemas.microsoft.com/office/drawing/2014/main" id="{A44CA8D4-E6F8-A517-9A17-368BA2BFE20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4313" y="32702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67" name="Line 106">
            <a:extLst>
              <a:ext uri="{FF2B5EF4-FFF2-40B4-BE49-F238E27FC236}">
                <a16:creationId xmlns:a16="http://schemas.microsoft.com/office/drawing/2014/main" id="{BA0214AC-54B3-AA7B-AAE5-E41BF0CAEC9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4313" y="34464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68" name="Line 107">
            <a:extLst>
              <a:ext uri="{FF2B5EF4-FFF2-40B4-BE49-F238E27FC236}">
                <a16:creationId xmlns:a16="http://schemas.microsoft.com/office/drawing/2014/main" id="{F14706C4-BA41-B100-DB16-7E508C54B81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4313" y="36210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69" name="Line 108">
            <a:extLst>
              <a:ext uri="{FF2B5EF4-FFF2-40B4-BE49-F238E27FC236}">
                <a16:creationId xmlns:a16="http://schemas.microsoft.com/office/drawing/2014/main" id="{0FDDA2B5-56DF-CB91-5E70-5120A68489D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4313" y="37973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70" name="Rectangle 109">
            <a:extLst>
              <a:ext uri="{FF2B5EF4-FFF2-40B4-BE49-F238E27FC236}">
                <a16:creationId xmlns:a16="http://schemas.microsoft.com/office/drawing/2014/main" id="{81BD2D42-954A-9F6B-C70B-10FF696F4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063" y="2874963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71" name="Rectangle 110">
            <a:extLst>
              <a:ext uri="{FF2B5EF4-FFF2-40B4-BE49-F238E27FC236}">
                <a16:creationId xmlns:a16="http://schemas.microsoft.com/office/drawing/2014/main" id="{CD1D53E8-F5F3-BAEC-879C-E362590335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063" y="305117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24" name="Rectangle 111">
            <a:extLst>
              <a:ext uri="{FF2B5EF4-FFF2-40B4-BE49-F238E27FC236}">
                <a16:creationId xmlns:a16="http://schemas.microsoft.com/office/drawing/2014/main" id="{3F50D5AE-C659-F6F8-94AE-BBE011A6C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063" y="3227388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60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25" name="Rectangle 112">
            <a:extLst>
              <a:ext uri="{FF2B5EF4-FFF2-40B4-BE49-F238E27FC236}">
                <a16:creationId xmlns:a16="http://schemas.microsoft.com/office/drawing/2014/main" id="{F49E9FFF-9C50-4244-4081-024A9E19EC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063" y="340360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80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26" name="Rectangle 113">
            <a:extLst>
              <a:ext uri="{FF2B5EF4-FFF2-40B4-BE49-F238E27FC236}">
                <a16:creationId xmlns:a16="http://schemas.microsoft.com/office/drawing/2014/main" id="{349F98B0-87DA-7E71-5895-AC200253C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6850" y="3578225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27" name="Rectangle 114">
            <a:extLst>
              <a:ext uri="{FF2B5EF4-FFF2-40B4-BE49-F238E27FC236}">
                <a16:creationId xmlns:a16="http://schemas.microsoft.com/office/drawing/2014/main" id="{5E7DE673-B4A5-63BB-FFB3-5002DABAEF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6850" y="3754438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28" name="Line 115">
            <a:extLst>
              <a:ext uri="{FF2B5EF4-FFF2-40B4-BE49-F238E27FC236}">
                <a16:creationId xmlns:a16="http://schemas.microsoft.com/office/drawing/2014/main" id="{AD5853CB-D9A6-56FC-128D-6EF138908F18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275" y="386873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9" name="Line 116">
            <a:extLst>
              <a:ext uri="{FF2B5EF4-FFF2-40B4-BE49-F238E27FC236}">
                <a16:creationId xmlns:a16="http://schemas.microsoft.com/office/drawing/2014/main" id="{7FD865A8-21C7-C544-4781-27DDBD146B8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275" y="274478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0" name="Line 117">
            <a:extLst>
              <a:ext uri="{FF2B5EF4-FFF2-40B4-BE49-F238E27FC236}">
                <a16:creationId xmlns:a16="http://schemas.microsoft.com/office/drawing/2014/main" id="{5AA8C36F-61AA-0968-4F32-6097ED14E3D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35275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1" name="Line 118">
            <a:extLst>
              <a:ext uri="{FF2B5EF4-FFF2-40B4-BE49-F238E27FC236}">
                <a16:creationId xmlns:a16="http://schemas.microsoft.com/office/drawing/2014/main" id="{EFF2CAEC-490C-C070-488E-F3A5B422B7C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47988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43" name="Picture 119">
            <a:extLst>
              <a:ext uri="{FF2B5EF4-FFF2-40B4-BE49-F238E27FC236}">
                <a16:creationId xmlns:a16="http://schemas.microsoft.com/office/drawing/2014/main" id="{F70E7DC8-D658-03B1-7C7E-6BA32FC96B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5275" y="2744788"/>
            <a:ext cx="112713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2" name="Line 120">
            <a:extLst>
              <a:ext uri="{FF2B5EF4-FFF2-40B4-BE49-F238E27FC236}">
                <a16:creationId xmlns:a16="http://schemas.microsoft.com/office/drawing/2014/main" id="{20E91421-5CA7-9FA0-9ED7-1194877582F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47988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4" name="Line 121">
            <a:extLst>
              <a:ext uri="{FF2B5EF4-FFF2-40B4-BE49-F238E27FC236}">
                <a16:creationId xmlns:a16="http://schemas.microsoft.com/office/drawing/2014/main" id="{E6E9BC7C-5361-5A09-5AF5-7BC8B8D817A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6875" y="38687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5" name="Line 122">
            <a:extLst>
              <a:ext uri="{FF2B5EF4-FFF2-40B4-BE49-F238E27FC236}">
                <a16:creationId xmlns:a16="http://schemas.microsoft.com/office/drawing/2014/main" id="{C367B8C0-40B5-EFC0-7934-31C522785FA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6875" y="36496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6" name="Line 123">
            <a:extLst>
              <a:ext uri="{FF2B5EF4-FFF2-40B4-BE49-F238E27FC236}">
                <a16:creationId xmlns:a16="http://schemas.microsoft.com/office/drawing/2014/main" id="{02EE226D-53A0-ABE0-91D0-C3617C1488D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6875" y="34305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7" name="Line 124">
            <a:extLst>
              <a:ext uri="{FF2B5EF4-FFF2-40B4-BE49-F238E27FC236}">
                <a16:creationId xmlns:a16="http://schemas.microsoft.com/office/drawing/2014/main" id="{85366D02-52A0-ED4D-14EB-087DC5C4716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6875" y="32099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8" name="Line 125">
            <a:extLst>
              <a:ext uri="{FF2B5EF4-FFF2-40B4-BE49-F238E27FC236}">
                <a16:creationId xmlns:a16="http://schemas.microsoft.com/office/drawing/2014/main" id="{CF777C2C-CA0E-3434-E942-EF468F96B72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6875" y="29908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9" name="Line 126">
            <a:extLst>
              <a:ext uri="{FF2B5EF4-FFF2-40B4-BE49-F238E27FC236}">
                <a16:creationId xmlns:a16="http://schemas.microsoft.com/office/drawing/2014/main" id="{D7BCAB4F-3D0D-C3D0-6700-60739EF31F3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6875" y="277177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40" name="Rectangle 127">
            <a:extLst>
              <a:ext uri="{FF2B5EF4-FFF2-40B4-BE49-F238E27FC236}">
                <a16:creationId xmlns:a16="http://schemas.microsoft.com/office/drawing/2014/main" id="{F2C02EE2-823A-0C82-2350-5C9F0D852E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3830638"/>
            <a:ext cx="746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41" name="Rectangle 128">
            <a:extLst>
              <a:ext uri="{FF2B5EF4-FFF2-40B4-BE49-F238E27FC236}">
                <a16:creationId xmlns:a16="http://schemas.microsoft.com/office/drawing/2014/main" id="{64175831-02EA-9BBE-8179-2F28309475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3609975"/>
            <a:ext cx="1127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50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42" name="Rectangle 129">
            <a:extLst>
              <a:ext uri="{FF2B5EF4-FFF2-40B4-BE49-F238E27FC236}">
                <a16:creationId xmlns:a16="http://schemas.microsoft.com/office/drawing/2014/main" id="{8597B3AE-1665-CA57-FB17-D618388417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3390900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43" name="Rectangle 130">
            <a:extLst>
              <a:ext uri="{FF2B5EF4-FFF2-40B4-BE49-F238E27FC236}">
                <a16:creationId xmlns:a16="http://schemas.microsoft.com/office/drawing/2014/main" id="{742AD45D-4016-D8A6-8813-935332712E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3170238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150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44" name="Rectangle 131">
            <a:extLst>
              <a:ext uri="{FF2B5EF4-FFF2-40B4-BE49-F238E27FC236}">
                <a16:creationId xmlns:a16="http://schemas.microsoft.com/office/drawing/2014/main" id="{481072D6-9D07-E5BD-DF00-83D94E597B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2951163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45" name="Rectangle 132">
            <a:extLst>
              <a:ext uri="{FF2B5EF4-FFF2-40B4-BE49-F238E27FC236}">
                <a16:creationId xmlns:a16="http://schemas.microsoft.com/office/drawing/2014/main" id="{2907B28E-DF72-5C5E-47C4-1EE5432603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2730500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250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46" name="Line 133">
            <a:extLst>
              <a:ext uri="{FF2B5EF4-FFF2-40B4-BE49-F238E27FC236}">
                <a16:creationId xmlns:a16="http://schemas.microsoft.com/office/drawing/2014/main" id="{B3F75AFF-F9ED-13C4-3CC3-2FD931D8C928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275" y="274478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47" name="Line 134">
            <a:extLst>
              <a:ext uri="{FF2B5EF4-FFF2-40B4-BE49-F238E27FC236}">
                <a16:creationId xmlns:a16="http://schemas.microsoft.com/office/drawing/2014/main" id="{C5DACC8F-5697-8C38-0ADA-38B7B3994E8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275" y="386873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48" name="Line 135">
            <a:extLst>
              <a:ext uri="{FF2B5EF4-FFF2-40B4-BE49-F238E27FC236}">
                <a16:creationId xmlns:a16="http://schemas.microsoft.com/office/drawing/2014/main" id="{56BE525F-B0D3-B139-F91C-E63EB5062BD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35275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49" name="Line 136">
            <a:extLst>
              <a:ext uri="{FF2B5EF4-FFF2-40B4-BE49-F238E27FC236}">
                <a16:creationId xmlns:a16="http://schemas.microsoft.com/office/drawing/2014/main" id="{7E0399B5-1ED7-28F4-1D4D-7DC1C7A4C67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47988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50" name="Rectangle 137">
            <a:extLst>
              <a:ext uri="{FF2B5EF4-FFF2-40B4-BE49-F238E27FC236}">
                <a16:creationId xmlns:a16="http://schemas.microsoft.com/office/drawing/2014/main" id="{E2B5260C-2497-ABFA-FD89-09035179F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0450" y="2747963"/>
            <a:ext cx="1123950" cy="11239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51" name="Rectangle 138">
            <a:extLst>
              <a:ext uri="{FF2B5EF4-FFF2-40B4-BE49-F238E27FC236}">
                <a16:creationId xmlns:a16="http://schemas.microsoft.com/office/drawing/2014/main" id="{BAA4AA88-2269-9101-B3F9-FD94F9CAE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8563" y="2619375"/>
            <a:ext cx="966788" cy="13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downsampled by  1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63" name="Picture 139">
            <a:extLst>
              <a:ext uri="{FF2B5EF4-FFF2-40B4-BE49-F238E27FC236}">
                <a16:creationId xmlns:a16="http://schemas.microsoft.com/office/drawing/2014/main" id="{EDF2F76A-4E42-0693-06DE-03A3C2277F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0450" y="2751138"/>
            <a:ext cx="1123950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52" name="Line 140">
            <a:extLst>
              <a:ext uri="{FF2B5EF4-FFF2-40B4-BE49-F238E27FC236}">
                <a16:creationId xmlns:a16="http://schemas.microsoft.com/office/drawing/2014/main" id="{83081316-44BA-727A-5EC5-3B4052003DBE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0450" y="3871913"/>
            <a:ext cx="1123950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53" name="Line 141">
            <a:extLst>
              <a:ext uri="{FF2B5EF4-FFF2-40B4-BE49-F238E27FC236}">
                <a16:creationId xmlns:a16="http://schemas.microsoft.com/office/drawing/2014/main" id="{36B3E135-FF39-DC22-3632-2515C3E0DB3D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0450" y="2747963"/>
            <a:ext cx="1123950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54" name="Line 142">
            <a:extLst>
              <a:ext uri="{FF2B5EF4-FFF2-40B4-BE49-F238E27FC236}">
                <a16:creationId xmlns:a16="http://schemas.microsoft.com/office/drawing/2014/main" id="{069B4050-0A1F-64A0-6E4E-CCF6E35C018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71900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55" name="Line 143">
            <a:extLst>
              <a:ext uri="{FF2B5EF4-FFF2-40B4-BE49-F238E27FC236}">
                <a16:creationId xmlns:a16="http://schemas.microsoft.com/office/drawing/2014/main" id="{F1A35610-8116-FB60-8531-0B17CE7282F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48113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56" name="Line 144">
            <a:extLst>
              <a:ext uri="{FF2B5EF4-FFF2-40B4-BE49-F238E27FC236}">
                <a16:creationId xmlns:a16="http://schemas.microsoft.com/office/drawing/2014/main" id="{182EFDD4-AAC3-24F9-8484-86B90353CE1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22738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57" name="Line 145">
            <a:extLst>
              <a:ext uri="{FF2B5EF4-FFF2-40B4-BE49-F238E27FC236}">
                <a16:creationId xmlns:a16="http://schemas.microsoft.com/office/drawing/2014/main" id="{A7F9B18E-E1AB-B9A8-E9E9-603B6E90041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98950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58" name="Line 146">
            <a:extLst>
              <a:ext uri="{FF2B5EF4-FFF2-40B4-BE49-F238E27FC236}">
                <a16:creationId xmlns:a16="http://schemas.microsoft.com/office/drawing/2014/main" id="{956E9B2A-B0DF-7F08-BB6C-A87B57DEE0C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75163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59" name="Line 147">
            <a:extLst>
              <a:ext uri="{FF2B5EF4-FFF2-40B4-BE49-F238E27FC236}">
                <a16:creationId xmlns:a16="http://schemas.microsoft.com/office/drawing/2014/main" id="{110E8F7A-F3A7-F37B-891A-8E20674B655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49788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60" name="Line 148">
            <a:extLst>
              <a:ext uri="{FF2B5EF4-FFF2-40B4-BE49-F238E27FC236}">
                <a16:creationId xmlns:a16="http://schemas.microsoft.com/office/drawing/2014/main" id="{361D2778-AF4D-3FD1-E4BF-58A3646521DF}"/>
              </a:ext>
            </a:extLst>
          </p:cNvPr>
          <p:cNvSpPr>
            <a:spLocks noChangeShapeType="1"/>
          </p:cNvSpPr>
          <p:nvPr/>
        </p:nvSpPr>
        <p:spPr bwMode="auto">
          <a:xfrm>
            <a:off x="3771900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61" name="Line 149">
            <a:extLst>
              <a:ext uri="{FF2B5EF4-FFF2-40B4-BE49-F238E27FC236}">
                <a16:creationId xmlns:a16="http://schemas.microsoft.com/office/drawing/2014/main" id="{7DA3053D-56D1-610E-395E-DE5915A65722}"/>
              </a:ext>
            </a:extLst>
          </p:cNvPr>
          <p:cNvSpPr>
            <a:spLocks noChangeShapeType="1"/>
          </p:cNvSpPr>
          <p:nvPr/>
        </p:nvSpPr>
        <p:spPr bwMode="auto">
          <a:xfrm>
            <a:off x="3948113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62" name="Line 150">
            <a:extLst>
              <a:ext uri="{FF2B5EF4-FFF2-40B4-BE49-F238E27FC236}">
                <a16:creationId xmlns:a16="http://schemas.microsoft.com/office/drawing/2014/main" id="{B91D5C24-3429-611A-E78D-DDDF67C3CCE7}"/>
              </a:ext>
            </a:extLst>
          </p:cNvPr>
          <p:cNvSpPr>
            <a:spLocks noChangeShapeType="1"/>
          </p:cNvSpPr>
          <p:nvPr/>
        </p:nvSpPr>
        <p:spPr bwMode="auto">
          <a:xfrm>
            <a:off x="4122738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63" name="Line 151">
            <a:extLst>
              <a:ext uri="{FF2B5EF4-FFF2-40B4-BE49-F238E27FC236}">
                <a16:creationId xmlns:a16="http://schemas.microsoft.com/office/drawing/2014/main" id="{0224EAD9-ED85-18A8-ABC8-9DBFF3C6912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98950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64" name="Line 152">
            <a:extLst>
              <a:ext uri="{FF2B5EF4-FFF2-40B4-BE49-F238E27FC236}">
                <a16:creationId xmlns:a16="http://schemas.microsoft.com/office/drawing/2014/main" id="{5937BCC5-FD77-F9E1-2B6F-FEEFA14364E3}"/>
              </a:ext>
            </a:extLst>
          </p:cNvPr>
          <p:cNvSpPr>
            <a:spLocks noChangeShapeType="1"/>
          </p:cNvSpPr>
          <p:nvPr/>
        </p:nvSpPr>
        <p:spPr bwMode="auto">
          <a:xfrm>
            <a:off x="4475163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65" name="Line 153">
            <a:extLst>
              <a:ext uri="{FF2B5EF4-FFF2-40B4-BE49-F238E27FC236}">
                <a16:creationId xmlns:a16="http://schemas.microsoft.com/office/drawing/2014/main" id="{CD674513-9D32-54B9-3C97-30F94A971AF6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9788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66" name="Rectangle 154">
            <a:extLst>
              <a:ext uri="{FF2B5EF4-FFF2-40B4-BE49-F238E27FC236}">
                <a16:creationId xmlns:a16="http://schemas.microsoft.com/office/drawing/2014/main" id="{2632CE2B-BB43-5C4F-2ABE-71E3CC2A81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5863" y="39179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67" name="Rectangle 155">
            <a:extLst>
              <a:ext uri="{FF2B5EF4-FFF2-40B4-BE49-F238E27FC236}">
                <a16:creationId xmlns:a16="http://schemas.microsoft.com/office/drawing/2014/main" id="{BA03A873-1671-4A21-B354-33D6082090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2075" y="39179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68" name="Rectangle 156">
            <a:extLst>
              <a:ext uri="{FF2B5EF4-FFF2-40B4-BE49-F238E27FC236}">
                <a16:creationId xmlns:a16="http://schemas.microsoft.com/office/drawing/2014/main" id="{536382B0-7841-2594-B9E2-DF8077EBB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8288" y="39179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60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69" name="Rectangle 157">
            <a:extLst>
              <a:ext uri="{FF2B5EF4-FFF2-40B4-BE49-F238E27FC236}">
                <a16:creationId xmlns:a16="http://schemas.microsoft.com/office/drawing/2014/main" id="{B0E3D6D9-5401-1DB2-F657-287A42B39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913" y="39179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80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70" name="Rectangle 158">
            <a:extLst>
              <a:ext uri="{FF2B5EF4-FFF2-40B4-BE49-F238E27FC236}">
                <a16:creationId xmlns:a16="http://schemas.microsoft.com/office/drawing/2014/main" id="{C5307DDC-211E-7667-E672-6AB4BB9370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3725" y="3917950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71" name="Rectangle 159">
            <a:extLst>
              <a:ext uri="{FF2B5EF4-FFF2-40B4-BE49-F238E27FC236}">
                <a16:creationId xmlns:a16="http://schemas.microsoft.com/office/drawing/2014/main" id="{7660153A-15CF-63DF-958C-CD909FB65B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9938" y="3917950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72" name="Line 160">
            <a:extLst>
              <a:ext uri="{FF2B5EF4-FFF2-40B4-BE49-F238E27FC236}">
                <a16:creationId xmlns:a16="http://schemas.microsoft.com/office/drawing/2014/main" id="{C4E5B80E-735F-88AE-2482-EA784D9CC90B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0450" y="2747963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73" name="Line 161">
            <a:extLst>
              <a:ext uri="{FF2B5EF4-FFF2-40B4-BE49-F238E27FC236}">
                <a16:creationId xmlns:a16="http://schemas.microsoft.com/office/drawing/2014/main" id="{305AAC7C-D5F7-2B97-4F58-60BB350F8F90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2747963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74" name="Line 162">
            <a:extLst>
              <a:ext uri="{FF2B5EF4-FFF2-40B4-BE49-F238E27FC236}">
                <a16:creationId xmlns:a16="http://schemas.microsoft.com/office/drawing/2014/main" id="{B6ADDFA6-87DE-23F2-61B2-EDD80EBE1D9E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0450" y="29194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75" name="Line 163">
            <a:extLst>
              <a:ext uri="{FF2B5EF4-FFF2-40B4-BE49-F238E27FC236}">
                <a16:creationId xmlns:a16="http://schemas.microsoft.com/office/drawing/2014/main" id="{058A415D-1288-EE0B-15B6-F293AFA3D479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0450" y="30940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76" name="Line 164">
            <a:extLst>
              <a:ext uri="{FF2B5EF4-FFF2-40B4-BE49-F238E27FC236}">
                <a16:creationId xmlns:a16="http://schemas.microsoft.com/office/drawing/2014/main" id="{624CD106-B696-8A02-CB4C-13ADBAC6EDF1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0450" y="32702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77" name="Line 165">
            <a:extLst>
              <a:ext uri="{FF2B5EF4-FFF2-40B4-BE49-F238E27FC236}">
                <a16:creationId xmlns:a16="http://schemas.microsoft.com/office/drawing/2014/main" id="{D523A992-8265-AE28-57DF-F3AA9EA3BD02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0450" y="34464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79" name="Line 166">
            <a:extLst>
              <a:ext uri="{FF2B5EF4-FFF2-40B4-BE49-F238E27FC236}">
                <a16:creationId xmlns:a16="http://schemas.microsoft.com/office/drawing/2014/main" id="{B5C506B9-9E7A-83AF-D1EB-6993C5835D8F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0450" y="36210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0" name="Line 167">
            <a:extLst>
              <a:ext uri="{FF2B5EF4-FFF2-40B4-BE49-F238E27FC236}">
                <a16:creationId xmlns:a16="http://schemas.microsoft.com/office/drawing/2014/main" id="{ADF15D76-6F99-8B04-5551-F6CCFF2878C7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0450" y="37973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1" name="Line 168">
            <a:extLst>
              <a:ext uri="{FF2B5EF4-FFF2-40B4-BE49-F238E27FC236}">
                <a16:creationId xmlns:a16="http://schemas.microsoft.com/office/drawing/2014/main" id="{A9552C65-FFD0-4C82-E600-CD97ACDEC9D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13288" y="29194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2" name="Line 169">
            <a:extLst>
              <a:ext uri="{FF2B5EF4-FFF2-40B4-BE49-F238E27FC236}">
                <a16:creationId xmlns:a16="http://schemas.microsoft.com/office/drawing/2014/main" id="{A3B73915-390B-184D-D60C-B15F3D1BC7C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13288" y="30940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3" name="Line 170">
            <a:extLst>
              <a:ext uri="{FF2B5EF4-FFF2-40B4-BE49-F238E27FC236}">
                <a16:creationId xmlns:a16="http://schemas.microsoft.com/office/drawing/2014/main" id="{95CAE2EF-15C9-AE9B-90B3-77505953A59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13288" y="32702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4" name="Line 171">
            <a:extLst>
              <a:ext uri="{FF2B5EF4-FFF2-40B4-BE49-F238E27FC236}">
                <a16:creationId xmlns:a16="http://schemas.microsoft.com/office/drawing/2014/main" id="{66B90E67-7F98-39A0-A7EF-2FFEBB7A9BF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13288" y="34464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" name="Line 172">
            <a:extLst>
              <a:ext uri="{FF2B5EF4-FFF2-40B4-BE49-F238E27FC236}">
                <a16:creationId xmlns:a16="http://schemas.microsoft.com/office/drawing/2014/main" id="{D5CA8C63-3BF8-3E8A-F5DA-BF1A4D620DF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13288" y="36210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6" name="Line 173">
            <a:extLst>
              <a:ext uri="{FF2B5EF4-FFF2-40B4-BE49-F238E27FC236}">
                <a16:creationId xmlns:a16="http://schemas.microsoft.com/office/drawing/2014/main" id="{645982B5-E1CF-00D8-7068-04758295C79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13288" y="37973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7" name="Rectangle 174">
            <a:extLst>
              <a:ext uri="{FF2B5EF4-FFF2-40B4-BE49-F238E27FC236}">
                <a16:creationId xmlns:a16="http://schemas.microsoft.com/office/drawing/2014/main" id="{665A7634-AE6A-9B4C-0DEB-F4B699BC5B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5038" y="2874963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88" name="Rectangle 175">
            <a:extLst>
              <a:ext uri="{FF2B5EF4-FFF2-40B4-BE49-F238E27FC236}">
                <a16:creationId xmlns:a16="http://schemas.microsoft.com/office/drawing/2014/main" id="{FC92D1AC-FBD3-467A-8637-B191D78C1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5038" y="305117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89" name="Rectangle 176">
            <a:extLst>
              <a:ext uri="{FF2B5EF4-FFF2-40B4-BE49-F238E27FC236}">
                <a16:creationId xmlns:a16="http://schemas.microsoft.com/office/drawing/2014/main" id="{4681B6F7-500D-38B9-192D-8A944C2791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5038" y="3227388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60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90" name="Rectangle 177">
            <a:extLst>
              <a:ext uri="{FF2B5EF4-FFF2-40B4-BE49-F238E27FC236}">
                <a16:creationId xmlns:a16="http://schemas.microsoft.com/office/drawing/2014/main" id="{3556EB87-24A8-9FE9-D96B-334BE24C01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5038" y="340360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80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91" name="Rectangle 178">
            <a:extLst>
              <a:ext uri="{FF2B5EF4-FFF2-40B4-BE49-F238E27FC236}">
                <a16:creationId xmlns:a16="http://schemas.microsoft.com/office/drawing/2014/main" id="{C76005FE-38C9-D957-86A9-DA3A73D28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5825" y="3578225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92" name="Rectangle 179">
            <a:extLst>
              <a:ext uri="{FF2B5EF4-FFF2-40B4-BE49-F238E27FC236}">
                <a16:creationId xmlns:a16="http://schemas.microsoft.com/office/drawing/2014/main" id="{A61736F1-711B-FF16-41F8-075731568C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5825" y="3754438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93" name="Line 180">
            <a:extLst>
              <a:ext uri="{FF2B5EF4-FFF2-40B4-BE49-F238E27FC236}">
                <a16:creationId xmlns:a16="http://schemas.microsoft.com/office/drawing/2014/main" id="{00E5D107-AD0E-E7AA-DE21-02EA8B123F23}"/>
              </a:ext>
            </a:extLst>
          </p:cNvPr>
          <p:cNvSpPr>
            <a:spLocks noChangeShapeType="1"/>
          </p:cNvSpPr>
          <p:nvPr/>
        </p:nvSpPr>
        <p:spPr bwMode="auto">
          <a:xfrm>
            <a:off x="4794250" y="386873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94" name="Line 181">
            <a:extLst>
              <a:ext uri="{FF2B5EF4-FFF2-40B4-BE49-F238E27FC236}">
                <a16:creationId xmlns:a16="http://schemas.microsoft.com/office/drawing/2014/main" id="{CEFE341F-34FC-60CC-4871-BC1E056DFAE9}"/>
              </a:ext>
            </a:extLst>
          </p:cNvPr>
          <p:cNvSpPr>
            <a:spLocks noChangeShapeType="1"/>
          </p:cNvSpPr>
          <p:nvPr/>
        </p:nvSpPr>
        <p:spPr bwMode="auto">
          <a:xfrm>
            <a:off x="4794250" y="274478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95" name="Line 182">
            <a:extLst>
              <a:ext uri="{FF2B5EF4-FFF2-40B4-BE49-F238E27FC236}">
                <a16:creationId xmlns:a16="http://schemas.microsoft.com/office/drawing/2014/main" id="{E7DA9E81-16C5-EC17-BBF4-F89EE4A2FD1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94250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96" name="Line 183">
            <a:extLst>
              <a:ext uri="{FF2B5EF4-FFF2-40B4-BE49-F238E27FC236}">
                <a16:creationId xmlns:a16="http://schemas.microsoft.com/office/drawing/2014/main" id="{DFF4F55B-0599-BA99-801E-066D34F6EC0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06963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08" name="Picture 184">
            <a:extLst>
              <a:ext uri="{FF2B5EF4-FFF2-40B4-BE49-F238E27FC236}">
                <a16:creationId xmlns:a16="http://schemas.microsoft.com/office/drawing/2014/main" id="{56A9A26D-B0C1-10A9-26AC-0B61E48745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4250" y="2744788"/>
            <a:ext cx="112713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97" name="Line 185">
            <a:extLst>
              <a:ext uri="{FF2B5EF4-FFF2-40B4-BE49-F238E27FC236}">
                <a16:creationId xmlns:a16="http://schemas.microsoft.com/office/drawing/2014/main" id="{280099AC-4FF4-F593-308D-1F1F341A47A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06963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99" name="Line 186">
            <a:extLst>
              <a:ext uri="{FF2B5EF4-FFF2-40B4-BE49-F238E27FC236}">
                <a16:creationId xmlns:a16="http://schemas.microsoft.com/office/drawing/2014/main" id="{BB830D73-1C6E-CBC6-E04E-52D2308AFE2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95850" y="38687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00" name="Line 187">
            <a:extLst>
              <a:ext uri="{FF2B5EF4-FFF2-40B4-BE49-F238E27FC236}">
                <a16:creationId xmlns:a16="http://schemas.microsoft.com/office/drawing/2014/main" id="{933F8744-14A5-7777-31CB-C744D8A45E8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95850" y="36496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01" name="Line 188">
            <a:extLst>
              <a:ext uri="{FF2B5EF4-FFF2-40B4-BE49-F238E27FC236}">
                <a16:creationId xmlns:a16="http://schemas.microsoft.com/office/drawing/2014/main" id="{447B0893-4683-035C-6E8A-CB8B175E4BE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95850" y="34305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02" name="Line 189">
            <a:extLst>
              <a:ext uri="{FF2B5EF4-FFF2-40B4-BE49-F238E27FC236}">
                <a16:creationId xmlns:a16="http://schemas.microsoft.com/office/drawing/2014/main" id="{57B51F60-F3B5-7CDC-B903-4F7B736D2FC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95850" y="32099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03" name="Line 190">
            <a:extLst>
              <a:ext uri="{FF2B5EF4-FFF2-40B4-BE49-F238E27FC236}">
                <a16:creationId xmlns:a16="http://schemas.microsoft.com/office/drawing/2014/main" id="{7AB3598E-F5F4-8A39-F31E-3B0E9AC4D79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95850" y="29908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04" name="Line 191">
            <a:extLst>
              <a:ext uri="{FF2B5EF4-FFF2-40B4-BE49-F238E27FC236}">
                <a16:creationId xmlns:a16="http://schemas.microsoft.com/office/drawing/2014/main" id="{DD68DD56-7B02-89C7-CE7D-9B89BCE931B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95850" y="277177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05" name="Rectangle 192">
            <a:extLst>
              <a:ext uri="{FF2B5EF4-FFF2-40B4-BE49-F238E27FC236}">
                <a16:creationId xmlns:a16="http://schemas.microsoft.com/office/drawing/2014/main" id="{ADABC290-755F-2610-02EB-B2FCFA58AD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125" y="3830638"/>
            <a:ext cx="746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06" name="Rectangle 193">
            <a:extLst>
              <a:ext uri="{FF2B5EF4-FFF2-40B4-BE49-F238E27FC236}">
                <a16:creationId xmlns:a16="http://schemas.microsoft.com/office/drawing/2014/main" id="{24ED730F-2CB5-00A5-3E2D-E2FA20729F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125" y="3609975"/>
            <a:ext cx="1127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50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07" name="Rectangle 194">
            <a:extLst>
              <a:ext uri="{FF2B5EF4-FFF2-40B4-BE49-F238E27FC236}">
                <a16:creationId xmlns:a16="http://schemas.microsoft.com/office/drawing/2014/main" id="{B7C26CF8-DAB7-9A86-380F-367FEC7945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125" y="3390900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08" name="Rectangle 195">
            <a:extLst>
              <a:ext uri="{FF2B5EF4-FFF2-40B4-BE49-F238E27FC236}">
                <a16:creationId xmlns:a16="http://schemas.microsoft.com/office/drawing/2014/main" id="{77B2FB01-8CD2-1EC3-9576-40ED009BFD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125" y="3170238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150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09" name="Rectangle 196">
            <a:extLst>
              <a:ext uri="{FF2B5EF4-FFF2-40B4-BE49-F238E27FC236}">
                <a16:creationId xmlns:a16="http://schemas.microsoft.com/office/drawing/2014/main" id="{CA11EDE0-94D1-CBF6-8AF2-3C0B2C7100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125" y="2951163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10" name="Rectangle 197">
            <a:extLst>
              <a:ext uri="{FF2B5EF4-FFF2-40B4-BE49-F238E27FC236}">
                <a16:creationId xmlns:a16="http://schemas.microsoft.com/office/drawing/2014/main" id="{4F5468E4-653F-2F28-BFC8-000D3EBD50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125" y="2730500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250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11" name="Line 198">
            <a:extLst>
              <a:ext uri="{FF2B5EF4-FFF2-40B4-BE49-F238E27FC236}">
                <a16:creationId xmlns:a16="http://schemas.microsoft.com/office/drawing/2014/main" id="{C5A15877-9F65-E3E1-D7BF-4590FB808E61}"/>
              </a:ext>
            </a:extLst>
          </p:cNvPr>
          <p:cNvSpPr>
            <a:spLocks noChangeShapeType="1"/>
          </p:cNvSpPr>
          <p:nvPr/>
        </p:nvSpPr>
        <p:spPr bwMode="auto">
          <a:xfrm>
            <a:off x="4794250" y="274478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12" name="Line 199">
            <a:extLst>
              <a:ext uri="{FF2B5EF4-FFF2-40B4-BE49-F238E27FC236}">
                <a16:creationId xmlns:a16="http://schemas.microsoft.com/office/drawing/2014/main" id="{18B86CF5-8B95-F6B9-ACC8-4E72C3BE19CB}"/>
              </a:ext>
            </a:extLst>
          </p:cNvPr>
          <p:cNvSpPr>
            <a:spLocks noChangeShapeType="1"/>
          </p:cNvSpPr>
          <p:nvPr/>
        </p:nvSpPr>
        <p:spPr bwMode="auto">
          <a:xfrm>
            <a:off x="4794250" y="386873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13" name="Line 200">
            <a:extLst>
              <a:ext uri="{FF2B5EF4-FFF2-40B4-BE49-F238E27FC236}">
                <a16:creationId xmlns:a16="http://schemas.microsoft.com/office/drawing/2014/main" id="{FAB8DF61-0636-7D38-3569-F395F8D9B98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94250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14" name="Line 201">
            <a:extLst>
              <a:ext uri="{FF2B5EF4-FFF2-40B4-BE49-F238E27FC236}">
                <a16:creationId xmlns:a16="http://schemas.microsoft.com/office/drawing/2014/main" id="{2A1E61B3-5551-8EBB-5E19-5CD9E854CA6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06963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15" name="Rectangle 202">
            <a:extLst>
              <a:ext uri="{FF2B5EF4-FFF2-40B4-BE49-F238E27FC236}">
                <a16:creationId xmlns:a16="http://schemas.microsoft.com/office/drawing/2014/main" id="{116DEBBE-0D99-BB79-80B9-E54F30965D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5775" y="2747963"/>
            <a:ext cx="1123950" cy="11239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16" name="Rectangle 203">
            <a:extLst>
              <a:ext uri="{FF2B5EF4-FFF2-40B4-BE49-F238E27FC236}">
                <a16:creationId xmlns:a16="http://schemas.microsoft.com/office/drawing/2014/main" id="{AF09D358-9504-BD6C-2275-790DFD7003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4688" y="2619375"/>
            <a:ext cx="860425" cy="13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windowed (none)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17" name="Picture 204">
            <a:extLst>
              <a:ext uri="{FF2B5EF4-FFF2-40B4-BE49-F238E27FC236}">
                <a16:creationId xmlns:a16="http://schemas.microsoft.com/office/drawing/2014/main" id="{D265834D-0FE3-95E4-CB10-9C11B8F363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5775" y="2751138"/>
            <a:ext cx="1123950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16" name="Line 206">
            <a:extLst>
              <a:ext uri="{FF2B5EF4-FFF2-40B4-BE49-F238E27FC236}">
                <a16:creationId xmlns:a16="http://schemas.microsoft.com/office/drawing/2014/main" id="{15030ACD-5FD8-F92F-D344-6411FA908CA2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5776" y="3871913"/>
            <a:ext cx="1123950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17" name="Line 207">
            <a:extLst>
              <a:ext uri="{FF2B5EF4-FFF2-40B4-BE49-F238E27FC236}">
                <a16:creationId xmlns:a16="http://schemas.microsoft.com/office/drawing/2014/main" id="{1BCCDA50-1CFA-DF95-8F30-756FE6A5D77F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5776" y="2747963"/>
            <a:ext cx="1123950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18" name="Line 208">
            <a:extLst>
              <a:ext uri="{FF2B5EF4-FFF2-40B4-BE49-F238E27FC236}">
                <a16:creationId xmlns:a16="http://schemas.microsoft.com/office/drawing/2014/main" id="{07AC4C32-4CB3-B640-1E82-3CA178668C2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37226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19" name="Line 209">
            <a:extLst>
              <a:ext uri="{FF2B5EF4-FFF2-40B4-BE49-F238E27FC236}">
                <a16:creationId xmlns:a16="http://schemas.microsoft.com/office/drawing/2014/main" id="{14E651F3-6A7C-02D2-DA26-90A2A7F4441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11851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0" name="Line 210">
            <a:extLst>
              <a:ext uri="{FF2B5EF4-FFF2-40B4-BE49-F238E27FC236}">
                <a16:creationId xmlns:a16="http://schemas.microsoft.com/office/drawing/2014/main" id="{A764F334-FD93-9C3A-0D10-B16D835AE8E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88063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1" name="Line 211">
            <a:extLst>
              <a:ext uri="{FF2B5EF4-FFF2-40B4-BE49-F238E27FC236}">
                <a16:creationId xmlns:a16="http://schemas.microsoft.com/office/drawing/2014/main" id="{4F2FCE3B-C08B-34D7-25B9-88B19587BB2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64276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2" name="Line 212">
            <a:extLst>
              <a:ext uri="{FF2B5EF4-FFF2-40B4-BE49-F238E27FC236}">
                <a16:creationId xmlns:a16="http://schemas.microsoft.com/office/drawing/2014/main" id="{5359BDE8-14DA-D7B3-2489-68D8821E2FA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38901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3" name="Line 213">
            <a:extLst>
              <a:ext uri="{FF2B5EF4-FFF2-40B4-BE49-F238E27FC236}">
                <a16:creationId xmlns:a16="http://schemas.microsoft.com/office/drawing/2014/main" id="{36B86899-879D-D764-B437-3FA322D8BA1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15113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" name="Line 214">
            <a:extLst>
              <a:ext uri="{FF2B5EF4-FFF2-40B4-BE49-F238E27FC236}">
                <a16:creationId xmlns:a16="http://schemas.microsoft.com/office/drawing/2014/main" id="{F5F6A19C-B0F0-0F32-126D-D6F5AC88EE5F}"/>
              </a:ext>
            </a:extLst>
          </p:cNvPr>
          <p:cNvSpPr>
            <a:spLocks noChangeShapeType="1"/>
          </p:cNvSpPr>
          <p:nvPr/>
        </p:nvSpPr>
        <p:spPr bwMode="auto">
          <a:xfrm>
            <a:off x="5737226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5" name="Line 215">
            <a:extLst>
              <a:ext uri="{FF2B5EF4-FFF2-40B4-BE49-F238E27FC236}">
                <a16:creationId xmlns:a16="http://schemas.microsoft.com/office/drawing/2014/main" id="{A1DD3696-5F71-F8F3-9E22-9B691E5B635D}"/>
              </a:ext>
            </a:extLst>
          </p:cNvPr>
          <p:cNvSpPr>
            <a:spLocks noChangeShapeType="1"/>
          </p:cNvSpPr>
          <p:nvPr/>
        </p:nvSpPr>
        <p:spPr bwMode="auto">
          <a:xfrm>
            <a:off x="5911851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7" name="Line 216">
            <a:extLst>
              <a:ext uri="{FF2B5EF4-FFF2-40B4-BE49-F238E27FC236}">
                <a16:creationId xmlns:a16="http://schemas.microsoft.com/office/drawing/2014/main" id="{AFF7FF45-892C-C31D-DB29-5BABB989DC9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88063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8" name="Line 217">
            <a:extLst>
              <a:ext uri="{FF2B5EF4-FFF2-40B4-BE49-F238E27FC236}">
                <a16:creationId xmlns:a16="http://schemas.microsoft.com/office/drawing/2014/main" id="{CC40EFF6-024B-A1A3-CB1C-B09897C0A215}"/>
              </a:ext>
            </a:extLst>
          </p:cNvPr>
          <p:cNvSpPr>
            <a:spLocks noChangeShapeType="1"/>
          </p:cNvSpPr>
          <p:nvPr/>
        </p:nvSpPr>
        <p:spPr bwMode="auto">
          <a:xfrm>
            <a:off x="6264276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9" name="Line 218">
            <a:extLst>
              <a:ext uri="{FF2B5EF4-FFF2-40B4-BE49-F238E27FC236}">
                <a16:creationId xmlns:a16="http://schemas.microsoft.com/office/drawing/2014/main" id="{44C70259-710A-C5A4-24B5-9A95D52960DA}"/>
              </a:ext>
            </a:extLst>
          </p:cNvPr>
          <p:cNvSpPr>
            <a:spLocks noChangeShapeType="1"/>
          </p:cNvSpPr>
          <p:nvPr/>
        </p:nvSpPr>
        <p:spPr bwMode="auto">
          <a:xfrm>
            <a:off x="6438901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30" name="Line 219">
            <a:extLst>
              <a:ext uri="{FF2B5EF4-FFF2-40B4-BE49-F238E27FC236}">
                <a16:creationId xmlns:a16="http://schemas.microsoft.com/office/drawing/2014/main" id="{76C5D1AF-5153-D700-C7D9-7966181BB821}"/>
              </a:ext>
            </a:extLst>
          </p:cNvPr>
          <p:cNvSpPr>
            <a:spLocks noChangeShapeType="1"/>
          </p:cNvSpPr>
          <p:nvPr/>
        </p:nvSpPr>
        <p:spPr bwMode="auto">
          <a:xfrm>
            <a:off x="6615113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31" name="Rectangle 220">
            <a:extLst>
              <a:ext uri="{FF2B5EF4-FFF2-40B4-BE49-F238E27FC236}">
                <a16:creationId xmlns:a16="http://schemas.microsoft.com/office/drawing/2014/main" id="{C75B27A9-471D-77CA-E5CB-7CE6463EF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1188" y="39179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32" name="Rectangle 221">
            <a:extLst>
              <a:ext uri="{FF2B5EF4-FFF2-40B4-BE49-F238E27FC236}">
                <a16:creationId xmlns:a16="http://schemas.microsoft.com/office/drawing/2014/main" id="{B56165E8-8B98-2678-C28E-4FAF100E76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1" y="39179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33" name="Rectangle 222">
            <a:extLst>
              <a:ext uri="{FF2B5EF4-FFF2-40B4-BE49-F238E27FC236}">
                <a16:creationId xmlns:a16="http://schemas.microsoft.com/office/drawing/2014/main" id="{2955DC52-AC57-BE20-BD69-2E2375DDF1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2026" y="39179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60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34" name="Rectangle 223">
            <a:extLst>
              <a:ext uri="{FF2B5EF4-FFF2-40B4-BE49-F238E27FC236}">
                <a16:creationId xmlns:a16="http://schemas.microsoft.com/office/drawing/2014/main" id="{7D4FB43E-11B1-F287-9852-FF2ACE142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8238" y="39179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80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35" name="Rectangle 224">
            <a:extLst>
              <a:ext uri="{FF2B5EF4-FFF2-40B4-BE49-F238E27FC236}">
                <a16:creationId xmlns:a16="http://schemas.microsoft.com/office/drawing/2014/main" id="{4346E2F8-4BCE-1CE6-4639-CD5C38D571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9051" y="3917950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36" name="Rectangle 225">
            <a:extLst>
              <a:ext uri="{FF2B5EF4-FFF2-40B4-BE49-F238E27FC236}">
                <a16:creationId xmlns:a16="http://schemas.microsoft.com/office/drawing/2014/main" id="{85E9CAF2-D4D8-BEB8-0BC9-E62E3EAA7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5263" y="3917950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37" name="Line 226">
            <a:extLst>
              <a:ext uri="{FF2B5EF4-FFF2-40B4-BE49-F238E27FC236}">
                <a16:creationId xmlns:a16="http://schemas.microsoft.com/office/drawing/2014/main" id="{A1D29249-83F7-B99C-F9FF-D4A28345885B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5776" y="2747963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38" name="Line 227">
            <a:extLst>
              <a:ext uri="{FF2B5EF4-FFF2-40B4-BE49-F238E27FC236}">
                <a16:creationId xmlns:a16="http://schemas.microsoft.com/office/drawing/2014/main" id="{6FEABCD8-6988-9ADF-1AB6-E939DF7BD8AA}"/>
              </a:ext>
            </a:extLst>
          </p:cNvPr>
          <p:cNvSpPr>
            <a:spLocks noChangeShapeType="1"/>
          </p:cNvSpPr>
          <p:nvPr/>
        </p:nvSpPr>
        <p:spPr bwMode="auto">
          <a:xfrm>
            <a:off x="6689726" y="2747963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39" name="Line 228">
            <a:extLst>
              <a:ext uri="{FF2B5EF4-FFF2-40B4-BE49-F238E27FC236}">
                <a16:creationId xmlns:a16="http://schemas.microsoft.com/office/drawing/2014/main" id="{BC59CC48-443B-344D-BDE9-80DAE5547CA2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5776" y="29194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40" name="Line 229">
            <a:extLst>
              <a:ext uri="{FF2B5EF4-FFF2-40B4-BE49-F238E27FC236}">
                <a16:creationId xmlns:a16="http://schemas.microsoft.com/office/drawing/2014/main" id="{3710E1EE-C761-A083-F49D-8C21D7847DEA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5776" y="30940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41" name="Line 230">
            <a:extLst>
              <a:ext uri="{FF2B5EF4-FFF2-40B4-BE49-F238E27FC236}">
                <a16:creationId xmlns:a16="http://schemas.microsoft.com/office/drawing/2014/main" id="{1FB24DBB-6CEF-0884-623D-8AC00A45B4F4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5776" y="32702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42" name="Line 231">
            <a:extLst>
              <a:ext uri="{FF2B5EF4-FFF2-40B4-BE49-F238E27FC236}">
                <a16:creationId xmlns:a16="http://schemas.microsoft.com/office/drawing/2014/main" id="{B0B625CA-BCAB-4342-6CCC-46C279BF468E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5776" y="34464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43" name="Line 232">
            <a:extLst>
              <a:ext uri="{FF2B5EF4-FFF2-40B4-BE49-F238E27FC236}">
                <a16:creationId xmlns:a16="http://schemas.microsoft.com/office/drawing/2014/main" id="{3F3B6751-7A87-1213-A123-9F1D0E2E2B77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5776" y="36210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44" name="Line 233">
            <a:extLst>
              <a:ext uri="{FF2B5EF4-FFF2-40B4-BE49-F238E27FC236}">
                <a16:creationId xmlns:a16="http://schemas.microsoft.com/office/drawing/2014/main" id="{257D7C37-C5E2-CF91-90CE-62B057B49B1A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5776" y="37973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45" name="Line 234">
            <a:extLst>
              <a:ext uri="{FF2B5EF4-FFF2-40B4-BE49-F238E27FC236}">
                <a16:creationId xmlns:a16="http://schemas.microsoft.com/office/drawing/2014/main" id="{9AF45454-E0FF-F57B-BAAE-75667E068B1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78613" y="29194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46" name="Line 235">
            <a:extLst>
              <a:ext uri="{FF2B5EF4-FFF2-40B4-BE49-F238E27FC236}">
                <a16:creationId xmlns:a16="http://schemas.microsoft.com/office/drawing/2014/main" id="{FE521A13-ECA1-F0B2-D84A-9E1E0D6AD24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78613" y="30940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47" name="Line 236">
            <a:extLst>
              <a:ext uri="{FF2B5EF4-FFF2-40B4-BE49-F238E27FC236}">
                <a16:creationId xmlns:a16="http://schemas.microsoft.com/office/drawing/2014/main" id="{AD3D738E-F41C-31EF-2933-EE72A34BBA6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78613" y="32702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48" name="Line 237">
            <a:extLst>
              <a:ext uri="{FF2B5EF4-FFF2-40B4-BE49-F238E27FC236}">
                <a16:creationId xmlns:a16="http://schemas.microsoft.com/office/drawing/2014/main" id="{35F84514-4BAA-8A89-0120-C82AFC30969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78613" y="34464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49" name="Line 238">
            <a:extLst>
              <a:ext uri="{FF2B5EF4-FFF2-40B4-BE49-F238E27FC236}">
                <a16:creationId xmlns:a16="http://schemas.microsoft.com/office/drawing/2014/main" id="{D25C090B-4EEF-3963-C4FA-4531EDAF9DB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78613" y="36210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50" name="Line 239">
            <a:extLst>
              <a:ext uri="{FF2B5EF4-FFF2-40B4-BE49-F238E27FC236}">
                <a16:creationId xmlns:a16="http://schemas.microsoft.com/office/drawing/2014/main" id="{9B04E887-5ED4-74CE-4561-EE016495673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78613" y="37973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51" name="Rectangle 240">
            <a:extLst>
              <a:ext uri="{FF2B5EF4-FFF2-40B4-BE49-F238E27FC236}">
                <a16:creationId xmlns:a16="http://schemas.microsoft.com/office/drawing/2014/main" id="{1EE41728-EB64-2DEE-CB05-2F5DE22A74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0363" y="2874963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52" name="Rectangle 241">
            <a:extLst>
              <a:ext uri="{FF2B5EF4-FFF2-40B4-BE49-F238E27FC236}">
                <a16:creationId xmlns:a16="http://schemas.microsoft.com/office/drawing/2014/main" id="{BA3B1F76-2C51-0000-2041-25913E2BA8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0363" y="305117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53" name="Rectangle 242">
            <a:extLst>
              <a:ext uri="{FF2B5EF4-FFF2-40B4-BE49-F238E27FC236}">
                <a16:creationId xmlns:a16="http://schemas.microsoft.com/office/drawing/2014/main" id="{92355FA8-E2F5-4F6D-577A-4D8F0D2C59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0363" y="3227388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60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54" name="Rectangle 243">
            <a:extLst>
              <a:ext uri="{FF2B5EF4-FFF2-40B4-BE49-F238E27FC236}">
                <a16:creationId xmlns:a16="http://schemas.microsoft.com/office/drawing/2014/main" id="{D0A31A44-E0A6-9DC3-22C5-A9EC3EC2A9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0363" y="340360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80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55" name="Rectangle 244">
            <a:extLst>
              <a:ext uri="{FF2B5EF4-FFF2-40B4-BE49-F238E27FC236}">
                <a16:creationId xmlns:a16="http://schemas.microsoft.com/office/drawing/2014/main" id="{B2F33499-85ED-C913-B830-80A98BF01A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9563" y="3578225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56" name="Rectangle 245">
            <a:extLst>
              <a:ext uri="{FF2B5EF4-FFF2-40B4-BE49-F238E27FC236}">
                <a16:creationId xmlns:a16="http://schemas.microsoft.com/office/drawing/2014/main" id="{8B2BC809-0085-FA69-6E46-511EFF7365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9563" y="3754438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57" name="Line 246">
            <a:extLst>
              <a:ext uri="{FF2B5EF4-FFF2-40B4-BE49-F238E27FC236}">
                <a16:creationId xmlns:a16="http://schemas.microsoft.com/office/drawing/2014/main" id="{694E4FC5-29D5-EF00-9CF1-387097175A14}"/>
              </a:ext>
            </a:extLst>
          </p:cNvPr>
          <p:cNvSpPr>
            <a:spLocks noChangeShapeType="1"/>
          </p:cNvSpPr>
          <p:nvPr/>
        </p:nvSpPr>
        <p:spPr bwMode="auto">
          <a:xfrm>
            <a:off x="6757988" y="386873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58" name="Line 247">
            <a:extLst>
              <a:ext uri="{FF2B5EF4-FFF2-40B4-BE49-F238E27FC236}">
                <a16:creationId xmlns:a16="http://schemas.microsoft.com/office/drawing/2014/main" id="{68538ABA-202F-5B84-B463-EEDA29144474}"/>
              </a:ext>
            </a:extLst>
          </p:cNvPr>
          <p:cNvSpPr>
            <a:spLocks noChangeShapeType="1"/>
          </p:cNvSpPr>
          <p:nvPr/>
        </p:nvSpPr>
        <p:spPr bwMode="auto">
          <a:xfrm>
            <a:off x="6757988" y="274478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59" name="Line 248">
            <a:extLst>
              <a:ext uri="{FF2B5EF4-FFF2-40B4-BE49-F238E27FC236}">
                <a16:creationId xmlns:a16="http://schemas.microsoft.com/office/drawing/2014/main" id="{92EACBF5-8482-97A6-2E13-648BF586718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57988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60" name="Line 249">
            <a:extLst>
              <a:ext uri="{FF2B5EF4-FFF2-40B4-BE49-F238E27FC236}">
                <a16:creationId xmlns:a16="http://schemas.microsoft.com/office/drawing/2014/main" id="{A9F31904-6343-CE80-494A-F080E63D0FE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70701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74" name="Picture 250">
            <a:extLst>
              <a:ext uri="{FF2B5EF4-FFF2-40B4-BE49-F238E27FC236}">
                <a16:creationId xmlns:a16="http://schemas.microsoft.com/office/drawing/2014/main" id="{2E726F14-E857-0122-FAF7-2B03D420AC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7988" y="2744788"/>
            <a:ext cx="112713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61" name="Line 251">
            <a:extLst>
              <a:ext uri="{FF2B5EF4-FFF2-40B4-BE49-F238E27FC236}">
                <a16:creationId xmlns:a16="http://schemas.microsoft.com/office/drawing/2014/main" id="{065AFBD6-DA16-C51A-6628-E2B20D6759A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70701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62" name="Line 252">
            <a:extLst>
              <a:ext uri="{FF2B5EF4-FFF2-40B4-BE49-F238E27FC236}">
                <a16:creationId xmlns:a16="http://schemas.microsoft.com/office/drawing/2014/main" id="{D43835DA-336F-8FD7-528A-2E0F2BEC862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59588" y="38163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63" name="Line 253">
            <a:extLst>
              <a:ext uri="{FF2B5EF4-FFF2-40B4-BE49-F238E27FC236}">
                <a16:creationId xmlns:a16="http://schemas.microsoft.com/office/drawing/2014/main" id="{BCD621A9-7CBD-20B5-68FD-EF7747D989C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59588" y="36433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16" name="Line 254">
            <a:extLst>
              <a:ext uri="{FF2B5EF4-FFF2-40B4-BE49-F238E27FC236}">
                <a16:creationId xmlns:a16="http://schemas.microsoft.com/office/drawing/2014/main" id="{1D9E0005-E66A-CCF9-7D86-8D514B4AEC1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59588" y="347027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17" name="Line 255">
            <a:extLst>
              <a:ext uri="{FF2B5EF4-FFF2-40B4-BE49-F238E27FC236}">
                <a16:creationId xmlns:a16="http://schemas.microsoft.com/office/drawing/2014/main" id="{2BA4FEF7-196E-47E1-95EC-AB845F10484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59588" y="32972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18" name="Line 256">
            <a:extLst>
              <a:ext uri="{FF2B5EF4-FFF2-40B4-BE49-F238E27FC236}">
                <a16:creationId xmlns:a16="http://schemas.microsoft.com/office/drawing/2014/main" id="{496FE0EE-11E9-54A3-4BFD-DC46CCA0031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59588" y="31242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19" name="Line 257">
            <a:extLst>
              <a:ext uri="{FF2B5EF4-FFF2-40B4-BE49-F238E27FC236}">
                <a16:creationId xmlns:a16="http://schemas.microsoft.com/office/drawing/2014/main" id="{F3A34B46-1BA2-2AFE-59B5-793DC1C503B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59588" y="29511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20" name="Line 258">
            <a:extLst>
              <a:ext uri="{FF2B5EF4-FFF2-40B4-BE49-F238E27FC236}">
                <a16:creationId xmlns:a16="http://schemas.microsoft.com/office/drawing/2014/main" id="{F4F84014-9B3C-5743-6984-27BE65EC585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59588" y="27781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21" name="Rectangle 259">
            <a:extLst>
              <a:ext uri="{FF2B5EF4-FFF2-40B4-BE49-F238E27FC236}">
                <a16:creationId xmlns:a16="http://schemas.microsoft.com/office/drawing/2014/main" id="{B575F281-64ED-B985-2F02-769A8469B0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2451" y="3779838"/>
            <a:ext cx="1381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-60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22" name="Rectangle 260">
            <a:extLst>
              <a:ext uri="{FF2B5EF4-FFF2-40B4-BE49-F238E27FC236}">
                <a16:creationId xmlns:a16="http://schemas.microsoft.com/office/drawing/2014/main" id="{7DA256B0-0C86-E6C2-19C1-CE49235B6A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2451" y="3603625"/>
            <a:ext cx="1381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-40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23" name="Rectangle 261">
            <a:extLst>
              <a:ext uri="{FF2B5EF4-FFF2-40B4-BE49-F238E27FC236}">
                <a16:creationId xmlns:a16="http://schemas.microsoft.com/office/drawing/2014/main" id="{9CAA0AC0-6765-EEFF-522C-8C1653CC71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2451" y="3429000"/>
            <a:ext cx="1381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-20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24" name="Rectangle 262">
            <a:extLst>
              <a:ext uri="{FF2B5EF4-FFF2-40B4-BE49-F238E27FC236}">
                <a16:creationId xmlns:a16="http://schemas.microsoft.com/office/drawing/2014/main" id="{A201F8F2-DB21-416B-F749-A3D156D70B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2451" y="3259138"/>
            <a:ext cx="746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25" name="Rectangle 263">
            <a:extLst>
              <a:ext uri="{FF2B5EF4-FFF2-40B4-BE49-F238E27FC236}">
                <a16:creationId xmlns:a16="http://schemas.microsoft.com/office/drawing/2014/main" id="{572C317D-483A-DDBA-61B0-4D5F982D7A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2451" y="3082925"/>
            <a:ext cx="1127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26" name="Rectangle 264">
            <a:extLst>
              <a:ext uri="{FF2B5EF4-FFF2-40B4-BE49-F238E27FC236}">
                <a16:creationId xmlns:a16="http://schemas.microsoft.com/office/drawing/2014/main" id="{E085FC0D-4557-B732-085A-1E1EDF4883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2451" y="2913063"/>
            <a:ext cx="1127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27" name="Rectangle 265">
            <a:extLst>
              <a:ext uri="{FF2B5EF4-FFF2-40B4-BE49-F238E27FC236}">
                <a16:creationId xmlns:a16="http://schemas.microsoft.com/office/drawing/2014/main" id="{F1359A84-35B4-9141-BF49-E7C2545B1D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2451" y="2736850"/>
            <a:ext cx="1127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60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28" name="Line 266">
            <a:extLst>
              <a:ext uri="{FF2B5EF4-FFF2-40B4-BE49-F238E27FC236}">
                <a16:creationId xmlns:a16="http://schemas.microsoft.com/office/drawing/2014/main" id="{101FDC28-767D-7ABF-2B48-4597114F0ECA}"/>
              </a:ext>
            </a:extLst>
          </p:cNvPr>
          <p:cNvSpPr>
            <a:spLocks noChangeShapeType="1"/>
          </p:cNvSpPr>
          <p:nvPr/>
        </p:nvSpPr>
        <p:spPr bwMode="auto">
          <a:xfrm>
            <a:off x="6757988" y="274478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29" name="Line 267">
            <a:extLst>
              <a:ext uri="{FF2B5EF4-FFF2-40B4-BE49-F238E27FC236}">
                <a16:creationId xmlns:a16="http://schemas.microsoft.com/office/drawing/2014/main" id="{BFDED800-F8CA-7AF1-68B8-FB4998EBBB53}"/>
              </a:ext>
            </a:extLst>
          </p:cNvPr>
          <p:cNvSpPr>
            <a:spLocks noChangeShapeType="1"/>
          </p:cNvSpPr>
          <p:nvPr/>
        </p:nvSpPr>
        <p:spPr bwMode="auto">
          <a:xfrm>
            <a:off x="6757988" y="386873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30" name="Line 268">
            <a:extLst>
              <a:ext uri="{FF2B5EF4-FFF2-40B4-BE49-F238E27FC236}">
                <a16:creationId xmlns:a16="http://schemas.microsoft.com/office/drawing/2014/main" id="{2A928BB9-1C9E-D58E-2C48-8B1D54999C3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57988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31" name="Line 269">
            <a:extLst>
              <a:ext uri="{FF2B5EF4-FFF2-40B4-BE49-F238E27FC236}">
                <a16:creationId xmlns:a16="http://schemas.microsoft.com/office/drawing/2014/main" id="{D846C0F9-AFFF-2901-6EA7-6FBCBA5D82B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70701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32" name="Rectangle 270">
            <a:extLst>
              <a:ext uri="{FF2B5EF4-FFF2-40B4-BE49-F238E27FC236}">
                <a16:creationId xmlns:a16="http://schemas.microsoft.com/office/drawing/2014/main" id="{1C208D00-5B94-5114-4D5D-7DC53AF680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4751" y="2747963"/>
            <a:ext cx="1122363" cy="11239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33" name="Rectangle 271">
            <a:extLst>
              <a:ext uri="{FF2B5EF4-FFF2-40B4-BE49-F238E27FC236}">
                <a16:creationId xmlns:a16="http://schemas.microsoft.com/office/drawing/2014/main" id="{5893C9F9-96A2-AC99-B197-5B243E514E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2076" y="2619375"/>
            <a:ext cx="866775" cy="13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whitened (pad  2)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96" name="Picture 272">
            <a:extLst>
              <a:ext uri="{FF2B5EF4-FFF2-40B4-BE49-F238E27FC236}">
                <a16:creationId xmlns:a16="http://schemas.microsoft.com/office/drawing/2014/main" id="{2017682C-E87B-82E0-D582-384886C70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751" y="2751138"/>
            <a:ext cx="1122363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34" name="Line 273">
            <a:extLst>
              <a:ext uri="{FF2B5EF4-FFF2-40B4-BE49-F238E27FC236}">
                <a16:creationId xmlns:a16="http://schemas.microsoft.com/office/drawing/2014/main" id="{F775E1B4-B833-5B82-6764-2649D8D73292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4751" y="3871913"/>
            <a:ext cx="112236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35" name="Line 274">
            <a:extLst>
              <a:ext uri="{FF2B5EF4-FFF2-40B4-BE49-F238E27FC236}">
                <a16:creationId xmlns:a16="http://schemas.microsoft.com/office/drawing/2014/main" id="{65AADE67-3FEB-EA2D-F7E8-8305ECBE4CC9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4751" y="2747963"/>
            <a:ext cx="112236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36" name="Line 275">
            <a:extLst>
              <a:ext uri="{FF2B5EF4-FFF2-40B4-BE49-F238E27FC236}">
                <a16:creationId xmlns:a16="http://schemas.microsoft.com/office/drawing/2014/main" id="{254E7458-6463-6BE1-A74A-E79B257858B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96201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37" name="Line 276">
            <a:extLst>
              <a:ext uri="{FF2B5EF4-FFF2-40B4-BE49-F238E27FC236}">
                <a16:creationId xmlns:a16="http://schemas.microsoft.com/office/drawing/2014/main" id="{615FC632-4BBA-7F91-90AC-1D46AB64A20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70826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38" name="Line 277">
            <a:extLst>
              <a:ext uri="{FF2B5EF4-FFF2-40B4-BE49-F238E27FC236}">
                <a16:creationId xmlns:a16="http://schemas.microsoft.com/office/drawing/2014/main" id="{C4E06465-1667-B182-1383-298FB649910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47038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39" name="Line 278">
            <a:extLst>
              <a:ext uri="{FF2B5EF4-FFF2-40B4-BE49-F238E27FC236}">
                <a16:creationId xmlns:a16="http://schemas.microsoft.com/office/drawing/2014/main" id="{B958423D-35E5-0CC6-BE81-6CB133868C7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21663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40" name="Line 279">
            <a:extLst>
              <a:ext uri="{FF2B5EF4-FFF2-40B4-BE49-F238E27FC236}">
                <a16:creationId xmlns:a16="http://schemas.microsoft.com/office/drawing/2014/main" id="{E1DC10DE-9A0F-153C-6024-1901F1E7C41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97876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41" name="Line 280">
            <a:extLst>
              <a:ext uri="{FF2B5EF4-FFF2-40B4-BE49-F238E27FC236}">
                <a16:creationId xmlns:a16="http://schemas.microsoft.com/office/drawing/2014/main" id="{833E1E79-099D-E809-34F5-160CEBA621C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72501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42" name="Line 281">
            <a:extLst>
              <a:ext uri="{FF2B5EF4-FFF2-40B4-BE49-F238E27FC236}">
                <a16:creationId xmlns:a16="http://schemas.microsoft.com/office/drawing/2014/main" id="{02C30E13-8675-A2E2-70EC-2B15DC34DF74}"/>
              </a:ext>
            </a:extLst>
          </p:cNvPr>
          <p:cNvSpPr>
            <a:spLocks noChangeShapeType="1"/>
          </p:cNvSpPr>
          <p:nvPr/>
        </p:nvSpPr>
        <p:spPr bwMode="auto">
          <a:xfrm>
            <a:off x="7696201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43" name="Line 282">
            <a:extLst>
              <a:ext uri="{FF2B5EF4-FFF2-40B4-BE49-F238E27FC236}">
                <a16:creationId xmlns:a16="http://schemas.microsoft.com/office/drawing/2014/main" id="{1C1BA72E-3EF4-194A-9295-0F0A07B944ED}"/>
              </a:ext>
            </a:extLst>
          </p:cNvPr>
          <p:cNvSpPr>
            <a:spLocks noChangeShapeType="1"/>
          </p:cNvSpPr>
          <p:nvPr/>
        </p:nvSpPr>
        <p:spPr bwMode="auto">
          <a:xfrm>
            <a:off x="7870826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44" name="Line 283">
            <a:extLst>
              <a:ext uri="{FF2B5EF4-FFF2-40B4-BE49-F238E27FC236}">
                <a16:creationId xmlns:a16="http://schemas.microsoft.com/office/drawing/2014/main" id="{6CE1C0F6-E21E-F582-FB51-4B4A6F26C9F5}"/>
              </a:ext>
            </a:extLst>
          </p:cNvPr>
          <p:cNvSpPr>
            <a:spLocks noChangeShapeType="1"/>
          </p:cNvSpPr>
          <p:nvPr/>
        </p:nvSpPr>
        <p:spPr bwMode="auto">
          <a:xfrm>
            <a:off x="8047038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45" name="Line 284">
            <a:extLst>
              <a:ext uri="{FF2B5EF4-FFF2-40B4-BE49-F238E27FC236}">
                <a16:creationId xmlns:a16="http://schemas.microsoft.com/office/drawing/2014/main" id="{27382162-904E-DD00-3C21-8DDBD543F850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1663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46" name="Line 285">
            <a:extLst>
              <a:ext uri="{FF2B5EF4-FFF2-40B4-BE49-F238E27FC236}">
                <a16:creationId xmlns:a16="http://schemas.microsoft.com/office/drawing/2014/main" id="{9A0BF6CC-CB84-CD56-9AE7-00074961D248}"/>
              </a:ext>
            </a:extLst>
          </p:cNvPr>
          <p:cNvSpPr>
            <a:spLocks noChangeShapeType="1"/>
          </p:cNvSpPr>
          <p:nvPr/>
        </p:nvSpPr>
        <p:spPr bwMode="auto">
          <a:xfrm>
            <a:off x="8397876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47" name="Line 286">
            <a:extLst>
              <a:ext uri="{FF2B5EF4-FFF2-40B4-BE49-F238E27FC236}">
                <a16:creationId xmlns:a16="http://schemas.microsoft.com/office/drawing/2014/main" id="{92BB7D3C-00B8-0BF0-8B17-C4F9DB51586E}"/>
              </a:ext>
            </a:extLst>
          </p:cNvPr>
          <p:cNvSpPr>
            <a:spLocks noChangeShapeType="1"/>
          </p:cNvSpPr>
          <p:nvPr/>
        </p:nvSpPr>
        <p:spPr bwMode="auto">
          <a:xfrm>
            <a:off x="8572501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48" name="Rectangle 287">
            <a:extLst>
              <a:ext uri="{FF2B5EF4-FFF2-40B4-BE49-F238E27FC236}">
                <a16:creationId xmlns:a16="http://schemas.microsoft.com/office/drawing/2014/main" id="{6F2FDED1-BC8F-2999-3E65-2C6B5234F3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0163" y="39179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49" name="Rectangle 288">
            <a:extLst>
              <a:ext uri="{FF2B5EF4-FFF2-40B4-BE49-F238E27FC236}">
                <a16:creationId xmlns:a16="http://schemas.microsoft.com/office/drawing/2014/main" id="{5300B9F8-61AA-825E-2ECB-88215B50F0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4788" y="39179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50" name="Rectangle 289">
            <a:extLst>
              <a:ext uri="{FF2B5EF4-FFF2-40B4-BE49-F238E27FC236}">
                <a16:creationId xmlns:a16="http://schemas.microsoft.com/office/drawing/2014/main" id="{7AF72344-AE7A-8983-6D03-9FFB2302E2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1" y="39179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60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51" name="Rectangle 290">
            <a:extLst>
              <a:ext uri="{FF2B5EF4-FFF2-40B4-BE49-F238E27FC236}">
                <a16:creationId xmlns:a16="http://schemas.microsoft.com/office/drawing/2014/main" id="{64E0557E-F7FE-B5A9-C9CC-961CFBEB70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7213" y="39179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80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52" name="Rectangle 291">
            <a:extLst>
              <a:ext uri="{FF2B5EF4-FFF2-40B4-BE49-F238E27FC236}">
                <a16:creationId xmlns:a16="http://schemas.microsoft.com/office/drawing/2014/main" id="{0A840906-CF1C-CB60-64CA-416F3D27B2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8026" y="3917950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53" name="Rectangle 292">
            <a:extLst>
              <a:ext uri="{FF2B5EF4-FFF2-40B4-BE49-F238E27FC236}">
                <a16:creationId xmlns:a16="http://schemas.microsoft.com/office/drawing/2014/main" id="{BA19D059-120D-894A-32F2-A455F08CB7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2651" y="3917950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54" name="Line 293">
            <a:extLst>
              <a:ext uri="{FF2B5EF4-FFF2-40B4-BE49-F238E27FC236}">
                <a16:creationId xmlns:a16="http://schemas.microsoft.com/office/drawing/2014/main" id="{4D6C3461-469A-41B1-2C19-8B2711DFDEC4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4751" y="2747963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55" name="Line 294">
            <a:extLst>
              <a:ext uri="{FF2B5EF4-FFF2-40B4-BE49-F238E27FC236}">
                <a16:creationId xmlns:a16="http://schemas.microsoft.com/office/drawing/2014/main" id="{C9CDD1DF-3BBB-7E62-0A5C-A8B4D202E205}"/>
              </a:ext>
            </a:extLst>
          </p:cNvPr>
          <p:cNvSpPr>
            <a:spLocks noChangeShapeType="1"/>
          </p:cNvSpPr>
          <p:nvPr/>
        </p:nvSpPr>
        <p:spPr bwMode="auto">
          <a:xfrm>
            <a:off x="8647113" y="2747963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56" name="Line 295">
            <a:extLst>
              <a:ext uri="{FF2B5EF4-FFF2-40B4-BE49-F238E27FC236}">
                <a16:creationId xmlns:a16="http://schemas.microsoft.com/office/drawing/2014/main" id="{B8C90871-866B-6804-08E8-182C7716B28D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4751" y="29194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57" name="Line 296">
            <a:extLst>
              <a:ext uri="{FF2B5EF4-FFF2-40B4-BE49-F238E27FC236}">
                <a16:creationId xmlns:a16="http://schemas.microsoft.com/office/drawing/2014/main" id="{A31F8FFC-C861-FD6A-FBCC-FE937FD30A52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4751" y="30940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58" name="Line 297">
            <a:extLst>
              <a:ext uri="{FF2B5EF4-FFF2-40B4-BE49-F238E27FC236}">
                <a16:creationId xmlns:a16="http://schemas.microsoft.com/office/drawing/2014/main" id="{7CE98316-AE76-D428-8E6F-C148F01483D5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4751" y="32702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59" name="Line 298">
            <a:extLst>
              <a:ext uri="{FF2B5EF4-FFF2-40B4-BE49-F238E27FC236}">
                <a16:creationId xmlns:a16="http://schemas.microsoft.com/office/drawing/2014/main" id="{E8FF9162-499C-0FBE-D933-4CC06FAC6B2F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4751" y="34464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60" name="Line 299">
            <a:extLst>
              <a:ext uri="{FF2B5EF4-FFF2-40B4-BE49-F238E27FC236}">
                <a16:creationId xmlns:a16="http://schemas.microsoft.com/office/drawing/2014/main" id="{4E4A0141-B1D9-F8DE-660A-6DC2B38829EC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4751" y="36210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61" name="Line 300">
            <a:extLst>
              <a:ext uri="{FF2B5EF4-FFF2-40B4-BE49-F238E27FC236}">
                <a16:creationId xmlns:a16="http://schemas.microsoft.com/office/drawing/2014/main" id="{6E1D0D3A-7810-7F40-6B72-D4D299F1E808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4751" y="37973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62" name="Line 301">
            <a:extLst>
              <a:ext uri="{FF2B5EF4-FFF2-40B4-BE49-F238E27FC236}">
                <a16:creationId xmlns:a16="http://schemas.microsoft.com/office/drawing/2014/main" id="{26775CF4-48F3-3182-FAFC-1EC9B2DCBF1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636001" y="29194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63" name="Line 302">
            <a:extLst>
              <a:ext uri="{FF2B5EF4-FFF2-40B4-BE49-F238E27FC236}">
                <a16:creationId xmlns:a16="http://schemas.microsoft.com/office/drawing/2014/main" id="{0F6CCDB5-D930-045E-882C-770F62D5D24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636001" y="30940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64" name="Line 303">
            <a:extLst>
              <a:ext uri="{FF2B5EF4-FFF2-40B4-BE49-F238E27FC236}">
                <a16:creationId xmlns:a16="http://schemas.microsoft.com/office/drawing/2014/main" id="{87DF97DE-BE91-8819-29F6-6F45985C960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636001" y="32702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65" name="Line 304">
            <a:extLst>
              <a:ext uri="{FF2B5EF4-FFF2-40B4-BE49-F238E27FC236}">
                <a16:creationId xmlns:a16="http://schemas.microsoft.com/office/drawing/2014/main" id="{50B3AEDC-51D8-7E4E-1066-C599B761779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636001" y="34464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66" name="Line 305">
            <a:extLst>
              <a:ext uri="{FF2B5EF4-FFF2-40B4-BE49-F238E27FC236}">
                <a16:creationId xmlns:a16="http://schemas.microsoft.com/office/drawing/2014/main" id="{BB20E44D-9834-C98E-ECA2-A2ABF3E8BA2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636001" y="36210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67" name="Line 306">
            <a:extLst>
              <a:ext uri="{FF2B5EF4-FFF2-40B4-BE49-F238E27FC236}">
                <a16:creationId xmlns:a16="http://schemas.microsoft.com/office/drawing/2014/main" id="{46CD4F49-5D9C-91EA-E641-A53C3EBCF39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636001" y="37973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68" name="Rectangle 307">
            <a:extLst>
              <a:ext uri="{FF2B5EF4-FFF2-40B4-BE49-F238E27FC236}">
                <a16:creationId xmlns:a16="http://schemas.microsoft.com/office/drawing/2014/main" id="{0753D4E5-4ED0-3C1C-1C4A-F3DBEC962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9338" y="2874963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69" name="Rectangle 308">
            <a:extLst>
              <a:ext uri="{FF2B5EF4-FFF2-40B4-BE49-F238E27FC236}">
                <a16:creationId xmlns:a16="http://schemas.microsoft.com/office/drawing/2014/main" id="{84290DE2-ECA0-1AFA-59FA-A68FF2B6D2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9338" y="305117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70" name="Rectangle 309">
            <a:extLst>
              <a:ext uri="{FF2B5EF4-FFF2-40B4-BE49-F238E27FC236}">
                <a16:creationId xmlns:a16="http://schemas.microsoft.com/office/drawing/2014/main" id="{012E1D89-AFFD-A808-78BB-048282E4F9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9338" y="3227388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60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71" name="Rectangle 310">
            <a:extLst>
              <a:ext uri="{FF2B5EF4-FFF2-40B4-BE49-F238E27FC236}">
                <a16:creationId xmlns:a16="http://schemas.microsoft.com/office/drawing/2014/main" id="{034B667E-3F89-6A93-6E55-792113D92D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9338" y="340360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80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72" name="Rectangle 311">
            <a:extLst>
              <a:ext uri="{FF2B5EF4-FFF2-40B4-BE49-F238E27FC236}">
                <a16:creationId xmlns:a16="http://schemas.microsoft.com/office/drawing/2014/main" id="{F977324F-6049-1F32-F865-8BD6842A5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8538" y="3578225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73" name="Rectangle 312">
            <a:extLst>
              <a:ext uri="{FF2B5EF4-FFF2-40B4-BE49-F238E27FC236}">
                <a16:creationId xmlns:a16="http://schemas.microsoft.com/office/drawing/2014/main" id="{AD0D506B-5224-8527-2C9B-ECC71493C7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8538" y="3754438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75" name="Line 313">
            <a:extLst>
              <a:ext uri="{FF2B5EF4-FFF2-40B4-BE49-F238E27FC236}">
                <a16:creationId xmlns:a16="http://schemas.microsoft.com/office/drawing/2014/main" id="{5014B045-DF49-65C4-F00C-E17521C5D945}"/>
              </a:ext>
            </a:extLst>
          </p:cNvPr>
          <p:cNvSpPr>
            <a:spLocks noChangeShapeType="1"/>
          </p:cNvSpPr>
          <p:nvPr/>
        </p:nvSpPr>
        <p:spPr bwMode="auto">
          <a:xfrm>
            <a:off x="8716963" y="386873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76" name="Line 314">
            <a:extLst>
              <a:ext uri="{FF2B5EF4-FFF2-40B4-BE49-F238E27FC236}">
                <a16:creationId xmlns:a16="http://schemas.microsoft.com/office/drawing/2014/main" id="{26A13C57-02DE-3E55-AFC0-E1931CA6D260}"/>
              </a:ext>
            </a:extLst>
          </p:cNvPr>
          <p:cNvSpPr>
            <a:spLocks noChangeShapeType="1"/>
          </p:cNvSpPr>
          <p:nvPr/>
        </p:nvSpPr>
        <p:spPr bwMode="auto">
          <a:xfrm>
            <a:off x="8716963" y="274478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77" name="Line 315">
            <a:extLst>
              <a:ext uri="{FF2B5EF4-FFF2-40B4-BE49-F238E27FC236}">
                <a16:creationId xmlns:a16="http://schemas.microsoft.com/office/drawing/2014/main" id="{1398B366-856E-248D-DD56-FA1F8A19929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716963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78" name="Line 316">
            <a:extLst>
              <a:ext uri="{FF2B5EF4-FFF2-40B4-BE49-F238E27FC236}">
                <a16:creationId xmlns:a16="http://schemas.microsoft.com/office/drawing/2014/main" id="{2CA83717-D273-A246-6826-C017E38FC23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29676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341" name="Picture 317">
            <a:extLst>
              <a:ext uri="{FF2B5EF4-FFF2-40B4-BE49-F238E27FC236}">
                <a16:creationId xmlns:a16="http://schemas.microsoft.com/office/drawing/2014/main" id="{6C5DE81D-3962-9E72-C0AC-D5AE3C20D6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6963" y="2744788"/>
            <a:ext cx="112713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79" name="Line 318">
            <a:extLst>
              <a:ext uri="{FF2B5EF4-FFF2-40B4-BE49-F238E27FC236}">
                <a16:creationId xmlns:a16="http://schemas.microsoft.com/office/drawing/2014/main" id="{C51658F6-944D-62FB-55CD-D44C0067ED8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29676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80" name="Line 319">
            <a:extLst>
              <a:ext uri="{FF2B5EF4-FFF2-40B4-BE49-F238E27FC236}">
                <a16:creationId xmlns:a16="http://schemas.microsoft.com/office/drawing/2014/main" id="{1A8C6A0F-605E-841E-6FA0-F43C14F74B0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818563" y="38163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81" name="Line 320">
            <a:extLst>
              <a:ext uri="{FF2B5EF4-FFF2-40B4-BE49-F238E27FC236}">
                <a16:creationId xmlns:a16="http://schemas.microsoft.com/office/drawing/2014/main" id="{4947DB97-EFFA-C3A4-23F9-5BFCF22EFCF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818563" y="36433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82" name="Line 321">
            <a:extLst>
              <a:ext uri="{FF2B5EF4-FFF2-40B4-BE49-F238E27FC236}">
                <a16:creationId xmlns:a16="http://schemas.microsoft.com/office/drawing/2014/main" id="{F943FBE2-AA78-A20D-E870-1960FD8A12D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818563" y="347027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83" name="Line 322">
            <a:extLst>
              <a:ext uri="{FF2B5EF4-FFF2-40B4-BE49-F238E27FC236}">
                <a16:creationId xmlns:a16="http://schemas.microsoft.com/office/drawing/2014/main" id="{3122C452-434E-4085-76F0-BE9F553810E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818563" y="32972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84" name="Line 323">
            <a:extLst>
              <a:ext uri="{FF2B5EF4-FFF2-40B4-BE49-F238E27FC236}">
                <a16:creationId xmlns:a16="http://schemas.microsoft.com/office/drawing/2014/main" id="{15CFE26B-AC8F-0EF6-BF85-12B05484D36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818563" y="31242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85" name="Line 324">
            <a:extLst>
              <a:ext uri="{FF2B5EF4-FFF2-40B4-BE49-F238E27FC236}">
                <a16:creationId xmlns:a16="http://schemas.microsoft.com/office/drawing/2014/main" id="{0AFFC5BF-3E0C-FDED-9A61-5AFE6AC782D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818563" y="29511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86" name="Line 325">
            <a:extLst>
              <a:ext uri="{FF2B5EF4-FFF2-40B4-BE49-F238E27FC236}">
                <a16:creationId xmlns:a16="http://schemas.microsoft.com/office/drawing/2014/main" id="{84B5E0EA-D75A-7856-D4FD-AA01E3B3F93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818563" y="27781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87" name="Rectangle 326">
            <a:extLst>
              <a:ext uri="{FF2B5EF4-FFF2-40B4-BE49-F238E27FC236}">
                <a16:creationId xmlns:a16="http://schemas.microsoft.com/office/drawing/2014/main" id="{9567C397-48B2-3EE5-2F8B-B9A928CA99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1426" y="3779838"/>
            <a:ext cx="1381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-60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88" name="Rectangle 327">
            <a:extLst>
              <a:ext uri="{FF2B5EF4-FFF2-40B4-BE49-F238E27FC236}">
                <a16:creationId xmlns:a16="http://schemas.microsoft.com/office/drawing/2014/main" id="{60CC4741-C0AB-EC7B-4A98-86A558A184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1426" y="3603625"/>
            <a:ext cx="1381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-40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89" name="Rectangle 328">
            <a:extLst>
              <a:ext uri="{FF2B5EF4-FFF2-40B4-BE49-F238E27FC236}">
                <a16:creationId xmlns:a16="http://schemas.microsoft.com/office/drawing/2014/main" id="{01B57952-74E8-DB8E-F296-E266D7D8B3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1426" y="3429000"/>
            <a:ext cx="1381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-20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90" name="Rectangle 329">
            <a:extLst>
              <a:ext uri="{FF2B5EF4-FFF2-40B4-BE49-F238E27FC236}">
                <a16:creationId xmlns:a16="http://schemas.microsoft.com/office/drawing/2014/main" id="{83305A2B-D35D-D4BC-372D-4F10C606D1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1426" y="3259138"/>
            <a:ext cx="746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91" name="Rectangle 330">
            <a:extLst>
              <a:ext uri="{FF2B5EF4-FFF2-40B4-BE49-F238E27FC236}">
                <a16:creationId xmlns:a16="http://schemas.microsoft.com/office/drawing/2014/main" id="{BEAF66DE-4C88-202D-0365-09D7B06E87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1426" y="3082925"/>
            <a:ext cx="1127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92" name="Rectangle 331">
            <a:extLst>
              <a:ext uri="{FF2B5EF4-FFF2-40B4-BE49-F238E27FC236}">
                <a16:creationId xmlns:a16="http://schemas.microsoft.com/office/drawing/2014/main" id="{AB857F07-19E9-4EFF-FAA0-A88D780C82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1426" y="2913063"/>
            <a:ext cx="1127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93" name="Rectangle 332">
            <a:extLst>
              <a:ext uri="{FF2B5EF4-FFF2-40B4-BE49-F238E27FC236}">
                <a16:creationId xmlns:a16="http://schemas.microsoft.com/office/drawing/2014/main" id="{9A618FE2-2347-0F98-D2D7-164F39AD9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1426" y="2736850"/>
            <a:ext cx="1127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60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94" name="Line 333">
            <a:extLst>
              <a:ext uri="{FF2B5EF4-FFF2-40B4-BE49-F238E27FC236}">
                <a16:creationId xmlns:a16="http://schemas.microsoft.com/office/drawing/2014/main" id="{23334F94-1814-B75D-397B-40F4BD7FC1E1}"/>
              </a:ext>
            </a:extLst>
          </p:cNvPr>
          <p:cNvSpPr>
            <a:spLocks noChangeShapeType="1"/>
          </p:cNvSpPr>
          <p:nvPr/>
        </p:nvSpPr>
        <p:spPr bwMode="auto">
          <a:xfrm>
            <a:off x="8716963" y="274478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95" name="Line 334">
            <a:extLst>
              <a:ext uri="{FF2B5EF4-FFF2-40B4-BE49-F238E27FC236}">
                <a16:creationId xmlns:a16="http://schemas.microsoft.com/office/drawing/2014/main" id="{B332E965-CC3A-657A-4AB6-35A17D2C436F}"/>
              </a:ext>
            </a:extLst>
          </p:cNvPr>
          <p:cNvSpPr>
            <a:spLocks noChangeShapeType="1"/>
          </p:cNvSpPr>
          <p:nvPr/>
        </p:nvSpPr>
        <p:spPr bwMode="auto">
          <a:xfrm>
            <a:off x="8716963" y="386873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97" name="Line 335">
            <a:extLst>
              <a:ext uri="{FF2B5EF4-FFF2-40B4-BE49-F238E27FC236}">
                <a16:creationId xmlns:a16="http://schemas.microsoft.com/office/drawing/2014/main" id="{4FD8FC57-4245-8CEE-417E-7CD5D2B5E9B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716963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98" name="Line 336">
            <a:extLst>
              <a:ext uri="{FF2B5EF4-FFF2-40B4-BE49-F238E27FC236}">
                <a16:creationId xmlns:a16="http://schemas.microsoft.com/office/drawing/2014/main" id="{4A98FDE1-E69A-C41F-484E-313EE23DEB1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29676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99" name="Rectangle 337">
            <a:extLst>
              <a:ext uri="{FF2B5EF4-FFF2-40B4-BE49-F238E27FC236}">
                <a16:creationId xmlns:a16="http://schemas.microsoft.com/office/drawing/2014/main" id="{E1511B0C-3518-B123-FE97-EAE29E4E84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88488" y="2747963"/>
            <a:ext cx="1123950" cy="11239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00" name="Rectangle 338">
            <a:extLst>
              <a:ext uri="{FF2B5EF4-FFF2-40B4-BE49-F238E27FC236}">
                <a16:creationId xmlns:a16="http://schemas.microsoft.com/office/drawing/2014/main" id="{3C6E4400-9F2A-562B-F024-EE1B76276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53613" y="2619375"/>
            <a:ext cx="488950" cy="13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binarized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363" name="Picture 339">
            <a:extLst>
              <a:ext uri="{FF2B5EF4-FFF2-40B4-BE49-F238E27FC236}">
                <a16:creationId xmlns:a16="http://schemas.microsoft.com/office/drawing/2014/main" id="{B9DA30FB-6C4D-0372-31EB-21C6069DF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8488" y="2751138"/>
            <a:ext cx="1123950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01" name="Line 340">
            <a:extLst>
              <a:ext uri="{FF2B5EF4-FFF2-40B4-BE49-F238E27FC236}">
                <a16:creationId xmlns:a16="http://schemas.microsoft.com/office/drawing/2014/main" id="{1F37F3C2-5268-73F4-AC8B-3E0399FD0BF0}"/>
              </a:ext>
            </a:extLst>
          </p:cNvPr>
          <p:cNvSpPr>
            <a:spLocks noChangeShapeType="1"/>
          </p:cNvSpPr>
          <p:nvPr/>
        </p:nvSpPr>
        <p:spPr bwMode="auto">
          <a:xfrm>
            <a:off x="9488488" y="3871913"/>
            <a:ext cx="1123950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02" name="Line 341">
            <a:extLst>
              <a:ext uri="{FF2B5EF4-FFF2-40B4-BE49-F238E27FC236}">
                <a16:creationId xmlns:a16="http://schemas.microsoft.com/office/drawing/2014/main" id="{1816B183-9120-ADB1-714F-5C1EF4FF226D}"/>
              </a:ext>
            </a:extLst>
          </p:cNvPr>
          <p:cNvSpPr>
            <a:spLocks noChangeShapeType="1"/>
          </p:cNvSpPr>
          <p:nvPr/>
        </p:nvSpPr>
        <p:spPr bwMode="auto">
          <a:xfrm>
            <a:off x="9488488" y="2747963"/>
            <a:ext cx="1123950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03" name="Line 342">
            <a:extLst>
              <a:ext uri="{FF2B5EF4-FFF2-40B4-BE49-F238E27FC236}">
                <a16:creationId xmlns:a16="http://schemas.microsoft.com/office/drawing/2014/main" id="{349672C5-F3A9-1AF9-BEF3-83D089D2157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659938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04" name="Line 343">
            <a:extLst>
              <a:ext uri="{FF2B5EF4-FFF2-40B4-BE49-F238E27FC236}">
                <a16:creationId xmlns:a16="http://schemas.microsoft.com/office/drawing/2014/main" id="{3313ED7B-804F-254E-303C-B01ED1289F5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836151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05" name="Line 344">
            <a:extLst>
              <a:ext uri="{FF2B5EF4-FFF2-40B4-BE49-F238E27FC236}">
                <a16:creationId xmlns:a16="http://schemas.microsoft.com/office/drawing/2014/main" id="{3C36305F-23B7-A077-3B13-AA33166899D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010776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06" name="Line 345">
            <a:extLst>
              <a:ext uri="{FF2B5EF4-FFF2-40B4-BE49-F238E27FC236}">
                <a16:creationId xmlns:a16="http://schemas.microsoft.com/office/drawing/2014/main" id="{BFD156A8-8303-191C-162D-2CE4C415F36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186988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07" name="Line 346">
            <a:extLst>
              <a:ext uri="{FF2B5EF4-FFF2-40B4-BE49-F238E27FC236}">
                <a16:creationId xmlns:a16="http://schemas.microsoft.com/office/drawing/2014/main" id="{C871E480-BD8E-8FD7-1E55-840B6D581BE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363201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08" name="Line 347">
            <a:extLst>
              <a:ext uri="{FF2B5EF4-FFF2-40B4-BE49-F238E27FC236}">
                <a16:creationId xmlns:a16="http://schemas.microsoft.com/office/drawing/2014/main" id="{EEA766C6-9FB6-D05D-3074-9217DDA797A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537826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09" name="Line 348">
            <a:extLst>
              <a:ext uri="{FF2B5EF4-FFF2-40B4-BE49-F238E27FC236}">
                <a16:creationId xmlns:a16="http://schemas.microsoft.com/office/drawing/2014/main" id="{B64A7EDF-3746-30DC-E1B4-7BD58E23ECA6}"/>
              </a:ext>
            </a:extLst>
          </p:cNvPr>
          <p:cNvSpPr>
            <a:spLocks noChangeShapeType="1"/>
          </p:cNvSpPr>
          <p:nvPr/>
        </p:nvSpPr>
        <p:spPr bwMode="auto">
          <a:xfrm>
            <a:off x="9659938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10" name="Line 349">
            <a:extLst>
              <a:ext uri="{FF2B5EF4-FFF2-40B4-BE49-F238E27FC236}">
                <a16:creationId xmlns:a16="http://schemas.microsoft.com/office/drawing/2014/main" id="{0F53F01C-5192-D105-5EDC-B4B7DED0E0DB}"/>
              </a:ext>
            </a:extLst>
          </p:cNvPr>
          <p:cNvSpPr>
            <a:spLocks noChangeShapeType="1"/>
          </p:cNvSpPr>
          <p:nvPr/>
        </p:nvSpPr>
        <p:spPr bwMode="auto">
          <a:xfrm>
            <a:off x="9836151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11" name="Line 350">
            <a:extLst>
              <a:ext uri="{FF2B5EF4-FFF2-40B4-BE49-F238E27FC236}">
                <a16:creationId xmlns:a16="http://schemas.microsoft.com/office/drawing/2014/main" id="{C97CBBDE-BD76-49FB-3E7A-B939F2C4727C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0776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12" name="Line 351">
            <a:extLst>
              <a:ext uri="{FF2B5EF4-FFF2-40B4-BE49-F238E27FC236}">
                <a16:creationId xmlns:a16="http://schemas.microsoft.com/office/drawing/2014/main" id="{EFD5B53C-B41B-454A-0837-1AA08EA2E4B8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86988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13" name="Line 352">
            <a:extLst>
              <a:ext uri="{FF2B5EF4-FFF2-40B4-BE49-F238E27FC236}">
                <a16:creationId xmlns:a16="http://schemas.microsoft.com/office/drawing/2014/main" id="{AF90FE99-C8F8-C0E3-05DC-91CA9BBB39A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363201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14" name="Line 353">
            <a:extLst>
              <a:ext uri="{FF2B5EF4-FFF2-40B4-BE49-F238E27FC236}">
                <a16:creationId xmlns:a16="http://schemas.microsoft.com/office/drawing/2014/main" id="{407985EB-1EC8-2CA9-453A-EA1DC45A8190}"/>
              </a:ext>
            </a:extLst>
          </p:cNvPr>
          <p:cNvSpPr>
            <a:spLocks noChangeShapeType="1"/>
          </p:cNvSpPr>
          <p:nvPr/>
        </p:nvSpPr>
        <p:spPr bwMode="auto">
          <a:xfrm>
            <a:off x="10537826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15" name="Rectangle 354">
            <a:extLst>
              <a:ext uri="{FF2B5EF4-FFF2-40B4-BE49-F238E27FC236}">
                <a16:creationId xmlns:a16="http://schemas.microsoft.com/office/drawing/2014/main" id="{61413395-19C1-FFBF-E6F0-E1900C8148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13901" y="39179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16" name="Rectangle 355">
            <a:extLst>
              <a:ext uri="{FF2B5EF4-FFF2-40B4-BE49-F238E27FC236}">
                <a16:creationId xmlns:a16="http://schemas.microsoft.com/office/drawing/2014/main" id="{C42CF07C-D86D-A7D2-F6F3-12FFA72B96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0113" y="39179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17" name="Rectangle 356">
            <a:extLst>
              <a:ext uri="{FF2B5EF4-FFF2-40B4-BE49-F238E27FC236}">
                <a16:creationId xmlns:a16="http://schemas.microsoft.com/office/drawing/2014/main" id="{96A3772E-C3B3-E946-297D-5486CA7D3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66326" y="39179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60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18" name="Rectangle 357">
            <a:extLst>
              <a:ext uri="{FF2B5EF4-FFF2-40B4-BE49-F238E27FC236}">
                <a16:creationId xmlns:a16="http://schemas.microsoft.com/office/drawing/2014/main" id="{6F5181E2-DBE9-6545-D712-A4293C2658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40951" y="39179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80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19" name="Rectangle 358">
            <a:extLst>
              <a:ext uri="{FF2B5EF4-FFF2-40B4-BE49-F238E27FC236}">
                <a16:creationId xmlns:a16="http://schemas.microsoft.com/office/drawing/2014/main" id="{ABF061BB-378E-3F68-AAED-A6346DFA57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91763" y="3917950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20" name="Rectangle 359">
            <a:extLst>
              <a:ext uri="{FF2B5EF4-FFF2-40B4-BE49-F238E27FC236}">
                <a16:creationId xmlns:a16="http://schemas.microsoft.com/office/drawing/2014/main" id="{CEC8EAD2-D186-6758-E4DA-AF37E433AE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67976" y="3917950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21" name="Line 360">
            <a:extLst>
              <a:ext uri="{FF2B5EF4-FFF2-40B4-BE49-F238E27FC236}">
                <a16:creationId xmlns:a16="http://schemas.microsoft.com/office/drawing/2014/main" id="{B8411BE3-0D4E-9FF5-5CD9-53C1245ED2D8}"/>
              </a:ext>
            </a:extLst>
          </p:cNvPr>
          <p:cNvSpPr>
            <a:spLocks noChangeShapeType="1"/>
          </p:cNvSpPr>
          <p:nvPr/>
        </p:nvSpPr>
        <p:spPr bwMode="auto">
          <a:xfrm>
            <a:off x="9488488" y="2747963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22" name="Line 361">
            <a:extLst>
              <a:ext uri="{FF2B5EF4-FFF2-40B4-BE49-F238E27FC236}">
                <a16:creationId xmlns:a16="http://schemas.microsoft.com/office/drawing/2014/main" id="{4F8F61C7-2A47-65F3-81AD-9774326BF8B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12438" y="2747963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23" name="Line 362">
            <a:extLst>
              <a:ext uri="{FF2B5EF4-FFF2-40B4-BE49-F238E27FC236}">
                <a16:creationId xmlns:a16="http://schemas.microsoft.com/office/drawing/2014/main" id="{F403F14E-BEB6-934D-6F90-498492CC6368}"/>
              </a:ext>
            </a:extLst>
          </p:cNvPr>
          <p:cNvSpPr>
            <a:spLocks noChangeShapeType="1"/>
          </p:cNvSpPr>
          <p:nvPr/>
        </p:nvSpPr>
        <p:spPr bwMode="auto">
          <a:xfrm>
            <a:off x="9488488" y="29194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24" name="Line 363">
            <a:extLst>
              <a:ext uri="{FF2B5EF4-FFF2-40B4-BE49-F238E27FC236}">
                <a16:creationId xmlns:a16="http://schemas.microsoft.com/office/drawing/2014/main" id="{BE975497-5DBD-B6CB-F480-DFF714730210}"/>
              </a:ext>
            </a:extLst>
          </p:cNvPr>
          <p:cNvSpPr>
            <a:spLocks noChangeShapeType="1"/>
          </p:cNvSpPr>
          <p:nvPr/>
        </p:nvSpPr>
        <p:spPr bwMode="auto">
          <a:xfrm>
            <a:off x="9488488" y="30940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25" name="Line 364">
            <a:extLst>
              <a:ext uri="{FF2B5EF4-FFF2-40B4-BE49-F238E27FC236}">
                <a16:creationId xmlns:a16="http://schemas.microsoft.com/office/drawing/2014/main" id="{6A6CFA6D-0500-AD3E-979F-9989F0DD9CF7}"/>
              </a:ext>
            </a:extLst>
          </p:cNvPr>
          <p:cNvSpPr>
            <a:spLocks noChangeShapeType="1"/>
          </p:cNvSpPr>
          <p:nvPr/>
        </p:nvSpPr>
        <p:spPr bwMode="auto">
          <a:xfrm>
            <a:off x="9488488" y="32702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26" name="Line 365">
            <a:extLst>
              <a:ext uri="{FF2B5EF4-FFF2-40B4-BE49-F238E27FC236}">
                <a16:creationId xmlns:a16="http://schemas.microsoft.com/office/drawing/2014/main" id="{97EAC8F7-BB22-4BD9-2829-840F8AC7AB0F}"/>
              </a:ext>
            </a:extLst>
          </p:cNvPr>
          <p:cNvSpPr>
            <a:spLocks noChangeShapeType="1"/>
          </p:cNvSpPr>
          <p:nvPr/>
        </p:nvSpPr>
        <p:spPr bwMode="auto">
          <a:xfrm>
            <a:off x="9488488" y="34464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27" name="Line 366">
            <a:extLst>
              <a:ext uri="{FF2B5EF4-FFF2-40B4-BE49-F238E27FC236}">
                <a16:creationId xmlns:a16="http://schemas.microsoft.com/office/drawing/2014/main" id="{C08BD579-18C4-FE26-0FB9-C0C48D07FBDC}"/>
              </a:ext>
            </a:extLst>
          </p:cNvPr>
          <p:cNvSpPr>
            <a:spLocks noChangeShapeType="1"/>
          </p:cNvSpPr>
          <p:nvPr/>
        </p:nvSpPr>
        <p:spPr bwMode="auto">
          <a:xfrm>
            <a:off x="9488488" y="36210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28" name="Line 367">
            <a:extLst>
              <a:ext uri="{FF2B5EF4-FFF2-40B4-BE49-F238E27FC236}">
                <a16:creationId xmlns:a16="http://schemas.microsoft.com/office/drawing/2014/main" id="{491D47E7-69D8-F5A1-FF36-69FCDF263506}"/>
              </a:ext>
            </a:extLst>
          </p:cNvPr>
          <p:cNvSpPr>
            <a:spLocks noChangeShapeType="1"/>
          </p:cNvSpPr>
          <p:nvPr/>
        </p:nvSpPr>
        <p:spPr bwMode="auto">
          <a:xfrm>
            <a:off x="9488488" y="37973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29" name="Line 368">
            <a:extLst>
              <a:ext uri="{FF2B5EF4-FFF2-40B4-BE49-F238E27FC236}">
                <a16:creationId xmlns:a16="http://schemas.microsoft.com/office/drawing/2014/main" id="{B3331936-3816-68AC-1D86-C60C9B56022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01326" y="29194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30" name="Line 369">
            <a:extLst>
              <a:ext uri="{FF2B5EF4-FFF2-40B4-BE49-F238E27FC236}">
                <a16:creationId xmlns:a16="http://schemas.microsoft.com/office/drawing/2014/main" id="{79FC1AFB-375C-A8C8-E519-D2CE8F6ECD1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01326" y="30940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31" name="Line 370">
            <a:extLst>
              <a:ext uri="{FF2B5EF4-FFF2-40B4-BE49-F238E27FC236}">
                <a16:creationId xmlns:a16="http://schemas.microsoft.com/office/drawing/2014/main" id="{42167E55-B185-95B9-9AB6-2DDFCB41817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01326" y="32702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32" name="Line 371">
            <a:extLst>
              <a:ext uri="{FF2B5EF4-FFF2-40B4-BE49-F238E27FC236}">
                <a16:creationId xmlns:a16="http://schemas.microsoft.com/office/drawing/2014/main" id="{7B694695-9C42-D755-8661-DD204968265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01326" y="34464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33" name="Line 372">
            <a:extLst>
              <a:ext uri="{FF2B5EF4-FFF2-40B4-BE49-F238E27FC236}">
                <a16:creationId xmlns:a16="http://schemas.microsoft.com/office/drawing/2014/main" id="{5C3D063D-AF83-BBE4-7EA9-EAECC85DC3C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01326" y="36210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34" name="Line 373">
            <a:extLst>
              <a:ext uri="{FF2B5EF4-FFF2-40B4-BE49-F238E27FC236}">
                <a16:creationId xmlns:a16="http://schemas.microsoft.com/office/drawing/2014/main" id="{0382436D-7D8B-DFB1-33A5-EF8024A174C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01326" y="37973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35" name="Rectangle 374">
            <a:extLst>
              <a:ext uri="{FF2B5EF4-FFF2-40B4-BE49-F238E27FC236}">
                <a16:creationId xmlns:a16="http://schemas.microsoft.com/office/drawing/2014/main" id="{A8B1AD42-944A-8FB3-1BBD-121B634B8A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3076" y="2874963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36" name="Rectangle 375">
            <a:extLst>
              <a:ext uri="{FF2B5EF4-FFF2-40B4-BE49-F238E27FC236}">
                <a16:creationId xmlns:a16="http://schemas.microsoft.com/office/drawing/2014/main" id="{240F5516-E354-B967-F2CA-C308289A7F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3076" y="305117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37" name="Rectangle 376">
            <a:extLst>
              <a:ext uri="{FF2B5EF4-FFF2-40B4-BE49-F238E27FC236}">
                <a16:creationId xmlns:a16="http://schemas.microsoft.com/office/drawing/2014/main" id="{DA105A01-F9A9-5972-1361-D7A64A3D8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3076" y="3227388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60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38" name="Rectangle 377">
            <a:extLst>
              <a:ext uri="{FF2B5EF4-FFF2-40B4-BE49-F238E27FC236}">
                <a16:creationId xmlns:a16="http://schemas.microsoft.com/office/drawing/2014/main" id="{FBB16289-F0E4-461F-01DE-85124A1EA6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3076" y="340360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80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39" name="Rectangle 378">
            <a:extLst>
              <a:ext uri="{FF2B5EF4-FFF2-40B4-BE49-F238E27FC236}">
                <a16:creationId xmlns:a16="http://schemas.microsoft.com/office/drawing/2014/main" id="{0C19C482-3A30-212A-9F28-562E22852B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13863" y="3578225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40" name="Rectangle 379">
            <a:extLst>
              <a:ext uri="{FF2B5EF4-FFF2-40B4-BE49-F238E27FC236}">
                <a16:creationId xmlns:a16="http://schemas.microsoft.com/office/drawing/2014/main" id="{6401D296-0040-FBE6-2D5B-C1F813624E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13863" y="3754438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42" name="Line 380">
            <a:extLst>
              <a:ext uri="{FF2B5EF4-FFF2-40B4-BE49-F238E27FC236}">
                <a16:creationId xmlns:a16="http://schemas.microsoft.com/office/drawing/2014/main" id="{80D580E1-72EC-A0C9-0BD8-B1970BCF9F3F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82288" y="386873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43" name="Line 381">
            <a:extLst>
              <a:ext uri="{FF2B5EF4-FFF2-40B4-BE49-F238E27FC236}">
                <a16:creationId xmlns:a16="http://schemas.microsoft.com/office/drawing/2014/main" id="{F2E1A85B-8FE8-89ED-88F0-CEA4CF7119F1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82288" y="274478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44" name="Line 382">
            <a:extLst>
              <a:ext uri="{FF2B5EF4-FFF2-40B4-BE49-F238E27FC236}">
                <a16:creationId xmlns:a16="http://schemas.microsoft.com/office/drawing/2014/main" id="{A3A5F82B-4036-65B4-4D5B-7AD889818A5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682288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45" name="Line 383">
            <a:extLst>
              <a:ext uri="{FF2B5EF4-FFF2-40B4-BE49-F238E27FC236}">
                <a16:creationId xmlns:a16="http://schemas.microsoft.com/office/drawing/2014/main" id="{1376067A-A08D-84E3-D4BA-A33F0C39A96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795001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408" name="Picture 384">
            <a:extLst>
              <a:ext uri="{FF2B5EF4-FFF2-40B4-BE49-F238E27FC236}">
                <a16:creationId xmlns:a16="http://schemas.microsoft.com/office/drawing/2014/main" id="{AD89AD74-9284-C019-B6E2-A56F0C8734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2288" y="2744788"/>
            <a:ext cx="112713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46" name="Line 385">
            <a:extLst>
              <a:ext uri="{FF2B5EF4-FFF2-40B4-BE49-F238E27FC236}">
                <a16:creationId xmlns:a16="http://schemas.microsoft.com/office/drawing/2014/main" id="{B36E37E6-3B01-3239-E7A3-7E7025D57D5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795001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47" name="Line 386">
            <a:extLst>
              <a:ext uri="{FF2B5EF4-FFF2-40B4-BE49-F238E27FC236}">
                <a16:creationId xmlns:a16="http://schemas.microsoft.com/office/drawing/2014/main" id="{E90BFC2A-9D57-9132-24BF-B9999B7492B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783888" y="38687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48" name="Line 387">
            <a:extLst>
              <a:ext uri="{FF2B5EF4-FFF2-40B4-BE49-F238E27FC236}">
                <a16:creationId xmlns:a16="http://schemas.microsoft.com/office/drawing/2014/main" id="{0687E112-E69D-52E2-58AE-2EF7CE4B25A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783888" y="36449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49" name="Line 388">
            <a:extLst>
              <a:ext uri="{FF2B5EF4-FFF2-40B4-BE49-F238E27FC236}">
                <a16:creationId xmlns:a16="http://schemas.microsoft.com/office/drawing/2014/main" id="{9176D33E-7E96-0376-9289-7F8E6FCD20E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783888" y="341947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50" name="Line 389">
            <a:extLst>
              <a:ext uri="{FF2B5EF4-FFF2-40B4-BE49-F238E27FC236}">
                <a16:creationId xmlns:a16="http://schemas.microsoft.com/office/drawing/2014/main" id="{988C4D1A-963B-6B5A-C133-7847A5E07D5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783888" y="31940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51" name="Line 390">
            <a:extLst>
              <a:ext uri="{FF2B5EF4-FFF2-40B4-BE49-F238E27FC236}">
                <a16:creationId xmlns:a16="http://schemas.microsoft.com/office/drawing/2014/main" id="{5B345C24-1F8C-8430-C751-8138A769B2E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783888" y="29686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52" name="Line 391">
            <a:extLst>
              <a:ext uri="{FF2B5EF4-FFF2-40B4-BE49-F238E27FC236}">
                <a16:creationId xmlns:a16="http://schemas.microsoft.com/office/drawing/2014/main" id="{D529B3CB-ABCD-46D7-4129-5590272BD87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783888" y="27447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53" name="Rectangle 392">
            <a:extLst>
              <a:ext uri="{FF2B5EF4-FFF2-40B4-BE49-F238E27FC236}">
                <a16:creationId xmlns:a16="http://schemas.microsoft.com/office/drawing/2014/main" id="{4ED89A14-5E2C-C607-C540-4036B88FC1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5163" y="3830638"/>
            <a:ext cx="746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54" name="Rectangle 393">
            <a:extLst>
              <a:ext uri="{FF2B5EF4-FFF2-40B4-BE49-F238E27FC236}">
                <a16:creationId xmlns:a16="http://schemas.microsoft.com/office/drawing/2014/main" id="{BA1E9FE2-A5A9-ED88-16F0-FC025F4A6B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5163" y="3603625"/>
            <a:ext cx="1317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0.2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55" name="Rectangle 394">
            <a:extLst>
              <a:ext uri="{FF2B5EF4-FFF2-40B4-BE49-F238E27FC236}">
                <a16:creationId xmlns:a16="http://schemas.microsoft.com/office/drawing/2014/main" id="{03D59C25-66A4-9C37-CA7F-B5A7C6F9B3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5163" y="3378200"/>
            <a:ext cx="1317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0.4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56" name="Rectangle 395">
            <a:extLst>
              <a:ext uri="{FF2B5EF4-FFF2-40B4-BE49-F238E27FC236}">
                <a16:creationId xmlns:a16="http://schemas.microsoft.com/office/drawing/2014/main" id="{EECD4EA5-3CB0-7A6F-D888-5C796F444A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5163" y="3157538"/>
            <a:ext cx="1317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0.6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57" name="Rectangle 396">
            <a:extLst>
              <a:ext uri="{FF2B5EF4-FFF2-40B4-BE49-F238E27FC236}">
                <a16:creationId xmlns:a16="http://schemas.microsoft.com/office/drawing/2014/main" id="{697F3050-19BA-1327-57BE-428CA45D44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5163" y="2932113"/>
            <a:ext cx="1317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0.8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58" name="Rectangle 397">
            <a:extLst>
              <a:ext uri="{FF2B5EF4-FFF2-40B4-BE49-F238E27FC236}">
                <a16:creationId xmlns:a16="http://schemas.microsoft.com/office/drawing/2014/main" id="{DC7DB62F-E96F-4149-8F6B-0F7BB1333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5163" y="2706688"/>
            <a:ext cx="746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59" name="Line 398">
            <a:extLst>
              <a:ext uri="{FF2B5EF4-FFF2-40B4-BE49-F238E27FC236}">
                <a16:creationId xmlns:a16="http://schemas.microsoft.com/office/drawing/2014/main" id="{F006D807-D823-10B7-7055-D50F360E53E2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82288" y="274478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60" name="Line 399">
            <a:extLst>
              <a:ext uri="{FF2B5EF4-FFF2-40B4-BE49-F238E27FC236}">
                <a16:creationId xmlns:a16="http://schemas.microsoft.com/office/drawing/2014/main" id="{65F45657-E2C0-CFAC-9C39-A23D40AEE053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82288" y="386873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61" name="Line 400">
            <a:extLst>
              <a:ext uri="{FF2B5EF4-FFF2-40B4-BE49-F238E27FC236}">
                <a16:creationId xmlns:a16="http://schemas.microsoft.com/office/drawing/2014/main" id="{CDED5680-8F72-AF77-13FC-71187C1F081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682288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62" name="Line 401">
            <a:extLst>
              <a:ext uri="{FF2B5EF4-FFF2-40B4-BE49-F238E27FC236}">
                <a16:creationId xmlns:a16="http://schemas.microsoft.com/office/drawing/2014/main" id="{C7F563DD-7B81-69F8-BC29-C987CB75BB2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795001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64" name="Rectangle 402">
            <a:extLst>
              <a:ext uri="{FF2B5EF4-FFF2-40B4-BE49-F238E27FC236}">
                <a16:creationId xmlns:a16="http://schemas.microsoft.com/office/drawing/2014/main" id="{CB0969FC-4EFE-B31E-9B9F-651C45C06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3063" y="4806950"/>
            <a:ext cx="1122363" cy="11255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65" name="Rectangle 403">
            <a:extLst>
              <a:ext uri="{FF2B5EF4-FFF2-40B4-BE49-F238E27FC236}">
                <a16:creationId xmlns:a16="http://schemas.microsoft.com/office/drawing/2014/main" id="{2F8C16D7-4640-799D-2690-ADD595AE20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7538" y="4679950"/>
            <a:ext cx="754063" cy="13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last patch ( 84)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28" name="Picture 404">
            <a:extLst>
              <a:ext uri="{FF2B5EF4-FFF2-40B4-BE49-F238E27FC236}">
                <a16:creationId xmlns:a16="http://schemas.microsoft.com/office/drawing/2014/main" id="{3A76E3AC-ABD6-3EA7-4920-CE0E3F41D7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063" y="4810125"/>
            <a:ext cx="1122363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66" name="Line 405">
            <a:extLst>
              <a:ext uri="{FF2B5EF4-FFF2-40B4-BE49-F238E27FC236}">
                <a16:creationId xmlns:a16="http://schemas.microsoft.com/office/drawing/2014/main" id="{80894E86-2A4A-5C9C-48ED-917F76503725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5932488"/>
            <a:ext cx="112236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36" name="Line 407">
            <a:extLst>
              <a:ext uri="{FF2B5EF4-FFF2-40B4-BE49-F238E27FC236}">
                <a16:creationId xmlns:a16="http://schemas.microsoft.com/office/drawing/2014/main" id="{6632BB21-35E6-C2F2-4DFD-007F47D4FB74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4806950"/>
            <a:ext cx="112236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37" name="Line 408">
            <a:extLst>
              <a:ext uri="{FF2B5EF4-FFF2-40B4-BE49-F238E27FC236}">
                <a16:creationId xmlns:a16="http://schemas.microsoft.com/office/drawing/2014/main" id="{A4E2E056-87A4-C6A8-B019-56C0F5DF801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14513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38" name="Line 409">
            <a:extLst>
              <a:ext uri="{FF2B5EF4-FFF2-40B4-BE49-F238E27FC236}">
                <a16:creationId xmlns:a16="http://schemas.microsoft.com/office/drawing/2014/main" id="{D1B07E5E-AE84-AD5B-43CF-FB78E033B56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89138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0" name="Line 410">
            <a:extLst>
              <a:ext uri="{FF2B5EF4-FFF2-40B4-BE49-F238E27FC236}">
                <a16:creationId xmlns:a16="http://schemas.microsoft.com/office/drawing/2014/main" id="{8A64C98B-9437-018F-C0F1-B6DD4BD86DF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65350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" name="Line 411">
            <a:extLst>
              <a:ext uri="{FF2B5EF4-FFF2-40B4-BE49-F238E27FC236}">
                <a16:creationId xmlns:a16="http://schemas.microsoft.com/office/drawing/2014/main" id="{5BC9C6FF-00F9-E5A7-F70A-18ED5DF334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39975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2" name="Line 412">
            <a:extLst>
              <a:ext uri="{FF2B5EF4-FFF2-40B4-BE49-F238E27FC236}">
                <a16:creationId xmlns:a16="http://schemas.microsoft.com/office/drawing/2014/main" id="{841C1F80-25CA-AB8F-818F-32CFE1189BE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16188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3" name="Line 413">
            <a:extLst>
              <a:ext uri="{FF2B5EF4-FFF2-40B4-BE49-F238E27FC236}">
                <a16:creationId xmlns:a16="http://schemas.microsoft.com/office/drawing/2014/main" id="{F29BB136-C9B9-E050-B2B3-68E382593E4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90813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4" name="Line 414">
            <a:extLst>
              <a:ext uri="{FF2B5EF4-FFF2-40B4-BE49-F238E27FC236}">
                <a16:creationId xmlns:a16="http://schemas.microsoft.com/office/drawing/2014/main" id="{0ED466B6-C023-AD85-7841-594DA83CB42A}"/>
              </a:ext>
            </a:extLst>
          </p:cNvPr>
          <p:cNvSpPr>
            <a:spLocks noChangeShapeType="1"/>
          </p:cNvSpPr>
          <p:nvPr/>
        </p:nvSpPr>
        <p:spPr bwMode="auto">
          <a:xfrm>
            <a:off x="1814513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5" name="Line 415">
            <a:extLst>
              <a:ext uri="{FF2B5EF4-FFF2-40B4-BE49-F238E27FC236}">
                <a16:creationId xmlns:a16="http://schemas.microsoft.com/office/drawing/2014/main" id="{F0DB211B-7612-E1B9-A601-EC0986B40CEB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9138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6" name="Line 416">
            <a:extLst>
              <a:ext uri="{FF2B5EF4-FFF2-40B4-BE49-F238E27FC236}">
                <a16:creationId xmlns:a16="http://schemas.microsoft.com/office/drawing/2014/main" id="{010173A8-1A44-BE9E-2BD1-987E7E00D29F}"/>
              </a:ext>
            </a:extLst>
          </p:cNvPr>
          <p:cNvSpPr>
            <a:spLocks noChangeShapeType="1"/>
          </p:cNvSpPr>
          <p:nvPr/>
        </p:nvSpPr>
        <p:spPr bwMode="auto">
          <a:xfrm>
            <a:off x="2165350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7" name="Line 417">
            <a:extLst>
              <a:ext uri="{FF2B5EF4-FFF2-40B4-BE49-F238E27FC236}">
                <a16:creationId xmlns:a16="http://schemas.microsoft.com/office/drawing/2014/main" id="{DBA94A48-5C44-4103-599B-2E3042037A98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9975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8" name="Line 418">
            <a:extLst>
              <a:ext uri="{FF2B5EF4-FFF2-40B4-BE49-F238E27FC236}">
                <a16:creationId xmlns:a16="http://schemas.microsoft.com/office/drawing/2014/main" id="{E33D1650-0792-FD60-4935-20A61FD59EBD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6188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9" name="Line 419">
            <a:extLst>
              <a:ext uri="{FF2B5EF4-FFF2-40B4-BE49-F238E27FC236}">
                <a16:creationId xmlns:a16="http://schemas.microsoft.com/office/drawing/2014/main" id="{77EA6BE4-574B-4CAF-FF59-2BF78FCB2F5B}"/>
              </a:ext>
            </a:extLst>
          </p:cNvPr>
          <p:cNvSpPr>
            <a:spLocks noChangeShapeType="1"/>
          </p:cNvSpPr>
          <p:nvPr/>
        </p:nvSpPr>
        <p:spPr bwMode="auto">
          <a:xfrm>
            <a:off x="2690813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50" name="Rectangle 420">
            <a:extLst>
              <a:ext uri="{FF2B5EF4-FFF2-40B4-BE49-F238E27FC236}">
                <a16:creationId xmlns:a16="http://schemas.microsoft.com/office/drawing/2014/main" id="{0C90BA6F-6DE2-D55E-49AA-389903FA8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8475" y="59785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51" name="Rectangle 421">
            <a:extLst>
              <a:ext uri="{FF2B5EF4-FFF2-40B4-BE49-F238E27FC236}">
                <a16:creationId xmlns:a16="http://schemas.microsoft.com/office/drawing/2014/main" id="{8E8EE504-E6FA-D380-DE6D-6010F5283D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3100" y="59785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52" name="Rectangle 422">
            <a:extLst>
              <a:ext uri="{FF2B5EF4-FFF2-40B4-BE49-F238E27FC236}">
                <a16:creationId xmlns:a16="http://schemas.microsoft.com/office/drawing/2014/main" id="{D364E2A6-D9CB-E4EC-14B6-9423AA57A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9313" y="59785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60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53" name="Rectangle 423">
            <a:extLst>
              <a:ext uri="{FF2B5EF4-FFF2-40B4-BE49-F238E27FC236}">
                <a16:creationId xmlns:a16="http://schemas.microsoft.com/office/drawing/2014/main" id="{6C247552-5329-8855-796D-D226759F55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5525" y="59785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80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54" name="Rectangle 424">
            <a:extLst>
              <a:ext uri="{FF2B5EF4-FFF2-40B4-BE49-F238E27FC236}">
                <a16:creationId xmlns:a16="http://schemas.microsoft.com/office/drawing/2014/main" id="{096AEFA2-2A18-512F-8B7A-12D4304F36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6338" y="5978525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55" name="Rectangle 425">
            <a:extLst>
              <a:ext uri="{FF2B5EF4-FFF2-40B4-BE49-F238E27FC236}">
                <a16:creationId xmlns:a16="http://schemas.microsoft.com/office/drawing/2014/main" id="{A7E660F6-FC75-B07E-D219-6FEFC74BC8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0963" y="5978525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56" name="Line 426">
            <a:extLst>
              <a:ext uri="{FF2B5EF4-FFF2-40B4-BE49-F238E27FC236}">
                <a16:creationId xmlns:a16="http://schemas.microsoft.com/office/drawing/2014/main" id="{FE8936F8-F539-D45A-1724-D26F4BC85B90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4806950"/>
            <a:ext cx="0" cy="1125538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57" name="Line 427">
            <a:extLst>
              <a:ext uri="{FF2B5EF4-FFF2-40B4-BE49-F238E27FC236}">
                <a16:creationId xmlns:a16="http://schemas.microsoft.com/office/drawing/2014/main" id="{98807E45-B999-EB1F-1BE2-DB266FC5B690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5425" y="4806950"/>
            <a:ext cx="0" cy="1125538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58" name="Line 428">
            <a:extLst>
              <a:ext uri="{FF2B5EF4-FFF2-40B4-BE49-F238E27FC236}">
                <a16:creationId xmlns:a16="http://schemas.microsoft.com/office/drawing/2014/main" id="{82DF45B3-CA1E-A80B-74B4-087652E074B5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49784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59" name="Line 429">
            <a:extLst>
              <a:ext uri="{FF2B5EF4-FFF2-40B4-BE49-F238E27FC236}">
                <a16:creationId xmlns:a16="http://schemas.microsoft.com/office/drawing/2014/main" id="{C1C6C3BC-5F0A-8ED4-90A8-FE2F4AA09F77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51546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60" name="Line 430">
            <a:extLst>
              <a:ext uri="{FF2B5EF4-FFF2-40B4-BE49-F238E27FC236}">
                <a16:creationId xmlns:a16="http://schemas.microsoft.com/office/drawing/2014/main" id="{EDBA7DCD-C369-EC88-D966-26694FC99BED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53308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61" name="Line 431">
            <a:extLst>
              <a:ext uri="{FF2B5EF4-FFF2-40B4-BE49-F238E27FC236}">
                <a16:creationId xmlns:a16="http://schemas.microsoft.com/office/drawing/2014/main" id="{F124C895-690F-D9BF-324D-C817767EAA8B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55054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62" name="Line 432">
            <a:extLst>
              <a:ext uri="{FF2B5EF4-FFF2-40B4-BE49-F238E27FC236}">
                <a16:creationId xmlns:a16="http://schemas.microsoft.com/office/drawing/2014/main" id="{28F738BA-F4F8-0979-D849-95FAEA4E7C71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56816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63" name="Line 433">
            <a:extLst>
              <a:ext uri="{FF2B5EF4-FFF2-40B4-BE49-F238E27FC236}">
                <a16:creationId xmlns:a16="http://schemas.microsoft.com/office/drawing/2014/main" id="{E9BA2620-5703-943E-9FE5-B7326C903CEB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585787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64" name="Line 434">
            <a:extLst>
              <a:ext uri="{FF2B5EF4-FFF2-40B4-BE49-F238E27FC236}">
                <a16:creationId xmlns:a16="http://schemas.microsoft.com/office/drawing/2014/main" id="{714FD2B3-5A9F-0DD2-6997-B94AC29D113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4313" y="49784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65" name="Line 435">
            <a:extLst>
              <a:ext uri="{FF2B5EF4-FFF2-40B4-BE49-F238E27FC236}">
                <a16:creationId xmlns:a16="http://schemas.microsoft.com/office/drawing/2014/main" id="{66AD2032-520F-FCFC-AEE4-79E67CFA0BB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4313" y="51546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66" name="Line 436">
            <a:extLst>
              <a:ext uri="{FF2B5EF4-FFF2-40B4-BE49-F238E27FC236}">
                <a16:creationId xmlns:a16="http://schemas.microsoft.com/office/drawing/2014/main" id="{120CB8F9-7F4C-4D69-CB3E-451B72E058B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4313" y="53308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67" name="Line 437">
            <a:extLst>
              <a:ext uri="{FF2B5EF4-FFF2-40B4-BE49-F238E27FC236}">
                <a16:creationId xmlns:a16="http://schemas.microsoft.com/office/drawing/2014/main" id="{4A59B4D9-A9F2-24BC-F106-637FE55F8D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4313" y="55054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68" name="Line 438">
            <a:extLst>
              <a:ext uri="{FF2B5EF4-FFF2-40B4-BE49-F238E27FC236}">
                <a16:creationId xmlns:a16="http://schemas.microsoft.com/office/drawing/2014/main" id="{09E5C7FD-038F-8504-C61D-D30FCF10B3A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4313" y="56816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69" name="Line 439">
            <a:extLst>
              <a:ext uri="{FF2B5EF4-FFF2-40B4-BE49-F238E27FC236}">
                <a16:creationId xmlns:a16="http://schemas.microsoft.com/office/drawing/2014/main" id="{4D482BF4-FDDC-B7C6-76F2-516F016B6D5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4313" y="585787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70" name="Rectangle 440">
            <a:extLst>
              <a:ext uri="{FF2B5EF4-FFF2-40B4-BE49-F238E27FC236}">
                <a16:creationId xmlns:a16="http://schemas.microsoft.com/office/drawing/2014/main" id="{AE11CA53-3CAA-F1A7-F736-D3ECAC5B46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063" y="4935538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71" name="Rectangle 441">
            <a:extLst>
              <a:ext uri="{FF2B5EF4-FFF2-40B4-BE49-F238E27FC236}">
                <a16:creationId xmlns:a16="http://schemas.microsoft.com/office/drawing/2014/main" id="{BC6F5633-E8BD-D4B7-7D8C-0E9FD921D9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063" y="51117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72" name="Rectangle 442">
            <a:extLst>
              <a:ext uri="{FF2B5EF4-FFF2-40B4-BE49-F238E27FC236}">
                <a16:creationId xmlns:a16="http://schemas.microsoft.com/office/drawing/2014/main" id="{7B811D9D-34C5-51FE-570A-2AD02D4961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063" y="528637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60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73" name="Rectangle 443">
            <a:extLst>
              <a:ext uri="{FF2B5EF4-FFF2-40B4-BE49-F238E27FC236}">
                <a16:creationId xmlns:a16="http://schemas.microsoft.com/office/drawing/2014/main" id="{C7214950-A6A0-7ACD-EC3B-334C4A551C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063" y="5462588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80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74" name="Rectangle 444">
            <a:extLst>
              <a:ext uri="{FF2B5EF4-FFF2-40B4-BE49-F238E27FC236}">
                <a16:creationId xmlns:a16="http://schemas.microsoft.com/office/drawing/2014/main" id="{177B4185-37F2-85DF-395A-1FF26028AC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6850" y="5638800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75" name="Rectangle 445">
            <a:extLst>
              <a:ext uri="{FF2B5EF4-FFF2-40B4-BE49-F238E27FC236}">
                <a16:creationId xmlns:a16="http://schemas.microsoft.com/office/drawing/2014/main" id="{480FCC39-80F7-32D1-F93D-DFC3934A4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6850" y="5815013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76" name="Line 446">
            <a:extLst>
              <a:ext uri="{FF2B5EF4-FFF2-40B4-BE49-F238E27FC236}">
                <a16:creationId xmlns:a16="http://schemas.microsoft.com/office/drawing/2014/main" id="{04EDA1B4-DDA3-B50A-4828-1E5682C8524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275" y="59340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77" name="Line 447">
            <a:extLst>
              <a:ext uri="{FF2B5EF4-FFF2-40B4-BE49-F238E27FC236}">
                <a16:creationId xmlns:a16="http://schemas.microsoft.com/office/drawing/2014/main" id="{5F371E21-9EA1-67F3-008B-8C6DB049DE5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275" y="48037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78" name="Line 448">
            <a:extLst>
              <a:ext uri="{FF2B5EF4-FFF2-40B4-BE49-F238E27FC236}">
                <a16:creationId xmlns:a16="http://schemas.microsoft.com/office/drawing/2014/main" id="{0AB90EC9-915F-507B-D6C0-E890009CD2A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35275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79" name="Line 449">
            <a:extLst>
              <a:ext uri="{FF2B5EF4-FFF2-40B4-BE49-F238E27FC236}">
                <a16:creationId xmlns:a16="http://schemas.microsoft.com/office/drawing/2014/main" id="{26CC5860-91F3-FE5A-4146-6FEE5B88840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47988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474" name="Picture 450">
            <a:extLst>
              <a:ext uri="{FF2B5EF4-FFF2-40B4-BE49-F238E27FC236}">
                <a16:creationId xmlns:a16="http://schemas.microsoft.com/office/drawing/2014/main" id="{24BE40FA-6C08-0A9E-47B2-9EBBC24BB5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5275" y="4803775"/>
            <a:ext cx="112713" cy="113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80" name="Line 451">
            <a:extLst>
              <a:ext uri="{FF2B5EF4-FFF2-40B4-BE49-F238E27FC236}">
                <a16:creationId xmlns:a16="http://schemas.microsoft.com/office/drawing/2014/main" id="{6259C9CB-D3FD-BE3D-D8E2-0D1632B23B7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47988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81" name="Line 452">
            <a:extLst>
              <a:ext uri="{FF2B5EF4-FFF2-40B4-BE49-F238E27FC236}">
                <a16:creationId xmlns:a16="http://schemas.microsoft.com/office/drawing/2014/main" id="{28572055-02DA-6E26-A57C-F1C1617081D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6875" y="593407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82" name="Line 453">
            <a:extLst>
              <a:ext uri="{FF2B5EF4-FFF2-40B4-BE49-F238E27FC236}">
                <a16:creationId xmlns:a16="http://schemas.microsoft.com/office/drawing/2014/main" id="{FDF6D671-1FA6-BE65-4480-60318B512D3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6875" y="57150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83" name="Line 454">
            <a:extLst>
              <a:ext uri="{FF2B5EF4-FFF2-40B4-BE49-F238E27FC236}">
                <a16:creationId xmlns:a16="http://schemas.microsoft.com/office/drawing/2014/main" id="{89559E2F-5A9F-9FEE-8D87-5DC3832822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6875" y="54927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84" name="Line 455">
            <a:extLst>
              <a:ext uri="{FF2B5EF4-FFF2-40B4-BE49-F238E27FC236}">
                <a16:creationId xmlns:a16="http://schemas.microsoft.com/office/drawing/2014/main" id="{2FF59064-AD78-3F5E-C172-8874A9FD034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6875" y="52720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85" name="Line 456">
            <a:extLst>
              <a:ext uri="{FF2B5EF4-FFF2-40B4-BE49-F238E27FC236}">
                <a16:creationId xmlns:a16="http://schemas.microsoft.com/office/drawing/2014/main" id="{465638BE-4C59-F38F-0723-E90C69E98AC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6875" y="50514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86" name="Line 457">
            <a:extLst>
              <a:ext uri="{FF2B5EF4-FFF2-40B4-BE49-F238E27FC236}">
                <a16:creationId xmlns:a16="http://schemas.microsoft.com/office/drawing/2014/main" id="{C4C77A5F-9A99-8F4C-0CCE-E5C01CC977D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6875" y="48307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87" name="Rectangle 458">
            <a:extLst>
              <a:ext uri="{FF2B5EF4-FFF2-40B4-BE49-F238E27FC236}">
                <a16:creationId xmlns:a16="http://schemas.microsoft.com/office/drawing/2014/main" id="{8E3C347F-1BB2-23F2-0967-2B915DA69C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5895975"/>
            <a:ext cx="746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88" name="Rectangle 459">
            <a:extLst>
              <a:ext uri="{FF2B5EF4-FFF2-40B4-BE49-F238E27FC236}">
                <a16:creationId xmlns:a16="http://schemas.microsoft.com/office/drawing/2014/main" id="{0B095B22-EE94-139D-5F47-31EE6D456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5676900"/>
            <a:ext cx="1127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50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89" name="Rectangle 460">
            <a:extLst>
              <a:ext uri="{FF2B5EF4-FFF2-40B4-BE49-F238E27FC236}">
                <a16:creationId xmlns:a16="http://schemas.microsoft.com/office/drawing/2014/main" id="{63A27265-2544-8B7B-9770-39E4860FB6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5456238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90" name="Rectangle 461">
            <a:extLst>
              <a:ext uri="{FF2B5EF4-FFF2-40B4-BE49-F238E27FC236}">
                <a16:creationId xmlns:a16="http://schemas.microsoft.com/office/drawing/2014/main" id="{0E5CDA56-F8CD-B8CF-05BE-0B9FCC2CF7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5237163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150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91" name="Rectangle 462">
            <a:extLst>
              <a:ext uri="{FF2B5EF4-FFF2-40B4-BE49-F238E27FC236}">
                <a16:creationId xmlns:a16="http://schemas.microsoft.com/office/drawing/2014/main" id="{DBFFBAE1-BDF8-DF8F-CF23-1DF477E891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5010150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72" name="Rectangle 463">
            <a:extLst>
              <a:ext uri="{FF2B5EF4-FFF2-40B4-BE49-F238E27FC236}">
                <a16:creationId xmlns:a16="http://schemas.microsoft.com/office/drawing/2014/main" id="{A0BC6584-CF0E-7C00-A869-015CF39EC5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4791075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250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73" name="Line 464">
            <a:extLst>
              <a:ext uri="{FF2B5EF4-FFF2-40B4-BE49-F238E27FC236}">
                <a16:creationId xmlns:a16="http://schemas.microsoft.com/office/drawing/2014/main" id="{2CC22F98-8B7A-077C-479F-241FD2872D5A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275" y="48037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75" name="Line 465">
            <a:extLst>
              <a:ext uri="{FF2B5EF4-FFF2-40B4-BE49-F238E27FC236}">
                <a16:creationId xmlns:a16="http://schemas.microsoft.com/office/drawing/2014/main" id="{7A1D1D00-0D9A-CF38-7770-1DA60F137D22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275" y="59340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76" name="Line 466">
            <a:extLst>
              <a:ext uri="{FF2B5EF4-FFF2-40B4-BE49-F238E27FC236}">
                <a16:creationId xmlns:a16="http://schemas.microsoft.com/office/drawing/2014/main" id="{792CC6EB-CEA0-7F16-29A9-735E7F5C2C6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35275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77" name="Line 467">
            <a:extLst>
              <a:ext uri="{FF2B5EF4-FFF2-40B4-BE49-F238E27FC236}">
                <a16:creationId xmlns:a16="http://schemas.microsoft.com/office/drawing/2014/main" id="{CF74A9A4-7FA6-7933-17B3-0D8B78E13F1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47988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78" name="Rectangle 468">
            <a:extLst>
              <a:ext uri="{FF2B5EF4-FFF2-40B4-BE49-F238E27FC236}">
                <a16:creationId xmlns:a16="http://schemas.microsoft.com/office/drawing/2014/main" id="{FD99E0D2-A98B-4128-4BA7-0E5374924E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0450" y="4806950"/>
            <a:ext cx="1123950" cy="11255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79" name="Rectangle 469">
            <a:extLst>
              <a:ext uri="{FF2B5EF4-FFF2-40B4-BE49-F238E27FC236}">
                <a16:creationId xmlns:a16="http://schemas.microsoft.com/office/drawing/2014/main" id="{A77F2B1F-F23A-BB11-56AA-67E64BA20D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8563" y="4679950"/>
            <a:ext cx="966788" cy="13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downsampled by  1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94" name="Picture 470">
            <a:extLst>
              <a:ext uri="{FF2B5EF4-FFF2-40B4-BE49-F238E27FC236}">
                <a16:creationId xmlns:a16="http://schemas.microsoft.com/office/drawing/2014/main" id="{838BE824-AC90-AC25-F486-77DF432214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0450" y="4810125"/>
            <a:ext cx="1123950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80" name="Line 471">
            <a:extLst>
              <a:ext uri="{FF2B5EF4-FFF2-40B4-BE49-F238E27FC236}">
                <a16:creationId xmlns:a16="http://schemas.microsoft.com/office/drawing/2014/main" id="{A15D2AB0-B14B-4880-2151-5B6493FDA60D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0450" y="5932488"/>
            <a:ext cx="1123950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1" name="Line 472">
            <a:extLst>
              <a:ext uri="{FF2B5EF4-FFF2-40B4-BE49-F238E27FC236}">
                <a16:creationId xmlns:a16="http://schemas.microsoft.com/office/drawing/2014/main" id="{A13E9AB1-7AE9-B369-6A10-DC339AFCE710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0450" y="4806950"/>
            <a:ext cx="1123950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2" name="Line 473">
            <a:extLst>
              <a:ext uri="{FF2B5EF4-FFF2-40B4-BE49-F238E27FC236}">
                <a16:creationId xmlns:a16="http://schemas.microsoft.com/office/drawing/2014/main" id="{BDD58CC3-EFDE-75F1-198E-CD7F9C95B62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71900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3" name="Line 474">
            <a:extLst>
              <a:ext uri="{FF2B5EF4-FFF2-40B4-BE49-F238E27FC236}">
                <a16:creationId xmlns:a16="http://schemas.microsoft.com/office/drawing/2014/main" id="{A86C6390-5072-AA8B-D3F7-72C28DE84D0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48113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4" name="Line 475">
            <a:extLst>
              <a:ext uri="{FF2B5EF4-FFF2-40B4-BE49-F238E27FC236}">
                <a16:creationId xmlns:a16="http://schemas.microsoft.com/office/drawing/2014/main" id="{C9A78048-89DA-9620-CC33-53A77970793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22738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5" name="Line 476">
            <a:extLst>
              <a:ext uri="{FF2B5EF4-FFF2-40B4-BE49-F238E27FC236}">
                <a16:creationId xmlns:a16="http://schemas.microsoft.com/office/drawing/2014/main" id="{095C5B3D-AC7F-FA0F-2E10-7C6746F50BD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98950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6" name="Line 477">
            <a:extLst>
              <a:ext uri="{FF2B5EF4-FFF2-40B4-BE49-F238E27FC236}">
                <a16:creationId xmlns:a16="http://schemas.microsoft.com/office/drawing/2014/main" id="{66C096C4-7B43-7F8A-A586-EC60F12F3D4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75163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7" name="Line 478">
            <a:extLst>
              <a:ext uri="{FF2B5EF4-FFF2-40B4-BE49-F238E27FC236}">
                <a16:creationId xmlns:a16="http://schemas.microsoft.com/office/drawing/2014/main" id="{8231682B-5E47-2F97-7CFB-76D456E0C7F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49788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8" name="Line 479">
            <a:extLst>
              <a:ext uri="{FF2B5EF4-FFF2-40B4-BE49-F238E27FC236}">
                <a16:creationId xmlns:a16="http://schemas.microsoft.com/office/drawing/2014/main" id="{A74B0567-F1A8-1D5F-3B53-E9FC247CBB75}"/>
              </a:ext>
            </a:extLst>
          </p:cNvPr>
          <p:cNvSpPr>
            <a:spLocks noChangeShapeType="1"/>
          </p:cNvSpPr>
          <p:nvPr/>
        </p:nvSpPr>
        <p:spPr bwMode="auto">
          <a:xfrm>
            <a:off x="3771900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" name="Line 480">
            <a:extLst>
              <a:ext uri="{FF2B5EF4-FFF2-40B4-BE49-F238E27FC236}">
                <a16:creationId xmlns:a16="http://schemas.microsoft.com/office/drawing/2014/main" id="{D2F171A3-0435-1713-9D4E-77E0CD2E0587}"/>
              </a:ext>
            </a:extLst>
          </p:cNvPr>
          <p:cNvSpPr>
            <a:spLocks noChangeShapeType="1"/>
          </p:cNvSpPr>
          <p:nvPr/>
        </p:nvSpPr>
        <p:spPr bwMode="auto">
          <a:xfrm>
            <a:off x="3948113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0" name="Line 481">
            <a:extLst>
              <a:ext uri="{FF2B5EF4-FFF2-40B4-BE49-F238E27FC236}">
                <a16:creationId xmlns:a16="http://schemas.microsoft.com/office/drawing/2014/main" id="{F46705A6-686E-9496-B159-A4DDB2A872F0}"/>
              </a:ext>
            </a:extLst>
          </p:cNvPr>
          <p:cNvSpPr>
            <a:spLocks noChangeShapeType="1"/>
          </p:cNvSpPr>
          <p:nvPr/>
        </p:nvSpPr>
        <p:spPr bwMode="auto">
          <a:xfrm>
            <a:off x="4122738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1" name="Line 482">
            <a:extLst>
              <a:ext uri="{FF2B5EF4-FFF2-40B4-BE49-F238E27FC236}">
                <a16:creationId xmlns:a16="http://schemas.microsoft.com/office/drawing/2014/main" id="{ECFBBDCC-2806-CC3C-D927-EDE050A1364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98950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2" name="Line 483">
            <a:extLst>
              <a:ext uri="{FF2B5EF4-FFF2-40B4-BE49-F238E27FC236}">
                <a16:creationId xmlns:a16="http://schemas.microsoft.com/office/drawing/2014/main" id="{094BD487-A4A7-93CD-F28F-D6464FF137DE}"/>
              </a:ext>
            </a:extLst>
          </p:cNvPr>
          <p:cNvSpPr>
            <a:spLocks noChangeShapeType="1"/>
          </p:cNvSpPr>
          <p:nvPr/>
        </p:nvSpPr>
        <p:spPr bwMode="auto">
          <a:xfrm>
            <a:off x="4475163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3" name="Line 484">
            <a:extLst>
              <a:ext uri="{FF2B5EF4-FFF2-40B4-BE49-F238E27FC236}">
                <a16:creationId xmlns:a16="http://schemas.microsoft.com/office/drawing/2014/main" id="{AC7C9FBD-8745-3336-680C-2D87D407AA72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9788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5" name="Rectangle 485">
            <a:extLst>
              <a:ext uri="{FF2B5EF4-FFF2-40B4-BE49-F238E27FC236}">
                <a16:creationId xmlns:a16="http://schemas.microsoft.com/office/drawing/2014/main" id="{FE801A8D-961F-1C61-EDAC-45C33EFB07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5863" y="59785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96" name="Rectangle 486">
            <a:extLst>
              <a:ext uri="{FF2B5EF4-FFF2-40B4-BE49-F238E27FC236}">
                <a16:creationId xmlns:a16="http://schemas.microsoft.com/office/drawing/2014/main" id="{CD157725-3EE4-0F7D-158F-3FFD0CAB1B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2075" y="59785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97" name="Rectangle 487">
            <a:extLst>
              <a:ext uri="{FF2B5EF4-FFF2-40B4-BE49-F238E27FC236}">
                <a16:creationId xmlns:a16="http://schemas.microsoft.com/office/drawing/2014/main" id="{00CD45ED-4620-3ED4-899B-BA0CC3F596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8288" y="59785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60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98" name="Rectangle 488">
            <a:extLst>
              <a:ext uri="{FF2B5EF4-FFF2-40B4-BE49-F238E27FC236}">
                <a16:creationId xmlns:a16="http://schemas.microsoft.com/office/drawing/2014/main" id="{40E28D17-F14F-D218-85A0-F91BC727C0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913" y="59785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80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99" name="Rectangle 489">
            <a:extLst>
              <a:ext uri="{FF2B5EF4-FFF2-40B4-BE49-F238E27FC236}">
                <a16:creationId xmlns:a16="http://schemas.microsoft.com/office/drawing/2014/main" id="{944C298A-C09D-30A8-611D-171CF68B7E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3725" y="5978525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00" name="Rectangle 490">
            <a:extLst>
              <a:ext uri="{FF2B5EF4-FFF2-40B4-BE49-F238E27FC236}">
                <a16:creationId xmlns:a16="http://schemas.microsoft.com/office/drawing/2014/main" id="{5D7A27D8-F2B8-FBCC-F6BE-0D0D3FC8C1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9938" y="5978525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01" name="Line 491">
            <a:extLst>
              <a:ext uri="{FF2B5EF4-FFF2-40B4-BE49-F238E27FC236}">
                <a16:creationId xmlns:a16="http://schemas.microsoft.com/office/drawing/2014/main" id="{BF32568F-E294-8FF1-E475-43213420A321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0450" y="4806950"/>
            <a:ext cx="0" cy="1125538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02" name="Line 492">
            <a:extLst>
              <a:ext uri="{FF2B5EF4-FFF2-40B4-BE49-F238E27FC236}">
                <a16:creationId xmlns:a16="http://schemas.microsoft.com/office/drawing/2014/main" id="{F0D6CAAE-434D-6864-AF1E-385DF6F4A752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4806950"/>
            <a:ext cx="0" cy="1125538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03" name="Line 493">
            <a:extLst>
              <a:ext uri="{FF2B5EF4-FFF2-40B4-BE49-F238E27FC236}">
                <a16:creationId xmlns:a16="http://schemas.microsoft.com/office/drawing/2014/main" id="{31B3BCC3-FFC2-8B28-A229-8FC122EE4689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0450" y="49784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04" name="Line 494">
            <a:extLst>
              <a:ext uri="{FF2B5EF4-FFF2-40B4-BE49-F238E27FC236}">
                <a16:creationId xmlns:a16="http://schemas.microsoft.com/office/drawing/2014/main" id="{76D29625-23F5-715B-C116-01C92BBE24A9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0450" y="51546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05" name="Line 495">
            <a:extLst>
              <a:ext uri="{FF2B5EF4-FFF2-40B4-BE49-F238E27FC236}">
                <a16:creationId xmlns:a16="http://schemas.microsoft.com/office/drawing/2014/main" id="{54021BBF-F875-CEC2-C56C-C22BCBB8E63B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0450" y="53308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06" name="Line 496">
            <a:extLst>
              <a:ext uri="{FF2B5EF4-FFF2-40B4-BE49-F238E27FC236}">
                <a16:creationId xmlns:a16="http://schemas.microsoft.com/office/drawing/2014/main" id="{A13A9CF4-E93A-1111-C9E7-1C25334A125B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0450" y="55054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07" name="Line 497">
            <a:extLst>
              <a:ext uri="{FF2B5EF4-FFF2-40B4-BE49-F238E27FC236}">
                <a16:creationId xmlns:a16="http://schemas.microsoft.com/office/drawing/2014/main" id="{507DEBC8-839A-BAA9-E97D-F3E38AC8FF0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0450" y="56816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08" name="Line 498">
            <a:extLst>
              <a:ext uri="{FF2B5EF4-FFF2-40B4-BE49-F238E27FC236}">
                <a16:creationId xmlns:a16="http://schemas.microsoft.com/office/drawing/2014/main" id="{25BD256C-4F19-B34B-EF4A-CE2B4A051CAC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0450" y="585787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09" name="Line 499">
            <a:extLst>
              <a:ext uri="{FF2B5EF4-FFF2-40B4-BE49-F238E27FC236}">
                <a16:creationId xmlns:a16="http://schemas.microsoft.com/office/drawing/2014/main" id="{62D72691-499D-B89B-01D6-D44B026529D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13288" y="49784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10" name="Line 500">
            <a:extLst>
              <a:ext uri="{FF2B5EF4-FFF2-40B4-BE49-F238E27FC236}">
                <a16:creationId xmlns:a16="http://schemas.microsoft.com/office/drawing/2014/main" id="{FF890FAE-F4BC-5F93-06C2-EC5AF6681AE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13288" y="51546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11" name="Line 501">
            <a:extLst>
              <a:ext uri="{FF2B5EF4-FFF2-40B4-BE49-F238E27FC236}">
                <a16:creationId xmlns:a16="http://schemas.microsoft.com/office/drawing/2014/main" id="{2B5DBBEA-FF12-C1A3-B012-A6F709013F6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13288" y="53308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12" name="Line 502">
            <a:extLst>
              <a:ext uri="{FF2B5EF4-FFF2-40B4-BE49-F238E27FC236}">
                <a16:creationId xmlns:a16="http://schemas.microsoft.com/office/drawing/2014/main" id="{A8544247-8BF3-A367-A6DD-091142A1AEE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13288" y="55054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13" name="Line 503">
            <a:extLst>
              <a:ext uri="{FF2B5EF4-FFF2-40B4-BE49-F238E27FC236}">
                <a16:creationId xmlns:a16="http://schemas.microsoft.com/office/drawing/2014/main" id="{AD45CE40-F944-12D3-AEBF-1057F19BF64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13288" y="56816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14" name="Line 504">
            <a:extLst>
              <a:ext uri="{FF2B5EF4-FFF2-40B4-BE49-F238E27FC236}">
                <a16:creationId xmlns:a16="http://schemas.microsoft.com/office/drawing/2014/main" id="{6C7E4A97-EA61-D3D9-9942-35D44AF0B34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13288" y="585787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15" name="Rectangle 505">
            <a:extLst>
              <a:ext uri="{FF2B5EF4-FFF2-40B4-BE49-F238E27FC236}">
                <a16:creationId xmlns:a16="http://schemas.microsoft.com/office/drawing/2014/main" id="{1E891498-3076-4D41-3EA1-A0BD349285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5038" y="4935538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16" name="Rectangle 506">
            <a:extLst>
              <a:ext uri="{FF2B5EF4-FFF2-40B4-BE49-F238E27FC236}">
                <a16:creationId xmlns:a16="http://schemas.microsoft.com/office/drawing/2014/main" id="{F0E5744C-F042-EE36-79F5-A1BB595672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5038" y="51117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17" name="Rectangle 507">
            <a:extLst>
              <a:ext uri="{FF2B5EF4-FFF2-40B4-BE49-F238E27FC236}">
                <a16:creationId xmlns:a16="http://schemas.microsoft.com/office/drawing/2014/main" id="{4BDF7B8E-DF94-7AC6-36F8-D54F79E3F2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5038" y="528637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60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18" name="Rectangle 508">
            <a:extLst>
              <a:ext uri="{FF2B5EF4-FFF2-40B4-BE49-F238E27FC236}">
                <a16:creationId xmlns:a16="http://schemas.microsoft.com/office/drawing/2014/main" id="{70388C28-925E-314E-8A2D-09B9729A48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5038" y="5462588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80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19" name="Rectangle 509">
            <a:extLst>
              <a:ext uri="{FF2B5EF4-FFF2-40B4-BE49-F238E27FC236}">
                <a16:creationId xmlns:a16="http://schemas.microsoft.com/office/drawing/2014/main" id="{51F2E8A0-D126-D5BA-B4D3-C7D4348FEE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5825" y="5638800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20" name="Rectangle 510">
            <a:extLst>
              <a:ext uri="{FF2B5EF4-FFF2-40B4-BE49-F238E27FC236}">
                <a16:creationId xmlns:a16="http://schemas.microsoft.com/office/drawing/2014/main" id="{49BB3776-923A-CA50-D460-77E096795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5825" y="5815013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21" name="Line 511">
            <a:extLst>
              <a:ext uri="{FF2B5EF4-FFF2-40B4-BE49-F238E27FC236}">
                <a16:creationId xmlns:a16="http://schemas.microsoft.com/office/drawing/2014/main" id="{643B983B-3E72-BAD5-5089-92B62BD93B24}"/>
              </a:ext>
            </a:extLst>
          </p:cNvPr>
          <p:cNvSpPr>
            <a:spLocks noChangeShapeType="1"/>
          </p:cNvSpPr>
          <p:nvPr/>
        </p:nvSpPr>
        <p:spPr bwMode="auto">
          <a:xfrm>
            <a:off x="4794250" y="59340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22" name="Line 512">
            <a:extLst>
              <a:ext uri="{FF2B5EF4-FFF2-40B4-BE49-F238E27FC236}">
                <a16:creationId xmlns:a16="http://schemas.microsoft.com/office/drawing/2014/main" id="{76C8E965-72A8-EBC6-19AB-0892EC06418F}"/>
              </a:ext>
            </a:extLst>
          </p:cNvPr>
          <p:cNvSpPr>
            <a:spLocks noChangeShapeType="1"/>
          </p:cNvSpPr>
          <p:nvPr/>
        </p:nvSpPr>
        <p:spPr bwMode="auto">
          <a:xfrm>
            <a:off x="4794250" y="48037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23" name="Line 513">
            <a:extLst>
              <a:ext uri="{FF2B5EF4-FFF2-40B4-BE49-F238E27FC236}">
                <a16:creationId xmlns:a16="http://schemas.microsoft.com/office/drawing/2014/main" id="{DEE111BD-9108-0320-7AF3-7EA8AC2F4CE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94250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24" name="Line 514">
            <a:extLst>
              <a:ext uri="{FF2B5EF4-FFF2-40B4-BE49-F238E27FC236}">
                <a16:creationId xmlns:a16="http://schemas.microsoft.com/office/drawing/2014/main" id="{73C5EAEE-C026-8B0D-1FD3-167ADAADCD7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06963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539" name="Picture 515">
            <a:extLst>
              <a:ext uri="{FF2B5EF4-FFF2-40B4-BE49-F238E27FC236}">
                <a16:creationId xmlns:a16="http://schemas.microsoft.com/office/drawing/2014/main" id="{13322C30-493B-3C32-6BC5-A6DF9C6C8F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4250" y="4803775"/>
            <a:ext cx="112713" cy="113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25" name="Line 516">
            <a:extLst>
              <a:ext uri="{FF2B5EF4-FFF2-40B4-BE49-F238E27FC236}">
                <a16:creationId xmlns:a16="http://schemas.microsoft.com/office/drawing/2014/main" id="{1D822B05-D9E4-2E5A-9078-065AEFB081B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06963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26" name="Line 517">
            <a:extLst>
              <a:ext uri="{FF2B5EF4-FFF2-40B4-BE49-F238E27FC236}">
                <a16:creationId xmlns:a16="http://schemas.microsoft.com/office/drawing/2014/main" id="{1308FB4F-E512-D090-BD2D-6C6E0EBA349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95850" y="593407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27" name="Line 518">
            <a:extLst>
              <a:ext uri="{FF2B5EF4-FFF2-40B4-BE49-F238E27FC236}">
                <a16:creationId xmlns:a16="http://schemas.microsoft.com/office/drawing/2014/main" id="{BBA49843-F09A-3A9D-E1B2-4D4EC35CD88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95850" y="57150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28" name="Line 519">
            <a:extLst>
              <a:ext uri="{FF2B5EF4-FFF2-40B4-BE49-F238E27FC236}">
                <a16:creationId xmlns:a16="http://schemas.microsoft.com/office/drawing/2014/main" id="{1C596D4F-8774-3CBD-EA6C-9589D0A5BCB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95850" y="54927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29" name="Line 520">
            <a:extLst>
              <a:ext uri="{FF2B5EF4-FFF2-40B4-BE49-F238E27FC236}">
                <a16:creationId xmlns:a16="http://schemas.microsoft.com/office/drawing/2014/main" id="{3B4FB9A3-61D9-3FDE-A6F9-09C070CC35E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95850" y="52720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30" name="Line 521">
            <a:extLst>
              <a:ext uri="{FF2B5EF4-FFF2-40B4-BE49-F238E27FC236}">
                <a16:creationId xmlns:a16="http://schemas.microsoft.com/office/drawing/2014/main" id="{FA23C877-9BC8-FC9A-4B45-1F942CC1A0F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95850" y="50514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31" name="Line 522">
            <a:extLst>
              <a:ext uri="{FF2B5EF4-FFF2-40B4-BE49-F238E27FC236}">
                <a16:creationId xmlns:a16="http://schemas.microsoft.com/office/drawing/2014/main" id="{4EFF2039-91FC-AF97-D15F-74AD02D7D04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95850" y="48307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32" name="Rectangle 523">
            <a:extLst>
              <a:ext uri="{FF2B5EF4-FFF2-40B4-BE49-F238E27FC236}">
                <a16:creationId xmlns:a16="http://schemas.microsoft.com/office/drawing/2014/main" id="{144361F1-BE90-732D-CEEE-2A08A882D7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125" y="5895975"/>
            <a:ext cx="746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33" name="Rectangle 524">
            <a:extLst>
              <a:ext uri="{FF2B5EF4-FFF2-40B4-BE49-F238E27FC236}">
                <a16:creationId xmlns:a16="http://schemas.microsoft.com/office/drawing/2014/main" id="{59F2154A-04E3-6C2F-8DE0-00089E03D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125" y="5676900"/>
            <a:ext cx="1127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50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34" name="Rectangle 525">
            <a:extLst>
              <a:ext uri="{FF2B5EF4-FFF2-40B4-BE49-F238E27FC236}">
                <a16:creationId xmlns:a16="http://schemas.microsoft.com/office/drawing/2014/main" id="{E552056B-D1A6-6B2F-B60A-A7F9024701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125" y="5456238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35" name="Rectangle 526">
            <a:extLst>
              <a:ext uri="{FF2B5EF4-FFF2-40B4-BE49-F238E27FC236}">
                <a16:creationId xmlns:a16="http://schemas.microsoft.com/office/drawing/2014/main" id="{E5B9399F-FBD6-03C0-E3BD-164BCA9803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125" y="5237163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150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36" name="Rectangle 527">
            <a:extLst>
              <a:ext uri="{FF2B5EF4-FFF2-40B4-BE49-F238E27FC236}">
                <a16:creationId xmlns:a16="http://schemas.microsoft.com/office/drawing/2014/main" id="{9714DF32-6FB6-8BB6-BC52-1A07BE96CA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125" y="5010150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37" name="Rectangle 528">
            <a:extLst>
              <a:ext uri="{FF2B5EF4-FFF2-40B4-BE49-F238E27FC236}">
                <a16:creationId xmlns:a16="http://schemas.microsoft.com/office/drawing/2014/main" id="{A1F5C7BB-1A89-D915-2E80-3035AB9D6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125" y="4791075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250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38" name="Line 529">
            <a:extLst>
              <a:ext uri="{FF2B5EF4-FFF2-40B4-BE49-F238E27FC236}">
                <a16:creationId xmlns:a16="http://schemas.microsoft.com/office/drawing/2014/main" id="{63618088-4794-3E01-6B0E-BDCBFFBE4293}"/>
              </a:ext>
            </a:extLst>
          </p:cNvPr>
          <p:cNvSpPr>
            <a:spLocks noChangeShapeType="1"/>
          </p:cNvSpPr>
          <p:nvPr/>
        </p:nvSpPr>
        <p:spPr bwMode="auto">
          <a:xfrm>
            <a:off x="4794250" y="48037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40" name="Line 530">
            <a:extLst>
              <a:ext uri="{FF2B5EF4-FFF2-40B4-BE49-F238E27FC236}">
                <a16:creationId xmlns:a16="http://schemas.microsoft.com/office/drawing/2014/main" id="{C806438B-0E29-18FC-F59F-5E9A332B6313}"/>
              </a:ext>
            </a:extLst>
          </p:cNvPr>
          <p:cNvSpPr>
            <a:spLocks noChangeShapeType="1"/>
          </p:cNvSpPr>
          <p:nvPr/>
        </p:nvSpPr>
        <p:spPr bwMode="auto">
          <a:xfrm>
            <a:off x="4794250" y="59340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41" name="Line 531">
            <a:extLst>
              <a:ext uri="{FF2B5EF4-FFF2-40B4-BE49-F238E27FC236}">
                <a16:creationId xmlns:a16="http://schemas.microsoft.com/office/drawing/2014/main" id="{14B3C9EA-9BB1-335E-9063-D12A97CFDD7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94250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42" name="Line 532">
            <a:extLst>
              <a:ext uri="{FF2B5EF4-FFF2-40B4-BE49-F238E27FC236}">
                <a16:creationId xmlns:a16="http://schemas.microsoft.com/office/drawing/2014/main" id="{96F890FA-3C19-B9B4-EFA9-84EEECB1DF6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06963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43" name="Rectangle 533">
            <a:extLst>
              <a:ext uri="{FF2B5EF4-FFF2-40B4-BE49-F238E27FC236}">
                <a16:creationId xmlns:a16="http://schemas.microsoft.com/office/drawing/2014/main" id="{2FE398F7-3881-3981-F33C-C9C8532446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5775" y="4806950"/>
            <a:ext cx="1123950" cy="11255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44" name="Rectangle 534">
            <a:extLst>
              <a:ext uri="{FF2B5EF4-FFF2-40B4-BE49-F238E27FC236}">
                <a16:creationId xmlns:a16="http://schemas.microsoft.com/office/drawing/2014/main" id="{3A9E53BD-A65A-DCA4-1D54-44EF77D029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4688" y="4679950"/>
            <a:ext cx="860425" cy="13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windowed (none)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559" name="Picture 535">
            <a:extLst>
              <a:ext uri="{FF2B5EF4-FFF2-40B4-BE49-F238E27FC236}">
                <a16:creationId xmlns:a16="http://schemas.microsoft.com/office/drawing/2014/main" id="{9BEDED31-0497-4A5E-0D1C-DFE317ACBD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5775" y="4810125"/>
            <a:ext cx="1123950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45" name="Line 536">
            <a:extLst>
              <a:ext uri="{FF2B5EF4-FFF2-40B4-BE49-F238E27FC236}">
                <a16:creationId xmlns:a16="http://schemas.microsoft.com/office/drawing/2014/main" id="{6DC9A887-7EDA-3CA3-65D0-CAE1B01487BA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5775" y="5932488"/>
            <a:ext cx="1123950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46" name="Line 537">
            <a:extLst>
              <a:ext uri="{FF2B5EF4-FFF2-40B4-BE49-F238E27FC236}">
                <a16:creationId xmlns:a16="http://schemas.microsoft.com/office/drawing/2014/main" id="{EFBD7B5B-43BC-7629-CF97-E9386AFF5C5D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5775" y="4806950"/>
            <a:ext cx="1123950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47" name="Line 538">
            <a:extLst>
              <a:ext uri="{FF2B5EF4-FFF2-40B4-BE49-F238E27FC236}">
                <a16:creationId xmlns:a16="http://schemas.microsoft.com/office/drawing/2014/main" id="{4D58559A-F559-47E4-99A0-EF360D3DEE0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37225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48" name="Line 539">
            <a:extLst>
              <a:ext uri="{FF2B5EF4-FFF2-40B4-BE49-F238E27FC236}">
                <a16:creationId xmlns:a16="http://schemas.microsoft.com/office/drawing/2014/main" id="{396A1C6D-A0BB-2C95-48AD-6E594C79B2E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11850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49" name="Line 540">
            <a:extLst>
              <a:ext uri="{FF2B5EF4-FFF2-40B4-BE49-F238E27FC236}">
                <a16:creationId xmlns:a16="http://schemas.microsoft.com/office/drawing/2014/main" id="{D708C91A-5270-73CE-B7C3-C27AF474019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88063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50" name="Line 541">
            <a:extLst>
              <a:ext uri="{FF2B5EF4-FFF2-40B4-BE49-F238E27FC236}">
                <a16:creationId xmlns:a16="http://schemas.microsoft.com/office/drawing/2014/main" id="{52F3FFBC-7D8B-B5D0-EB81-114ADC474DD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64275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51" name="Line 542">
            <a:extLst>
              <a:ext uri="{FF2B5EF4-FFF2-40B4-BE49-F238E27FC236}">
                <a16:creationId xmlns:a16="http://schemas.microsoft.com/office/drawing/2014/main" id="{14768585-22E2-BBAD-D0D3-D65F8AE1E5E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38900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52" name="Line 543">
            <a:extLst>
              <a:ext uri="{FF2B5EF4-FFF2-40B4-BE49-F238E27FC236}">
                <a16:creationId xmlns:a16="http://schemas.microsoft.com/office/drawing/2014/main" id="{DD3F8157-1C5C-2E8B-3EF3-53B55332F24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15113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53" name="Line 544">
            <a:extLst>
              <a:ext uri="{FF2B5EF4-FFF2-40B4-BE49-F238E27FC236}">
                <a16:creationId xmlns:a16="http://schemas.microsoft.com/office/drawing/2014/main" id="{1F2EC03F-3391-16CC-4DBD-E08A5DD9FFE9}"/>
              </a:ext>
            </a:extLst>
          </p:cNvPr>
          <p:cNvSpPr>
            <a:spLocks noChangeShapeType="1"/>
          </p:cNvSpPr>
          <p:nvPr/>
        </p:nvSpPr>
        <p:spPr bwMode="auto">
          <a:xfrm>
            <a:off x="5737225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54" name="Line 545">
            <a:extLst>
              <a:ext uri="{FF2B5EF4-FFF2-40B4-BE49-F238E27FC236}">
                <a16:creationId xmlns:a16="http://schemas.microsoft.com/office/drawing/2014/main" id="{AD611422-3FB4-0A31-3358-45E8EE3A2008}"/>
              </a:ext>
            </a:extLst>
          </p:cNvPr>
          <p:cNvSpPr>
            <a:spLocks noChangeShapeType="1"/>
          </p:cNvSpPr>
          <p:nvPr/>
        </p:nvSpPr>
        <p:spPr bwMode="auto">
          <a:xfrm>
            <a:off x="5911850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55" name="Line 546">
            <a:extLst>
              <a:ext uri="{FF2B5EF4-FFF2-40B4-BE49-F238E27FC236}">
                <a16:creationId xmlns:a16="http://schemas.microsoft.com/office/drawing/2014/main" id="{10B21959-FB76-87C3-8563-092BE8855982}"/>
              </a:ext>
            </a:extLst>
          </p:cNvPr>
          <p:cNvSpPr>
            <a:spLocks noChangeShapeType="1"/>
          </p:cNvSpPr>
          <p:nvPr/>
        </p:nvSpPr>
        <p:spPr bwMode="auto">
          <a:xfrm>
            <a:off x="6088063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56" name="Line 547">
            <a:extLst>
              <a:ext uri="{FF2B5EF4-FFF2-40B4-BE49-F238E27FC236}">
                <a16:creationId xmlns:a16="http://schemas.microsoft.com/office/drawing/2014/main" id="{E25D02E1-1587-7462-B88A-C2A0E81C958B}"/>
              </a:ext>
            </a:extLst>
          </p:cNvPr>
          <p:cNvSpPr>
            <a:spLocks noChangeShapeType="1"/>
          </p:cNvSpPr>
          <p:nvPr/>
        </p:nvSpPr>
        <p:spPr bwMode="auto">
          <a:xfrm>
            <a:off x="6264275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57" name="Line 548">
            <a:extLst>
              <a:ext uri="{FF2B5EF4-FFF2-40B4-BE49-F238E27FC236}">
                <a16:creationId xmlns:a16="http://schemas.microsoft.com/office/drawing/2014/main" id="{4966577B-BC52-E8CE-EA42-479D2CCDE2CB}"/>
              </a:ext>
            </a:extLst>
          </p:cNvPr>
          <p:cNvSpPr>
            <a:spLocks noChangeShapeType="1"/>
          </p:cNvSpPr>
          <p:nvPr/>
        </p:nvSpPr>
        <p:spPr bwMode="auto">
          <a:xfrm>
            <a:off x="6438900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58" name="Line 549">
            <a:extLst>
              <a:ext uri="{FF2B5EF4-FFF2-40B4-BE49-F238E27FC236}">
                <a16:creationId xmlns:a16="http://schemas.microsoft.com/office/drawing/2014/main" id="{A6CDB1D2-0CE6-B6A3-FA16-84C234BD6733}"/>
              </a:ext>
            </a:extLst>
          </p:cNvPr>
          <p:cNvSpPr>
            <a:spLocks noChangeShapeType="1"/>
          </p:cNvSpPr>
          <p:nvPr/>
        </p:nvSpPr>
        <p:spPr bwMode="auto">
          <a:xfrm>
            <a:off x="6615113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60" name="Rectangle 550">
            <a:extLst>
              <a:ext uri="{FF2B5EF4-FFF2-40B4-BE49-F238E27FC236}">
                <a16:creationId xmlns:a16="http://schemas.microsoft.com/office/drawing/2014/main" id="{0F4DCA0A-BDC2-574B-964D-8B4A92C00B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1188" y="59785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61" name="Rectangle 551">
            <a:extLst>
              <a:ext uri="{FF2B5EF4-FFF2-40B4-BE49-F238E27FC236}">
                <a16:creationId xmlns:a16="http://schemas.microsoft.com/office/drawing/2014/main" id="{EF1D2329-FE65-1B4D-11B3-57A2CE15F8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59785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62" name="Rectangle 552">
            <a:extLst>
              <a:ext uri="{FF2B5EF4-FFF2-40B4-BE49-F238E27FC236}">
                <a16:creationId xmlns:a16="http://schemas.microsoft.com/office/drawing/2014/main" id="{2F18A083-E17A-30B6-E998-66E2805779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2025" y="59785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60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63" name="Rectangle 553">
            <a:extLst>
              <a:ext uri="{FF2B5EF4-FFF2-40B4-BE49-F238E27FC236}">
                <a16:creationId xmlns:a16="http://schemas.microsoft.com/office/drawing/2014/main" id="{8301E71B-A4A3-0FDB-9D3A-E037ADDF56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8238" y="59785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80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64" name="Rectangle 554">
            <a:extLst>
              <a:ext uri="{FF2B5EF4-FFF2-40B4-BE49-F238E27FC236}">
                <a16:creationId xmlns:a16="http://schemas.microsoft.com/office/drawing/2014/main" id="{A24A62CB-8EA0-E3D0-7C13-0BF960AC2A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9050" y="5978525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65" name="Rectangle 555">
            <a:extLst>
              <a:ext uri="{FF2B5EF4-FFF2-40B4-BE49-F238E27FC236}">
                <a16:creationId xmlns:a16="http://schemas.microsoft.com/office/drawing/2014/main" id="{763DFF71-F370-6FA0-8AF2-1B0A6AB2B3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5263" y="5978525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66" name="Line 556">
            <a:extLst>
              <a:ext uri="{FF2B5EF4-FFF2-40B4-BE49-F238E27FC236}">
                <a16:creationId xmlns:a16="http://schemas.microsoft.com/office/drawing/2014/main" id="{420AA90E-D285-523D-3213-333C795C9F68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5775" y="4806950"/>
            <a:ext cx="0" cy="1125538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67" name="Line 557">
            <a:extLst>
              <a:ext uri="{FF2B5EF4-FFF2-40B4-BE49-F238E27FC236}">
                <a16:creationId xmlns:a16="http://schemas.microsoft.com/office/drawing/2014/main" id="{11153DD4-238E-9B2B-0952-167928B7EEBC}"/>
              </a:ext>
            </a:extLst>
          </p:cNvPr>
          <p:cNvSpPr>
            <a:spLocks noChangeShapeType="1"/>
          </p:cNvSpPr>
          <p:nvPr/>
        </p:nvSpPr>
        <p:spPr bwMode="auto">
          <a:xfrm>
            <a:off x="6689725" y="4806950"/>
            <a:ext cx="0" cy="1125538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68" name="Line 558">
            <a:extLst>
              <a:ext uri="{FF2B5EF4-FFF2-40B4-BE49-F238E27FC236}">
                <a16:creationId xmlns:a16="http://schemas.microsoft.com/office/drawing/2014/main" id="{1A1F0B1B-5081-A0CE-CBAA-9F265748C7B3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5775" y="49784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69" name="Line 559">
            <a:extLst>
              <a:ext uri="{FF2B5EF4-FFF2-40B4-BE49-F238E27FC236}">
                <a16:creationId xmlns:a16="http://schemas.microsoft.com/office/drawing/2014/main" id="{C2595183-8EB0-30A7-6937-5E4DBE4594C6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5775" y="51546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70" name="Line 560">
            <a:extLst>
              <a:ext uri="{FF2B5EF4-FFF2-40B4-BE49-F238E27FC236}">
                <a16:creationId xmlns:a16="http://schemas.microsoft.com/office/drawing/2014/main" id="{66C308B9-7A0D-53FE-9554-307B6BBAA924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5775" y="53308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71" name="Line 561">
            <a:extLst>
              <a:ext uri="{FF2B5EF4-FFF2-40B4-BE49-F238E27FC236}">
                <a16:creationId xmlns:a16="http://schemas.microsoft.com/office/drawing/2014/main" id="{0C155438-0AB0-BCCE-2CA5-5C3B28E5B267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5775" y="55054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72" name="Line 562">
            <a:extLst>
              <a:ext uri="{FF2B5EF4-FFF2-40B4-BE49-F238E27FC236}">
                <a16:creationId xmlns:a16="http://schemas.microsoft.com/office/drawing/2014/main" id="{73E3F539-08E3-4DBA-325F-129AF13B9537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5775" y="56816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73" name="Line 563">
            <a:extLst>
              <a:ext uri="{FF2B5EF4-FFF2-40B4-BE49-F238E27FC236}">
                <a16:creationId xmlns:a16="http://schemas.microsoft.com/office/drawing/2014/main" id="{A56B309C-4003-F96C-74D0-4928FCABAC88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5775" y="585787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74" name="Line 564">
            <a:extLst>
              <a:ext uri="{FF2B5EF4-FFF2-40B4-BE49-F238E27FC236}">
                <a16:creationId xmlns:a16="http://schemas.microsoft.com/office/drawing/2014/main" id="{7845AFCD-5084-462A-EA1A-453A3FC9D4C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78613" y="49784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75" name="Line 565">
            <a:extLst>
              <a:ext uri="{FF2B5EF4-FFF2-40B4-BE49-F238E27FC236}">
                <a16:creationId xmlns:a16="http://schemas.microsoft.com/office/drawing/2014/main" id="{56DC4289-B48A-6ED5-FA94-5C7430309D7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78613" y="51546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76" name="Line 566">
            <a:extLst>
              <a:ext uri="{FF2B5EF4-FFF2-40B4-BE49-F238E27FC236}">
                <a16:creationId xmlns:a16="http://schemas.microsoft.com/office/drawing/2014/main" id="{CFA2ADB0-ACDA-CAF0-5071-5F5F9143E22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78613" y="53308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77" name="Line 567">
            <a:extLst>
              <a:ext uri="{FF2B5EF4-FFF2-40B4-BE49-F238E27FC236}">
                <a16:creationId xmlns:a16="http://schemas.microsoft.com/office/drawing/2014/main" id="{4B4D5445-A809-6D2A-141C-871F5BFFD43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78613" y="55054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78" name="Line 568">
            <a:extLst>
              <a:ext uri="{FF2B5EF4-FFF2-40B4-BE49-F238E27FC236}">
                <a16:creationId xmlns:a16="http://schemas.microsoft.com/office/drawing/2014/main" id="{4E8D926B-FAF0-6445-7BB8-D0DB5A2A395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78613" y="56816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79" name="Line 569">
            <a:extLst>
              <a:ext uri="{FF2B5EF4-FFF2-40B4-BE49-F238E27FC236}">
                <a16:creationId xmlns:a16="http://schemas.microsoft.com/office/drawing/2014/main" id="{C169062F-D2E1-9AF8-A643-FF73864FE44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78613" y="585787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80" name="Rectangle 570">
            <a:extLst>
              <a:ext uri="{FF2B5EF4-FFF2-40B4-BE49-F238E27FC236}">
                <a16:creationId xmlns:a16="http://schemas.microsoft.com/office/drawing/2014/main" id="{6F2BF002-29A0-534F-1023-81E1100188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0363" y="4935538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81" name="Rectangle 571">
            <a:extLst>
              <a:ext uri="{FF2B5EF4-FFF2-40B4-BE49-F238E27FC236}">
                <a16:creationId xmlns:a16="http://schemas.microsoft.com/office/drawing/2014/main" id="{C0E8D143-DB90-1349-BA7F-92FF357C92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0363" y="51117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82" name="Rectangle 572">
            <a:extLst>
              <a:ext uri="{FF2B5EF4-FFF2-40B4-BE49-F238E27FC236}">
                <a16:creationId xmlns:a16="http://schemas.microsoft.com/office/drawing/2014/main" id="{52B7A2BE-C89A-981E-E94D-242B583703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0363" y="528637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60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83" name="Rectangle 573">
            <a:extLst>
              <a:ext uri="{FF2B5EF4-FFF2-40B4-BE49-F238E27FC236}">
                <a16:creationId xmlns:a16="http://schemas.microsoft.com/office/drawing/2014/main" id="{D3BC044B-9EE5-DB21-257C-B4938DE090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0363" y="5462588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80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84" name="Rectangle 574">
            <a:extLst>
              <a:ext uri="{FF2B5EF4-FFF2-40B4-BE49-F238E27FC236}">
                <a16:creationId xmlns:a16="http://schemas.microsoft.com/office/drawing/2014/main" id="{8A7C7755-3B1A-B09C-79A2-877106867C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9563" y="5638800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85" name="Rectangle 575">
            <a:extLst>
              <a:ext uri="{FF2B5EF4-FFF2-40B4-BE49-F238E27FC236}">
                <a16:creationId xmlns:a16="http://schemas.microsoft.com/office/drawing/2014/main" id="{B6815725-FD00-FDE1-39DB-6F41D07BE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9563" y="5815013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86" name="Line 576">
            <a:extLst>
              <a:ext uri="{FF2B5EF4-FFF2-40B4-BE49-F238E27FC236}">
                <a16:creationId xmlns:a16="http://schemas.microsoft.com/office/drawing/2014/main" id="{DD9B2029-B58A-2232-9FCA-C5D30CC1EF08}"/>
              </a:ext>
            </a:extLst>
          </p:cNvPr>
          <p:cNvSpPr>
            <a:spLocks noChangeShapeType="1"/>
          </p:cNvSpPr>
          <p:nvPr/>
        </p:nvSpPr>
        <p:spPr bwMode="auto">
          <a:xfrm>
            <a:off x="6757988" y="59340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87" name="Line 577">
            <a:extLst>
              <a:ext uri="{FF2B5EF4-FFF2-40B4-BE49-F238E27FC236}">
                <a16:creationId xmlns:a16="http://schemas.microsoft.com/office/drawing/2014/main" id="{34550237-992E-F28E-665D-552AD1C7DA11}"/>
              </a:ext>
            </a:extLst>
          </p:cNvPr>
          <p:cNvSpPr>
            <a:spLocks noChangeShapeType="1"/>
          </p:cNvSpPr>
          <p:nvPr/>
        </p:nvSpPr>
        <p:spPr bwMode="auto">
          <a:xfrm>
            <a:off x="6757988" y="48037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88" name="Line 578">
            <a:extLst>
              <a:ext uri="{FF2B5EF4-FFF2-40B4-BE49-F238E27FC236}">
                <a16:creationId xmlns:a16="http://schemas.microsoft.com/office/drawing/2014/main" id="{EA34AB64-C93B-BA0D-3DE8-91DEFDFB3E4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57988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89" name="Line 579">
            <a:extLst>
              <a:ext uri="{FF2B5EF4-FFF2-40B4-BE49-F238E27FC236}">
                <a16:creationId xmlns:a16="http://schemas.microsoft.com/office/drawing/2014/main" id="{E17749E3-9331-4266-BFF3-C65B61EF050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70700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604" name="Picture 580">
            <a:extLst>
              <a:ext uri="{FF2B5EF4-FFF2-40B4-BE49-F238E27FC236}">
                <a16:creationId xmlns:a16="http://schemas.microsoft.com/office/drawing/2014/main" id="{0660AFA9-3400-FEF7-EF46-D9A890B220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7988" y="4803775"/>
            <a:ext cx="112713" cy="113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90" name="Line 581">
            <a:extLst>
              <a:ext uri="{FF2B5EF4-FFF2-40B4-BE49-F238E27FC236}">
                <a16:creationId xmlns:a16="http://schemas.microsoft.com/office/drawing/2014/main" id="{04C255CF-689F-1AB9-2861-2C694A32090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70700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91" name="Line 582">
            <a:extLst>
              <a:ext uri="{FF2B5EF4-FFF2-40B4-BE49-F238E27FC236}">
                <a16:creationId xmlns:a16="http://schemas.microsoft.com/office/drawing/2014/main" id="{EA8BEBE2-0BDE-7C0A-DC6D-97245774097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59588" y="58816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92" name="Line 583">
            <a:extLst>
              <a:ext uri="{FF2B5EF4-FFF2-40B4-BE49-F238E27FC236}">
                <a16:creationId xmlns:a16="http://schemas.microsoft.com/office/drawing/2014/main" id="{0F13A1A9-1C7B-40B3-4D0A-245D81A0AA8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59588" y="57070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93" name="Line 584">
            <a:extLst>
              <a:ext uri="{FF2B5EF4-FFF2-40B4-BE49-F238E27FC236}">
                <a16:creationId xmlns:a16="http://schemas.microsoft.com/office/drawing/2014/main" id="{9DC06F4D-E0D0-E3C6-9C2C-EA6D0436ADE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59588" y="55340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94" name="Line 585">
            <a:extLst>
              <a:ext uri="{FF2B5EF4-FFF2-40B4-BE49-F238E27FC236}">
                <a16:creationId xmlns:a16="http://schemas.microsoft.com/office/drawing/2014/main" id="{027E16D3-9D68-CBC8-A064-A4709FFD43F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59588" y="53594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95" name="Line 586">
            <a:extLst>
              <a:ext uri="{FF2B5EF4-FFF2-40B4-BE49-F238E27FC236}">
                <a16:creationId xmlns:a16="http://schemas.microsoft.com/office/drawing/2014/main" id="{1C789B60-0692-D48D-E637-45D9C771870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59588" y="51863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96" name="Line 587">
            <a:extLst>
              <a:ext uri="{FF2B5EF4-FFF2-40B4-BE49-F238E27FC236}">
                <a16:creationId xmlns:a16="http://schemas.microsoft.com/office/drawing/2014/main" id="{CA155526-9290-FA30-4FF1-9FF38CF78CB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59588" y="50117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97" name="Line 588">
            <a:extLst>
              <a:ext uri="{FF2B5EF4-FFF2-40B4-BE49-F238E27FC236}">
                <a16:creationId xmlns:a16="http://schemas.microsoft.com/office/drawing/2014/main" id="{3B3A570A-83EC-3568-C62C-BB869305900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59588" y="48387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98" name="Rectangle 589">
            <a:extLst>
              <a:ext uri="{FF2B5EF4-FFF2-40B4-BE49-F238E27FC236}">
                <a16:creationId xmlns:a16="http://schemas.microsoft.com/office/drawing/2014/main" id="{FE8908DA-D1EA-4418-3877-1860828CDA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2450" y="5846763"/>
            <a:ext cx="1381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-60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99" name="Rectangle 590">
            <a:extLst>
              <a:ext uri="{FF2B5EF4-FFF2-40B4-BE49-F238E27FC236}">
                <a16:creationId xmlns:a16="http://schemas.microsoft.com/office/drawing/2014/main" id="{5D34FA5A-ACEC-C353-9804-5ADB72C670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2450" y="5670550"/>
            <a:ext cx="1381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-40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00" name="Rectangle 591">
            <a:extLst>
              <a:ext uri="{FF2B5EF4-FFF2-40B4-BE49-F238E27FC236}">
                <a16:creationId xmlns:a16="http://schemas.microsoft.com/office/drawing/2014/main" id="{9B6C48DE-B39C-D65A-7F51-2C18D6FD83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2450" y="5494338"/>
            <a:ext cx="1381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-20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01" name="Rectangle 592">
            <a:extLst>
              <a:ext uri="{FF2B5EF4-FFF2-40B4-BE49-F238E27FC236}">
                <a16:creationId xmlns:a16="http://schemas.microsoft.com/office/drawing/2014/main" id="{DA26E78E-6E60-1B9C-074F-E370D6AB9F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2450" y="5318125"/>
            <a:ext cx="746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02" name="Rectangle 593">
            <a:extLst>
              <a:ext uri="{FF2B5EF4-FFF2-40B4-BE49-F238E27FC236}">
                <a16:creationId xmlns:a16="http://schemas.microsoft.com/office/drawing/2014/main" id="{228BBF79-9D7B-7A38-3DA9-DDA08AD12D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2450" y="5149850"/>
            <a:ext cx="1127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03" name="Rectangle 594">
            <a:extLst>
              <a:ext uri="{FF2B5EF4-FFF2-40B4-BE49-F238E27FC236}">
                <a16:creationId xmlns:a16="http://schemas.microsoft.com/office/drawing/2014/main" id="{1799D7A1-A7AC-DE53-DF9C-63134B14BC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2450" y="4973638"/>
            <a:ext cx="1127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05" name="Rectangle 595">
            <a:extLst>
              <a:ext uri="{FF2B5EF4-FFF2-40B4-BE49-F238E27FC236}">
                <a16:creationId xmlns:a16="http://schemas.microsoft.com/office/drawing/2014/main" id="{AF0D7C39-F999-ADE4-751F-6FA8F3A13B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2450" y="4797425"/>
            <a:ext cx="1127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60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06" name="Line 596">
            <a:extLst>
              <a:ext uri="{FF2B5EF4-FFF2-40B4-BE49-F238E27FC236}">
                <a16:creationId xmlns:a16="http://schemas.microsoft.com/office/drawing/2014/main" id="{311CF7E9-E193-35F2-056B-5E45DBE02A76}"/>
              </a:ext>
            </a:extLst>
          </p:cNvPr>
          <p:cNvSpPr>
            <a:spLocks noChangeShapeType="1"/>
          </p:cNvSpPr>
          <p:nvPr/>
        </p:nvSpPr>
        <p:spPr bwMode="auto">
          <a:xfrm>
            <a:off x="6757988" y="48037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07" name="Line 597">
            <a:extLst>
              <a:ext uri="{FF2B5EF4-FFF2-40B4-BE49-F238E27FC236}">
                <a16:creationId xmlns:a16="http://schemas.microsoft.com/office/drawing/2014/main" id="{95F77512-6D9D-7E78-12CE-B6772FEB094C}"/>
              </a:ext>
            </a:extLst>
          </p:cNvPr>
          <p:cNvSpPr>
            <a:spLocks noChangeShapeType="1"/>
          </p:cNvSpPr>
          <p:nvPr/>
        </p:nvSpPr>
        <p:spPr bwMode="auto">
          <a:xfrm>
            <a:off x="6757988" y="59340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08" name="Line 598">
            <a:extLst>
              <a:ext uri="{FF2B5EF4-FFF2-40B4-BE49-F238E27FC236}">
                <a16:creationId xmlns:a16="http://schemas.microsoft.com/office/drawing/2014/main" id="{48EDEAB4-B88C-04E9-9F84-835E43E7C9E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57988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09" name="Line 599">
            <a:extLst>
              <a:ext uri="{FF2B5EF4-FFF2-40B4-BE49-F238E27FC236}">
                <a16:creationId xmlns:a16="http://schemas.microsoft.com/office/drawing/2014/main" id="{809E9AEF-780C-DC34-851A-7491AFCC9E3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70700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10" name="Rectangle 600">
            <a:extLst>
              <a:ext uri="{FF2B5EF4-FFF2-40B4-BE49-F238E27FC236}">
                <a16:creationId xmlns:a16="http://schemas.microsoft.com/office/drawing/2014/main" id="{8B6A8437-A075-FDFF-E523-EABC38E7E7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4750" y="4806950"/>
            <a:ext cx="1122363" cy="11255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11" name="Rectangle 601">
            <a:extLst>
              <a:ext uri="{FF2B5EF4-FFF2-40B4-BE49-F238E27FC236}">
                <a16:creationId xmlns:a16="http://schemas.microsoft.com/office/drawing/2014/main" id="{33A46FBD-EB38-3A09-E15A-E3BCE05F1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2075" y="4679950"/>
            <a:ext cx="866775" cy="13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whitened (pad  2)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626" name="Picture 602">
            <a:extLst>
              <a:ext uri="{FF2B5EF4-FFF2-40B4-BE49-F238E27FC236}">
                <a16:creationId xmlns:a16="http://schemas.microsoft.com/office/drawing/2014/main" id="{946D7950-AE5E-52BB-DB82-D7B884FD9B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750" y="4810125"/>
            <a:ext cx="1122363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12" name="Line 603">
            <a:extLst>
              <a:ext uri="{FF2B5EF4-FFF2-40B4-BE49-F238E27FC236}">
                <a16:creationId xmlns:a16="http://schemas.microsoft.com/office/drawing/2014/main" id="{98C5E1B6-DB39-00C8-0ABA-ADB57853E8E2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4750" y="5932488"/>
            <a:ext cx="112236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13" name="Line 604">
            <a:extLst>
              <a:ext uri="{FF2B5EF4-FFF2-40B4-BE49-F238E27FC236}">
                <a16:creationId xmlns:a16="http://schemas.microsoft.com/office/drawing/2014/main" id="{06740E73-506B-228E-6279-7CBB5C277E84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4750" y="4806950"/>
            <a:ext cx="112236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14" name="Line 605">
            <a:extLst>
              <a:ext uri="{FF2B5EF4-FFF2-40B4-BE49-F238E27FC236}">
                <a16:creationId xmlns:a16="http://schemas.microsoft.com/office/drawing/2014/main" id="{B8736F42-AC51-AA82-03F2-8F145120C3F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96200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15" name="Line 606">
            <a:extLst>
              <a:ext uri="{FF2B5EF4-FFF2-40B4-BE49-F238E27FC236}">
                <a16:creationId xmlns:a16="http://schemas.microsoft.com/office/drawing/2014/main" id="{5F3B723E-9CEB-0D60-B081-04BF2A59FD4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70825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Line 608">
            <a:extLst>
              <a:ext uri="{FF2B5EF4-FFF2-40B4-BE49-F238E27FC236}">
                <a16:creationId xmlns:a16="http://schemas.microsoft.com/office/drawing/2014/main" id="{8B19BEAE-DF01-2CB5-DD52-EBE6F3E5C7A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47038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Line 609">
            <a:extLst>
              <a:ext uri="{FF2B5EF4-FFF2-40B4-BE49-F238E27FC236}">
                <a16:creationId xmlns:a16="http://schemas.microsoft.com/office/drawing/2014/main" id="{80E298F7-FA90-2FD4-CEFB-F097A35E8B8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21663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Line 610">
            <a:extLst>
              <a:ext uri="{FF2B5EF4-FFF2-40B4-BE49-F238E27FC236}">
                <a16:creationId xmlns:a16="http://schemas.microsoft.com/office/drawing/2014/main" id="{9121673C-C18C-8A2B-3C4D-375F37E0513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97875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Line 611">
            <a:extLst>
              <a:ext uri="{FF2B5EF4-FFF2-40B4-BE49-F238E27FC236}">
                <a16:creationId xmlns:a16="http://schemas.microsoft.com/office/drawing/2014/main" id="{DCD21643-128E-6286-1D45-25252CB7E9D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72500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Line 612">
            <a:extLst>
              <a:ext uri="{FF2B5EF4-FFF2-40B4-BE49-F238E27FC236}">
                <a16:creationId xmlns:a16="http://schemas.microsoft.com/office/drawing/2014/main" id="{7B9C1463-3AEA-B028-0C3C-06186EA3E0BA}"/>
              </a:ext>
            </a:extLst>
          </p:cNvPr>
          <p:cNvSpPr>
            <a:spLocks noChangeShapeType="1"/>
          </p:cNvSpPr>
          <p:nvPr/>
        </p:nvSpPr>
        <p:spPr bwMode="auto">
          <a:xfrm>
            <a:off x="7696200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Line 613">
            <a:extLst>
              <a:ext uri="{FF2B5EF4-FFF2-40B4-BE49-F238E27FC236}">
                <a16:creationId xmlns:a16="http://schemas.microsoft.com/office/drawing/2014/main" id="{50CB46FB-6A86-B8E8-9C55-3BB2E72DF178}"/>
              </a:ext>
            </a:extLst>
          </p:cNvPr>
          <p:cNvSpPr>
            <a:spLocks noChangeShapeType="1"/>
          </p:cNvSpPr>
          <p:nvPr/>
        </p:nvSpPr>
        <p:spPr bwMode="auto">
          <a:xfrm>
            <a:off x="7870825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Line 614">
            <a:extLst>
              <a:ext uri="{FF2B5EF4-FFF2-40B4-BE49-F238E27FC236}">
                <a16:creationId xmlns:a16="http://schemas.microsoft.com/office/drawing/2014/main" id="{C31C0427-977B-A20E-C198-887163B3BE3F}"/>
              </a:ext>
            </a:extLst>
          </p:cNvPr>
          <p:cNvSpPr>
            <a:spLocks noChangeShapeType="1"/>
          </p:cNvSpPr>
          <p:nvPr/>
        </p:nvSpPr>
        <p:spPr bwMode="auto">
          <a:xfrm>
            <a:off x="8047038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Line 615">
            <a:extLst>
              <a:ext uri="{FF2B5EF4-FFF2-40B4-BE49-F238E27FC236}">
                <a16:creationId xmlns:a16="http://schemas.microsoft.com/office/drawing/2014/main" id="{DD0F9F5B-F219-D5E1-EAAF-A969166927EB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1663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Line 616">
            <a:extLst>
              <a:ext uri="{FF2B5EF4-FFF2-40B4-BE49-F238E27FC236}">
                <a16:creationId xmlns:a16="http://schemas.microsoft.com/office/drawing/2014/main" id="{C3A33C28-5D6A-526D-1B44-F5824BBF0A4A}"/>
              </a:ext>
            </a:extLst>
          </p:cNvPr>
          <p:cNvSpPr>
            <a:spLocks noChangeShapeType="1"/>
          </p:cNvSpPr>
          <p:nvPr/>
        </p:nvSpPr>
        <p:spPr bwMode="auto">
          <a:xfrm>
            <a:off x="8397875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Line 617">
            <a:extLst>
              <a:ext uri="{FF2B5EF4-FFF2-40B4-BE49-F238E27FC236}">
                <a16:creationId xmlns:a16="http://schemas.microsoft.com/office/drawing/2014/main" id="{7C8BD6C0-988D-5742-6AF2-8994CE8A94BE}"/>
              </a:ext>
            </a:extLst>
          </p:cNvPr>
          <p:cNvSpPr>
            <a:spLocks noChangeShapeType="1"/>
          </p:cNvSpPr>
          <p:nvPr/>
        </p:nvSpPr>
        <p:spPr bwMode="auto">
          <a:xfrm>
            <a:off x="8572500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Rectangle 618">
            <a:extLst>
              <a:ext uri="{FF2B5EF4-FFF2-40B4-BE49-F238E27FC236}">
                <a16:creationId xmlns:a16="http://schemas.microsoft.com/office/drawing/2014/main" id="{61208F2C-7411-DD50-72F0-A5F2CEB65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0163" y="59785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Rectangle 619">
            <a:extLst>
              <a:ext uri="{FF2B5EF4-FFF2-40B4-BE49-F238E27FC236}">
                <a16:creationId xmlns:a16="http://schemas.microsoft.com/office/drawing/2014/main" id="{AD872012-EE15-75EC-08AD-EC8C67248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4788" y="59785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Rectangle 620">
            <a:extLst>
              <a:ext uri="{FF2B5EF4-FFF2-40B4-BE49-F238E27FC236}">
                <a16:creationId xmlns:a16="http://schemas.microsoft.com/office/drawing/2014/main" id="{8FB9C7B3-A996-AB3C-E633-FFBA477B8A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59785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60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Rectangle 621">
            <a:extLst>
              <a:ext uri="{FF2B5EF4-FFF2-40B4-BE49-F238E27FC236}">
                <a16:creationId xmlns:a16="http://schemas.microsoft.com/office/drawing/2014/main" id="{B9D7D413-C4AA-69B6-7727-7272B38120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7213" y="59785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80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Rectangle 622">
            <a:extLst>
              <a:ext uri="{FF2B5EF4-FFF2-40B4-BE49-F238E27FC236}">
                <a16:creationId xmlns:a16="http://schemas.microsoft.com/office/drawing/2014/main" id="{0C9E6666-BD5A-38CA-7E7B-CEA0F0905A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8025" y="5978525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Rectangle 623">
            <a:extLst>
              <a:ext uri="{FF2B5EF4-FFF2-40B4-BE49-F238E27FC236}">
                <a16:creationId xmlns:a16="http://schemas.microsoft.com/office/drawing/2014/main" id="{DF6FACFA-66FF-AE8F-1662-869482EFDA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2650" y="5978525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Line 624">
            <a:extLst>
              <a:ext uri="{FF2B5EF4-FFF2-40B4-BE49-F238E27FC236}">
                <a16:creationId xmlns:a16="http://schemas.microsoft.com/office/drawing/2014/main" id="{F8129252-AB78-F543-2884-4A5AD773CB5B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4750" y="4806950"/>
            <a:ext cx="0" cy="1125538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" name="Line 625">
            <a:extLst>
              <a:ext uri="{FF2B5EF4-FFF2-40B4-BE49-F238E27FC236}">
                <a16:creationId xmlns:a16="http://schemas.microsoft.com/office/drawing/2014/main" id="{6A6B73D6-5DBF-A723-6746-62AC74FF8CF9}"/>
              </a:ext>
            </a:extLst>
          </p:cNvPr>
          <p:cNvSpPr>
            <a:spLocks noChangeShapeType="1"/>
          </p:cNvSpPr>
          <p:nvPr/>
        </p:nvSpPr>
        <p:spPr bwMode="auto">
          <a:xfrm>
            <a:off x="8647113" y="4806950"/>
            <a:ext cx="0" cy="1125538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9" name="Line 626">
            <a:extLst>
              <a:ext uri="{FF2B5EF4-FFF2-40B4-BE49-F238E27FC236}">
                <a16:creationId xmlns:a16="http://schemas.microsoft.com/office/drawing/2014/main" id="{A80ACF33-FD57-F794-0172-21929B982747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4750" y="49784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" name="Line 627">
            <a:extLst>
              <a:ext uri="{FF2B5EF4-FFF2-40B4-BE49-F238E27FC236}">
                <a16:creationId xmlns:a16="http://schemas.microsoft.com/office/drawing/2014/main" id="{CC0CDFF7-E1EA-95F6-B65D-2DED3CE48379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4750" y="51546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" name="Line 628">
            <a:extLst>
              <a:ext uri="{FF2B5EF4-FFF2-40B4-BE49-F238E27FC236}">
                <a16:creationId xmlns:a16="http://schemas.microsoft.com/office/drawing/2014/main" id="{8D8C3197-35F6-0B78-1211-B658C948FE10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4750" y="53308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" name="Line 629">
            <a:extLst>
              <a:ext uri="{FF2B5EF4-FFF2-40B4-BE49-F238E27FC236}">
                <a16:creationId xmlns:a16="http://schemas.microsoft.com/office/drawing/2014/main" id="{E882FCE8-9D28-291C-0B44-9CA5668C1D7E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4750" y="55054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" name="Line 630">
            <a:extLst>
              <a:ext uri="{FF2B5EF4-FFF2-40B4-BE49-F238E27FC236}">
                <a16:creationId xmlns:a16="http://schemas.microsoft.com/office/drawing/2014/main" id="{00147725-1576-0915-94DA-E7D27D074903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4750" y="56816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" name="Line 631">
            <a:extLst>
              <a:ext uri="{FF2B5EF4-FFF2-40B4-BE49-F238E27FC236}">
                <a16:creationId xmlns:a16="http://schemas.microsoft.com/office/drawing/2014/main" id="{3EEB892F-366B-7597-61E7-8ECFA27321D6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4750" y="585787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" name="Line 632">
            <a:extLst>
              <a:ext uri="{FF2B5EF4-FFF2-40B4-BE49-F238E27FC236}">
                <a16:creationId xmlns:a16="http://schemas.microsoft.com/office/drawing/2014/main" id="{871687B0-FDB4-4998-897A-0BF322009F7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636000" y="49784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" name="Line 633">
            <a:extLst>
              <a:ext uri="{FF2B5EF4-FFF2-40B4-BE49-F238E27FC236}">
                <a16:creationId xmlns:a16="http://schemas.microsoft.com/office/drawing/2014/main" id="{2A670173-7063-D9A7-F715-68B07E9A539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636000" y="51546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7" name="Line 634">
            <a:extLst>
              <a:ext uri="{FF2B5EF4-FFF2-40B4-BE49-F238E27FC236}">
                <a16:creationId xmlns:a16="http://schemas.microsoft.com/office/drawing/2014/main" id="{DB21913E-E83B-8919-434E-2F871AC5AB1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636000" y="53308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8" name="Line 635">
            <a:extLst>
              <a:ext uri="{FF2B5EF4-FFF2-40B4-BE49-F238E27FC236}">
                <a16:creationId xmlns:a16="http://schemas.microsoft.com/office/drawing/2014/main" id="{B0B4DB9D-80F6-AC4B-03E5-6324FCBCBCD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636000" y="55054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9" name="Line 636">
            <a:extLst>
              <a:ext uri="{FF2B5EF4-FFF2-40B4-BE49-F238E27FC236}">
                <a16:creationId xmlns:a16="http://schemas.microsoft.com/office/drawing/2014/main" id="{977BB15E-07A1-129D-03E8-BE41D56A9AF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636000" y="56816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0" name="Line 637">
            <a:extLst>
              <a:ext uri="{FF2B5EF4-FFF2-40B4-BE49-F238E27FC236}">
                <a16:creationId xmlns:a16="http://schemas.microsoft.com/office/drawing/2014/main" id="{9E44A334-2237-403B-E45D-139B6662DF9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636000" y="585787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" name="Rectangle 638">
            <a:extLst>
              <a:ext uri="{FF2B5EF4-FFF2-40B4-BE49-F238E27FC236}">
                <a16:creationId xmlns:a16="http://schemas.microsoft.com/office/drawing/2014/main" id="{DA6AC970-1AC3-C9E5-E3C5-EFAC71E96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9338" y="4935538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" name="Rectangle 639">
            <a:extLst>
              <a:ext uri="{FF2B5EF4-FFF2-40B4-BE49-F238E27FC236}">
                <a16:creationId xmlns:a16="http://schemas.microsoft.com/office/drawing/2014/main" id="{8EDCAFC3-75AC-96EC-E523-76DCF98A9E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9338" y="51117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3" name="Rectangle 640">
            <a:extLst>
              <a:ext uri="{FF2B5EF4-FFF2-40B4-BE49-F238E27FC236}">
                <a16:creationId xmlns:a16="http://schemas.microsoft.com/office/drawing/2014/main" id="{9C6CB461-E0D9-784C-69F3-6998BA735A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9338" y="528637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60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4" name="Rectangle 641">
            <a:extLst>
              <a:ext uri="{FF2B5EF4-FFF2-40B4-BE49-F238E27FC236}">
                <a16:creationId xmlns:a16="http://schemas.microsoft.com/office/drawing/2014/main" id="{20E5A810-8109-4BFF-CF5E-274973F51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9338" y="5462588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80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5" name="Rectangle 642">
            <a:extLst>
              <a:ext uri="{FF2B5EF4-FFF2-40B4-BE49-F238E27FC236}">
                <a16:creationId xmlns:a16="http://schemas.microsoft.com/office/drawing/2014/main" id="{5EFA057E-2E25-7454-CB55-DC5383983F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8538" y="5638800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6" name="Rectangle 643">
            <a:extLst>
              <a:ext uri="{FF2B5EF4-FFF2-40B4-BE49-F238E27FC236}">
                <a16:creationId xmlns:a16="http://schemas.microsoft.com/office/drawing/2014/main" id="{C0BED864-39C8-8701-DDA1-AF3E7E4B9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8538" y="5815013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7" name="Line 644">
            <a:extLst>
              <a:ext uri="{FF2B5EF4-FFF2-40B4-BE49-F238E27FC236}">
                <a16:creationId xmlns:a16="http://schemas.microsoft.com/office/drawing/2014/main" id="{3AFC9CB6-3BFD-0D21-0052-B9985671CBB5}"/>
              </a:ext>
            </a:extLst>
          </p:cNvPr>
          <p:cNvSpPr>
            <a:spLocks noChangeShapeType="1"/>
          </p:cNvSpPr>
          <p:nvPr/>
        </p:nvSpPr>
        <p:spPr bwMode="auto">
          <a:xfrm>
            <a:off x="8716963" y="59340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" name="Line 645">
            <a:extLst>
              <a:ext uri="{FF2B5EF4-FFF2-40B4-BE49-F238E27FC236}">
                <a16:creationId xmlns:a16="http://schemas.microsoft.com/office/drawing/2014/main" id="{E674B84F-E8E3-8205-7807-E39855408088}"/>
              </a:ext>
            </a:extLst>
          </p:cNvPr>
          <p:cNvSpPr>
            <a:spLocks noChangeShapeType="1"/>
          </p:cNvSpPr>
          <p:nvPr/>
        </p:nvSpPr>
        <p:spPr bwMode="auto">
          <a:xfrm>
            <a:off x="8716963" y="48037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9" name="Line 646">
            <a:extLst>
              <a:ext uri="{FF2B5EF4-FFF2-40B4-BE49-F238E27FC236}">
                <a16:creationId xmlns:a16="http://schemas.microsoft.com/office/drawing/2014/main" id="{DB700F89-B4FA-C1A4-A12C-076DFC108B8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716963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0" name="Line 647">
            <a:extLst>
              <a:ext uri="{FF2B5EF4-FFF2-40B4-BE49-F238E27FC236}">
                <a16:creationId xmlns:a16="http://schemas.microsoft.com/office/drawing/2014/main" id="{4E939009-F7DA-9BA9-33EB-B57B61220E3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29675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672" name="Picture 648">
            <a:extLst>
              <a:ext uri="{FF2B5EF4-FFF2-40B4-BE49-F238E27FC236}">
                <a16:creationId xmlns:a16="http://schemas.microsoft.com/office/drawing/2014/main" id="{87F845B3-715C-D2A1-0776-45A51DCEB2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6963" y="4803775"/>
            <a:ext cx="112713" cy="113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" name="Line 649">
            <a:extLst>
              <a:ext uri="{FF2B5EF4-FFF2-40B4-BE49-F238E27FC236}">
                <a16:creationId xmlns:a16="http://schemas.microsoft.com/office/drawing/2014/main" id="{366804B1-8E83-718A-0C0D-E65107ECB11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29675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Line 650">
            <a:extLst>
              <a:ext uri="{FF2B5EF4-FFF2-40B4-BE49-F238E27FC236}">
                <a16:creationId xmlns:a16="http://schemas.microsoft.com/office/drawing/2014/main" id="{B2511B47-B5C1-85F5-4A62-E020BA4E6F3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818563" y="58816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Line 651">
            <a:extLst>
              <a:ext uri="{FF2B5EF4-FFF2-40B4-BE49-F238E27FC236}">
                <a16:creationId xmlns:a16="http://schemas.microsoft.com/office/drawing/2014/main" id="{FEE73928-5D60-EDBD-658A-D8FCAE0708C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818563" y="57070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4" name="Line 652">
            <a:extLst>
              <a:ext uri="{FF2B5EF4-FFF2-40B4-BE49-F238E27FC236}">
                <a16:creationId xmlns:a16="http://schemas.microsoft.com/office/drawing/2014/main" id="{B970A610-DC73-4E04-3270-57BB8C42E79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818563" y="55340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5" name="Line 653">
            <a:extLst>
              <a:ext uri="{FF2B5EF4-FFF2-40B4-BE49-F238E27FC236}">
                <a16:creationId xmlns:a16="http://schemas.microsoft.com/office/drawing/2014/main" id="{9337CB30-5AA4-8062-B5EF-FE4B071EC35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818563" y="53594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6" name="Line 654">
            <a:extLst>
              <a:ext uri="{FF2B5EF4-FFF2-40B4-BE49-F238E27FC236}">
                <a16:creationId xmlns:a16="http://schemas.microsoft.com/office/drawing/2014/main" id="{36F12581-66B8-E6D2-5253-7D53434D93F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818563" y="51863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7" name="Line 655">
            <a:extLst>
              <a:ext uri="{FF2B5EF4-FFF2-40B4-BE49-F238E27FC236}">
                <a16:creationId xmlns:a16="http://schemas.microsoft.com/office/drawing/2014/main" id="{9A479EF2-E664-AF23-8FE1-1ACE4A21A00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818563" y="50117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Line 656">
            <a:extLst>
              <a:ext uri="{FF2B5EF4-FFF2-40B4-BE49-F238E27FC236}">
                <a16:creationId xmlns:a16="http://schemas.microsoft.com/office/drawing/2014/main" id="{D5C2CA04-3582-9331-8D15-DAF97A46CCE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818563" y="48387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Rectangle 657">
            <a:extLst>
              <a:ext uri="{FF2B5EF4-FFF2-40B4-BE49-F238E27FC236}">
                <a16:creationId xmlns:a16="http://schemas.microsoft.com/office/drawing/2014/main" id="{0A4D4F97-958F-1305-9316-647B9E13D7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1425" y="5846763"/>
            <a:ext cx="1381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-60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0" name="Rectangle 658">
            <a:extLst>
              <a:ext uri="{FF2B5EF4-FFF2-40B4-BE49-F238E27FC236}">
                <a16:creationId xmlns:a16="http://schemas.microsoft.com/office/drawing/2014/main" id="{4BD5A4EA-065B-099E-C659-B175E1E3A7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1425" y="5670550"/>
            <a:ext cx="1381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-40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1" name="Rectangle 659">
            <a:extLst>
              <a:ext uri="{FF2B5EF4-FFF2-40B4-BE49-F238E27FC236}">
                <a16:creationId xmlns:a16="http://schemas.microsoft.com/office/drawing/2014/main" id="{80CA54A7-9C0F-79DE-90E2-790F72D96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1425" y="5494338"/>
            <a:ext cx="1381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-20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2" name="Rectangle 660">
            <a:extLst>
              <a:ext uri="{FF2B5EF4-FFF2-40B4-BE49-F238E27FC236}">
                <a16:creationId xmlns:a16="http://schemas.microsoft.com/office/drawing/2014/main" id="{019C1E39-551D-C7C2-3152-610E297D71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1425" y="5318125"/>
            <a:ext cx="746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3" name="Rectangle 661">
            <a:extLst>
              <a:ext uri="{FF2B5EF4-FFF2-40B4-BE49-F238E27FC236}">
                <a16:creationId xmlns:a16="http://schemas.microsoft.com/office/drawing/2014/main" id="{808B6986-781C-41A1-AFC2-175BEDFB38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1425" y="5149850"/>
            <a:ext cx="1127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64" name="Rectangle 662">
            <a:extLst>
              <a:ext uri="{FF2B5EF4-FFF2-40B4-BE49-F238E27FC236}">
                <a16:creationId xmlns:a16="http://schemas.microsoft.com/office/drawing/2014/main" id="{F2EB6167-0BE0-33B1-915C-874EC9AA44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1425" y="4973638"/>
            <a:ext cx="1127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65" name="Rectangle 663">
            <a:extLst>
              <a:ext uri="{FF2B5EF4-FFF2-40B4-BE49-F238E27FC236}">
                <a16:creationId xmlns:a16="http://schemas.microsoft.com/office/drawing/2014/main" id="{7B5DE762-188F-6AE5-0806-A0A1200C9F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1425" y="4797425"/>
            <a:ext cx="1127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60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66" name="Line 664">
            <a:extLst>
              <a:ext uri="{FF2B5EF4-FFF2-40B4-BE49-F238E27FC236}">
                <a16:creationId xmlns:a16="http://schemas.microsoft.com/office/drawing/2014/main" id="{EA933D8B-0506-B304-4BAD-1E8649C62BCD}"/>
              </a:ext>
            </a:extLst>
          </p:cNvPr>
          <p:cNvSpPr>
            <a:spLocks noChangeShapeType="1"/>
          </p:cNvSpPr>
          <p:nvPr/>
        </p:nvSpPr>
        <p:spPr bwMode="auto">
          <a:xfrm>
            <a:off x="8716963" y="48037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67" name="Line 665">
            <a:extLst>
              <a:ext uri="{FF2B5EF4-FFF2-40B4-BE49-F238E27FC236}">
                <a16:creationId xmlns:a16="http://schemas.microsoft.com/office/drawing/2014/main" id="{AA215E1B-CAF5-317B-A07C-A9E8AFC81C26}"/>
              </a:ext>
            </a:extLst>
          </p:cNvPr>
          <p:cNvSpPr>
            <a:spLocks noChangeShapeType="1"/>
          </p:cNvSpPr>
          <p:nvPr/>
        </p:nvSpPr>
        <p:spPr bwMode="auto">
          <a:xfrm>
            <a:off x="8716963" y="59340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68" name="Line 666">
            <a:extLst>
              <a:ext uri="{FF2B5EF4-FFF2-40B4-BE49-F238E27FC236}">
                <a16:creationId xmlns:a16="http://schemas.microsoft.com/office/drawing/2014/main" id="{AF1DC7BF-C719-5D7D-E040-B912DF81DE4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716963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69" name="Line 667">
            <a:extLst>
              <a:ext uri="{FF2B5EF4-FFF2-40B4-BE49-F238E27FC236}">
                <a16:creationId xmlns:a16="http://schemas.microsoft.com/office/drawing/2014/main" id="{DADDC299-1A09-5702-B0AC-437C92622AC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29675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70" name="Rectangle 668">
            <a:extLst>
              <a:ext uri="{FF2B5EF4-FFF2-40B4-BE49-F238E27FC236}">
                <a16:creationId xmlns:a16="http://schemas.microsoft.com/office/drawing/2014/main" id="{4269AE65-C1B7-2A24-6C39-D3BDF4D203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88488" y="4806950"/>
            <a:ext cx="1123950" cy="11255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71" name="Rectangle 669">
            <a:extLst>
              <a:ext uri="{FF2B5EF4-FFF2-40B4-BE49-F238E27FC236}">
                <a16:creationId xmlns:a16="http://schemas.microsoft.com/office/drawing/2014/main" id="{E0BA1373-DA98-70FF-8C0C-0D761C12AC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53613" y="4679950"/>
            <a:ext cx="488950" cy="13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binarized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694" name="Picture 670">
            <a:extLst>
              <a:ext uri="{FF2B5EF4-FFF2-40B4-BE49-F238E27FC236}">
                <a16:creationId xmlns:a16="http://schemas.microsoft.com/office/drawing/2014/main" id="{812440CD-A0FD-219D-6316-9EB48674A3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8488" y="4810125"/>
            <a:ext cx="1123950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73" name="Line 671">
            <a:extLst>
              <a:ext uri="{FF2B5EF4-FFF2-40B4-BE49-F238E27FC236}">
                <a16:creationId xmlns:a16="http://schemas.microsoft.com/office/drawing/2014/main" id="{E673340B-0F22-8E14-9696-2315B30E2D77}"/>
              </a:ext>
            </a:extLst>
          </p:cNvPr>
          <p:cNvSpPr>
            <a:spLocks noChangeShapeType="1"/>
          </p:cNvSpPr>
          <p:nvPr/>
        </p:nvSpPr>
        <p:spPr bwMode="auto">
          <a:xfrm>
            <a:off x="9488488" y="5932488"/>
            <a:ext cx="1123950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74" name="Line 672">
            <a:extLst>
              <a:ext uri="{FF2B5EF4-FFF2-40B4-BE49-F238E27FC236}">
                <a16:creationId xmlns:a16="http://schemas.microsoft.com/office/drawing/2014/main" id="{BFE889AB-7C0B-AC79-D7D6-98D126FF6BD8}"/>
              </a:ext>
            </a:extLst>
          </p:cNvPr>
          <p:cNvSpPr>
            <a:spLocks noChangeShapeType="1"/>
          </p:cNvSpPr>
          <p:nvPr/>
        </p:nvSpPr>
        <p:spPr bwMode="auto">
          <a:xfrm>
            <a:off x="9488488" y="4806950"/>
            <a:ext cx="1123950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75" name="Line 673">
            <a:extLst>
              <a:ext uri="{FF2B5EF4-FFF2-40B4-BE49-F238E27FC236}">
                <a16:creationId xmlns:a16="http://schemas.microsoft.com/office/drawing/2014/main" id="{28352A74-6BC6-0F46-9C65-390C39F0592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659938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76" name="Line 674">
            <a:extLst>
              <a:ext uri="{FF2B5EF4-FFF2-40B4-BE49-F238E27FC236}">
                <a16:creationId xmlns:a16="http://schemas.microsoft.com/office/drawing/2014/main" id="{95E0AAFB-9435-156B-5E55-ED40459CB37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836150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77" name="Line 675">
            <a:extLst>
              <a:ext uri="{FF2B5EF4-FFF2-40B4-BE49-F238E27FC236}">
                <a16:creationId xmlns:a16="http://schemas.microsoft.com/office/drawing/2014/main" id="{A8925599-3497-1EA8-BCD5-AB35A655F0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010775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78" name="Line 676">
            <a:extLst>
              <a:ext uri="{FF2B5EF4-FFF2-40B4-BE49-F238E27FC236}">
                <a16:creationId xmlns:a16="http://schemas.microsoft.com/office/drawing/2014/main" id="{27995682-2DBC-FF2B-6132-A7E52DF70E5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186988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79" name="Line 677">
            <a:extLst>
              <a:ext uri="{FF2B5EF4-FFF2-40B4-BE49-F238E27FC236}">
                <a16:creationId xmlns:a16="http://schemas.microsoft.com/office/drawing/2014/main" id="{E2D8545E-5AE3-4EB8-8656-E3203251933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363200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0" name="Line 678">
            <a:extLst>
              <a:ext uri="{FF2B5EF4-FFF2-40B4-BE49-F238E27FC236}">
                <a16:creationId xmlns:a16="http://schemas.microsoft.com/office/drawing/2014/main" id="{5FC26862-5D36-92D3-2C50-8BF09519262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537825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1" name="Line 679">
            <a:extLst>
              <a:ext uri="{FF2B5EF4-FFF2-40B4-BE49-F238E27FC236}">
                <a16:creationId xmlns:a16="http://schemas.microsoft.com/office/drawing/2014/main" id="{7D06645B-6D60-BC6E-BCB2-DE9242DC08D1}"/>
              </a:ext>
            </a:extLst>
          </p:cNvPr>
          <p:cNvSpPr>
            <a:spLocks noChangeShapeType="1"/>
          </p:cNvSpPr>
          <p:nvPr/>
        </p:nvSpPr>
        <p:spPr bwMode="auto">
          <a:xfrm>
            <a:off x="9659938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2" name="Line 680">
            <a:extLst>
              <a:ext uri="{FF2B5EF4-FFF2-40B4-BE49-F238E27FC236}">
                <a16:creationId xmlns:a16="http://schemas.microsoft.com/office/drawing/2014/main" id="{0C28C1F8-2581-52AF-451B-9553D752981D}"/>
              </a:ext>
            </a:extLst>
          </p:cNvPr>
          <p:cNvSpPr>
            <a:spLocks noChangeShapeType="1"/>
          </p:cNvSpPr>
          <p:nvPr/>
        </p:nvSpPr>
        <p:spPr bwMode="auto">
          <a:xfrm>
            <a:off x="9836150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3" name="Line 681">
            <a:extLst>
              <a:ext uri="{FF2B5EF4-FFF2-40B4-BE49-F238E27FC236}">
                <a16:creationId xmlns:a16="http://schemas.microsoft.com/office/drawing/2014/main" id="{A1D5FE48-626A-288A-29C7-3B558DA0C4D3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0775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4" name="Line 682">
            <a:extLst>
              <a:ext uri="{FF2B5EF4-FFF2-40B4-BE49-F238E27FC236}">
                <a16:creationId xmlns:a16="http://schemas.microsoft.com/office/drawing/2014/main" id="{D1B325AC-E8D0-F71A-8747-64D06486A2DB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86988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5" name="Line 683">
            <a:extLst>
              <a:ext uri="{FF2B5EF4-FFF2-40B4-BE49-F238E27FC236}">
                <a16:creationId xmlns:a16="http://schemas.microsoft.com/office/drawing/2014/main" id="{4C8D2BBF-84A8-458D-375C-64C053047869}"/>
              </a:ext>
            </a:extLst>
          </p:cNvPr>
          <p:cNvSpPr>
            <a:spLocks noChangeShapeType="1"/>
          </p:cNvSpPr>
          <p:nvPr/>
        </p:nvSpPr>
        <p:spPr bwMode="auto">
          <a:xfrm>
            <a:off x="10363200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6" name="Line 684">
            <a:extLst>
              <a:ext uri="{FF2B5EF4-FFF2-40B4-BE49-F238E27FC236}">
                <a16:creationId xmlns:a16="http://schemas.microsoft.com/office/drawing/2014/main" id="{B7B72F1A-0A0A-F1D3-0E2A-4B9C229B6708}"/>
              </a:ext>
            </a:extLst>
          </p:cNvPr>
          <p:cNvSpPr>
            <a:spLocks noChangeShapeType="1"/>
          </p:cNvSpPr>
          <p:nvPr/>
        </p:nvSpPr>
        <p:spPr bwMode="auto">
          <a:xfrm>
            <a:off x="10537825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7" name="Rectangle 685">
            <a:extLst>
              <a:ext uri="{FF2B5EF4-FFF2-40B4-BE49-F238E27FC236}">
                <a16:creationId xmlns:a16="http://schemas.microsoft.com/office/drawing/2014/main" id="{8A31DCE5-E4AF-3C49-22F7-7C1DA8851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13900" y="59785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88" name="Rectangle 686">
            <a:extLst>
              <a:ext uri="{FF2B5EF4-FFF2-40B4-BE49-F238E27FC236}">
                <a16:creationId xmlns:a16="http://schemas.microsoft.com/office/drawing/2014/main" id="{F5E92C33-81AE-3759-3701-95EC4F0981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0113" y="59785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89" name="Rectangle 687">
            <a:extLst>
              <a:ext uri="{FF2B5EF4-FFF2-40B4-BE49-F238E27FC236}">
                <a16:creationId xmlns:a16="http://schemas.microsoft.com/office/drawing/2014/main" id="{3E80AF14-A8CF-462E-77C2-A7E743D68B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66325" y="59785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60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90" name="Rectangle 688">
            <a:extLst>
              <a:ext uri="{FF2B5EF4-FFF2-40B4-BE49-F238E27FC236}">
                <a16:creationId xmlns:a16="http://schemas.microsoft.com/office/drawing/2014/main" id="{F11B25CE-7E75-6C2A-C805-FDF2E629B4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40950" y="59785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80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91" name="Rectangle 689">
            <a:extLst>
              <a:ext uri="{FF2B5EF4-FFF2-40B4-BE49-F238E27FC236}">
                <a16:creationId xmlns:a16="http://schemas.microsoft.com/office/drawing/2014/main" id="{F4708BCB-05D5-CC9F-1B15-2A3BE33A50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91763" y="5978525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92" name="Rectangle 690">
            <a:extLst>
              <a:ext uri="{FF2B5EF4-FFF2-40B4-BE49-F238E27FC236}">
                <a16:creationId xmlns:a16="http://schemas.microsoft.com/office/drawing/2014/main" id="{192DE950-3481-F8A2-F3C0-9457D3D398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67975" y="5978525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93" name="Line 691">
            <a:extLst>
              <a:ext uri="{FF2B5EF4-FFF2-40B4-BE49-F238E27FC236}">
                <a16:creationId xmlns:a16="http://schemas.microsoft.com/office/drawing/2014/main" id="{1CF21CC1-08D1-A2DC-44EF-C0946D658186}"/>
              </a:ext>
            </a:extLst>
          </p:cNvPr>
          <p:cNvSpPr>
            <a:spLocks noChangeShapeType="1"/>
          </p:cNvSpPr>
          <p:nvPr/>
        </p:nvSpPr>
        <p:spPr bwMode="auto">
          <a:xfrm>
            <a:off x="9488488" y="4806950"/>
            <a:ext cx="0" cy="1125538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5" name="Line 692">
            <a:extLst>
              <a:ext uri="{FF2B5EF4-FFF2-40B4-BE49-F238E27FC236}">
                <a16:creationId xmlns:a16="http://schemas.microsoft.com/office/drawing/2014/main" id="{D7396514-4AEA-39AA-ACDF-185F7356FC59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12438" y="4806950"/>
            <a:ext cx="0" cy="1125538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6" name="Line 693">
            <a:extLst>
              <a:ext uri="{FF2B5EF4-FFF2-40B4-BE49-F238E27FC236}">
                <a16:creationId xmlns:a16="http://schemas.microsoft.com/office/drawing/2014/main" id="{F81BA11C-A040-4D00-DC54-CF3F498FEFA4}"/>
              </a:ext>
            </a:extLst>
          </p:cNvPr>
          <p:cNvSpPr>
            <a:spLocks noChangeShapeType="1"/>
          </p:cNvSpPr>
          <p:nvPr/>
        </p:nvSpPr>
        <p:spPr bwMode="auto">
          <a:xfrm>
            <a:off x="9488488" y="49784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7" name="Line 694">
            <a:extLst>
              <a:ext uri="{FF2B5EF4-FFF2-40B4-BE49-F238E27FC236}">
                <a16:creationId xmlns:a16="http://schemas.microsoft.com/office/drawing/2014/main" id="{F68EEA47-98AC-5ADD-D164-579B8364DF84}"/>
              </a:ext>
            </a:extLst>
          </p:cNvPr>
          <p:cNvSpPr>
            <a:spLocks noChangeShapeType="1"/>
          </p:cNvSpPr>
          <p:nvPr/>
        </p:nvSpPr>
        <p:spPr bwMode="auto">
          <a:xfrm>
            <a:off x="9488488" y="51546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8" name="Line 695">
            <a:extLst>
              <a:ext uri="{FF2B5EF4-FFF2-40B4-BE49-F238E27FC236}">
                <a16:creationId xmlns:a16="http://schemas.microsoft.com/office/drawing/2014/main" id="{D1ECBAA6-003D-14A1-A15D-2DC4AA6FE804}"/>
              </a:ext>
            </a:extLst>
          </p:cNvPr>
          <p:cNvSpPr>
            <a:spLocks noChangeShapeType="1"/>
          </p:cNvSpPr>
          <p:nvPr/>
        </p:nvSpPr>
        <p:spPr bwMode="auto">
          <a:xfrm>
            <a:off x="9488488" y="53308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9" name="Line 696">
            <a:extLst>
              <a:ext uri="{FF2B5EF4-FFF2-40B4-BE49-F238E27FC236}">
                <a16:creationId xmlns:a16="http://schemas.microsoft.com/office/drawing/2014/main" id="{B9ED9DC5-867C-B688-8394-F5DC15D8D87C}"/>
              </a:ext>
            </a:extLst>
          </p:cNvPr>
          <p:cNvSpPr>
            <a:spLocks noChangeShapeType="1"/>
          </p:cNvSpPr>
          <p:nvPr/>
        </p:nvSpPr>
        <p:spPr bwMode="auto">
          <a:xfrm>
            <a:off x="9488488" y="55054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0" name="Line 697">
            <a:extLst>
              <a:ext uri="{FF2B5EF4-FFF2-40B4-BE49-F238E27FC236}">
                <a16:creationId xmlns:a16="http://schemas.microsoft.com/office/drawing/2014/main" id="{41A254FE-8B5E-52EC-4312-A8D2B1F81D0B}"/>
              </a:ext>
            </a:extLst>
          </p:cNvPr>
          <p:cNvSpPr>
            <a:spLocks noChangeShapeType="1"/>
          </p:cNvSpPr>
          <p:nvPr/>
        </p:nvSpPr>
        <p:spPr bwMode="auto">
          <a:xfrm>
            <a:off x="9488488" y="56816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1" name="Line 698">
            <a:extLst>
              <a:ext uri="{FF2B5EF4-FFF2-40B4-BE49-F238E27FC236}">
                <a16:creationId xmlns:a16="http://schemas.microsoft.com/office/drawing/2014/main" id="{F2A79C52-F04E-60C8-C6EF-FD61A776A36E}"/>
              </a:ext>
            </a:extLst>
          </p:cNvPr>
          <p:cNvSpPr>
            <a:spLocks noChangeShapeType="1"/>
          </p:cNvSpPr>
          <p:nvPr/>
        </p:nvSpPr>
        <p:spPr bwMode="auto">
          <a:xfrm>
            <a:off x="9488488" y="585787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2" name="Line 699">
            <a:extLst>
              <a:ext uri="{FF2B5EF4-FFF2-40B4-BE49-F238E27FC236}">
                <a16:creationId xmlns:a16="http://schemas.microsoft.com/office/drawing/2014/main" id="{592D1E56-8573-D456-52E1-4DB04C59F74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01325" y="49784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3" name="Line 700">
            <a:extLst>
              <a:ext uri="{FF2B5EF4-FFF2-40B4-BE49-F238E27FC236}">
                <a16:creationId xmlns:a16="http://schemas.microsoft.com/office/drawing/2014/main" id="{071D1323-9EDF-12BD-98BD-5BD4B9710D7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01325" y="51546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4" name="Line 701">
            <a:extLst>
              <a:ext uri="{FF2B5EF4-FFF2-40B4-BE49-F238E27FC236}">
                <a16:creationId xmlns:a16="http://schemas.microsoft.com/office/drawing/2014/main" id="{3907CE91-F9C6-B555-17D0-09F39D7E635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01325" y="53308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5" name="Line 702">
            <a:extLst>
              <a:ext uri="{FF2B5EF4-FFF2-40B4-BE49-F238E27FC236}">
                <a16:creationId xmlns:a16="http://schemas.microsoft.com/office/drawing/2014/main" id="{DBF39984-5194-C13C-3298-0B7086C436F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01325" y="55054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6" name="Line 703">
            <a:extLst>
              <a:ext uri="{FF2B5EF4-FFF2-40B4-BE49-F238E27FC236}">
                <a16:creationId xmlns:a16="http://schemas.microsoft.com/office/drawing/2014/main" id="{AFF62C02-B0F8-38FD-B1B7-91B65FD4907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01325" y="56816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7" name="Line 704">
            <a:extLst>
              <a:ext uri="{FF2B5EF4-FFF2-40B4-BE49-F238E27FC236}">
                <a16:creationId xmlns:a16="http://schemas.microsoft.com/office/drawing/2014/main" id="{1D2D6FE1-B76E-91A6-350C-7650FFA4023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01325" y="585787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8" name="Rectangle 705">
            <a:extLst>
              <a:ext uri="{FF2B5EF4-FFF2-40B4-BE49-F238E27FC236}">
                <a16:creationId xmlns:a16="http://schemas.microsoft.com/office/drawing/2014/main" id="{5B26CFF2-F780-8A8C-DD8D-E3942FDD66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3075" y="4935538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09" name="Rectangle 706">
            <a:extLst>
              <a:ext uri="{FF2B5EF4-FFF2-40B4-BE49-F238E27FC236}">
                <a16:creationId xmlns:a16="http://schemas.microsoft.com/office/drawing/2014/main" id="{FD180F56-D3AF-F823-EB8F-F8C6BD2019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3075" y="51117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10" name="Rectangle 707">
            <a:extLst>
              <a:ext uri="{FF2B5EF4-FFF2-40B4-BE49-F238E27FC236}">
                <a16:creationId xmlns:a16="http://schemas.microsoft.com/office/drawing/2014/main" id="{F90FD8C2-76E0-01B8-A09A-1382695566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3075" y="528637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60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11" name="Rectangle 708">
            <a:extLst>
              <a:ext uri="{FF2B5EF4-FFF2-40B4-BE49-F238E27FC236}">
                <a16:creationId xmlns:a16="http://schemas.microsoft.com/office/drawing/2014/main" id="{63EBE2B4-CAA5-81C5-825A-578873343F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3075" y="5462588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80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12" name="Rectangle 709">
            <a:extLst>
              <a:ext uri="{FF2B5EF4-FFF2-40B4-BE49-F238E27FC236}">
                <a16:creationId xmlns:a16="http://schemas.microsoft.com/office/drawing/2014/main" id="{BE865739-4A78-A3B6-7327-7247496311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13863" y="5638800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13" name="Rectangle 710">
            <a:extLst>
              <a:ext uri="{FF2B5EF4-FFF2-40B4-BE49-F238E27FC236}">
                <a16:creationId xmlns:a16="http://schemas.microsoft.com/office/drawing/2014/main" id="{27DD039A-BFC3-61C0-1797-CDB4A94621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13863" y="5815013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14" name="Line 711">
            <a:extLst>
              <a:ext uri="{FF2B5EF4-FFF2-40B4-BE49-F238E27FC236}">
                <a16:creationId xmlns:a16="http://schemas.microsoft.com/office/drawing/2014/main" id="{5E7E7EF1-46FD-1A9A-7509-294669DD99D6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82288" y="59340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15" name="Line 712">
            <a:extLst>
              <a:ext uri="{FF2B5EF4-FFF2-40B4-BE49-F238E27FC236}">
                <a16:creationId xmlns:a16="http://schemas.microsoft.com/office/drawing/2014/main" id="{12F32639-308F-D8CF-DB25-146108E16976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82288" y="48037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16" name="Line 713">
            <a:extLst>
              <a:ext uri="{FF2B5EF4-FFF2-40B4-BE49-F238E27FC236}">
                <a16:creationId xmlns:a16="http://schemas.microsoft.com/office/drawing/2014/main" id="{9A33861D-9F87-EE5C-23D0-6B74B3906E1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682288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17" name="Line 714">
            <a:extLst>
              <a:ext uri="{FF2B5EF4-FFF2-40B4-BE49-F238E27FC236}">
                <a16:creationId xmlns:a16="http://schemas.microsoft.com/office/drawing/2014/main" id="{F8612E0A-7668-5407-ACD8-7296B838261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795000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739" name="Picture 715">
            <a:extLst>
              <a:ext uri="{FF2B5EF4-FFF2-40B4-BE49-F238E27FC236}">
                <a16:creationId xmlns:a16="http://schemas.microsoft.com/office/drawing/2014/main" id="{9F3A8D1F-0397-C37E-8A9D-235CD7182D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2288" y="4803775"/>
            <a:ext cx="112713" cy="113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18" name="Line 716">
            <a:extLst>
              <a:ext uri="{FF2B5EF4-FFF2-40B4-BE49-F238E27FC236}">
                <a16:creationId xmlns:a16="http://schemas.microsoft.com/office/drawing/2014/main" id="{13205228-1F36-7A77-26AE-84636568C1F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795000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19" name="Line 717">
            <a:extLst>
              <a:ext uri="{FF2B5EF4-FFF2-40B4-BE49-F238E27FC236}">
                <a16:creationId xmlns:a16="http://schemas.microsoft.com/office/drawing/2014/main" id="{43A4649B-47E4-5385-AD34-2BBF09E5171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783888" y="593407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20" name="Line 718">
            <a:extLst>
              <a:ext uri="{FF2B5EF4-FFF2-40B4-BE49-F238E27FC236}">
                <a16:creationId xmlns:a16="http://schemas.microsoft.com/office/drawing/2014/main" id="{3BB1B76D-1F8B-C490-6F96-DEB9B662B7B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783888" y="57086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21" name="Line 719">
            <a:extLst>
              <a:ext uri="{FF2B5EF4-FFF2-40B4-BE49-F238E27FC236}">
                <a16:creationId xmlns:a16="http://schemas.microsoft.com/office/drawing/2014/main" id="{1F397C0F-20E5-2451-DBBA-5FD0CA28457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783888" y="54832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22" name="Line 720">
            <a:extLst>
              <a:ext uri="{FF2B5EF4-FFF2-40B4-BE49-F238E27FC236}">
                <a16:creationId xmlns:a16="http://schemas.microsoft.com/office/drawing/2014/main" id="{19DF4DF3-F3C4-9A68-B52F-68CC635D958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783888" y="52562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23" name="Line 721">
            <a:extLst>
              <a:ext uri="{FF2B5EF4-FFF2-40B4-BE49-F238E27FC236}">
                <a16:creationId xmlns:a16="http://schemas.microsoft.com/office/drawing/2014/main" id="{D8DC06CD-33BF-D9BD-92FE-271377700A7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783888" y="50307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24" name="Line 722">
            <a:extLst>
              <a:ext uri="{FF2B5EF4-FFF2-40B4-BE49-F238E27FC236}">
                <a16:creationId xmlns:a16="http://schemas.microsoft.com/office/drawing/2014/main" id="{235A2141-F3A6-FB8C-529E-564FE3E8B23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783888" y="480377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25" name="Rectangle 723">
            <a:extLst>
              <a:ext uri="{FF2B5EF4-FFF2-40B4-BE49-F238E27FC236}">
                <a16:creationId xmlns:a16="http://schemas.microsoft.com/office/drawing/2014/main" id="{66DF0102-ED8F-F42D-EAB7-4F4CAC25BC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5163" y="5895975"/>
            <a:ext cx="746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26" name="Rectangle 724">
            <a:extLst>
              <a:ext uri="{FF2B5EF4-FFF2-40B4-BE49-F238E27FC236}">
                <a16:creationId xmlns:a16="http://schemas.microsoft.com/office/drawing/2014/main" id="{0C1859A2-91CE-E217-59B7-F60B976DA9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5163" y="5670550"/>
            <a:ext cx="1317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0.2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27" name="Rectangle 725">
            <a:extLst>
              <a:ext uri="{FF2B5EF4-FFF2-40B4-BE49-F238E27FC236}">
                <a16:creationId xmlns:a16="http://schemas.microsoft.com/office/drawing/2014/main" id="{DA464CB4-AC69-FC12-12E9-27585AC581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5163" y="5443538"/>
            <a:ext cx="1317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0.4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28" name="Rectangle 726">
            <a:extLst>
              <a:ext uri="{FF2B5EF4-FFF2-40B4-BE49-F238E27FC236}">
                <a16:creationId xmlns:a16="http://schemas.microsoft.com/office/drawing/2014/main" id="{24031D52-7E64-77F4-EDBE-A225DAA21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5163" y="5218113"/>
            <a:ext cx="1317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0.6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29" name="Rectangle 727">
            <a:extLst>
              <a:ext uri="{FF2B5EF4-FFF2-40B4-BE49-F238E27FC236}">
                <a16:creationId xmlns:a16="http://schemas.microsoft.com/office/drawing/2014/main" id="{E8570CFD-D0A9-4ECA-2F79-DA01BE0E6F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5163" y="4992688"/>
            <a:ext cx="1317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0.8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30" name="Rectangle 728">
            <a:extLst>
              <a:ext uri="{FF2B5EF4-FFF2-40B4-BE49-F238E27FC236}">
                <a16:creationId xmlns:a16="http://schemas.microsoft.com/office/drawing/2014/main" id="{AB4A51D2-BB0A-608F-0311-0FBBD0BC41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5163" y="4765675"/>
            <a:ext cx="746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31" name="Line 729">
            <a:extLst>
              <a:ext uri="{FF2B5EF4-FFF2-40B4-BE49-F238E27FC236}">
                <a16:creationId xmlns:a16="http://schemas.microsoft.com/office/drawing/2014/main" id="{8B07FEF2-0507-09C3-87CB-4F61C54D6CA1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82288" y="48037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32" name="Line 730">
            <a:extLst>
              <a:ext uri="{FF2B5EF4-FFF2-40B4-BE49-F238E27FC236}">
                <a16:creationId xmlns:a16="http://schemas.microsoft.com/office/drawing/2014/main" id="{8D6F4ECB-F37D-28E4-A882-C50ED312A390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82288" y="59340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33" name="Line 731">
            <a:extLst>
              <a:ext uri="{FF2B5EF4-FFF2-40B4-BE49-F238E27FC236}">
                <a16:creationId xmlns:a16="http://schemas.microsoft.com/office/drawing/2014/main" id="{C37E2941-F586-BED0-ADD9-CCBD1AADFE2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682288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34" name="Line 732">
            <a:extLst>
              <a:ext uri="{FF2B5EF4-FFF2-40B4-BE49-F238E27FC236}">
                <a16:creationId xmlns:a16="http://schemas.microsoft.com/office/drawing/2014/main" id="{11694714-0D17-E847-9A61-D119CD48C07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795000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35" name="Rectangle 733">
            <a:extLst>
              <a:ext uri="{FF2B5EF4-FFF2-40B4-BE49-F238E27FC236}">
                <a16:creationId xmlns:a16="http://schemas.microsoft.com/office/drawing/2014/main" id="{331A1610-DA2E-38D0-7906-8FEAD3856C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150" y="6681788"/>
            <a:ext cx="2624138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bigpatch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 84 from 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roi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  5 from image synpic45593.jpg N= 1 R= 128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9028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7" name="Rectangle 7">
            <a:extLst>
              <a:ext uri="{FF2B5EF4-FFF2-40B4-BE49-F238E27FC236}">
                <a16:creationId xmlns:a16="http://schemas.microsoft.com/office/drawing/2014/main" id="{AC7BDDB8-2D1D-B96B-EA9E-2807F9220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3063" y="693738"/>
            <a:ext cx="1122363" cy="11239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78" name="Rectangle 8">
            <a:extLst>
              <a:ext uri="{FF2B5EF4-FFF2-40B4-BE49-F238E27FC236}">
                <a16:creationId xmlns:a16="http://schemas.microsoft.com/office/drawing/2014/main" id="{D5C133C9-C10E-A8E2-8CEC-0927C7FAC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6750" y="565150"/>
            <a:ext cx="633413" cy="13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bigpatch  84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7" name="Picture 9">
            <a:extLst>
              <a:ext uri="{FF2B5EF4-FFF2-40B4-BE49-F238E27FC236}">
                <a16:creationId xmlns:a16="http://schemas.microsoft.com/office/drawing/2014/main" id="{2F540745-F176-E58A-475B-964FDB4229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063" y="696913"/>
            <a:ext cx="1122363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79" name="Line 10">
            <a:extLst>
              <a:ext uri="{FF2B5EF4-FFF2-40B4-BE49-F238E27FC236}">
                <a16:creationId xmlns:a16="http://schemas.microsoft.com/office/drawing/2014/main" id="{C12A2A27-E7FA-5FE0-284E-DAAFA5855B82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1817688"/>
            <a:ext cx="112236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80" name="Line 11">
            <a:extLst>
              <a:ext uri="{FF2B5EF4-FFF2-40B4-BE49-F238E27FC236}">
                <a16:creationId xmlns:a16="http://schemas.microsoft.com/office/drawing/2014/main" id="{52DE515E-227B-9E79-B05A-7E4D73867E83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693738"/>
            <a:ext cx="112236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81" name="Line 12">
            <a:extLst>
              <a:ext uri="{FF2B5EF4-FFF2-40B4-BE49-F238E27FC236}">
                <a16:creationId xmlns:a16="http://schemas.microsoft.com/office/drawing/2014/main" id="{17A69380-F3D0-5216-8519-F6C3B5D0FBE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14513" y="18065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82" name="Line 13">
            <a:extLst>
              <a:ext uri="{FF2B5EF4-FFF2-40B4-BE49-F238E27FC236}">
                <a16:creationId xmlns:a16="http://schemas.microsoft.com/office/drawing/2014/main" id="{78777E2E-E609-D3FF-C6B1-1236E0DE738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89138" y="18065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83" name="Line 14">
            <a:extLst>
              <a:ext uri="{FF2B5EF4-FFF2-40B4-BE49-F238E27FC236}">
                <a16:creationId xmlns:a16="http://schemas.microsoft.com/office/drawing/2014/main" id="{C1A1B72C-721E-3995-2DA3-57D6604BCDC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65350" y="18065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84" name="Line 15">
            <a:extLst>
              <a:ext uri="{FF2B5EF4-FFF2-40B4-BE49-F238E27FC236}">
                <a16:creationId xmlns:a16="http://schemas.microsoft.com/office/drawing/2014/main" id="{F7083D0C-58D7-1C40-DBBA-9859B4CD0F5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39975" y="18065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85" name="Line 16">
            <a:extLst>
              <a:ext uri="{FF2B5EF4-FFF2-40B4-BE49-F238E27FC236}">
                <a16:creationId xmlns:a16="http://schemas.microsoft.com/office/drawing/2014/main" id="{FA393E3E-ACF1-0020-BBA0-BD6EE238829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16188" y="18065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86" name="Line 17">
            <a:extLst>
              <a:ext uri="{FF2B5EF4-FFF2-40B4-BE49-F238E27FC236}">
                <a16:creationId xmlns:a16="http://schemas.microsoft.com/office/drawing/2014/main" id="{DD805643-8C2E-0C98-A4D4-D0BF3C9313B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90813" y="18065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87" name="Line 18">
            <a:extLst>
              <a:ext uri="{FF2B5EF4-FFF2-40B4-BE49-F238E27FC236}">
                <a16:creationId xmlns:a16="http://schemas.microsoft.com/office/drawing/2014/main" id="{309E6D63-4787-352B-42F9-C5340BAAFEFD}"/>
              </a:ext>
            </a:extLst>
          </p:cNvPr>
          <p:cNvSpPr>
            <a:spLocks noChangeShapeType="1"/>
          </p:cNvSpPr>
          <p:nvPr/>
        </p:nvSpPr>
        <p:spPr bwMode="auto">
          <a:xfrm>
            <a:off x="1814513" y="693738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88" name="Line 19">
            <a:extLst>
              <a:ext uri="{FF2B5EF4-FFF2-40B4-BE49-F238E27FC236}">
                <a16:creationId xmlns:a16="http://schemas.microsoft.com/office/drawing/2014/main" id="{C25D4D50-7D3E-007B-0838-469739252CF1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9138" y="693738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89" name="Line 20">
            <a:extLst>
              <a:ext uri="{FF2B5EF4-FFF2-40B4-BE49-F238E27FC236}">
                <a16:creationId xmlns:a16="http://schemas.microsoft.com/office/drawing/2014/main" id="{C0414B54-76D1-A602-4780-E88D8C85B370}"/>
              </a:ext>
            </a:extLst>
          </p:cNvPr>
          <p:cNvSpPr>
            <a:spLocks noChangeShapeType="1"/>
          </p:cNvSpPr>
          <p:nvPr/>
        </p:nvSpPr>
        <p:spPr bwMode="auto">
          <a:xfrm>
            <a:off x="2165350" y="693738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90" name="Line 21">
            <a:extLst>
              <a:ext uri="{FF2B5EF4-FFF2-40B4-BE49-F238E27FC236}">
                <a16:creationId xmlns:a16="http://schemas.microsoft.com/office/drawing/2014/main" id="{55B2ECB4-A2D7-A43C-2469-4BCB01963F96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9975" y="693738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91" name="Line 22">
            <a:extLst>
              <a:ext uri="{FF2B5EF4-FFF2-40B4-BE49-F238E27FC236}">
                <a16:creationId xmlns:a16="http://schemas.microsoft.com/office/drawing/2014/main" id="{1BFBF8E0-172E-E614-4E17-4EFC8837504B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6188" y="693738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93" name="Line 23">
            <a:extLst>
              <a:ext uri="{FF2B5EF4-FFF2-40B4-BE49-F238E27FC236}">
                <a16:creationId xmlns:a16="http://schemas.microsoft.com/office/drawing/2014/main" id="{11D85262-B4C4-B0DC-0F45-FB5B40E955D9}"/>
              </a:ext>
            </a:extLst>
          </p:cNvPr>
          <p:cNvSpPr>
            <a:spLocks noChangeShapeType="1"/>
          </p:cNvSpPr>
          <p:nvPr/>
        </p:nvSpPr>
        <p:spPr bwMode="auto">
          <a:xfrm>
            <a:off x="2690813" y="693738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94" name="Rectangle 24">
            <a:extLst>
              <a:ext uri="{FF2B5EF4-FFF2-40B4-BE49-F238E27FC236}">
                <a16:creationId xmlns:a16="http://schemas.microsoft.com/office/drawing/2014/main" id="{3937CD2D-45A2-FDAF-40A5-D1B7D2E16E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8475" y="18637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95" name="Rectangle 25">
            <a:extLst>
              <a:ext uri="{FF2B5EF4-FFF2-40B4-BE49-F238E27FC236}">
                <a16:creationId xmlns:a16="http://schemas.microsoft.com/office/drawing/2014/main" id="{D267C605-AADD-8DEC-1705-2D88D64EA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3100" y="18637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96" name="Rectangle 26">
            <a:extLst>
              <a:ext uri="{FF2B5EF4-FFF2-40B4-BE49-F238E27FC236}">
                <a16:creationId xmlns:a16="http://schemas.microsoft.com/office/drawing/2014/main" id="{ACB0CE82-2F5A-917D-A511-826213759C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9313" y="18637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60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97" name="Rectangle 27">
            <a:extLst>
              <a:ext uri="{FF2B5EF4-FFF2-40B4-BE49-F238E27FC236}">
                <a16:creationId xmlns:a16="http://schemas.microsoft.com/office/drawing/2014/main" id="{D7AC141C-ED76-F9B3-4342-110FC197E8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5525" y="18637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80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98" name="Rectangle 28">
            <a:extLst>
              <a:ext uri="{FF2B5EF4-FFF2-40B4-BE49-F238E27FC236}">
                <a16:creationId xmlns:a16="http://schemas.microsoft.com/office/drawing/2014/main" id="{070FC82C-40B3-1C6B-CB59-E76D4D315B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6338" y="1863725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99" name="Rectangle 29">
            <a:extLst>
              <a:ext uri="{FF2B5EF4-FFF2-40B4-BE49-F238E27FC236}">
                <a16:creationId xmlns:a16="http://schemas.microsoft.com/office/drawing/2014/main" id="{887D957B-3F76-B090-B803-9367A66579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0963" y="1863725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00" name="Line 30">
            <a:extLst>
              <a:ext uri="{FF2B5EF4-FFF2-40B4-BE49-F238E27FC236}">
                <a16:creationId xmlns:a16="http://schemas.microsoft.com/office/drawing/2014/main" id="{250B4AA2-B1B7-19B4-050C-44F9AF52B418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69373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01" name="Line 31">
            <a:extLst>
              <a:ext uri="{FF2B5EF4-FFF2-40B4-BE49-F238E27FC236}">
                <a16:creationId xmlns:a16="http://schemas.microsoft.com/office/drawing/2014/main" id="{0CB13A1B-AC2E-6AFA-9D08-F2E3A81FEC39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5425" y="69373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02" name="Line 32">
            <a:extLst>
              <a:ext uri="{FF2B5EF4-FFF2-40B4-BE49-F238E27FC236}">
                <a16:creationId xmlns:a16="http://schemas.microsoft.com/office/drawing/2014/main" id="{5937C970-1BD7-CC34-B7E8-0C8EA2F5E162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8651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03" name="Line 33">
            <a:extLst>
              <a:ext uri="{FF2B5EF4-FFF2-40B4-BE49-F238E27FC236}">
                <a16:creationId xmlns:a16="http://schemas.microsoft.com/office/drawing/2014/main" id="{254AC31C-C6E0-433F-6962-58EDE5130EE7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10414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04" name="Line 34">
            <a:extLst>
              <a:ext uri="{FF2B5EF4-FFF2-40B4-BE49-F238E27FC236}">
                <a16:creationId xmlns:a16="http://schemas.microsoft.com/office/drawing/2014/main" id="{691371F1-5A41-16B5-4B1B-3DC7F49F146F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12176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05" name="Line 35">
            <a:extLst>
              <a:ext uri="{FF2B5EF4-FFF2-40B4-BE49-F238E27FC236}">
                <a16:creationId xmlns:a16="http://schemas.microsoft.com/office/drawing/2014/main" id="{9CBD758F-0E0A-5336-8693-CFFCD4E2D829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13922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06" name="Line 36">
            <a:extLst>
              <a:ext uri="{FF2B5EF4-FFF2-40B4-BE49-F238E27FC236}">
                <a16:creationId xmlns:a16="http://schemas.microsoft.com/office/drawing/2014/main" id="{8206902F-216B-F47F-1240-50B5DBCA211D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15684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07" name="Line 37">
            <a:extLst>
              <a:ext uri="{FF2B5EF4-FFF2-40B4-BE49-F238E27FC236}">
                <a16:creationId xmlns:a16="http://schemas.microsoft.com/office/drawing/2014/main" id="{8768A834-9AF8-3673-6884-D4A24D7BA72A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174307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08" name="Line 38">
            <a:extLst>
              <a:ext uri="{FF2B5EF4-FFF2-40B4-BE49-F238E27FC236}">
                <a16:creationId xmlns:a16="http://schemas.microsoft.com/office/drawing/2014/main" id="{D2C8BF70-914F-5A53-BCF7-919016C5912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4313" y="8651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09" name="Line 39">
            <a:extLst>
              <a:ext uri="{FF2B5EF4-FFF2-40B4-BE49-F238E27FC236}">
                <a16:creationId xmlns:a16="http://schemas.microsoft.com/office/drawing/2014/main" id="{7E258628-63E6-9AE2-F184-FE73CE2E71B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4313" y="10414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10" name="Line 40">
            <a:extLst>
              <a:ext uri="{FF2B5EF4-FFF2-40B4-BE49-F238E27FC236}">
                <a16:creationId xmlns:a16="http://schemas.microsoft.com/office/drawing/2014/main" id="{B67004C2-1255-BB68-34CF-8EE65905FE2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4313" y="12176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11" name="Line 41">
            <a:extLst>
              <a:ext uri="{FF2B5EF4-FFF2-40B4-BE49-F238E27FC236}">
                <a16:creationId xmlns:a16="http://schemas.microsoft.com/office/drawing/2014/main" id="{E5A60FB0-B99A-D4E9-8FDF-2FE04001FC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4313" y="13922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13" name="Line 42">
            <a:extLst>
              <a:ext uri="{FF2B5EF4-FFF2-40B4-BE49-F238E27FC236}">
                <a16:creationId xmlns:a16="http://schemas.microsoft.com/office/drawing/2014/main" id="{5F40F70F-075C-3567-45B9-3ADD79CEE0E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4313" y="15684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14" name="Line 43">
            <a:extLst>
              <a:ext uri="{FF2B5EF4-FFF2-40B4-BE49-F238E27FC236}">
                <a16:creationId xmlns:a16="http://schemas.microsoft.com/office/drawing/2014/main" id="{C7FC211D-0169-DFF2-27FD-7D93CEC49A4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4313" y="174307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15" name="Rectangle 44">
            <a:extLst>
              <a:ext uri="{FF2B5EF4-FFF2-40B4-BE49-F238E27FC236}">
                <a16:creationId xmlns:a16="http://schemas.microsoft.com/office/drawing/2014/main" id="{BEC97D83-ECC5-7729-7DC3-F8B7AAAA60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063" y="8223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16" name="Rectangle 45">
            <a:extLst>
              <a:ext uri="{FF2B5EF4-FFF2-40B4-BE49-F238E27FC236}">
                <a16:creationId xmlns:a16="http://schemas.microsoft.com/office/drawing/2014/main" id="{F9743090-6A96-868D-B8EA-144272F94F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063" y="998538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17" name="Rectangle 46">
            <a:extLst>
              <a:ext uri="{FF2B5EF4-FFF2-40B4-BE49-F238E27FC236}">
                <a16:creationId xmlns:a16="http://schemas.microsoft.com/office/drawing/2014/main" id="{9992E5B2-9F62-D321-B826-FC28DCC96C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063" y="1173163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60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18" name="Rectangle 47">
            <a:extLst>
              <a:ext uri="{FF2B5EF4-FFF2-40B4-BE49-F238E27FC236}">
                <a16:creationId xmlns:a16="http://schemas.microsoft.com/office/drawing/2014/main" id="{26F3E792-6CCA-AAA2-FF57-4776876AE2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063" y="134937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80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19" name="Rectangle 48">
            <a:extLst>
              <a:ext uri="{FF2B5EF4-FFF2-40B4-BE49-F238E27FC236}">
                <a16:creationId xmlns:a16="http://schemas.microsoft.com/office/drawing/2014/main" id="{16C92742-14AE-7B89-4995-494122B64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6850" y="1525588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20" name="Rectangle 49">
            <a:extLst>
              <a:ext uri="{FF2B5EF4-FFF2-40B4-BE49-F238E27FC236}">
                <a16:creationId xmlns:a16="http://schemas.microsoft.com/office/drawing/2014/main" id="{5E5CB44B-DB69-E1ED-1A81-28AE8781E6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6850" y="1701800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21" name="Line 50">
            <a:extLst>
              <a:ext uri="{FF2B5EF4-FFF2-40B4-BE49-F238E27FC236}">
                <a16:creationId xmlns:a16="http://schemas.microsoft.com/office/drawing/2014/main" id="{7BEECFC6-59CF-0D6F-E7FF-D1261A28521F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275" y="1814513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22" name="Line 51">
            <a:extLst>
              <a:ext uri="{FF2B5EF4-FFF2-40B4-BE49-F238E27FC236}">
                <a16:creationId xmlns:a16="http://schemas.microsoft.com/office/drawing/2014/main" id="{902320E6-F80D-7215-CF6B-295D19629A76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275" y="690563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23" name="Line 52">
            <a:extLst>
              <a:ext uri="{FF2B5EF4-FFF2-40B4-BE49-F238E27FC236}">
                <a16:creationId xmlns:a16="http://schemas.microsoft.com/office/drawing/2014/main" id="{D17D86EC-F9AD-4D83-3252-8229FF8FD1A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35275" y="690563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24" name="Line 53">
            <a:extLst>
              <a:ext uri="{FF2B5EF4-FFF2-40B4-BE49-F238E27FC236}">
                <a16:creationId xmlns:a16="http://schemas.microsoft.com/office/drawing/2014/main" id="{D04EB7A5-F0F5-9742-3E6F-92E0090FEB6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47988" y="690563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102" name="Picture 54">
            <a:extLst>
              <a:ext uri="{FF2B5EF4-FFF2-40B4-BE49-F238E27FC236}">
                <a16:creationId xmlns:a16="http://schemas.microsoft.com/office/drawing/2014/main" id="{48A3B413-6099-EAF0-D493-6921EEE881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5275" y="690563"/>
            <a:ext cx="112713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25" name="Line 55">
            <a:extLst>
              <a:ext uri="{FF2B5EF4-FFF2-40B4-BE49-F238E27FC236}">
                <a16:creationId xmlns:a16="http://schemas.microsoft.com/office/drawing/2014/main" id="{EDE8B5C9-E08D-C988-3AB3-A61C8C0AEE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47988" y="690563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26" name="Line 56">
            <a:extLst>
              <a:ext uri="{FF2B5EF4-FFF2-40B4-BE49-F238E27FC236}">
                <a16:creationId xmlns:a16="http://schemas.microsoft.com/office/drawing/2014/main" id="{D81283FE-1B06-FA9F-9F18-45F56C6E960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6875" y="18145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27" name="Line 57">
            <a:extLst>
              <a:ext uri="{FF2B5EF4-FFF2-40B4-BE49-F238E27FC236}">
                <a16:creationId xmlns:a16="http://schemas.microsoft.com/office/drawing/2014/main" id="{5A3DEF26-F56B-7BFD-EA81-CEB4209BF4E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6875" y="15954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28" name="Line 58">
            <a:extLst>
              <a:ext uri="{FF2B5EF4-FFF2-40B4-BE49-F238E27FC236}">
                <a16:creationId xmlns:a16="http://schemas.microsoft.com/office/drawing/2014/main" id="{B43A1F08-2DA6-9CE3-0188-24D1B1A4AB6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6875" y="13763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29" name="Line 59">
            <a:extLst>
              <a:ext uri="{FF2B5EF4-FFF2-40B4-BE49-F238E27FC236}">
                <a16:creationId xmlns:a16="http://schemas.microsoft.com/office/drawing/2014/main" id="{D7414492-E226-BACE-604A-7AEDD6890C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6875" y="11557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30" name="Line 60">
            <a:extLst>
              <a:ext uri="{FF2B5EF4-FFF2-40B4-BE49-F238E27FC236}">
                <a16:creationId xmlns:a16="http://schemas.microsoft.com/office/drawing/2014/main" id="{0BC81402-CCD2-24AD-06A2-FBA6A10BC73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6875" y="9366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31" name="Line 61">
            <a:extLst>
              <a:ext uri="{FF2B5EF4-FFF2-40B4-BE49-F238E27FC236}">
                <a16:creationId xmlns:a16="http://schemas.microsoft.com/office/drawing/2014/main" id="{FBC03847-4C58-BEDB-BCCF-A3BC914D496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6875" y="7175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8" name="Rectangle 62">
            <a:extLst>
              <a:ext uri="{FF2B5EF4-FFF2-40B4-BE49-F238E27FC236}">
                <a16:creationId xmlns:a16="http://schemas.microsoft.com/office/drawing/2014/main" id="{A5909A03-32CD-C564-0E88-5C1FF89834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1776413"/>
            <a:ext cx="746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49" name="Rectangle 63">
            <a:extLst>
              <a:ext uri="{FF2B5EF4-FFF2-40B4-BE49-F238E27FC236}">
                <a16:creationId xmlns:a16="http://schemas.microsoft.com/office/drawing/2014/main" id="{1F1B23D3-92B6-D8DA-A57A-1575446406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1557338"/>
            <a:ext cx="1127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50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50" name="Rectangle 64">
            <a:extLst>
              <a:ext uri="{FF2B5EF4-FFF2-40B4-BE49-F238E27FC236}">
                <a16:creationId xmlns:a16="http://schemas.microsoft.com/office/drawing/2014/main" id="{ABF13D75-F6C0-14CB-E6A1-94406F7EB7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1336675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51" name="Rectangle 65">
            <a:extLst>
              <a:ext uri="{FF2B5EF4-FFF2-40B4-BE49-F238E27FC236}">
                <a16:creationId xmlns:a16="http://schemas.microsoft.com/office/drawing/2014/main" id="{F19EE389-8C5A-601A-EFEB-81EAC79679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1117600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150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52" name="Rectangle 66">
            <a:extLst>
              <a:ext uri="{FF2B5EF4-FFF2-40B4-BE49-F238E27FC236}">
                <a16:creationId xmlns:a16="http://schemas.microsoft.com/office/drawing/2014/main" id="{E53D810C-9896-EFE2-94B5-429E76F6C2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896938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53" name="Rectangle 67">
            <a:extLst>
              <a:ext uri="{FF2B5EF4-FFF2-40B4-BE49-F238E27FC236}">
                <a16:creationId xmlns:a16="http://schemas.microsoft.com/office/drawing/2014/main" id="{100C3CEF-A9C7-384D-D69B-988DC13A58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677863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250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54" name="Line 68">
            <a:extLst>
              <a:ext uri="{FF2B5EF4-FFF2-40B4-BE49-F238E27FC236}">
                <a16:creationId xmlns:a16="http://schemas.microsoft.com/office/drawing/2014/main" id="{58D8C599-7BAB-A776-ABC6-68E7B65A3A24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275" y="690563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5" name="Line 69">
            <a:extLst>
              <a:ext uri="{FF2B5EF4-FFF2-40B4-BE49-F238E27FC236}">
                <a16:creationId xmlns:a16="http://schemas.microsoft.com/office/drawing/2014/main" id="{5399BB70-7883-BB2C-6FAD-68CF3594A60D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275" y="1814513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6" name="Line 70">
            <a:extLst>
              <a:ext uri="{FF2B5EF4-FFF2-40B4-BE49-F238E27FC236}">
                <a16:creationId xmlns:a16="http://schemas.microsoft.com/office/drawing/2014/main" id="{88763DCB-AA38-02F3-3572-A8A53B79A61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35275" y="690563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8" name="Line 71">
            <a:extLst>
              <a:ext uri="{FF2B5EF4-FFF2-40B4-BE49-F238E27FC236}">
                <a16:creationId xmlns:a16="http://schemas.microsoft.com/office/drawing/2014/main" id="{159503DC-327C-D71A-2661-BE18A751461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47988" y="690563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9" name="Rectangle 72">
            <a:extLst>
              <a:ext uri="{FF2B5EF4-FFF2-40B4-BE49-F238E27FC236}">
                <a16:creationId xmlns:a16="http://schemas.microsoft.com/office/drawing/2014/main" id="{58F3122D-E0B0-1DCF-77BC-D18D65947B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3063" y="2747963"/>
            <a:ext cx="1122363" cy="11239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60" name="Rectangle 73">
            <a:extLst>
              <a:ext uri="{FF2B5EF4-FFF2-40B4-BE49-F238E27FC236}">
                <a16:creationId xmlns:a16="http://schemas.microsoft.com/office/drawing/2014/main" id="{9ABCF3AA-BEE5-9E08-2B50-E8FE8A0336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4838" y="2619375"/>
            <a:ext cx="771525" cy="13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first patch ( 84)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122" name="Picture 74">
            <a:extLst>
              <a:ext uri="{FF2B5EF4-FFF2-40B4-BE49-F238E27FC236}">
                <a16:creationId xmlns:a16="http://schemas.microsoft.com/office/drawing/2014/main" id="{AB65AA82-B9DA-DCAA-7074-AA204275F4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063" y="2751138"/>
            <a:ext cx="1122363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61" name="Line 75">
            <a:extLst>
              <a:ext uri="{FF2B5EF4-FFF2-40B4-BE49-F238E27FC236}">
                <a16:creationId xmlns:a16="http://schemas.microsoft.com/office/drawing/2014/main" id="{B28BC11A-7951-0B52-7FDF-592955C3A622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3871913"/>
            <a:ext cx="112236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62" name="Line 76">
            <a:extLst>
              <a:ext uri="{FF2B5EF4-FFF2-40B4-BE49-F238E27FC236}">
                <a16:creationId xmlns:a16="http://schemas.microsoft.com/office/drawing/2014/main" id="{4DA834B8-2395-6588-A5AF-D7A98988F38A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2747963"/>
            <a:ext cx="112236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63" name="Line 77">
            <a:extLst>
              <a:ext uri="{FF2B5EF4-FFF2-40B4-BE49-F238E27FC236}">
                <a16:creationId xmlns:a16="http://schemas.microsoft.com/office/drawing/2014/main" id="{4476F505-FBEB-193B-BE3D-7A6B2A45DA5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14513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64" name="Line 78">
            <a:extLst>
              <a:ext uri="{FF2B5EF4-FFF2-40B4-BE49-F238E27FC236}">
                <a16:creationId xmlns:a16="http://schemas.microsoft.com/office/drawing/2014/main" id="{9D3A90F8-B016-3FFB-B2EE-9DDB2C17ED7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89138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65" name="Line 79">
            <a:extLst>
              <a:ext uri="{FF2B5EF4-FFF2-40B4-BE49-F238E27FC236}">
                <a16:creationId xmlns:a16="http://schemas.microsoft.com/office/drawing/2014/main" id="{C264DFD6-61B1-BB04-5EEE-C7D1400A6EF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65350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66" name="Line 80">
            <a:extLst>
              <a:ext uri="{FF2B5EF4-FFF2-40B4-BE49-F238E27FC236}">
                <a16:creationId xmlns:a16="http://schemas.microsoft.com/office/drawing/2014/main" id="{31E43580-94FC-4731-3F84-7083588C72C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39975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67" name="Line 81">
            <a:extLst>
              <a:ext uri="{FF2B5EF4-FFF2-40B4-BE49-F238E27FC236}">
                <a16:creationId xmlns:a16="http://schemas.microsoft.com/office/drawing/2014/main" id="{EEA3E9C4-3EC5-350D-6A38-145273A4B90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16188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68" name="Line 82">
            <a:extLst>
              <a:ext uri="{FF2B5EF4-FFF2-40B4-BE49-F238E27FC236}">
                <a16:creationId xmlns:a16="http://schemas.microsoft.com/office/drawing/2014/main" id="{2A48FE4E-F830-1935-39F5-8EF6446A7D3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90813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69" name="Line 83">
            <a:extLst>
              <a:ext uri="{FF2B5EF4-FFF2-40B4-BE49-F238E27FC236}">
                <a16:creationId xmlns:a16="http://schemas.microsoft.com/office/drawing/2014/main" id="{257F65FD-0965-4864-3BFA-B0C9B53FED11}"/>
              </a:ext>
            </a:extLst>
          </p:cNvPr>
          <p:cNvSpPr>
            <a:spLocks noChangeShapeType="1"/>
          </p:cNvSpPr>
          <p:nvPr/>
        </p:nvSpPr>
        <p:spPr bwMode="auto">
          <a:xfrm>
            <a:off x="1814513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70" name="Line 84">
            <a:extLst>
              <a:ext uri="{FF2B5EF4-FFF2-40B4-BE49-F238E27FC236}">
                <a16:creationId xmlns:a16="http://schemas.microsoft.com/office/drawing/2014/main" id="{042CA892-4B79-B4DD-B2E0-14B09292D960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9138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71" name="Line 85">
            <a:extLst>
              <a:ext uri="{FF2B5EF4-FFF2-40B4-BE49-F238E27FC236}">
                <a16:creationId xmlns:a16="http://schemas.microsoft.com/office/drawing/2014/main" id="{82EAC7D3-1607-3797-1AA5-A3EF5B2D31A7}"/>
              </a:ext>
            </a:extLst>
          </p:cNvPr>
          <p:cNvSpPr>
            <a:spLocks noChangeShapeType="1"/>
          </p:cNvSpPr>
          <p:nvPr/>
        </p:nvSpPr>
        <p:spPr bwMode="auto">
          <a:xfrm>
            <a:off x="2165350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72" name="Line 86">
            <a:extLst>
              <a:ext uri="{FF2B5EF4-FFF2-40B4-BE49-F238E27FC236}">
                <a16:creationId xmlns:a16="http://schemas.microsoft.com/office/drawing/2014/main" id="{DE5A3481-588B-F5A3-C1DC-3333118DCA27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9975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73" name="Line 87">
            <a:extLst>
              <a:ext uri="{FF2B5EF4-FFF2-40B4-BE49-F238E27FC236}">
                <a16:creationId xmlns:a16="http://schemas.microsoft.com/office/drawing/2014/main" id="{EC1E7481-B6B4-4F3E-5E93-A3FBE3E31105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6188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74" name="Line 88">
            <a:extLst>
              <a:ext uri="{FF2B5EF4-FFF2-40B4-BE49-F238E27FC236}">
                <a16:creationId xmlns:a16="http://schemas.microsoft.com/office/drawing/2014/main" id="{00B7AAB0-A558-40A9-590F-29BB2DD49329}"/>
              </a:ext>
            </a:extLst>
          </p:cNvPr>
          <p:cNvSpPr>
            <a:spLocks noChangeShapeType="1"/>
          </p:cNvSpPr>
          <p:nvPr/>
        </p:nvSpPr>
        <p:spPr bwMode="auto">
          <a:xfrm>
            <a:off x="2690813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75" name="Rectangle 89">
            <a:extLst>
              <a:ext uri="{FF2B5EF4-FFF2-40B4-BE49-F238E27FC236}">
                <a16:creationId xmlns:a16="http://schemas.microsoft.com/office/drawing/2014/main" id="{745BEA70-4506-7B43-053D-0FF4CC1BB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8475" y="39179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76" name="Rectangle 90">
            <a:extLst>
              <a:ext uri="{FF2B5EF4-FFF2-40B4-BE49-F238E27FC236}">
                <a16:creationId xmlns:a16="http://schemas.microsoft.com/office/drawing/2014/main" id="{EB652566-1A0C-B553-661A-C4667811B0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3100" y="39179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77" name="Rectangle 91">
            <a:extLst>
              <a:ext uri="{FF2B5EF4-FFF2-40B4-BE49-F238E27FC236}">
                <a16:creationId xmlns:a16="http://schemas.microsoft.com/office/drawing/2014/main" id="{A5459402-BD18-369B-21C5-D082D020E6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9313" y="39179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60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78" name="Rectangle 92">
            <a:extLst>
              <a:ext uri="{FF2B5EF4-FFF2-40B4-BE49-F238E27FC236}">
                <a16:creationId xmlns:a16="http://schemas.microsoft.com/office/drawing/2014/main" id="{A32CE157-ADBC-CAA3-3672-D9CED6E3B4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5525" y="39179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80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79" name="Rectangle 93">
            <a:extLst>
              <a:ext uri="{FF2B5EF4-FFF2-40B4-BE49-F238E27FC236}">
                <a16:creationId xmlns:a16="http://schemas.microsoft.com/office/drawing/2014/main" id="{8E23C227-F0E5-D395-A6B3-0DAE80E206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6338" y="3917950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80" name="Rectangle 94">
            <a:extLst>
              <a:ext uri="{FF2B5EF4-FFF2-40B4-BE49-F238E27FC236}">
                <a16:creationId xmlns:a16="http://schemas.microsoft.com/office/drawing/2014/main" id="{76062456-D1DF-BC73-22B4-105CD483B3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0963" y="3917950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81" name="Line 95">
            <a:extLst>
              <a:ext uri="{FF2B5EF4-FFF2-40B4-BE49-F238E27FC236}">
                <a16:creationId xmlns:a16="http://schemas.microsoft.com/office/drawing/2014/main" id="{A8612C6C-6346-6057-ABF5-202BEB2A1978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2747963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82" name="Line 96">
            <a:extLst>
              <a:ext uri="{FF2B5EF4-FFF2-40B4-BE49-F238E27FC236}">
                <a16:creationId xmlns:a16="http://schemas.microsoft.com/office/drawing/2014/main" id="{299E64D9-2CE0-AAA3-6580-BF43EB296862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5425" y="2747963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83" name="Line 97">
            <a:extLst>
              <a:ext uri="{FF2B5EF4-FFF2-40B4-BE49-F238E27FC236}">
                <a16:creationId xmlns:a16="http://schemas.microsoft.com/office/drawing/2014/main" id="{927209E0-4B02-63E4-2692-97A6A6946AEE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29194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84" name="Line 98">
            <a:extLst>
              <a:ext uri="{FF2B5EF4-FFF2-40B4-BE49-F238E27FC236}">
                <a16:creationId xmlns:a16="http://schemas.microsoft.com/office/drawing/2014/main" id="{EA1AB0C7-8B0C-0BBE-F90C-C103EAD50683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30940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85" name="Line 99">
            <a:extLst>
              <a:ext uri="{FF2B5EF4-FFF2-40B4-BE49-F238E27FC236}">
                <a16:creationId xmlns:a16="http://schemas.microsoft.com/office/drawing/2014/main" id="{3ABADE73-8E4C-38F1-7581-2B7DBD9FF9A4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32702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86" name="Line 100">
            <a:extLst>
              <a:ext uri="{FF2B5EF4-FFF2-40B4-BE49-F238E27FC236}">
                <a16:creationId xmlns:a16="http://schemas.microsoft.com/office/drawing/2014/main" id="{0279B081-02B1-32C4-26E9-80EF6828F83F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34464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87" name="Line 101">
            <a:extLst>
              <a:ext uri="{FF2B5EF4-FFF2-40B4-BE49-F238E27FC236}">
                <a16:creationId xmlns:a16="http://schemas.microsoft.com/office/drawing/2014/main" id="{0947CADB-F65C-E4A8-FB59-4EBD00D9C3DB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36210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88" name="Line 102">
            <a:extLst>
              <a:ext uri="{FF2B5EF4-FFF2-40B4-BE49-F238E27FC236}">
                <a16:creationId xmlns:a16="http://schemas.microsoft.com/office/drawing/2014/main" id="{5881F100-0F62-C195-0B6F-DBC30E19F327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37973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89" name="Line 103">
            <a:extLst>
              <a:ext uri="{FF2B5EF4-FFF2-40B4-BE49-F238E27FC236}">
                <a16:creationId xmlns:a16="http://schemas.microsoft.com/office/drawing/2014/main" id="{22BFBD27-7543-EE22-54A2-7610C80C84D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4313" y="29194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90" name="Line 104">
            <a:extLst>
              <a:ext uri="{FF2B5EF4-FFF2-40B4-BE49-F238E27FC236}">
                <a16:creationId xmlns:a16="http://schemas.microsoft.com/office/drawing/2014/main" id="{1D9DBAA1-D2CF-8DCC-5532-7EF4E522BA6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4313" y="30940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91" name="Line 105">
            <a:extLst>
              <a:ext uri="{FF2B5EF4-FFF2-40B4-BE49-F238E27FC236}">
                <a16:creationId xmlns:a16="http://schemas.microsoft.com/office/drawing/2014/main" id="{E3547953-1FD2-73CA-9691-9A9C67D576B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4313" y="32702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92" name="Line 106">
            <a:extLst>
              <a:ext uri="{FF2B5EF4-FFF2-40B4-BE49-F238E27FC236}">
                <a16:creationId xmlns:a16="http://schemas.microsoft.com/office/drawing/2014/main" id="{0B15608D-DFF3-45FF-1509-4FE5A93FB14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4313" y="34464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93" name="Line 107">
            <a:extLst>
              <a:ext uri="{FF2B5EF4-FFF2-40B4-BE49-F238E27FC236}">
                <a16:creationId xmlns:a16="http://schemas.microsoft.com/office/drawing/2014/main" id="{99E93707-887B-AB71-37AF-2CFA09744F4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4313" y="36210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94" name="Line 108">
            <a:extLst>
              <a:ext uri="{FF2B5EF4-FFF2-40B4-BE49-F238E27FC236}">
                <a16:creationId xmlns:a16="http://schemas.microsoft.com/office/drawing/2014/main" id="{3F475D15-B05F-9295-9792-415E6C13D1D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4313" y="37973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95" name="Rectangle 109">
            <a:extLst>
              <a:ext uri="{FF2B5EF4-FFF2-40B4-BE49-F238E27FC236}">
                <a16:creationId xmlns:a16="http://schemas.microsoft.com/office/drawing/2014/main" id="{B6A39933-C2C2-F6DE-0353-5CED4866B1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063" y="2874963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96" name="Rectangle 110">
            <a:extLst>
              <a:ext uri="{FF2B5EF4-FFF2-40B4-BE49-F238E27FC236}">
                <a16:creationId xmlns:a16="http://schemas.microsoft.com/office/drawing/2014/main" id="{AA9518E4-A77E-3D77-1400-E65FE8F0FD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063" y="305117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97" name="Rectangle 111">
            <a:extLst>
              <a:ext uri="{FF2B5EF4-FFF2-40B4-BE49-F238E27FC236}">
                <a16:creationId xmlns:a16="http://schemas.microsoft.com/office/drawing/2014/main" id="{3D007F6E-8BEE-00E4-2121-DA1C82E173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063" y="3227388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60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98" name="Rectangle 112">
            <a:extLst>
              <a:ext uri="{FF2B5EF4-FFF2-40B4-BE49-F238E27FC236}">
                <a16:creationId xmlns:a16="http://schemas.microsoft.com/office/drawing/2014/main" id="{F83A5199-A401-3173-F05D-7EED27042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063" y="340360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80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99" name="Rectangle 113">
            <a:extLst>
              <a:ext uri="{FF2B5EF4-FFF2-40B4-BE49-F238E27FC236}">
                <a16:creationId xmlns:a16="http://schemas.microsoft.com/office/drawing/2014/main" id="{FD25C306-C180-7AD3-7F86-A809125AE4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6850" y="3578225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00" name="Rectangle 114">
            <a:extLst>
              <a:ext uri="{FF2B5EF4-FFF2-40B4-BE49-F238E27FC236}">
                <a16:creationId xmlns:a16="http://schemas.microsoft.com/office/drawing/2014/main" id="{ED3739BE-F661-72A1-9284-4C3C6665F5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6850" y="3754438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01" name="Line 115">
            <a:extLst>
              <a:ext uri="{FF2B5EF4-FFF2-40B4-BE49-F238E27FC236}">
                <a16:creationId xmlns:a16="http://schemas.microsoft.com/office/drawing/2014/main" id="{7B0F75C4-FE4C-BB32-1393-449B4ABFDFC2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275" y="386873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03" name="Line 116">
            <a:extLst>
              <a:ext uri="{FF2B5EF4-FFF2-40B4-BE49-F238E27FC236}">
                <a16:creationId xmlns:a16="http://schemas.microsoft.com/office/drawing/2014/main" id="{4DF2077D-51C5-A138-DF35-9EC122A8B75C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275" y="274478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04" name="Line 117">
            <a:extLst>
              <a:ext uri="{FF2B5EF4-FFF2-40B4-BE49-F238E27FC236}">
                <a16:creationId xmlns:a16="http://schemas.microsoft.com/office/drawing/2014/main" id="{665CC29E-DB4D-D9B5-4DFC-9F8FF54680F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35275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05" name="Line 118">
            <a:extLst>
              <a:ext uri="{FF2B5EF4-FFF2-40B4-BE49-F238E27FC236}">
                <a16:creationId xmlns:a16="http://schemas.microsoft.com/office/drawing/2014/main" id="{E795B9B8-30BD-137C-D92D-12EC4C4A243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47988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167" name="Picture 119">
            <a:extLst>
              <a:ext uri="{FF2B5EF4-FFF2-40B4-BE49-F238E27FC236}">
                <a16:creationId xmlns:a16="http://schemas.microsoft.com/office/drawing/2014/main" id="{3EA2FFA0-416F-8285-1C72-A8C3F1AE73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5275" y="2744788"/>
            <a:ext cx="112713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06" name="Line 120">
            <a:extLst>
              <a:ext uri="{FF2B5EF4-FFF2-40B4-BE49-F238E27FC236}">
                <a16:creationId xmlns:a16="http://schemas.microsoft.com/office/drawing/2014/main" id="{F845EDDB-4B32-17EB-B00A-15C22E62AAB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47988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07" name="Line 121">
            <a:extLst>
              <a:ext uri="{FF2B5EF4-FFF2-40B4-BE49-F238E27FC236}">
                <a16:creationId xmlns:a16="http://schemas.microsoft.com/office/drawing/2014/main" id="{DCFFC52F-23AB-FB37-CF1A-F3D4C712D07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6875" y="38687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08" name="Line 122">
            <a:extLst>
              <a:ext uri="{FF2B5EF4-FFF2-40B4-BE49-F238E27FC236}">
                <a16:creationId xmlns:a16="http://schemas.microsoft.com/office/drawing/2014/main" id="{99895478-E909-2380-2576-EE516CA6799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6875" y="36496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09" name="Line 123">
            <a:extLst>
              <a:ext uri="{FF2B5EF4-FFF2-40B4-BE49-F238E27FC236}">
                <a16:creationId xmlns:a16="http://schemas.microsoft.com/office/drawing/2014/main" id="{17A36CB5-E2D2-BCC1-7E10-C02346DEEAF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6875" y="34305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10" name="Line 124">
            <a:extLst>
              <a:ext uri="{FF2B5EF4-FFF2-40B4-BE49-F238E27FC236}">
                <a16:creationId xmlns:a16="http://schemas.microsoft.com/office/drawing/2014/main" id="{A81CC4D8-451A-180D-DF51-6C43639C356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6875" y="32099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11" name="Line 125">
            <a:extLst>
              <a:ext uri="{FF2B5EF4-FFF2-40B4-BE49-F238E27FC236}">
                <a16:creationId xmlns:a16="http://schemas.microsoft.com/office/drawing/2014/main" id="{8AAB1A98-A232-A9D5-1334-9BBB11032A5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6875" y="29908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12" name="Line 126">
            <a:extLst>
              <a:ext uri="{FF2B5EF4-FFF2-40B4-BE49-F238E27FC236}">
                <a16:creationId xmlns:a16="http://schemas.microsoft.com/office/drawing/2014/main" id="{108BDAF6-F285-5773-9570-751495E49FE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6875" y="277177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13" name="Rectangle 127">
            <a:extLst>
              <a:ext uri="{FF2B5EF4-FFF2-40B4-BE49-F238E27FC236}">
                <a16:creationId xmlns:a16="http://schemas.microsoft.com/office/drawing/2014/main" id="{590F9659-D20F-69B2-421E-932E8124B9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3830638"/>
            <a:ext cx="746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14" name="Rectangle 128">
            <a:extLst>
              <a:ext uri="{FF2B5EF4-FFF2-40B4-BE49-F238E27FC236}">
                <a16:creationId xmlns:a16="http://schemas.microsoft.com/office/drawing/2014/main" id="{584174DB-7BFA-55B3-B0AE-B9F2D3AF2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3609975"/>
            <a:ext cx="1127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50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15" name="Rectangle 129">
            <a:extLst>
              <a:ext uri="{FF2B5EF4-FFF2-40B4-BE49-F238E27FC236}">
                <a16:creationId xmlns:a16="http://schemas.microsoft.com/office/drawing/2014/main" id="{217B6611-BEE4-079E-18A7-D373737DF5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3390900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16" name="Rectangle 130">
            <a:extLst>
              <a:ext uri="{FF2B5EF4-FFF2-40B4-BE49-F238E27FC236}">
                <a16:creationId xmlns:a16="http://schemas.microsoft.com/office/drawing/2014/main" id="{8CB52977-FAC8-48CA-DC06-DFFE0E96F9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3170238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150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17" name="Rectangle 131">
            <a:extLst>
              <a:ext uri="{FF2B5EF4-FFF2-40B4-BE49-F238E27FC236}">
                <a16:creationId xmlns:a16="http://schemas.microsoft.com/office/drawing/2014/main" id="{0F10985D-F781-9D2E-C910-694B3D2323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2951163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18" name="Rectangle 132">
            <a:extLst>
              <a:ext uri="{FF2B5EF4-FFF2-40B4-BE49-F238E27FC236}">
                <a16:creationId xmlns:a16="http://schemas.microsoft.com/office/drawing/2014/main" id="{FED43C93-E4AC-DD3C-71B9-297D4691A3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2730500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250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19" name="Line 133">
            <a:extLst>
              <a:ext uri="{FF2B5EF4-FFF2-40B4-BE49-F238E27FC236}">
                <a16:creationId xmlns:a16="http://schemas.microsoft.com/office/drawing/2014/main" id="{437E9F20-AE8D-7985-E188-BDAE370DA7D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275" y="274478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20" name="Line 134">
            <a:extLst>
              <a:ext uri="{FF2B5EF4-FFF2-40B4-BE49-F238E27FC236}">
                <a16:creationId xmlns:a16="http://schemas.microsoft.com/office/drawing/2014/main" id="{5BA2F83C-ECD1-5292-803D-F12B8239DE8F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275" y="386873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21" name="Line 135">
            <a:extLst>
              <a:ext uri="{FF2B5EF4-FFF2-40B4-BE49-F238E27FC236}">
                <a16:creationId xmlns:a16="http://schemas.microsoft.com/office/drawing/2014/main" id="{A4686094-73FD-B0B5-0F54-8021B1B11C3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35275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23" name="Line 136">
            <a:extLst>
              <a:ext uri="{FF2B5EF4-FFF2-40B4-BE49-F238E27FC236}">
                <a16:creationId xmlns:a16="http://schemas.microsoft.com/office/drawing/2014/main" id="{4212562D-1870-AA2F-D211-836DD18B259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47988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24" name="Rectangle 137">
            <a:extLst>
              <a:ext uri="{FF2B5EF4-FFF2-40B4-BE49-F238E27FC236}">
                <a16:creationId xmlns:a16="http://schemas.microsoft.com/office/drawing/2014/main" id="{4B9CB96D-9A17-E61A-83FC-48B000C4CC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0450" y="2747963"/>
            <a:ext cx="1123950" cy="11239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25" name="Rectangle 138">
            <a:extLst>
              <a:ext uri="{FF2B5EF4-FFF2-40B4-BE49-F238E27FC236}">
                <a16:creationId xmlns:a16="http://schemas.microsoft.com/office/drawing/2014/main" id="{80E69FD8-95DD-25C2-7732-2A34807626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8563" y="2619375"/>
            <a:ext cx="966788" cy="13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downsampled by  2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187" name="Picture 139">
            <a:extLst>
              <a:ext uri="{FF2B5EF4-FFF2-40B4-BE49-F238E27FC236}">
                <a16:creationId xmlns:a16="http://schemas.microsoft.com/office/drawing/2014/main" id="{C8A5CD74-B68A-212E-9452-0AB7132877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0450" y="2751138"/>
            <a:ext cx="1123950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26" name="Line 140">
            <a:extLst>
              <a:ext uri="{FF2B5EF4-FFF2-40B4-BE49-F238E27FC236}">
                <a16:creationId xmlns:a16="http://schemas.microsoft.com/office/drawing/2014/main" id="{C98992A5-9359-D7B2-6CAF-6656DCB896BB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0450" y="3871913"/>
            <a:ext cx="1123950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27" name="Line 141">
            <a:extLst>
              <a:ext uri="{FF2B5EF4-FFF2-40B4-BE49-F238E27FC236}">
                <a16:creationId xmlns:a16="http://schemas.microsoft.com/office/drawing/2014/main" id="{5C97F94B-DCF4-3E42-35D9-79FA7900E517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0450" y="2747963"/>
            <a:ext cx="1123950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28" name="Line 142">
            <a:extLst>
              <a:ext uri="{FF2B5EF4-FFF2-40B4-BE49-F238E27FC236}">
                <a16:creationId xmlns:a16="http://schemas.microsoft.com/office/drawing/2014/main" id="{5C28D360-56A7-ED59-9137-8B85478BE44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43350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29" name="Line 143">
            <a:extLst>
              <a:ext uri="{FF2B5EF4-FFF2-40B4-BE49-F238E27FC236}">
                <a16:creationId xmlns:a16="http://schemas.microsoft.com/office/drawing/2014/main" id="{026696A4-A992-72CB-4CBF-3242ECF855E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94188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30" name="Line 144">
            <a:extLst>
              <a:ext uri="{FF2B5EF4-FFF2-40B4-BE49-F238E27FC236}">
                <a16:creationId xmlns:a16="http://schemas.microsoft.com/office/drawing/2014/main" id="{E090F0DA-CAE0-FC4F-F870-53727B466D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45025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31" name="Line 145">
            <a:extLst>
              <a:ext uri="{FF2B5EF4-FFF2-40B4-BE49-F238E27FC236}">
                <a16:creationId xmlns:a16="http://schemas.microsoft.com/office/drawing/2014/main" id="{785696BA-1E72-13BE-6591-DEB3C0A66104}"/>
              </a:ext>
            </a:extLst>
          </p:cNvPr>
          <p:cNvSpPr>
            <a:spLocks noChangeShapeType="1"/>
          </p:cNvSpPr>
          <p:nvPr/>
        </p:nvSpPr>
        <p:spPr bwMode="auto">
          <a:xfrm>
            <a:off x="3943350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32" name="Line 146">
            <a:extLst>
              <a:ext uri="{FF2B5EF4-FFF2-40B4-BE49-F238E27FC236}">
                <a16:creationId xmlns:a16="http://schemas.microsoft.com/office/drawing/2014/main" id="{27CEEB0A-0BB4-952C-E456-5F426B949EA2}"/>
              </a:ext>
            </a:extLst>
          </p:cNvPr>
          <p:cNvSpPr>
            <a:spLocks noChangeShapeType="1"/>
          </p:cNvSpPr>
          <p:nvPr/>
        </p:nvSpPr>
        <p:spPr bwMode="auto">
          <a:xfrm>
            <a:off x="4294188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33" name="Line 147">
            <a:extLst>
              <a:ext uri="{FF2B5EF4-FFF2-40B4-BE49-F238E27FC236}">
                <a16:creationId xmlns:a16="http://schemas.microsoft.com/office/drawing/2014/main" id="{767272ED-7570-2BA6-6E9A-6946B73E848F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5025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34" name="Rectangle 148">
            <a:extLst>
              <a:ext uri="{FF2B5EF4-FFF2-40B4-BE49-F238E27FC236}">
                <a16:creationId xmlns:a16="http://schemas.microsoft.com/office/drawing/2014/main" id="{B60E5EBA-8CB7-76B5-C9EF-365D5602BC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2075" y="39179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35" name="Rectangle 149">
            <a:extLst>
              <a:ext uri="{FF2B5EF4-FFF2-40B4-BE49-F238E27FC236}">
                <a16:creationId xmlns:a16="http://schemas.microsoft.com/office/drawing/2014/main" id="{6DA48382-F67D-F781-90C9-5F5FACCDAA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8150" y="39179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36" name="Rectangle 150">
            <a:extLst>
              <a:ext uri="{FF2B5EF4-FFF2-40B4-BE49-F238E27FC236}">
                <a16:creationId xmlns:a16="http://schemas.microsoft.com/office/drawing/2014/main" id="{7857141B-955C-3718-BFF8-C5CF065C92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8988" y="39179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60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37" name="Line 151">
            <a:extLst>
              <a:ext uri="{FF2B5EF4-FFF2-40B4-BE49-F238E27FC236}">
                <a16:creationId xmlns:a16="http://schemas.microsoft.com/office/drawing/2014/main" id="{E742B0FB-417B-6192-0339-00ADDFC7EE18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0450" y="2747963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38" name="Line 152">
            <a:extLst>
              <a:ext uri="{FF2B5EF4-FFF2-40B4-BE49-F238E27FC236}">
                <a16:creationId xmlns:a16="http://schemas.microsoft.com/office/drawing/2014/main" id="{92F53E31-2622-5276-CD5C-06233B1CBE2D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2747963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39" name="Line 153">
            <a:extLst>
              <a:ext uri="{FF2B5EF4-FFF2-40B4-BE49-F238E27FC236}">
                <a16:creationId xmlns:a16="http://schemas.microsoft.com/office/drawing/2014/main" id="{0C973DE8-3D91-DFB0-7AAB-0778277CED3E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0450" y="29146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0" name="Line 154">
            <a:extLst>
              <a:ext uri="{FF2B5EF4-FFF2-40B4-BE49-F238E27FC236}">
                <a16:creationId xmlns:a16="http://schemas.microsoft.com/office/drawing/2014/main" id="{3B616419-EBBD-ADD6-B175-A50E129BF66C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0450" y="30908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1" name="Line 155">
            <a:extLst>
              <a:ext uri="{FF2B5EF4-FFF2-40B4-BE49-F238E27FC236}">
                <a16:creationId xmlns:a16="http://schemas.microsoft.com/office/drawing/2014/main" id="{A6F989A0-1D1E-9977-F4F9-72EAE3D7CD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0450" y="32654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2" name="Line 156">
            <a:extLst>
              <a:ext uri="{FF2B5EF4-FFF2-40B4-BE49-F238E27FC236}">
                <a16:creationId xmlns:a16="http://schemas.microsoft.com/office/drawing/2014/main" id="{7825CD52-BF31-337D-827F-3498603D495A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0450" y="34417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3" name="Line 157">
            <a:extLst>
              <a:ext uri="{FF2B5EF4-FFF2-40B4-BE49-F238E27FC236}">
                <a16:creationId xmlns:a16="http://schemas.microsoft.com/office/drawing/2014/main" id="{92007459-57D4-C770-9FB8-E90BC55CAC4E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0450" y="36179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4" name="Line 158">
            <a:extLst>
              <a:ext uri="{FF2B5EF4-FFF2-40B4-BE49-F238E27FC236}">
                <a16:creationId xmlns:a16="http://schemas.microsoft.com/office/drawing/2014/main" id="{118C8D3F-A8A9-49A8-5086-51722422E45A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0450" y="37925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5" name="Line 159">
            <a:extLst>
              <a:ext uri="{FF2B5EF4-FFF2-40B4-BE49-F238E27FC236}">
                <a16:creationId xmlns:a16="http://schemas.microsoft.com/office/drawing/2014/main" id="{5AEBA3AF-20F9-68F1-09F9-A349F25F6EA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13288" y="29146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6" name="Line 160">
            <a:extLst>
              <a:ext uri="{FF2B5EF4-FFF2-40B4-BE49-F238E27FC236}">
                <a16:creationId xmlns:a16="http://schemas.microsoft.com/office/drawing/2014/main" id="{2D077A4F-074D-ACE2-3FD2-1FAC23662F4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13288" y="30908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7" name="Line 161">
            <a:extLst>
              <a:ext uri="{FF2B5EF4-FFF2-40B4-BE49-F238E27FC236}">
                <a16:creationId xmlns:a16="http://schemas.microsoft.com/office/drawing/2014/main" id="{E8633AD2-C00E-912F-724E-58B231E4AB1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13288" y="32654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8" name="Line 162">
            <a:extLst>
              <a:ext uri="{FF2B5EF4-FFF2-40B4-BE49-F238E27FC236}">
                <a16:creationId xmlns:a16="http://schemas.microsoft.com/office/drawing/2014/main" id="{91520F89-1F97-4823-AC0E-04D6B499B2F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13288" y="34417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9" name="Line 163">
            <a:extLst>
              <a:ext uri="{FF2B5EF4-FFF2-40B4-BE49-F238E27FC236}">
                <a16:creationId xmlns:a16="http://schemas.microsoft.com/office/drawing/2014/main" id="{E95CF021-8B7C-BD9D-5F90-2048D35925D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13288" y="36179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0" name="Line 164">
            <a:extLst>
              <a:ext uri="{FF2B5EF4-FFF2-40B4-BE49-F238E27FC236}">
                <a16:creationId xmlns:a16="http://schemas.microsoft.com/office/drawing/2014/main" id="{AD329B13-7602-3DE0-F8FE-B1E2C086C39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13288" y="37925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1" name="Rectangle 165">
            <a:extLst>
              <a:ext uri="{FF2B5EF4-FFF2-40B4-BE49-F238E27FC236}">
                <a16:creationId xmlns:a16="http://schemas.microsoft.com/office/drawing/2014/main" id="{1737CF32-7D25-EEDF-7669-CF056DE10A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5038" y="2868613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52" name="Rectangle 166">
            <a:extLst>
              <a:ext uri="{FF2B5EF4-FFF2-40B4-BE49-F238E27FC236}">
                <a16:creationId xmlns:a16="http://schemas.microsoft.com/office/drawing/2014/main" id="{C1F57FC3-77E6-C760-21F8-7D67BA9C01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5038" y="30448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53" name="Rectangle 167">
            <a:extLst>
              <a:ext uri="{FF2B5EF4-FFF2-40B4-BE49-F238E27FC236}">
                <a16:creationId xmlns:a16="http://schemas.microsoft.com/office/drawing/2014/main" id="{D0EB8F08-9CF7-6BA1-0DAB-299B9D6AA3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5038" y="3221038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30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54" name="Rectangle 168">
            <a:extLst>
              <a:ext uri="{FF2B5EF4-FFF2-40B4-BE49-F238E27FC236}">
                <a16:creationId xmlns:a16="http://schemas.microsoft.com/office/drawing/2014/main" id="{41199216-79DB-2F22-ACFD-0DFDD93C81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5038" y="33972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55" name="Rectangle 169">
            <a:extLst>
              <a:ext uri="{FF2B5EF4-FFF2-40B4-BE49-F238E27FC236}">
                <a16:creationId xmlns:a16="http://schemas.microsoft.com/office/drawing/2014/main" id="{4D7977F5-F29C-E1A5-E378-F3AB69E80D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5038" y="357187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50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56" name="Rectangle 170">
            <a:extLst>
              <a:ext uri="{FF2B5EF4-FFF2-40B4-BE49-F238E27FC236}">
                <a16:creationId xmlns:a16="http://schemas.microsoft.com/office/drawing/2014/main" id="{42649EAE-C2B2-23AA-64EB-C250B2B244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5038" y="3748088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60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57" name="Line 171">
            <a:extLst>
              <a:ext uri="{FF2B5EF4-FFF2-40B4-BE49-F238E27FC236}">
                <a16:creationId xmlns:a16="http://schemas.microsoft.com/office/drawing/2014/main" id="{E7CA0E97-2653-638B-F851-9DA75BBF0503}"/>
              </a:ext>
            </a:extLst>
          </p:cNvPr>
          <p:cNvSpPr>
            <a:spLocks noChangeShapeType="1"/>
          </p:cNvSpPr>
          <p:nvPr/>
        </p:nvSpPr>
        <p:spPr bwMode="auto">
          <a:xfrm>
            <a:off x="4794250" y="386873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8" name="Line 172">
            <a:extLst>
              <a:ext uri="{FF2B5EF4-FFF2-40B4-BE49-F238E27FC236}">
                <a16:creationId xmlns:a16="http://schemas.microsoft.com/office/drawing/2014/main" id="{04ADF2C2-2C77-F437-C3CD-B2810C93AAD0}"/>
              </a:ext>
            </a:extLst>
          </p:cNvPr>
          <p:cNvSpPr>
            <a:spLocks noChangeShapeType="1"/>
          </p:cNvSpPr>
          <p:nvPr/>
        </p:nvSpPr>
        <p:spPr bwMode="auto">
          <a:xfrm>
            <a:off x="4794250" y="274478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9" name="Line 173">
            <a:extLst>
              <a:ext uri="{FF2B5EF4-FFF2-40B4-BE49-F238E27FC236}">
                <a16:creationId xmlns:a16="http://schemas.microsoft.com/office/drawing/2014/main" id="{CD18EF33-FCFF-B0BC-C60F-02E2954045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94250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60" name="Line 174">
            <a:extLst>
              <a:ext uri="{FF2B5EF4-FFF2-40B4-BE49-F238E27FC236}">
                <a16:creationId xmlns:a16="http://schemas.microsoft.com/office/drawing/2014/main" id="{CB249998-0255-067A-651A-E92FD7549E4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06963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223" name="Picture 175">
            <a:extLst>
              <a:ext uri="{FF2B5EF4-FFF2-40B4-BE49-F238E27FC236}">
                <a16:creationId xmlns:a16="http://schemas.microsoft.com/office/drawing/2014/main" id="{0C08A8B5-C82A-6E2E-755A-FF1745ED00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4250" y="2744788"/>
            <a:ext cx="112713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61" name="Line 176">
            <a:extLst>
              <a:ext uri="{FF2B5EF4-FFF2-40B4-BE49-F238E27FC236}">
                <a16:creationId xmlns:a16="http://schemas.microsoft.com/office/drawing/2014/main" id="{E7BD722B-45C0-41A6-55AA-874522DA97B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06963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62" name="Line 177">
            <a:extLst>
              <a:ext uri="{FF2B5EF4-FFF2-40B4-BE49-F238E27FC236}">
                <a16:creationId xmlns:a16="http://schemas.microsoft.com/office/drawing/2014/main" id="{3CE8AAB1-3D37-FAA1-7E32-859728D7F2C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95850" y="38687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63" name="Line 178">
            <a:extLst>
              <a:ext uri="{FF2B5EF4-FFF2-40B4-BE49-F238E27FC236}">
                <a16:creationId xmlns:a16="http://schemas.microsoft.com/office/drawing/2014/main" id="{87814E20-0342-E3AB-8D4C-07DD4C918FC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95850" y="36496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64" name="Line 179">
            <a:extLst>
              <a:ext uri="{FF2B5EF4-FFF2-40B4-BE49-F238E27FC236}">
                <a16:creationId xmlns:a16="http://schemas.microsoft.com/office/drawing/2014/main" id="{54D5FABB-41D6-C709-B744-C24F4D6102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95850" y="34305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65" name="Line 180">
            <a:extLst>
              <a:ext uri="{FF2B5EF4-FFF2-40B4-BE49-F238E27FC236}">
                <a16:creationId xmlns:a16="http://schemas.microsoft.com/office/drawing/2014/main" id="{97AD8BB4-C758-C079-F562-E9A386614D0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95850" y="32099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66" name="Line 181">
            <a:extLst>
              <a:ext uri="{FF2B5EF4-FFF2-40B4-BE49-F238E27FC236}">
                <a16:creationId xmlns:a16="http://schemas.microsoft.com/office/drawing/2014/main" id="{832750A1-19BB-E430-4361-930D0A28446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95850" y="29908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68" name="Line 182">
            <a:extLst>
              <a:ext uri="{FF2B5EF4-FFF2-40B4-BE49-F238E27FC236}">
                <a16:creationId xmlns:a16="http://schemas.microsoft.com/office/drawing/2014/main" id="{7A49CB2B-F6A4-6820-076E-B00FC11AAF6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95850" y="277177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69" name="Rectangle 183">
            <a:extLst>
              <a:ext uri="{FF2B5EF4-FFF2-40B4-BE49-F238E27FC236}">
                <a16:creationId xmlns:a16="http://schemas.microsoft.com/office/drawing/2014/main" id="{7F95F7D8-2C60-36F9-DFAA-AFCEC11C15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125" y="3830638"/>
            <a:ext cx="746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70" name="Rectangle 184">
            <a:extLst>
              <a:ext uri="{FF2B5EF4-FFF2-40B4-BE49-F238E27FC236}">
                <a16:creationId xmlns:a16="http://schemas.microsoft.com/office/drawing/2014/main" id="{E299611D-51A1-510C-7F7F-7B6AB52F4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125" y="3609975"/>
            <a:ext cx="1127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50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71" name="Rectangle 185">
            <a:extLst>
              <a:ext uri="{FF2B5EF4-FFF2-40B4-BE49-F238E27FC236}">
                <a16:creationId xmlns:a16="http://schemas.microsoft.com/office/drawing/2014/main" id="{7E5D1655-C450-67C5-A161-FF29E2386F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125" y="3390900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72" name="Rectangle 186">
            <a:extLst>
              <a:ext uri="{FF2B5EF4-FFF2-40B4-BE49-F238E27FC236}">
                <a16:creationId xmlns:a16="http://schemas.microsoft.com/office/drawing/2014/main" id="{02CD75D6-4EB6-6120-5F02-01A9D03A83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125" y="3170238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150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73" name="Rectangle 187">
            <a:extLst>
              <a:ext uri="{FF2B5EF4-FFF2-40B4-BE49-F238E27FC236}">
                <a16:creationId xmlns:a16="http://schemas.microsoft.com/office/drawing/2014/main" id="{42DD5BAF-8E8F-B6C5-7340-38491B612E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125" y="2951163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74" name="Rectangle 188">
            <a:extLst>
              <a:ext uri="{FF2B5EF4-FFF2-40B4-BE49-F238E27FC236}">
                <a16:creationId xmlns:a16="http://schemas.microsoft.com/office/drawing/2014/main" id="{C58C2EC3-4382-75E9-9A30-D378856051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125" y="2730500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250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75" name="Line 189">
            <a:extLst>
              <a:ext uri="{FF2B5EF4-FFF2-40B4-BE49-F238E27FC236}">
                <a16:creationId xmlns:a16="http://schemas.microsoft.com/office/drawing/2014/main" id="{C3B4829F-416A-7A98-1466-3668480F8790}"/>
              </a:ext>
            </a:extLst>
          </p:cNvPr>
          <p:cNvSpPr>
            <a:spLocks noChangeShapeType="1"/>
          </p:cNvSpPr>
          <p:nvPr/>
        </p:nvSpPr>
        <p:spPr bwMode="auto">
          <a:xfrm>
            <a:off x="4794250" y="274478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76" name="Line 190">
            <a:extLst>
              <a:ext uri="{FF2B5EF4-FFF2-40B4-BE49-F238E27FC236}">
                <a16:creationId xmlns:a16="http://schemas.microsoft.com/office/drawing/2014/main" id="{6BE8F479-27BA-C313-94B7-0E4ABF4B69C9}"/>
              </a:ext>
            </a:extLst>
          </p:cNvPr>
          <p:cNvSpPr>
            <a:spLocks noChangeShapeType="1"/>
          </p:cNvSpPr>
          <p:nvPr/>
        </p:nvSpPr>
        <p:spPr bwMode="auto">
          <a:xfrm>
            <a:off x="4794250" y="386873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77" name="Line 191">
            <a:extLst>
              <a:ext uri="{FF2B5EF4-FFF2-40B4-BE49-F238E27FC236}">
                <a16:creationId xmlns:a16="http://schemas.microsoft.com/office/drawing/2014/main" id="{C9808203-0202-BDAA-E686-C544DEF1704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94250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78" name="Line 192">
            <a:extLst>
              <a:ext uri="{FF2B5EF4-FFF2-40B4-BE49-F238E27FC236}">
                <a16:creationId xmlns:a16="http://schemas.microsoft.com/office/drawing/2014/main" id="{3F8762CA-470F-1FB8-1DAA-0480DF8C919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06963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79" name="Rectangle 193">
            <a:extLst>
              <a:ext uri="{FF2B5EF4-FFF2-40B4-BE49-F238E27FC236}">
                <a16:creationId xmlns:a16="http://schemas.microsoft.com/office/drawing/2014/main" id="{C064E77E-E425-DE45-FD71-9B968DD9B5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5775" y="2747963"/>
            <a:ext cx="1123950" cy="11239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80" name="Rectangle 194">
            <a:extLst>
              <a:ext uri="{FF2B5EF4-FFF2-40B4-BE49-F238E27FC236}">
                <a16:creationId xmlns:a16="http://schemas.microsoft.com/office/drawing/2014/main" id="{13839756-A479-1806-E052-94F758D0F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4688" y="2619375"/>
            <a:ext cx="860425" cy="13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windowed (none)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181" name="Picture 195">
            <a:extLst>
              <a:ext uri="{FF2B5EF4-FFF2-40B4-BE49-F238E27FC236}">
                <a16:creationId xmlns:a16="http://schemas.microsoft.com/office/drawing/2014/main" id="{1EA21357-3EAC-247E-44B9-1AEC748317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5775" y="2751138"/>
            <a:ext cx="1123950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82" name="Line 196">
            <a:extLst>
              <a:ext uri="{FF2B5EF4-FFF2-40B4-BE49-F238E27FC236}">
                <a16:creationId xmlns:a16="http://schemas.microsoft.com/office/drawing/2014/main" id="{00B2F9A3-8360-F183-196D-FA9480D8F49F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5775" y="3871913"/>
            <a:ext cx="1123950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83" name="Line 197">
            <a:extLst>
              <a:ext uri="{FF2B5EF4-FFF2-40B4-BE49-F238E27FC236}">
                <a16:creationId xmlns:a16="http://schemas.microsoft.com/office/drawing/2014/main" id="{9A835DA1-4C1D-8271-01B2-FEC36AB0DAFD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5775" y="2747963"/>
            <a:ext cx="1123950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84" name="Line 198">
            <a:extLst>
              <a:ext uri="{FF2B5EF4-FFF2-40B4-BE49-F238E27FC236}">
                <a16:creationId xmlns:a16="http://schemas.microsoft.com/office/drawing/2014/main" id="{BBC5A75D-F6C3-51FE-3EAA-63A1CD0D6DA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08675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85" name="Line 199">
            <a:extLst>
              <a:ext uri="{FF2B5EF4-FFF2-40B4-BE49-F238E27FC236}">
                <a16:creationId xmlns:a16="http://schemas.microsoft.com/office/drawing/2014/main" id="{CB2A7198-BBDF-D6C5-FFDF-FB2DE5B09C8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59513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86" name="Line 200">
            <a:extLst>
              <a:ext uri="{FF2B5EF4-FFF2-40B4-BE49-F238E27FC236}">
                <a16:creationId xmlns:a16="http://schemas.microsoft.com/office/drawing/2014/main" id="{13F91F22-F693-61CC-15D5-81B86BCD6AE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10350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88" name="Line 201">
            <a:extLst>
              <a:ext uri="{FF2B5EF4-FFF2-40B4-BE49-F238E27FC236}">
                <a16:creationId xmlns:a16="http://schemas.microsoft.com/office/drawing/2014/main" id="{1AAF9EB4-71B4-7781-C9AA-9C910F8E4DB5}"/>
              </a:ext>
            </a:extLst>
          </p:cNvPr>
          <p:cNvSpPr>
            <a:spLocks noChangeShapeType="1"/>
          </p:cNvSpPr>
          <p:nvPr/>
        </p:nvSpPr>
        <p:spPr bwMode="auto">
          <a:xfrm>
            <a:off x="5908675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89" name="Line 202">
            <a:extLst>
              <a:ext uri="{FF2B5EF4-FFF2-40B4-BE49-F238E27FC236}">
                <a16:creationId xmlns:a16="http://schemas.microsoft.com/office/drawing/2014/main" id="{EE8C72CB-ED6E-F080-008F-674C586C10D3}"/>
              </a:ext>
            </a:extLst>
          </p:cNvPr>
          <p:cNvSpPr>
            <a:spLocks noChangeShapeType="1"/>
          </p:cNvSpPr>
          <p:nvPr/>
        </p:nvSpPr>
        <p:spPr bwMode="auto">
          <a:xfrm>
            <a:off x="6259513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90" name="Line 203">
            <a:extLst>
              <a:ext uri="{FF2B5EF4-FFF2-40B4-BE49-F238E27FC236}">
                <a16:creationId xmlns:a16="http://schemas.microsoft.com/office/drawing/2014/main" id="{99318A02-506C-C27B-0EB2-DAFFE704B365}"/>
              </a:ext>
            </a:extLst>
          </p:cNvPr>
          <p:cNvSpPr>
            <a:spLocks noChangeShapeType="1"/>
          </p:cNvSpPr>
          <p:nvPr/>
        </p:nvSpPr>
        <p:spPr bwMode="auto">
          <a:xfrm>
            <a:off x="6610350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91" name="Rectangle 204">
            <a:extLst>
              <a:ext uri="{FF2B5EF4-FFF2-40B4-BE49-F238E27FC236}">
                <a16:creationId xmlns:a16="http://schemas.microsoft.com/office/drawing/2014/main" id="{5B7D7421-0D5D-5C03-97BF-76E4AD7485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39179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22" name="Rectangle 206">
            <a:extLst>
              <a:ext uri="{FF2B5EF4-FFF2-40B4-BE49-F238E27FC236}">
                <a16:creationId xmlns:a16="http://schemas.microsoft.com/office/drawing/2014/main" id="{C7F143E8-094E-6CAC-7D1F-4EBBD474C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1888" y="39179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23" name="Rectangle 207">
            <a:extLst>
              <a:ext uri="{FF2B5EF4-FFF2-40B4-BE49-F238E27FC236}">
                <a16:creationId xmlns:a16="http://schemas.microsoft.com/office/drawing/2014/main" id="{26C82FBC-693A-4A87-508E-11628F357D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4313" y="39179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60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24" name="Line 208">
            <a:extLst>
              <a:ext uri="{FF2B5EF4-FFF2-40B4-BE49-F238E27FC236}">
                <a16:creationId xmlns:a16="http://schemas.microsoft.com/office/drawing/2014/main" id="{15BBE743-EC40-0DE3-E4C7-C862FBECAAB7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5775" y="2747963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25" name="Line 209">
            <a:extLst>
              <a:ext uri="{FF2B5EF4-FFF2-40B4-BE49-F238E27FC236}">
                <a16:creationId xmlns:a16="http://schemas.microsoft.com/office/drawing/2014/main" id="{745B6ADC-AFA0-91FB-BAC7-62A8E30B343C}"/>
              </a:ext>
            </a:extLst>
          </p:cNvPr>
          <p:cNvSpPr>
            <a:spLocks noChangeShapeType="1"/>
          </p:cNvSpPr>
          <p:nvPr/>
        </p:nvSpPr>
        <p:spPr bwMode="auto">
          <a:xfrm>
            <a:off x="6689725" y="2747963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27" name="Line 210">
            <a:extLst>
              <a:ext uri="{FF2B5EF4-FFF2-40B4-BE49-F238E27FC236}">
                <a16:creationId xmlns:a16="http://schemas.microsoft.com/office/drawing/2014/main" id="{F5FD0903-4C0B-3538-1183-F90BAC982758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5775" y="29146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28" name="Line 211">
            <a:extLst>
              <a:ext uri="{FF2B5EF4-FFF2-40B4-BE49-F238E27FC236}">
                <a16:creationId xmlns:a16="http://schemas.microsoft.com/office/drawing/2014/main" id="{4CBAF8B4-E913-7A94-108D-D8CAE922790C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5775" y="30908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29" name="Line 212">
            <a:extLst>
              <a:ext uri="{FF2B5EF4-FFF2-40B4-BE49-F238E27FC236}">
                <a16:creationId xmlns:a16="http://schemas.microsoft.com/office/drawing/2014/main" id="{4F5CE97F-8565-61F0-722A-BF4B06763CB5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5775" y="32654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30" name="Line 213">
            <a:extLst>
              <a:ext uri="{FF2B5EF4-FFF2-40B4-BE49-F238E27FC236}">
                <a16:creationId xmlns:a16="http://schemas.microsoft.com/office/drawing/2014/main" id="{BAFE94AC-668E-FE6A-B486-EEBFA3C465D9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5775" y="34417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31" name="Line 214">
            <a:extLst>
              <a:ext uri="{FF2B5EF4-FFF2-40B4-BE49-F238E27FC236}">
                <a16:creationId xmlns:a16="http://schemas.microsoft.com/office/drawing/2014/main" id="{E2A2EE45-345D-7A37-FE72-924355D58AD9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5775" y="36179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32" name="Line 215">
            <a:extLst>
              <a:ext uri="{FF2B5EF4-FFF2-40B4-BE49-F238E27FC236}">
                <a16:creationId xmlns:a16="http://schemas.microsoft.com/office/drawing/2014/main" id="{3973D5D4-78E4-F645-4307-2CF28123673E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5775" y="37925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33" name="Line 216">
            <a:extLst>
              <a:ext uri="{FF2B5EF4-FFF2-40B4-BE49-F238E27FC236}">
                <a16:creationId xmlns:a16="http://schemas.microsoft.com/office/drawing/2014/main" id="{4880D932-5196-D532-8E51-2AA2C1727C3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78613" y="29146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34" name="Line 217">
            <a:extLst>
              <a:ext uri="{FF2B5EF4-FFF2-40B4-BE49-F238E27FC236}">
                <a16:creationId xmlns:a16="http://schemas.microsoft.com/office/drawing/2014/main" id="{39040628-CBB8-4934-F602-3BC8B697D1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78613" y="30908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35" name="Line 218">
            <a:extLst>
              <a:ext uri="{FF2B5EF4-FFF2-40B4-BE49-F238E27FC236}">
                <a16:creationId xmlns:a16="http://schemas.microsoft.com/office/drawing/2014/main" id="{617E8BAE-3208-5449-F013-6EB37B266E2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78613" y="32654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36" name="Line 219">
            <a:extLst>
              <a:ext uri="{FF2B5EF4-FFF2-40B4-BE49-F238E27FC236}">
                <a16:creationId xmlns:a16="http://schemas.microsoft.com/office/drawing/2014/main" id="{B49E1B88-A892-E122-1A40-7BAFE065B9A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78613" y="34417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37" name="Line 220">
            <a:extLst>
              <a:ext uri="{FF2B5EF4-FFF2-40B4-BE49-F238E27FC236}">
                <a16:creationId xmlns:a16="http://schemas.microsoft.com/office/drawing/2014/main" id="{76E68C79-A6D7-EE68-1E64-2D0A61731A3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78613" y="36179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38" name="Line 221">
            <a:extLst>
              <a:ext uri="{FF2B5EF4-FFF2-40B4-BE49-F238E27FC236}">
                <a16:creationId xmlns:a16="http://schemas.microsoft.com/office/drawing/2014/main" id="{1F0DD0A5-AF01-64F8-7D3A-4F0ABFFD25D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78613" y="37925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39" name="Rectangle 222">
            <a:extLst>
              <a:ext uri="{FF2B5EF4-FFF2-40B4-BE49-F238E27FC236}">
                <a16:creationId xmlns:a16="http://schemas.microsoft.com/office/drawing/2014/main" id="{C9480D98-3687-67D8-D677-8E9214BD22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0363" y="2868613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40" name="Rectangle 223">
            <a:extLst>
              <a:ext uri="{FF2B5EF4-FFF2-40B4-BE49-F238E27FC236}">
                <a16:creationId xmlns:a16="http://schemas.microsoft.com/office/drawing/2014/main" id="{35ADD68F-66AE-8619-7B21-6646F6444F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0363" y="30448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41" name="Rectangle 224">
            <a:extLst>
              <a:ext uri="{FF2B5EF4-FFF2-40B4-BE49-F238E27FC236}">
                <a16:creationId xmlns:a16="http://schemas.microsoft.com/office/drawing/2014/main" id="{8CDA4520-4A33-04F0-998B-CAE9A73AF9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0363" y="3221038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30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42" name="Rectangle 225">
            <a:extLst>
              <a:ext uri="{FF2B5EF4-FFF2-40B4-BE49-F238E27FC236}">
                <a16:creationId xmlns:a16="http://schemas.microsoft.com/office/drawing/2014/main" id="{5D3D374B-BFFA-C465-0D1F-055B230644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0363" y="33972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43" name="Rectangle 226">
            <a:extLst>
              <a:ext uri="{FF2B5EF4-FFF2-40B4-BE49-F238E27FC236}">
                <a16:creationId xmlns:a16="http://schemas.microsoft.com/office/drawing/2014/main" id="{26866C90-34AD-8FA1-A58A-22EEE97847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0363" y="357187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50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44" name="Rectangle 227">
            <a:extLst>
              <a:ext uri="{FF2B5EF4-FFF2-40B4-BE49-F238E27FC236}">
                <a16:creationId xmlns:a16="http://schemas.microsoft.com/office/drawing/2014/main" id="{2618839C-F01D-907B-6B72-631FAF0706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0363" y="3748088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60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45" name="Line 228">
            <a:extLst>
              <a:ext uri="{FF2B5EF4-FFF2-40B4-BE49-F238E27FC236}">
                <a16:creationId xmlns:a16="http://schemas.microsoft.com/office/drawing/2014/main" id="{00AD9DBF-F0BA-2BD8-320C-400838F7A1DA}"/>
              </a:ext>
            </a:extLst>
          </p:cNvPr>
          <p:cNvSpPr>
            <a:spLocks noChangeShapeType="1"/>
          </p:cNvSpPr>
          <p:nvPr/>
        </p:nvSpPr>
        <p:spPr bwMode="auto">
          <a:xfrm>
            <a:off x="6757988" y="386873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47" name="Line 229">
            <a:extLst>
              <a:ext uri="{FF2B5EF4-FFF2-40B4-BE49-F238E27FC236}">
                <a16:creationId xmlns:a16="http://schemas.microsoft.com/office/drawing/2014/main" id="{F99EBF8B-B561-8BDE-36D4-8F56FBA1FCE7}"/>
              </a:ext>
            </a:extLst>
          </p:cNvPr>
          <p:cNvSpPr>
            <a:spLocks noChangeShapeType="1"/>
          </p:cNvSpPr>
          <p:nvPr/>
        </p:nvSpPr>
        <p:spPr bwMode="auto">
          <a:xfrm>
            <a:off x="6757988" y="274478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48" name="Line 230">
            <a:extLst>
              <a:ext uri="{FF2B5EF4-FFF2-40B4-BE49-F238E27FC236}">
                <a16:creationId xmlns:a16="http://schemas.microsoft.com/office/drawing/2014/main" id="{2B69819A-2639-84FB-BB55-B8293F8FC1E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57988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49" name="Line 231">
            <a:extLst>
              <a:ext uri="{FF2B5EF4-FFF2-40B4-BE49-F238E27FC236}">
                <a16:creationId xmlns:a16="http://schemas.microsoft.com/office/drawing/2014/main" id="{0A1D233B-DE9C-762C-F885-5F573688C5B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70700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280" name="Picture 232">
            <a:extLst>
              <a:ext uri="{FF2B5EF4-FFF2-40B4-BE49-F238E27FC236}">
                <a16:creationId xmlns:a16="http://schemas.microsoft.com/office/drawing/2014/main" id="{8C3B3878-8A3D-6DE8-AE2E-959859568F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7988" y="2744788"/>
            <a:ext cx="112713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50" name="Line 233">
            <a:extLst>
              <a:ext uri="{FF2B5EF4-FFF2-40B4-BE49-F238E27FC236}">
                <a16:creationId xmlns:a16="http://schemas.microsoft.com/office/drawing/2014/main" id="{3583E124-D004-95DA-7F8A-959FF86DDA8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70700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51" name="Line 234">
            <a:extLst>
              <a:ext uri="{FF2B5EF4-FFF2-40B4-BE49-F238E27FC236}">
                <a16:creationId xmlns:a16="http://schemas.microsoft.com/office/drawing/2014/main" id="{5753E4BD-1627-F5DC-F614-EACAB607E8F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59588" y="38290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52" name="Line 235">
            <a:extLst>
              <a:ext uri="{FF2B5EF4-FFF2-40B4-BE49-F238E27FC236}">
                <a16:creationId xmlns:a16="http://schemas.microsoft.com/office/drawing/2014/main" id="{EB9ADB03-59F7-FDFE-95AA-073A760D953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59588" y="36417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53" name="Line 236">
            <a:extLst>
              <a:ext uri="{FF2B5EF4-FFF2-40B4-BE49-F238E27FC236}">
                <a16:creationId xmlns:a16="http://schemas.microsoft.com/office/drawing/2014/main" id="{CCF68F17-4072-DC03-63BE-2784891446C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59588" y="34528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54" name="Line 237">
            <a:extLst>
              <a:ext uri="{FF2B5EF4-FFF2-40B4-BE49-F238E27FC236}">
                <a16:creationId xmlns:a16="http://schemas.microsoft.com/office/drawing/2014/main" id="{900F3213-06A3-3EA5-88C9-D882A2ADC06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59588" y="32639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55" name="Line 238">
            <a:extLst>
              <a:ext uri="{FF2B5EF4-FFF2-40B4-BE49-F238E27FC236}">
                <a16:creationId xmlns:a16="http://schemas.microsoft.com/office/drawing/2014/main" id="{82215E4A-FE4B-A2F4-AC0A-F38444FE56E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59588" y="307657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56" name="Line 239">
            <a:extLst>
              <a:ext uri="{FF2B5EF4-FFF2-40B4-BE49-F238E27FC236}">
                <a16:creationId xmlns:a16="http://schemas.microsoft.com/office/drawing/2014/main" id="{00F450C4-9DFD-D25B-B256-C814006740C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59588" y="28876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57" name="Rectangle 240">
            <a:extLst>
              <a:ext uri="{FF2B5EF4-FFF2-40B4-BE49-F238E27FC236}">
                <a16:creationId xmlns:a16="http://schemas.microsoft.com/office/drawing/2014/main" id="{88A69B7A-C9A2-B4D4-9110-99FAB9C996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2450" y="3792538"/>
            <a:ext cx="1381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-60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58" name="Rectangle 241">
            <a:extLst>
              <a:ext uri="{FF2B5EF4-FFF2-40B4-BE49-F238E27FC236}">
                <a16:creationId xmlns:a16="http://schemas.microsoft.com/office/drawing/2014/main" id="{D3998395-9EEF-F032-92BA-9A00989D62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2450" y="3603625"/>
            <a:ext cx="1381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-40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59" name="Rectangle 242">
            <a:extLst>
              <a:ext uri="{FF2B5EF4-FFF2-40B4-BE49-F238E27FC236}">
                <a16:creationId xmlns:a16="http://schemas.microsoft.com/office/drawing/2014/main" id="{F6F81AB6-2486-811A-C67B-35BD3E5D81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2450" y="3416300"/>
            <a:ext cx="1381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-20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60" name="Rectangle 243">
            <a:extLst>
              <a:ext uri="{FF2B5EF4-FFF2-40B4-BE49-F238E27FC236}">
                <a16:creationId xmlns:a16="http://schemas.microsoft.com/office/drawing/2014/main" id="{C03967C9-33E1-68E1-7D10-B0494484BC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2450" y="3227388"/>
            <a:ext cx="746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61" name="Rectangle 244">
            <a:extLst>
              <a:ext uri="{FF2B5EF4-FFF2-40B4-BE49-F238E27FC236}">
                <a16:creationId xmlns:a16="http://schemas.microsoft.com/office/drawing/2014/main" id="{CFFFED78-AFE9-CCB8-A494-AE87DC3BF5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2450" y="3038475"/>
            <a:ext cx="1127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62" name="Rectangle 245">
            <a:extLst>
              <a:ext uri="{FF2B5EF4-FFF2-40B4-BE49-F238E27FC236}">
                <a16:creationId xmlns:a16="http://schemas.microsoft.com/office/drawing/2014/main" id="{3BF76A8A-5F42-D44D-162F-04F1495596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2450" y="2851150"/>
            <a:ext cx="1127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63" name="Line 246">
            <a:extLst>
              <a:ext uri="{FF2B5EF4-FFF2-40B4-BE49-F238E27FC236}">
                <a16:creationId xmlns:a16="http://schemas.microsoft.com/office/drawing/2014/main" id="{4522F653-A80A-E7B9-8F9A-B1D89F470F81}"/>
              </a:ext>
            </a:extLst>
          </p:cNvPr>
          <p:cNvSpPr>
            <a:spLocks noChangeShapeType="1"/>
          </p:cNvSpPr>
          <p:nvPr/>
        </p:nvSpPr>
        <p:spPr bwMode="auto">
          <a:xfrm>
            <a:off x="6757988" y="274478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64" name="Line 247">
            <a:extLst>
              <a:ext uri="{FF2B5EF4-FFF2-40B4-BE49-F238E27FC236}">
                <a16:creationId xmlns:a16="http://schemas.microsoft.com/office/drawing/2014/main" id="{5B591DE5-16F3-EEBF-2A44-311C4291FCC4}"/>
              </a:ext>
            </a:extLst>
          </p:cNvPr>
          <p:cNvSpPr>
            <a:spLocks noChangeShapeType="1"/>
          </p:cNvSpPr>
          <p:nvPr/>
        </p:nvSpPr>
        <p:spPr bwMode="auto">
          <a:xfrm>
            <a:off x="6757988" y="386873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65" name="Line 248">
            <a:extLst>
              <a:ext uri="{FF2B5EF4-FFF2-40B4-BE49-F238E27FC236}">
                <a16:creationId xmlns:a16="http://schemas.microsoft.com/office/drawing/2014/main" id="{6C6E1344-2A5B-79D2-28E5-FDF0B8F99E8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57988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66" name="Line 249">
            <a:extLst>
              <a:ext uri="{FF2B5EF4-FFF2-40B4-BE49-F238E27FC236}">
                <a16:creationId xmlns:a16="http://schemas.microsoft.com/office/drawing/2014/main" id="{E6333FE7-1014-8A62-EBBE-733AE4E36CB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70700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67" name="Rectangle 250">
            <a:extLst>
              <a:ext uri="{FF2B5EF4-FFF2-40B4-BE49-F238E27FC236}">
                <a16:creationId xmlns:a16="http://schemas.microsoft.com/office/drawing/2014/main" id="{A6CB0251-0712-EAF8-D4BF-1D1126F0EE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4750" y="2747963"/>
            <a:ext cx="1122363" cy="11239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68" name="Rectangle 251">
            <a:extLst>
              <a:ext uri="{FF2B5EF4-FFF2-40B4-BE49-F238E27FC236}">
                <a16:creationId xmlns:a16="http://schemas.microsoft.com/office/drawing/2014/main" id="{0B2AECC3-E203-4FFE-A18B-812E38375F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2075" y="2619375"/>
            <a:ext cx="866775" cy="13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whitened (pad  2)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300" name="Picture 252">
            <a:extLst>
              <a:ext uri="{FF2B5EF4-FFF2-40B4-BE49-F238E27FC236}">
                <a16:creationId xmlns:a16="http://schemas.microsoft.com/office/drawing/2014/main" id="{D4E736CC-684C-C125-4117-05DCC8680B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750" y="2751138"/>
            <a:ext cx="1122363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9" name="Line 253">
            <a:extLst>
              <a:ext uri="{FF2B5EF4-FFF2-40B4-BE49-F238E27FC236}">
                <a16:creationId xmlns:a16="http://schemas.microsoft.com/office/drawing/2014/main" id="{D6E04FBB-C605-2E73-696E-F59180121837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4750" y="3871913"/>
            <a:ext cx="112236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70" name="Line 254">
            <a:extLst>
              <a:ext uri="{FF2B5EF4-FFF2-40B4-BE49-F238E27FC236}">
                <a16:creationId xmlns:a16="http://schemas.microsoft.com/office/drawing/2014/main" id="{6F5DDCDD-613B-49C7-E82A-05BCBE08F3B7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4750" y="2747963"/>
            <a:ext cx="112236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71" name="Line 255">
            <a:extLst>
              <a:ext uri="{FF2B5EF4-FFF2-40B4-BE49-F238E27FC236}">
                <a16:creationId xmlns:a16="http://schemas.microsoft.com/office/drawing/2014/main" id="{9B1655D6-FB6A-7633-9EBB-DDE40F84DAF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66063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72" name="Line 256">
            <a:extLst>
              <a:ext uri="{FF2B5EF4-FFF2-40B4-BE49-F238E27FC236}">
                <a16:creationId xmlns:a16="http://schemas.microsoft.com/office/drawing/2014/main" id="{73C70549-7EC1-3F5A-CA3A-2EF0E895654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18488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73" name="Line 257">
            <a:extLst>
              <a:ext uri="{FF2B5EF4-FFF2-40B4-BE49-F238E27FC236}">
                <a16:creationId xmlns:a16="http://schemas.microsoft.com/office/drawing/2014/main" id="{B62C7C19-E636-33E6-276A-8B4CD06208A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69325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74" name="Line 258">
            <a:extLst>
              <a:ext uri="{FF2B5EF4-FFF2-40B4-BE49-F238E27FC236}">
                <a16:creationId xmlns:a16="http://schemas.microsoft.com/office/drawing/2014/main" id="{D3349370-8685-E967-5E0C-B24E482A432E}"/>
              </a:ext>
            </a:extLst>
          </p:cNvPr>
          <p:cNvSpPr>
            <a:spLocks noChangeShapeType="1"/>
          </p:cNvSpPr>
          <p:nvPr/>
        </p:nvSpPr>
        <p:spPr bwMode="auto">
          <a:xfrm>
            <a:off x="7866063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75" name="Line 259">
            <a:extLst>
              <a:ext uri="{FF2B5EF4-FFF2-40B4-BE49-F238E27FC236}">
                <a16:creationId xmlns:a16="http://schemas.microsoft.com/office/drawing/2014/main" id="{DE2CD360-66A5-EEDC-B825-61549AD50D5F}"/>
              </a:ext>
            </a:extLst>
          </p:cNvPr>
          <p:cNvSpPr>
            <a:spLocks noChangeShapeType="1"/>
          </p:cNvSpPr>
          <p:nvPr/>
        </p:nvSpPr>
        <p:spPr bwMode="auto">
          <a:xfrm>
            <a:off x="8218488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76" name="Line 260">
            <a:extLst>
              <a:ext uri="{FF2B5EF4-FFF2-40B4-BE49-F238E27FC236}">
                <a16:creationId xmlns:a16="http://schemas.microsoft.com/office/drawing/2014/main" id="{C9F15D86-2DE2-4462-1A59-2989BCCCF40A}"/>
              </a:ext>
            </a:extLst>
          </p:cNvPr>
          <p:cNvSpPr>
            <a:spLocks noChangeShapeType="1"/>
          </p:cNvSpPr>
          <p:nvPr/>
        </p:nvSpPr>
        <p:spPr bwMode="auto">
          <a:xfrm>
            <a:off x="8569325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77" name="Rectangle 261">
            <a:extLst>
              <a:ext uri="{FF2B5EF4-FFF2-40B4-BE49-F238E27FC236}">
                <a16:creationId xmlns:a16="http://schemas.microsoft.com/office/drawing/2014/main" id="{04C6BFB0-7EFF-6B42-D45A-F5DFE52F1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4788" y="39179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78" name="Rectangle 262">
            <a:extLst>
              <a:ext uri="{FF2B5EF4-FFF2-40B4-BE49-F238E27FC236}">
                <a16:creationId xmlns:a16="http://schemas.microsoft.com/office/drawing/2014/main" id="{3C69C3DB-D26D-2EC9-B559-260A4C785D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0863" y="39179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79" name="Rectangle 263">
            <a:extLst>
              <a:ext uri="{FF2B5EF4-FFF2-40B4-BE49-F238E27FC236}">
                <a16:creationId xmlns:a16="http://schemas.microsoft.com/office/drawing/2014/main" id="{85529596-3903-63D5-4B81-64BD256CD6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1700" y="39179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60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80" name="Line 264">
            <a:extLst>
              <a:ext uri="{FF2B5EF4-FFF2-40B4-BE49-F238E27FC236}">
                <a16:creationId xmlns:a16="http://schemas.microsoft.com/office/drawing/2014/main" id="{A19DEDC4-4EBD-06BA-E8D0-40411C1A4B02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4750" y="2747963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81" name="Line 265">
            <a:extLst>
              <a:ext uri="{FF2B5EF4-FFF2-40B4-BE49-F238E27FC236}">
                <a16:creationId xmlns:a16="http://schemas.microsoft.com/office/drawing/2014/main" id="{1E8A2A4D-C2EA-B357-C2B3-7DC914CDB5A3}"/>
              </a:ext>
            </a:extLst>
          </p:cNvPr>
          <p:cNvSpPr>
            <a:spLocks noChangeShapeType="1"/>
          </p:cNvSpPr>
          <p:nvPr/>
        </p:nvSpPr>
        <p:spPr bwMode="auto">
          <a:xfrm>
            <a:off x="8647113" y="2747963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82" name="Line 266">
            <a:extLst>
              <a:ext uri="{FF2B5EF4-FFF2-40B4-BE49-F238E27FC236}">
                <a16:creationId xmlns:a16="http://schemas.microsoft.com/office/drawing/2014/main" id="{91285B29-251B-49AB-31C6-C3F6BFFFE08C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4750" y="29146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84" name="Line 267">
            <a:extLst>
              <a:ext uri="{FF2B5EF4-FFF2-40B4-BE49-F238E27FC236}">
                <a16:creationId xmlns:a16="http://schemas.microsoft.com/office/drawing/2014/main" id="{ACCD82C7-034C-3009-146A-545B9FB564A7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4750" y="30908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85" name="Line 268">
            <a:extLst>
              <a:ext uri="{FF2B5EF4-FFF2-40B4-BE49-F238E27FC236}">
                <a16:creationId xmlns:a16="http://schemas.microsoft.com/office/drawing/2014/main" id="{B9931613-8626-A98B-B812-3CB15CBFCE03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4750" y="32654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86" name="Line 269">
            <a:extLst>
              <a:ext uri="{FF2B5EF4-FFF2-40B4-BE49-F238E27FC236}">
                <a16:creationId xmlns:a16="http://schemas.microsoft.com/office/drawing/2014/main" id="{99660935-F1F4-8423-A5F2-953795890D27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4750" y="34417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87" name="Line 270">
            <a:extLst>
              <a:ext uri="{FF2B5EF4-FFF2-40B4-BE49-F238E27FC236}">
                <a16:creationId xmlns:a16="http://schemas.microsoft.com/office/drawing/2014/main" id="{382A5FDC-C6E2-B754-B2BF-912A17F201FD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4750" y="36179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40" name="Line 271">
            <a:extLst>
              <a:ext uri="{FF2B5EF4-FFF2-40B4-BE49-F238E27FC236}">
                <a16:creationId xmlns:a16="http://schemas.microsoft.com/office/drawing/2014/main" id="{DDC7B71F-1D65-1D27-EB1E-4A2D131E9FE7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4750" y="37925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41" name="Line 272">
            <a:extLst>
              <a:ext uri="{FF2B5EF4-FFF2-40B4-BE49-F238E27FC236}">
                <a16:creationId xmlns:a16="http://schemas.microsoft.com/office/drawing/2014/main" id="{D4881350-2457-1845-9833-271F0DC2494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636000" y="29146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42" name="Line 273">
            <a:extLst>
              <a:ext uri="{FF2B5EF4-FFF2-40B4-BE49-F238E27FC236}">
                <a16:creationId xmlns:a16="http://schemas.microsoft.com/office/drawing/2014/main" id="{B060DE89-3A44-01E6-6C3C-34DFF0687DF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636000" y="30908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43" name="Line 274">
            <a:extLst>
              <a:ext uri="{FF2B5EF4-FFF2-40B4-BE49-F238E27FC236}">
                <a16:creationId xmlns:a16="http://schemas.microsoft.com/office/drawing/2014/main" id="{9AC22D90-7884-F2AF-D4DE-36AF605B109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636000" y="32654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44" name="Line 275">
            <a:extLst>
              <a:ext uri="{FF2B5EF4-FFF2-40B4-BE49-F238E27FC236}">
                <a16:creationId xmlns:a16="http://schemas.microsoft.com/office/drawing/2014/main" id="{CE1C65F8-05C1-0184-AD8E-86CF65B2AE6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636000" y="34417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45" name="Line 276">
            <a:extLst>
              <a:ext uri="{FF2B5EF4-FFF2-40B4-BE49-F238E27FC236}">
                <a16:creationId xmlns:a16="http://schemas.microsoft.com/office/drawing/2014/main" id="{44B9A225-BE8B-6FE7-D003-9D12D5CC14C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636000" y="36179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46" name="Line 277">
            <a:extLst>
              <a:ext uri="{FF2B5EF4-FFF2-40B4-BE49-F238E27FC236}">
                <a16:creationId xmlns:a16="http://schemas.microsoft.com/office/drawing/2014/main" id="{4009F2EB-23B2-8FCF-4FA5-A5064F163B7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636000" y="37925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47" name="Rectangle 278">
            <a:extLst>
              <a:ext uri="{FF2B5EF4-FFF2-40B4-BE49-F238E27FC236}">
                <a16:creationId xmlns:a16="http://schemas.microsoft.com/office/drawing/2014/main" id="{37DF3984-CE30-EC9C-EFD7-44FDAC309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9338" y="2868613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48" name="Rectangle 279">
            <a:extLst>
              <a:ext uri="{FF2B5EF4-FFF2-40B4-BE49-F238E27FC236}">
                <a16:creationId xmlns:a16="http://schemas.microsoft.com/office/drawing/2014/main" id="{E14A2F25-D162-7582-EB43-B088CE45E7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9338" y="30448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49" name="Rectangle 280">
            <a:extLst>
              <a:ext uri="{FF2B5EF4-FFF2-40B4-BE49-F238E27FC236}">
                <a16:creationId xmlns:a16="http://schemas.microsoft.com/office/drawing/2014/main" id="{A1BB2A50-6E0F-2A4C-77E8-89A29A9138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9338" y="3221038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30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50" name="Rectangle 281">
            <a:extLst>
              <a:ext uri="{FF2B5EF4-FFF2-40B4-BE49-F238E27FC236}">
                <a16:creationId xmlns:a16="http://schemas.microsoft.com/office/drawing/2014/main" id="{1D01E357-84A1-0075-70A3-82A29B457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9338" y="33972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51" name="Rectangle 282">
            <a:extLst>
              <a:ext uri="{FF2B5EF4-FFF2-40B4-BE49-F238E27FC236}">
                <a16:creationId xmlns:a16="http://schemas.microsoft.com/office/drawing/2014/main" id="{B4BFB0D3-29EA-431C-7C10-6EF9B7B51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9338" y="357187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50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52" name="Rectangle 283">
            <a:extLst>
              <a:ext uri="{FF2B5EF4-FFF2-40B4-BE49-F238E27FC236}">
                <a16:creationId xmlns:a16="http://schemas.microsoft.com/office/drawing/2014/main" id="{F91C8EBF-E2E2-F19E-1059-0332F16829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9338" y="3748088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60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53" name="Line 284">
            <a:extLst>
              <a:ext uri="{FF2B5EF4-FFF2-40B4-BE49-F238E27FC236}">
                <a16:creationId xmlns:a16="http://schemas.microsoft.com/office/drawing/2014/main" id="{B518A11A-58ED-0AA5-A807-B2200DBE1E46}"/>
              </a:ext>
            </a:extLst>
          </p:cNvPr>
          <p:cNvSpPr>
            <a:spLocks noChangeShapeType="1"/>
          </p:cNvSpPr>
          <p:nvPr/>
        </p:nvSpPr>
        <p:spPr bwMode="auto">
          <a:xfrm>
            <a:off x="8716963" y="386873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54" name="Line 285">
            <a:extLst>
              <a:ext uri="{FF2B5EF4-FFF2-40B4-BE49-F238E27FC236}">
                <a16:creationId xmlns:a16="http://schemas.microsoft.com/office/drawing/2014/main" id="{446BED92-E274-7D67-151C-B0B8C5A6B51F}"/>
              </a:ext>
            </a:extLst>
          </p:cNvPr>
          <p:cNvSpPr>
            <a:spLocks noChangeShapeType="1"/>
          </p:cNvSpPr>
          <p:nvPr/>
        </p:nvSpPr>
        <p:spPr bwMode="auto">
          <a:xfrm>
            <a:off x="8716963" y="274478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55" name="Line 286">
            <a:extLst>
              <a:ext uri="{FF2B5EF4-FFF2-40B4-BE49-F238E27FC236}">
                <a16:creationId xmlns:a16="http://schemas.microsoft.com/office/drawing/2014/main" id="{4040197E-C32C-3376-405B-AF088268F64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716963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56" name="Line 287">
            <a:extLst>
              <a:ext uri="{FF2B5EF4-FFF2-40B4-BE49-F238E27FC236}">
                <a16:creationId xmlns:a16="http://schemas.microsoft.com/office/drawing/2014/main" id="{E298AAEE-CD53-1261-E08B-253CB0A46F8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29675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336" name="Picture 288">
            <a:extLst>
              <a:ext uri="{FF2B5EF4-FFF2-40B4-BE49-F238E27FC236}">
                <a16:creationId xmlns:a16="http://schemas.microsoft.com/office/drawing/2014/main" id="{9480EF27-DE52-BC64-047B-0B7E293517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6963" y="2744788"/>
            <a:ext cx="112713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7" name="Line 289">
            <a:extLst>
              <a:ext uri="{FF2B5EF4-FFF2-40B4-BE49-F238E27FC236}">
                <a16:creationId xmlns:a16="http://schemas.microsoft.com/office/drawing/2014/main" id="{132BD6C2-0C3B-0F63-6417-B0C87E61858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29675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58" name="Line 290">
            <a:extLst>
              <a:ext uri="{FF2B5EF4-FFF2-40B4-BE49-F238E27FC236}">
                <a16:creationId xmlns:a16="http://schemas.microsoft.com/office/drawing/2014/main" id="{0B96236F-E503-AB2F-9E65-1A0BD4C357B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818563" y="38290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59" name="Line 291">
            <a:extLst>
              <a:ext uri="{FF2B5EF4-FFF2-40B4-BE49-F238E27FC236}">
                <a16:creationId xmlns:a16="http://schemas.microsoft.com/office/drawing/2014/main" id="{E87D07E6-383A-2A24-8A65-AEE3F3B9851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818563" y="36417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60" name="Line 292">
            <a:extLst>
              <a:ext uri="{FF2B5EF4-FFF2-40B4-BE49-F238E27FC236}">
                <a16:creationId xmlns:a16="http://schemas.microsoft.com/office/drawing/2014/main" id="{6D521785-1632-9085-6609-CC7328702CD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818563" y="34528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61" name="Line 293">
            <a:extLst>
              <a:ext uri="{FF2B5EF4-FFF2-40B4-BE49-F238E27FC236}">
                <a16:creationId xmlns:a16="http://schemas.microsoft.com/office/drawing/2014/main" id="{F1A9C252-7EB4-F446-AEC7-8CFB53668EA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818563" y="32639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62" name="Line 294">
            <a:extLst>
              <a:ext uri="{FF2B5EF4-FFF2-40B4-BE49-F238E27FC236}">
                <a16:creationId xmlns:a16="http://schemas.microsoft.com/office/drawing/2014/main" id="{8D3B1876-0509-C3AA-2B06-7CC342592B8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818563" y="307657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63" name="Line 295">
            <a:extLst>
              <a:ext uri="{FF2B5EF4-FFF2-40B4-BE49-F238E27FC236}">
                <a16:creationId xmlns:a16="http://schemas.microsoft.com/office/drawing/2014/main" id="{CB56382C-355E-371C-4FE8-DD1E8F0DF65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818563" y="28876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64" name="Rectangle 296">
            <a:extLst>
              <a:ext uri="{FF2B5EF4-FFF2-40B4-BE49-F238E27FC236}">
                <a16:creationId xmlns:a16="http://schemas.microsoft.com/office/drawing/2014/main" id="{331A8B44-BA80-42CA-308C-B0A3F0933D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1425" y="3792538"/>
            <a:ext cx="1381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-60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65" name="Rectangle 297">
            <a:extLst>
              <a:ext uri="{FF2B5EF4-FFF2-40B4-BE49-F238E27FC236}">
                <a16:creationId xmlns:a16="http://schemas.microsoft.com/office/drawing/2014/main" id="{0BB52C69-4DA7-1093-E024-347F5D30A4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1425" y="3603625"/>
            <a:ext cx="1381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-40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66" name="Rectangle 298">
            <a:extLst>
              <a:ext uri="{FF2B5EF4-FFF2-40B4-BE49-F238E27FC236}">
                <a16:creationId xmlns:a16="http://schemas.microsoft.com/office/drawing/2014/main" id="{4BEE9450-DB59-573E-0CFE-29EE528122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1425" y="3416300"/>
            <a:ext cx="1381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-20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67" name="Rectangle 299">
            <a:extLst>
              <a:ext uri="{FF2B5EF4-FFF2-40B4-BE49-F238E27FC236}">
                <a16:creationId xmlns:a16="http://schemas.microsoft.com/office/drawing/2014/main" id="{508E005B-DF3E-4924-C3DA-6D90AFD619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1425" y="3227388"/>
            <a:ext cx="746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68" name="Rectangle 300">
            <a:extLst>
              <a:ext uri="{FF2B5EF4-FFF2-40B4-BE49-F238E27FC236}">
                <a16:creationId xmlns:a16="http://schemas.microsoft.com/office/drawing/2014/main" id="{E7C430BE-53EF-A3E8-6D79-AB2C270FF4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1425" y="3038475"/>
            <a:ext cx="1127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69" name="Rectangle 301">
            <a:extLst>
              <a:ext uri="{FF2B5EF4-FFF2-40B4-BE49-F238E27FC236}">
                <a16:creationId xmlns:a16="http://schemas.microsoft.com/office/drawing/2014/main" id="{ADB0BD35-5578-2794-2985-795D7C8E8C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1425" y="2851150"/>
            <a:ext cx="1127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70" name="Line 302">
            <a:extLst>
              <a:ext uri="{FF2B5EF4-FFF2-40B4-BE49-F238E27FC236}">
                <a16:creationId xmlns:a16="http://schemas.microsoft.com/office/drawing/2014/main" id="{7A9B313F-EC45-A834-7CF5-7DCC705C63F2}"/>
              </a:ext>
            </a:extLst>
          </p:cNvPr>
          <p:cNvSpPr>
            <a:spLocks noChangeShapeType="1"/>
          </p:cNvSpPr>
          <p:nvPr/>
        </p:nvSpPr>
        <p:spPr bwMode="auto">
          <a:xfrm>
            <a:off x="8716963" y="274478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71" name="Line 303">
            <a:extLst>
              <a:ext uri="{FF2B5EF4-FFF2-40B4-BE49-F238E27FC236}">
                <a16:creationId xmlns:a16="http://schemas.microsoft.com/office/drawing/2014/main" id="{91795748-6004-0C42-E208-6255056F42C5}"/>
              </a:ext>
            </a:extLst>
          </p:cNvPr>
          <p:cNvSpPr>
            <a:spLocks noChangeShapeType="1"/>
          </p:cNvSpPr>
          <p:nvPr/>
        </p:nvSpPr>
        <p:spPr bwMode="auto">
          <a:xfrm>
            <a:off x="8716963" y="386873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72" name="Line 304">
            <a:extLst>
              <a:ext uri="{FF2B5EF4-FFF2-40B4-BE49-F238E27FC236}">
                <a16:creationId xmlns:a16="http://schemas.microsoft.com/office/drawing/2014/main" id="{7F3E508D-A20A-1E3B-0811-3006AD4FE60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716963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73" name="Line 305">
            <a:extLst>
              <a:ext uri="{FF2B5EF4-FFF2-40B4-BE49-F238E27FC236}">
                <a16:creationId xmlns:a16="http://schemas.microsoft.com/office/drawing/2014/main" id="{A1BD5681-EDBA-DCCF-A95C-46408BD3D4A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29675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74" name="Rectangle 306">
            <a:extLst>
              <a:ext uri="{FF2B5EF4-FFF2-40B4-BE49-F238E27FC236}">
                <a16:creationId xmlns:a16="http://schemas.microsoft.com/office/drawing/2014/main" id="{A65FAE70-2C1A-8944-A655-5725711878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88488" y="2747963"/>
            <a:ext cx="1123950" cy="11239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75" name="Rectangle 307">
            <a:extLst>
              <a:ext uri="{FF2B5EF4-FFF2-40B4-BE49-F238E27FC236}">
                <a16:creationId xmlns:a16="http://schemas.microsoft.com/office/drawing/2014/main" id="{21DA5165-6816-76F4-F338-033A48C8D2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53613" y="2619375"/>
            <a:ext cx="488950" cy="13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binarized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356" name="Picture 308">
            <a:extLst>
              <a:ext uri="{FF2B5EF4-FFF2-40B4-BE49-F238E27FC236}">
                <a16:creationId xmlns:a16="http://schemas.microsoft.com/office/drawing/2014/main" id="{986CEAD7-A5E9-D3F8-F336-6C9FEC2398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8488" y="2751138"/>
            <a:ext cx="1123950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76" name="Line 309">
            <a:extLst>
              <a:ext uri="{FF2B5EF4-FFF2-40B4-BE49-F238E27FC236}">
                <a16:creationId xmlns:a16="http://schemas.microsoft.com/office/drawing/2014/main" id="{F10B108C-1284-A0D0-EAEB-633A895E3585}"/>
              </a:ext>
            </a:extLst>
          </p:cNvPr>
          <p:cNvSpPr>
            <a:spLocks noChangeShapeType="1"/>
          </p:cNvSpPr>
          <p:nvPr/>
        </p:nvSpPr>
        <p:spPr bwMode="auto">
          <a:xfrm>
            <a:off x="9488488" y="3871913"/>
            <a:ext cx="1123950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77" name="Line 310">
            <a:extLst>
              <a:ext uri="{FF2B5EF4-FFF2-40B4-BE49-F238E27FC236}">
                <a16:creationId xmlns:a16="http://schemas.microsoft.com/office/drawing/2014/main" id="{F50F0022-D94B-0D6C-6198-B8F7804A5994}"/>
              </a:ext>
            </a:extLst>
          </p:cNvPr>
          <p:cNvSpPr>
            <a:spLocks noChangeShapeType="1"/>
          </p:cNvSpPr>
          <p:nvPr/>
        </p:nvSpPr>
        <p:spPr bwMode="auto">
          <a:xfrm>
            <a:off x="9488488" y="2747963"/>
            <a:ext cx="1123950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78" name="Line 311">
            <a:extLst>
              <a:ext uri="{FF2B5EF4-FFF2-40B4-BE49-F238E27FC236}">
                <a16:creationId xmlns:a16="http://schemas.microsoft.com/office/drawing/2014/main" id="{CC992C08-1B0E-A80B-8591-A21365AF036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831388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79" name="Line 312">
            <a:extLst>
              <a:ext uri="{FF2B5EF4-FFF2-40B4-BE49-F238E27FC236}">
                <a16:creationId xmlns:a16="http://schemas.microsoft.com/office/drawing/2014/main" id="{57B7B4C9-D1FD-54CB-4290-AB22920B927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182225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81" name="Line 313">
            <a:extLst>
              <a:ext uri="{FF2B5EF4-FFF2-40B4-BE49-F238E27FC236}">
                <a16:creationId xmlns:a16="http://schemas.microsoft.com/office/drawing/2014/main" id="{0A0E4353-2F97-BBE7-4B94-48E2A8CBC33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533063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82" name="Line 314">
            <a:extLst>
              <a:ext uri="{FF2B5EF4-FFF2-40B4-BE49-F238E27FC236}">
                <a16:creationId xmlns:a16="http://schemas.microsoft.com/office/drawing/2014/main" id="{4377D435-5999-5981-952C-70E9A74F94CF}"/>
              </a:ext>
            </a:extLst>
          </p:cNvPr>
          <p:cNvSpPr>
            <a:spLocks noChangeShapeType="1"/>
          </p:cNvSpPr>
          <p:nvPr/>
        </p:nvSpPr>
        <p:spPr bwMode="auto">
          <a:xfrm>
            <a:off x="9831388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83" name="Line 315">
            <a:extLst>
              <a:ext uri="{FF2B5EF4-FFF2-40B4-BE49-F238E27FC236}">
                <a16:creationId xmlns:a16="http://schemas.microsoft.com/office/drawing/2014/main" id="{66B647E0-6A40-CC8C-0275-D0535EFDB702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82225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84" name="Line 316">
            <a:extLst>
              <a:ext uri="{FF2B5EF4-FFF2-40B4-BE49-F238E27FC236}">
                <a16:creationId xmlns:a16="http://schemas.microsoft.com/office/drawing/2014/main" id="{5FACE112-311B-B169-D5F8-788BFBBD9883}"/>
              </a:ext>
            </a:extLst>
          </p:cNvPr>
          <p:cNvSpPr>
            <a:spLocks noChangeShapeType="1"/>
          </p:cNvSpPr>
          <p:nvPr/>
        </p:nvSpPr>
        <p:spPr bwMode="auto">
          <a:xfrm>
            <a:off x="10533063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85" name="Rectangle 317">
            <a:extLst>
              <a:ext uri="{FF2B5EF4-FFF2-40B4-BE49-F238E27FC236}">
                <a16:creationId xmlns:a16="http://schemas.microsoft.com/office/drawing/2014/main" id="{98524C74-80EA-558A-C995-5C36244F60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0113" y="39179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86" name="Rectangle 318">
            <a:extLst>
              <a:ext uri="{FF2B5EF4-FFF2-40B4-BE49-F238E27FC236}">
                <a16:creationId xmlns:a16="http://schemas.microsoft.com/office/drawing/2014/main" id="{01B3D916-A059-00FD-6540-68B1C1549D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36188" y="39179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87" name="Rectangle 319">
            <a:extLst>
              <a:ext uri="{FF2B5EF4-FFF2-40B4-BE49-F238E27FC236}">
                <a16:creationId xmlns:a16="http://schemas.microsoft.com/office/drawing/2014/main" id="{6C482704-E373-883C-DEBF-60783070A8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87025" y="39179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60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88" name="Line 320">
            <a:extLst>
              <a:ext uri="{FF2B5EF4-FFF2-40B4-BE49-F238E27FC236}">
                <a16:creationId xmlns:a16="http://schemas.microsoft.com/office/drawing/2014/main" id="{4259E676-2E7B-31FF-A606-80AEAEA276F9}"/>
              </a:ext>
            </a:extLst>
          </p:cNvPr>
          <p:cNvSpPr>
            <a:spLocks noChangeShapeType="1"/>
          </p:cNvSpPr>
          <p:nvPr/>
        </p:nvSpPr>
        <p:spPr bwMode="auto">
          <a:xfrm>
            <a:off x="9488488" y="2747963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89" name="Line 321">
            <a:extLst>
              <a:ext uri="{FF2B5EF4-FFF2-40B4-BE49-F238E27FC236}">
                <a16:creationId xmlns:a16="http://schemas.microsoft.com/office/drawing/2014/main" id="{4CF32300-B379-75F9-A5FD-60FDF8DD9A83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12438" y="2747963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90" name="Line 322">
            <a:extLst>
              <a:ext uri="{FF2B5EF4-FFF2-40B4-BE49-F238E27FC236}">
                <a16:creationId xmlns:a16="http://schemas.microsoft.com/office/drawing/2014/main" id="{3F2D9981-9E57-6214-EA6D-ABB03C748CD9}"/>
              </a:ext>
            </a:extLst>
          </p:cNvPr>
          <p:cNvSpPr>
            <a:spLocks noChangeShapeType="1"/>
          </p:cNvSpPr>
          <p:nvPr/>
        </p:nvSpPr>
        <p:spPr bwMode="auto">
          <a:xfrm>
            <a:off x="9488488" y="29146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91" name="Line 323">
            <a:extLst>
              <a:ext uri="{FF2B5EF4-FFF2-40B4-BE49-F238E27FC236}">
                <a16:creationId xmlns:a16="http://schemas.microsoft.com/office/drawing/2014/main" id="{2D8EC5DC-B1F4-9C1C-33E4-4180903BED86}"/>
              </a:ext>
            </a:extLst>
          </p:cNvPr>
          <p:cNvSpPr>
            <a:spLocks noChangeShapeType="1"/>
          </p:cNvSpPr>
          <p:nvPr/>
        </p:nvSpPr>
        <p:spPr bwMode="auto">
          <a:xfrm>
            <a:off x="9488488" y="30908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92" name="Line 324">
            <a:extLst>
              <a:ext uri="{FF2B5EF4-FFF2-40B4-BE49-F238E27FC236}">
                <a16:creationId xmlns:a16="http://schemas.microsoft.com/office/drawing/2014/main" id="{2FDB1704-62ED-4CDC-E373-CA6D058B0A14}"/>
              </a:ext>
            </a:extLst>
          </p:cNvPr>
          <p:cNvSpPr>
            <a:spLocks noChangeShapeType="1"/>
          </p:cNvSpPr>
          <p:nvPr/>
        </p:nvSpPr>
        <p:spPr bwMode="auto">
          <a:xfrm>
            <a:off x="9488488" y="32654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93" name="Line 325">
            <a:extLst>
              <a:ext uri="{FF2B5EF4-FFF2-40B4-BE49-F238E27FC236}">
                <a16:creationId xmlns:a16="http://schemas.microsoft.com/office/drawing/2014/main" id="{9C796A28-3A8F-155C-B83F-533ADD5DB909}"/>
              </a:ext>
            </a:extLst>
          </p:cNvPr>
          <p:cNvSpPr>
            <a:spLocks noChangeShapeType="1"/>
          </p:cNvSpPr>
          <p:nvPr/>
        </p:nvSpPr>
        <p:spPr bwMode="auto">
          <a:xfrm>
            <a:off x="9488488" y="34417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94" name="Line 326">
            <a:extLst>
              <a:ext uri="{FF2B5EF4-FFF2-40B4-BE49-F238E27FC236}">
                <a16:creationId xmlns:a16="http://schemas.microsoft.com/office/drawing/2014/main" id="{31FD907D-551B-E79A-04CD-3304277E8F1A}"/>
              </a:ext>
            </a:extLst>
          </p:cNvPr>
          <p:cNvSpPr>
            <a:spLocks noChangeShapeType="1"/>
          </p:cNvSpPr>
          <p:nvPr/>
        </p:nvSpPr>
        <p:spPr bwMode="auto">
          <a:xfrm>
            <a:off x="9488488" y="36179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95" name="Line 327">
            <a:extLst>
              <a:ext uri="{FF2B5EF4-FFF2-40B4-BE49-F238E27FC236}">
                <a16:creationId xmlns:a16="http://schemas.microsoft.com/office/drawing/2014/main" id="{09F23B96-ED33-7B8C-D2B6-F075F1724927}"/>
              </a:ext>
            </a:extLst>
          </p:cNvPr>
          <p:cNvSpPr>
            <a:spLocks noChangeShapeType="1"/>
          </p:cNvSpPr>
          <p:nvPr/>
        </p:nvSpPr>
        <p:spPr bwMode="auto">
          <a:xfrm>
            <a:off x="9488488" y="37925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96" name="Line 328">
            <a:extLst>
              <a:ext uri="{FF2B5EF4-FFF2-40B4-BE49-F238E27FC236}">
                <a16:creationId xmlns:a16="http://schemas.microsoft.com/office/drawing/2014/main" id="{9BCDA646-8BA5-5BC2-DD2F-9C5968BE2A2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01325" y="29146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97" name="Line 329">
            <a:extLst>
              <a:ext uri="{FF2B5EF4-FFF2-40B4-BE49-F238E27FC236}">
                <a16:creationId xmlns:a16="http://schemas.microsoft.com/office/drawing/2014/main" id="{35AE86AD-2BE0-24FB-A525-C2FDEE0A9F6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01325" y="30908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98" name="Line 330">
            <a:extLst>
              <a:ext uri="{FF2B5EF4-FFF2-40B4-BE49-F238E27FC236}">
                <a16:creationId xmlns:a16="http://schemas.microsoft.com/office/drawing/2014/main" id="{5FF02E3A-3AC4-02BE-085F-1B6A874A3F5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01325" y="32654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99" name="Line 331">
            <a:extLst>
              <a:ext uri="{FF2B5EF4-FFF2-40B4-BE49-F238E27FC236}">
                <a16:creationId xmlns:a16="http://schemas.microsoft.com/office/drawing/2014/main" id="{3AAB715E-53D8-4BD6-A3DA-A5C4A8F2C48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01325" y="34417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01" name="Line 332">
            <a:extLst>
              <a:ext uri="{FF2B5EF4-FFF2-40B4-BE49-F238E27FC236}">
                <a16:creationId xmlns:a16="http://schemas.microsoft.com/office/drawing/2014/main" id="{BC67B0B2-0E30-0F08-951B-4CE20358B36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01325" y="36179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02" name="Line 333">
            <a:extLst>
              <a:ext uri="{FF2B5EF4-FFF2-40B4-BE49-F238E27FC236}">
                <a16:creationId xmlns:a16="http://schemas.microsoft.com/office/drawing/2014/main" id="{7051819A-FD0F-AD8D-D4D6-B7FAF6B70EB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01325" y="37925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03" name="Rectangle 334">
            <a:extLst>
              <a:ext uri="{FF2B5EF4-FFF2-40B4-BE49-F238E27FC236}">
                <a16:creationId xmlns:a16="http://schemas.microsoft.com/office/drawing/2014/main" id="{73F084F4-AE15-D2C9-1085-153AD3AB4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3075" y="2868613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04" name="Rectangle 335">
            <a:extLst>
              <a:ext uri="{FF2B5EF4-FFF2-40B4-BE49-F238E27FC236}">
                <a16:creationId xmlns:a16="http://schemas.microsoft.com/office/drawing/2014/main" id="{87066CEA-ECE7-B41A-E44B-4F08DF877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3075" y="30448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05" name="Rectangle 336">
            <a:extLst>
              <a:ext uri="{FF2B5EF4-FFF2-40B4-BE49-F238E27FC236}">
                <a16:creationId xmlns:a16="http://schemas.microsoft.com/office/drawing/2014/main" id="{11B9755F-CF6A-450A-CD94-297F6CB674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3075" y="3221038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30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06" name="Rectangle 337">
            <a:extLst>
              <a:ext uri="{FF2B5EF4-FFF2-40B4-BE49-F238E27FC236}">
                <a16:creationId xmlns:a16="http://schemas.microsoft.com/office/drawing/2014/main" id="{4CFC13FF-668D-7AE9-3CD8-A9896E14E8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3075" y="33972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07" name="Rectangle 338">
            <a:extLst>
              <a:ext uri="{FF2B5EF4-FFF2-40B4-BE49-F238E27FC236}">
                <a16:creationId xmlns:a16="http://schemas.microsoft.com/office/drawing/2014/main" id="{DE9F1F9A-A414-1959-14AD-BB1242B23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3075" y="357187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50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08" name="Rectangle 339">
            <a:extLst>
              <a:ext uri="{FF2B5EF4-FFF2-40B4-BE49-F238E27FC236}">
                <a16:creationId xmlns:a16="http://schemas.microsoft.com/office/drawing/2014/main" id="{1C0287D9-88B0-4D8D-06C1-9D919027C9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3075" y="3748088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60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09" name="Line 340">
            <a:extLst>
              <a:ext uri="{FF2B5EF4-FFF2-40B4-BE49-F238E27FC236}">
                <a16:creationId xmlns:a16="http://schemas.microsoft.com/office/drawing/2014/main" id="{D1332522-6040-8412-19CC-63174A0685AB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82288" y="386873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0" name="Line 341">
            <a:extLst>
              <a:ext uri="{FF2B5EF4-FFF2-40B4-BE49-F238E27FC236}">
                <a16:creationId xmlns:a16="http://schemas.microsoft.com/office/drawing/2014/main" id="{22603B70-D1D8-B2E3-C008-EE7F8B937065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82288" y="274478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1" name="Line 342">
            <a:extLst>
              <a:ext uri="{FF2B5EF4-FFF2-40B4-BE49-F238E27FC236}">
                <a16:creationId xmlns:a16="http://schemas.microsoft.com/office/drawing/2014/main" id="{EE29A6DB-C77D-0F84-6EB3-2EF02669467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682288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2" name="Line 343">
            <a:extLst>
              <a:ext uri="{FF2B5EF4-FFF2-40B4-BE49-F238E27FC236}">
                <a16:creationId xmlns:a16="http://schemas.microsoft.com/office/drawing/2014/main" id="{13F19E21-4A56-F530-FD31-CA30CA470B9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795000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392" name="Picture 344">
            <a:extLst>
              <a:ext uri="{FF2B5EF4-FFF2-40B4-BE49-F238E27FC236}">
                <a16:creationId xmlns:a16="http://schemas.microsoft.com/office/drawing/2014/main" id="{E47AD79A-DFBE-4E97-5F50-8BC1369D44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2288" y="2744788"/>
            <a:ext cx="112713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13" name="Line 345">
            <a:extLst>
              <a:ext uri="{FF2B5EF4-FFF2-40B4-BE49-F238E27FC236}">
                <a16:creationId xmlns:a16="http://schemas.microsoft.com/office/drawing/2014/main" id="{DE78B305-676E-A26A-711C-45C670B988B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795000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4" name="Line 346">
            <a:extLst>
              <a:ext uri="{FF2B5EF4-FFF2-40B4-BE49-F238E27FC236}">
                <a16:creationId xmlns:a16="http://schemas.microsoft.com/office/drawing/2014/main" id="{EB9598BD-FA41-F5C7-2FC3-EF5B9695200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783888" y="38687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5" name="Line 347">
            <a:extLst>
              <a:ext uri="{FF2B5EF4-FFF2-40B4-BE49-F238E27FC236}">
                <a16:creationId xmlns:a16="http://schemas.microsoft.com/office/drawing/2014/main" id="{68BB6AC3-40E6-7D69-FA24-122DA02794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783888" y="36449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6" name="Line 348">
            <a:extLst>
              <a:ext uri="{FF2B5EF4-FFF2-40B4-BE49-F238E27FC236}">
                <a16:creationId xmlns:a16="http://schemas.microsoft.com/office/drawing/2014/main" id="{E21B80C0-DD15-EAD9-1681-A274877DA68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783888" y="341947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7" name="Line 349">
            <a:extLst>
              <a:ext uri="{FF2B5EF4-FFF2-40B4-BE49-F238E27FC236}">
                <a16:creationId xmlns:a16="http://schemas.microsoft.com/office/drawing/2014/main" id="{B213CCF1-3952-A4DD-BA52-ACFC6DB5FB9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783888" y="31940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8" name="Line 350">
            <a:extLst>
              <a:ext uri="{FF2B5EF4-FFF2-40B4-BE49-F238E27FC236}">
                <a16:creationId xmlns:a16="http://schemas.microsoft.com/office/drawing/2014/main" id="{2A64C08E-78D4-C223-17AF-9579A342544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783888" y="29686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9" name="Line 351">
            <a:extLst>
              <a:ext uri="{FF2B5EF4-FFF2-40B4-BE49-F238E27FC236}">
                <a16:creationId xmlns:a16="http://schemas.microsoft.com/office/drawing/2014/main" id="{CE263272-2C4E-897E-D157-B8311EA61DE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783888" y="27447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20" name="Rectangle 352">
            <a:extLst>
              <a:ext uri="{FF2B5EF4-FFF2-40B4-BE49-F238E27FC236}">
                <a16:creationId xmlns:a16="http://schemas.microsoft.com/office/drawing/2014/main" id="{9529BEDB-FF9A-C32C-4CB7-D564D97CAD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5163" y="3830638"/>
            <a:ext cx="746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21" name="Rectangle 353">
            <a:extLst>
              <a:ext uri="{FF2B5EF4-FFF2-40B4-BE49-F238E27FC236}">
                <a16:creationId xmlns:a16="http://schemas.microsoft.com/office/drawing/2014/main" id="{D7F46929-0602-3B3B-8C05-C8F965391E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5163" y="3603625"/>
            <a:ext cx="1317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0.2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22" name="Rectangle 354">
            <a:extLst>
              <a:ext uri="{FF2B5EF4-FFF2-40B4-BE49-F238E27FC236}">
                <a16:creationId xmlns:a16="http://schemas.microsoft.com/office/drawing/2014/main" id="{9B117CC2-BDE7-0D30-A5F9-C96D1EA15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5163" y="3378200"/>
            <a:ext cx="1317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0.4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23" name="Rectangle 355">
            <a:extLst>
              <a:ext uri="{FF2B5EF4-FFF2-40B4-BE49-F238E27FC236}">
                <a16:creationId xmlns:a16="http://schemas.microsoft.com/office/drawing/2014/main" id="{A696A370-8A7F-D7F9-6526-A9129D1897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5163" y="3157538"/>
            <a:ext cx="1317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0.6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24" name="Rectangle 356">
            <a:extLst>
              <a:ext uri="{FF2B5EF4-FFF2-40B4-BE49-F238E27FC236}">
                <a16:creationId xmlns:a16="http://schemas.microsoft.com/office/drawing/2014/main" id="{5EE250B6-0C01-DC11-F8EF-0311705FF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5163" y="2932113"/>
            <a:ext cx="1317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0.8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25" name="Rectangle 357">
            <a:extLst>
              <a:ext uri="{FF2B5EF4-FFF2-40B4-BE49-F238E27FC236}">
                <a16:creationId xmlns:a16="http://schemas.microsoft.com/office/drawing/2014/main" id="{E480D48F-F13A-24EB-B93E-96ADE34288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5163" y="2706688"/>
            <a:ext cx="746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26" name="Line 358">
            <a:extLst>
              <a:ext uri="{FF2B5EF4-FFF2-40B4-BE49-F238E27FC236}">
                <a16:creationId xmlns:a16="http://schemas.microsoft.com/office/drawing/2014/main" id="{FB30F06C-77D5-FB8F-8CB6-2E1FF8220E4C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82288" y="274478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27" name="Line 359">
            <a:extLst>
              <a:ext uri="{FF2B5EF4-FFF2-40B4-BE49-F238E27FC236}">
                <a16:creationId xmlns:a16="http://schemas.microsoft.com/office/drawing/2014/main" id="{50A3240B-FBE4-4118-7662-3528EB2D574A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82288" y="386873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28" name="Line 360">
            <a:extLst>
              <a:ext uri="{FF2B5EF4-FFF2-40B4-BE49-F238E27FC236}">
                <a16:creationId xmlns:a16="http://schemas.microsoft.com/office/drawing/2014/main" id="{355A2930-979F-5A66-CF9A-47CE638F1F1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682288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29" name="Line 361">
            <a:extLst>
              <a:ext uri="{FF2B5EF4-FFF2-40B4-BE49-F238E27FC236}">
                <a16:creationId xmlns:a16="http://schemas.microsoft.com/office/drawing/2014/main" id="{6193B90D-C760-A2F9-2C57-0D4FACF46DF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795000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30" name="Rectangle 362">
            <a:extLst>
              <a:ext uri="{FF2B5EF4-FFF2-40B4-BE49-F238E27FC236}">
                <a16:creationId xmlns:a16="http://schemas.microsoft.com/office/drawing/2014/main" id="{4F70734F-2BF0-B774-B6A4-651BB7863F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3063" y="4806950"/>
            <a:ext cx="1122363" cy="11255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31" name="Rectangle 363">
            <a:extLst>
              <a:ext uri="{FF2B5EF4-FFF2-40B4-BE49-F238E27FC236}">
                <a16:creationId xmlns:a16="http://schemas.microsoft.com/office/drawing/2014/main" id="{6C407B68-DFAE-C03E-6D2B-FF7B26FDA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7538" y="4679950"/>
            <a:ext cx="754063" cy="13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last patch ( 84)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412" name="Picture 364">
            <a:extLst>
              <a:ext uri="{FF2B5EF4-FFF2-40B4-BE49-F238E27FC236}">
                <a16:creationId xmlns:a16="http://schemas.microsoft.com/office/drawing/2014/main" id="{7DD70541-75B3-9A29-B4F0-F8CAD70F4D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063" y="4810125"/>
            <a:ext cx="1122363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32" name="Line 365">
            <a:extLst>
              <a:ext uri="{FF2B5EF4-FFF2-40B4-BE49-F238E27FC236}">
                <a16:creationId xmlns:a16="http://schemas.microsoft.com/office/drawing/2014/main" id="{EEEA3C73-71F2-8433-21CB-0E2970157C28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5932488"/>
            <a:ext cx="112236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33" name="Line 366">
            <a:extLst>
              <a:ext uri="{FF2B5EF4-FFF2-40B4-BE49-F238E27FC236}">
                <a16:creationId xmlns:a16="http://schemas.microsoft.com/office/drawing/2014/main" id="{6FF62C40-657D-1A74-FB14-6EE4019E79EE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4806950"/>
            <a:ext cx="112236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34" name="Line 367">
            <a:extLst>
              <a:ext uri="{FF2B5EF4-FFF2-40B4-BE49-F238E27FC236}">
                <a16:creationId xmlns:a16="http://schemas.microsoft.com/office/drawing/2014/main" id="{38619410-9ACC-781C-0715-9FE1ED759DB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14513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35" name="Line 368">
            <a:extLst>
              <a:ext uri="{FF2B5EF4-FFF2-40B4-BE49-F238E27FC236}">
                <a16:creationId xmlns:a16="http://schemas.microsoft.com/office/drawing/2014/main" id="{71A10D17-BCCF-A816-210D-C72ED31F09C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89138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37" name="Line 369">
            <a:extLst>
              <a:ext uri="{FF2B5EF4-FFF2-40B4-BE49-F238E27FC236}">
                <a16:creationId xmlns:a16="http://schemas.microsoft.com/office/drawing/2014/main" id="{ACA6038D-8053-B95E-26C3-92EBD1B10CA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65350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38" name="Line 370">
            <a:extLst>
              <a:ext uri="{FF2B5EF4-FFF2-40B4-BE49-F238E27FC236}">
                <a16:creationId xmlns:a16="http://schemas.microsoft.com/office/drawing/2014/main" id="{406E87E3-58AF-504F-508C-91219B163F7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39975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39" name="Line 371">
            <a:extLst>
              <a:ext uri="{FF2B5EF4-FFF2-40B4-BE49-F238E27FC236}">
                <a16:creationId xmlns:a16="http://schemas.microsoft.com/office/drawing/2014/main" id="{55A06785-EB85-4E55-A252-465B651003F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16188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40" name="Line 372">
            <a:extLst>
              <a:ext uri="{FF2B5EF4-FFF2-40B4-BE49-F238E27FC236}">
                <a16:creationId xmlns:a16="http://schemas.microsoft.com/office/drawing/2014/main" id="{A42878C8-2881-771E-E660-DDBB6E166DE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90813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41" name="Line 373">
            <a:extLst>
              <a:ext uri="{FF2B5EF4-FFF2-40B4-BE49-F238E27FC236}">
                <a16:creationId xmlns:a16="http://schemas.microsoft.com/office/drawing/2014/main" id="{5D948EE5-33D7-65FE-FF5C-252F29226E93}"/>
              </a:ext>
            </a:extLst>
          </p:cNvPr>
          <p:cNvSpPr>
            <a:spLocks noChangeShapeType="1"/>
          </p:cNvSpPr>
          <p:nvPr/>
        </p:nvSpPr>
        <p:spPr bwMode="auto">
          <a:xfrm>
            <a:off x="1814513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42" name="Line 374">
            <a:extLst>
              <a:ext uri="{FF2B5EF4-FFF2-40B4-BE49-F238E27FC236}">
                <a16:creationId xmlns:a16="http://schemas.microsoft.com/office/drawing/2014/main" id="{316777C6-2A23-1352-8164-67EB4D825EC4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9138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43" name="Line 375">
            <a:extLst>
              <a:ext uri="{FF2B5EF4-FFF2-40B4-BE49-F238E27FC236}">
                <a16:creationId xmlns:a16="http://schemas.microsoft.com/office/drawing/2014/main" id="{8FD0295D-9AF6-F3F7-7CFE-EEB836E5298A}"/>
              </a:ext>
            </a:extLst>
          </p:cNvPr>
          <p:cNvSpPr>
            <a:spLocks noChangeShapeType="1"/>
          </p:cNvSpPr>
          <p:nvPr/>
        </p:nvSpPr>
        <p:spPr bwMode="auto">
          <a:xfrm>
            <a:off x="2165350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44" name="Line 376">
            <a:extLst>
              <a:ext uri="{FF2B5EF4-FFF2-40B4-BE49-F238E27FC236}">
                <a16:creationId xmlns:a16="http://schemas.microsoft.com/office/drawing/2014/main" id="{016BE5E7-7870-F850-6EC4-95CC8A1EE2F7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9975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45" name="Line 377">
            <a:extLst>
              <a:ext uri="{FF2B5EF4-FFF2-40B4-BE49-F238E27FC236}">
                <a16:creationId xmlns:a16="http://schemas.microsoft.com/office/drawing/2014/main" id="{6C6DFDD0-0DFC-0824-6AAB-3D3998987D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6188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46" name="Line 378">
            <a:extLst>
              <a:ext uri="{FF2B5EF4-FFF2-40B4-BE49-F238E27FC236}">
                <a16:creationId xmlns:a16="http://schemas.microsoft.com/office/drawing/2014/main" id="{EFCEB2D0-45B7-AD71-AC41-DC36FAE475FB}"/>
              </a:ext>
            </a:extLst>
          </p:cNvPr>
          <p:cNvSpPr>
            <a:spLocks noChangeShapeType="1"/>
          </p:cNvSpPr>
          <p:nvPr/>
        </p:nvSpPr>
        <p:spPr bwMode="auto">
          <a:xfrm>
            <a:off x="2690813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47" name="Rectangle 379">
            <a:extLst>
              <a:ext uri="{FF2B5EF4-FFF2-40B4-BE49-F238E27FC236}">
                <a16:creationId xmlns:a16="http://schemas.microsoft.com/office/drawing/2014/main" id="{77DD98A3-1BE5-EF28-CD1D-1B74810362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8475" y="59785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48" name="Rectangle 380">
            <a:extLst>
              <a:ext uri="{FF2B5EF4-FFF2-40B4-BE49-F238E27FC236}">
                <a16:creationId xmlns:a16="http://schemas.microsoft.com/office/drawing/2014/main" id="{B198404B-EA31-C598-A8C8-98EB8F3C7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3100" y="59785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49" name="Rectangle 381">
            <a:extLst>
              <a:ext uri="{FF2B5EF4-FFF2-40B4-BE49-F238E27FC236}">
                <a16:creationId xmlns:a16="http://schemas.microsoft.com/office/drawing/2014/main" id="{971268E3-D902-081D-20A5-788C50D34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9313" y="59785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60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50" name="Rectangle 382">
            <a:extLst>
              <a:ext uri="{FF2B5EF4-FFF2-40B4-BE49-F238E27FC236}">
                <a16:creationId xmlns:a16="http://schemas.microsoft.com/office/drawing/2014/main" id="{9C580E5A-9171-A124-20F8-309FD9563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5525" y="59785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80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51" name="Rectangle 383">
            <a:extLst>
              <a:ext uri="{FF2B5EF4-FFF2-40B4-BE49-F238E27FC236}">
                <a16:creationId xmlns:a16="http://schemas.microsoft.com/office/drawing/2014/main" id="{E5F12425-918F-2A7F-3229-63B34DC18E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6338" y="5978525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52" name="Rectangle 384">
            <a:extLst>
              <a:ext uri="{FF2B5EF4-FFF2-40B4-BE49-F238E27FC236}">
                <a16:creationId xmlns:a16="http://schemas.microsoft.com/office/drawing/2014/main" id="{59262614-F667-DD25-FE3F-3D5D732A62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0963" y="5978525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53" name="Line 385">
            <a:extLst>
              <a:ext uri="{FF2B5EF4-FFF2-40B4-BE49-F238E27FC236}">
                <a16:creationId xmlns:a16="http://schemas.microsoft.com/office/drawing/2014/main" id="{31EF002F-9C88-6D1B-72F0-5FF023F10D01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4806950"/>
            <a:ext cx="0" cy="1125538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54" name="Line 386">
            <a:extLst>
              <a:ext uri="{FF2B5EF4-FFF2-40B4-BE49-F238E27FC236}">
                <a16:creationId xmlns:a16="http://schemas.microsoft.com/office/drawing/2014/main" id="{8EBCA5C5-002F-8A53-550F-75237EFBDFA1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5425" y="4806950"/>
            <a:ext cx="0" cy="1125538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55" name="Line 387">
            <a:extLst>
              <a:ext uri="{FF2B5EF4-FFF2-40B4-BE49-F238E27FC236}">
                <a16:creationId xmlns:a16="http://schemas.microsoft.com/office/drawing/2014/main" id="{92DCBE65-A9BE-1D26-3EF4-153E317E4E1A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49784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57" name="Line 388">
            <a:extLst>
              <a:ext uri="{FF2B5EF4-FFF2-40B4-BE49-F238E27FC236}">
                <a16:creationId xmlns:a16="http://schemas.microsoft.com/office/drawing/2014/main" id="{D940A54F-315F-34C6-BAD9-FAAEA3964CCA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51546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58" name="Line 389">
            <a:extLst>
              <a:ext uri="{FF2B5EF4-FFF2-40B4-BE49-F238E27FC236}">
                <a16:creationId xmlns:a16="http://schemas.microsoft.com/office/drawing/2014/main" id="{4A63C411-835D-8F51-B0BD-4C4D4D94C388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53308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59" name="Line 390">
            <a:extLst>
              <a:ext uri="{FF2B5EF4-FFF2-40B4-BE49-F238E27FC236}">
                <a16:creationId xmlns:a16="http://schemas.microsoft.com/office/drawing/2014/main" id="{3ACA5B6A-9984-3128-841E-F17AE94B1656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55054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60" name="Line 391">
            <a:extLst>
              <a:ext uri="{FF2B5EF4-FFF2-40B4-BE49-F238E27FC236}">
                <a16:creationId xmlns:a16="http://schemas.microsoft.com/office/drawing/2014/main" id="{FCF609B0-5C05-CBAA-D095-8D67AFF0E6D7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56816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61" name="Line 392">
            <a:extLst>
              <a:ext uri="{FF2B5EF4-FFF2-40B4-BE49-F238E27FC236}">
                <a16:creationId xmlns:a16="http://schemas.microsoft.com/office/drawing/2014/main" id="{805654D0-BE2A-9F39-DA87-69B63204BA40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585787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62" name="Line 393">
            <a:extLst>
              <a:ext uri="{FF2B5EF4-FFF2-40B4-BE49-F238E27FC236}">
                <a16:creationId xmlns:a16="http://schemas.microsoft.com/office/drawing/2014/main" id="{9B58232D-056E-8622-87BB-C76D0C7FAF3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4313" y="49784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63" name="Line 394">
            <a:extLst>
              <a:ext uri="{FF2B5EF4-FFF2-40B4-BE49-F238E27FC236}">
                <a16:creationId xmlns:a16="http://schemas.microsoft.com/office/drawing/2014/main" id="{F19B7AB1-5CFB-19B3-FFD0-55D6D82DA96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4313" y="51546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64" name="Line 395">
            <a:extLst>
              <a:ext uri="{FF2B5EF4-FFF2-40B4-BE49-F238E27FC236}">
                <a16:creationId xmlns:a16="http://schemas.microsoft.com/office/drawing/2014/main" id="{E092ACE7-B98C-98A4-35C7-DA752BFE2D4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4313" y="53308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65" name="Line 396">
            <a:extLst>
              <a:ext uri="{FF2B5EF4-FFF2-40B4-BE49-F238E27FC236}">
                <a16:creationId xmlns:a16="http://schemas.microsoft.com/office/drawing/2014/main" id="{23C65A2A-5986-5A78-4A5F-0B0F6CE1719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4313" y="55054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66" name="Line 397">
            <a:extLst>
              <a:ext uri="{FF2B5EF4-FFF2-40B4-BE49-F238E27FC236}">
                <a16:creationId xmlns:a16="http://schemas.microsoft.com/office/drawing/2014/main" id="{E5E21C3E-4724-38CB-0B51-B0D72C719DB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4313" y="56816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67" name="Line 398">
            <a:extLst>
              <a:ext uri="{FF2B5EF4-FFF2-40B4-BE49-F238E27FC236}">
                <a16:creationId xmlns:a16="http://schemas.microsoft.com/office/drawing/2014/main" id="{8AB242B3-DB70-43B2-F3B3-C89A471B3FC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4313" y="585787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68" name="Rectangle 399">
            <a:extLst>
              <a:ext uri="{FF2B5EF4-FFF2-40B4-BE49-F238E27FC236}">
                <a16:creationId xmlns:a16="http://schemas.microsoft.com/office/drawing/2014/main" id="{F760C06E-249C-7BFE-6956-CF125899BA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063" y="4935538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69" name="Rectangle 400">
            <a:extLst>
              <a:ext uri="{FF2B5EF4-FFF2-40B4-BE49-F238E27FC236}">
                <a16:creationId xmlns:a16="http://schemas.microsoft.com/office/drawing/2014/main" id="{84E76A05-C0B7-DD56-DE01-CE377192A1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063" y="51117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70" name="Rectangle 401">
            <a:extLst>
              <a:ext uri="{FF2B5EF4-FFF2-40B4-BE49-F238E27FC236}">
                <a16:creationId xmlns:a16="http://schemas.microsoft.com/office/drawing/2014/main" id="{2ABCB1CE-A660-4369-012B-0272A7AFD1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063" y="528637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60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71" name="Rectangle 402">
            <a:extLst>
              <a:ext uri="{FF2B5EF4-FFF2-40B4-BE49-F238E27FC236}">
                <a16:creationId xmlns:a16="http://schemas.microsoft.com/office/drawing/2014/main" id="{7208986E-CFC0-95A7-9957-A07C5B9ACF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063" y="5462588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80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72" name="Rectangle 403">
            <a:extLst>
              <a:ext uri="{FF2B5EF4-FFF2-40B4-BE49-F238E27FC236}">
                <a16:creationId xmlns:a16="http://schemas.microsoft.com/office/drawing/2014/main" id="{6BB7E9AB-8266-BC45-ACE9-BFF0509711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6850" y="5638800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73" name="Rectangle 404">
            <a:extLst>
              <a:ext uri="{FF2B5EF4-FFF2-40B4-BE49-F238E27FC236}">
                <a16:creationId xmlns:a16="http://schemas.microsoft.com/office/drawing/2014/main" id="{5BF2D55E-70F6-ABCB-C758-3DBE86D161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6850" y="5815013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74" name="Line 405">
            <a:extLst>
              <a:ext uri="{FF2B5EF4-FFF2-40B4-BE49-F238E27FC236}">
                <a16:creationId xmlns:a16="http://schemas.microsoft.com/office/drawing/2014/main" id="{4BC3C830-72B3-A064-37E2-8628150103AE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275" y="59340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6" name="Line 407">
            <a:extLst>
              <a:ext uri="{FF2B5EF4-FFF2-40B4-BE49-F238E27FC236}">
                <a16:creationId xmlns:a16="http://schemas.microsoft.com/office/drawing/2014/main" id="{B15C5671-59A6-4709-5E88-37952D30A295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275" y="48037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7" name="Line 408">
            <a:extLst>
              <a:ext uri="{FF2B5EF4-FFF2-40B4-BE49-F238E27FC236}">
                <a16:creationId xmlns:a16="http://schemas.microsoft.com/office/drawing/2014/main" id="{5C09AE67-776F-2977-C681-D0EC3BA0A27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35275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Line 409">
            <a:extLst>
              <a:ext uri="{FF2B5EF4-FFF2-40B4-BE49-F238E27FC236}">
                <a16:creationId xmlns:a16="http://schemas.microsoft.com/office/drawing/2014/main" id="{D9AF1F36-B1CB-51B1-9D40-398A725165F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47988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458" name="Picture 410">
            <a:extLst>
              <a:ext uri="{FF2B5EF4-FFF2-40B4-BE49-F238E27FC236}">
                <a16:creationId xmlns:a16="http://schemas.microsoft.com/office/drawing/2014/main" id="{F31FAADE-15C2-F4C9-6A30-5F59C10A10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5275" y="4803775"/>
            <a:ext cx="112713" cy="113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" name="Line 411">
            <a:extLst>
              <a:ext uri="{FF2B5EF4-FFF2-40B4-BE49-F238E27FC236}">
                <a16:creationId xmlns:a16="http://schemas.microsoft.com/office/drawing/2014/main" id="{CDA0C574-19BF-0ECD-02A5-0BB19812D85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47988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Line 412">
            <a:extLst>
              <a:ext uri="{FF2B5EF4-FFF2-40B4-BE49-F238E27FC236}">
                <a16:creationId xmlns:a16="http://schemas.microsoft.com/office/drawing/2014/main" id="{99984670-A0B3-7071-0CBA-E1D4189A921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6875" y="593407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Line 413">
            <a:extLst>
              <a:ext uri="{FF2B5EF4-FFF2-40B4-BE49-F238E27FC236}">
                <a16:creationId xmlns:a16="http://schemas.microsoft.com/office/drawing/2014/main" id="{90042213-ECD0-970D-0ACA-16B7B5A197F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6875" y="57150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2" name="Line 414">
            <a:extLst>
              <a:ext uri="{FF2B5EF4-FFF2-40B4-BE49-F238E27FC236}">
                <a16:creationId xmlns:a16="http://schemas.microsoft.com/office/drawing/2014/main" id="{F6785951-2596-EBB5-8BF0-8EECEAFC4AB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6875" y="54927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3" name="Line 415">
            <a:extLst>
              <a:ext uri="{FF2B5EF4-FFF2-40B4-BE49-F238E27FC236}">
                <a16:creationId xmlns:a16="http://schemas.microsoft.com/office/drawing/2014/main" id="{3022FE44-C718-76CE-6EE7-22E3813DAB3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6875" y="52720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32" name="Line 416">
            <a:extLst>
              <a:ext uri="{FF2B5EF4-FFF2-40B4-BE49-F238E27FC236}">
                <a16:creationId xmlns:a16="http://schemas.microsoft.com/office/drawing/2014/main" id="{6E72FD47-D03D-57CA-D00E-6E9B229DDF5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6875" y="50514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33" name="Line 417">
            <a:extLst>
              <a:ext uri="{FF2B5EF4-FFF2-40B4-BE49-F238E27FC236}">
                <a16:creationId xmlns:a16="http://schemas.microsoft.com/office/drawing/2014/main" id="{96E1999A-F206-FEAF-FF41-4191B518577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6875" y="48307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34" name="Rectangle 418">
            <a:extLst>
              <a:ext uri="{FF2B5EF4-FFF2-40B4-BE49-F238E27FC236}">
                <a16:creationId xmlns:a16="http://schemas.microsoft.com/office/drawing/2014/main" id="{99E2CBA8-6F45-1DB0-DDA1-E5ED22A8D3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5895975"/>
            <a:ext cx="746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35" name="Rectangle 419">
            <a:extLst>
              <a:ext uri="{FF2B5EF4-FFF2-40B4-BE49-F238E27FC236}">
                <a16:creationId xmlns:a16="http://schemas.microsoft.com/office/drawing/2014/main" id="{4090A0CB-C59E-45B1-B603-F9DE86E8C3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5676900"/>
            <a:ext cx="1127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50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36" name="Rectangle 420">
            <a:extLst>
              <a:ext uri="{FF2B5EF4-FFF2-40B4-BE49-F238E27FC236}">
                <a16:creationId xmlns:a16="http://schemas.microsoft.com/office/drawing/2014/main" id="{54189F90-64C0-3A77-2B8B-75BC4EEDD5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5456238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37" name="Rectangle 421">
            <a:extLst>
              <a:ext uri="{FF2B5EF4-FFF2-40B4-BE49-F238E27FC236}">
                <a16:creationId xmlns:a16="http://schemas.microsoft.com/office/drawing/2014/main" id="{49B4E710-213D-6E6A-0F77-CC8EAB7BEF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5237163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150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38" name="Rectangle 422">
            <a:extLst>
              <a:ext uri="{FF2B5EF4-FFF2-40B4-BE49-F238E27FC236}">
                <a16:creationId xmlns:a16="http://schemas.microsoft.com/office/drawing/2014/main" id="{24F22E88-A6CD-7132-3F71-0FA42B32C0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5010150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39" name="Rectangle 423">
            <a:extLst>
              <a:ext uri="{FF2B5EF4-FFF2-40B4-BE49-F238E27FC236}">
                <a16:creationId xmlns:a16="http://schemas.microsoft.com/office/drawing/2014/main" id="{986C7D51-3A80-F68A-E9D0-95A6EE3B2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4791075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250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40" name="Line 424">
            <a:extLst>
              <a:ext uri="{FF2B5EF4-FFF2-40B4-BE49-F238E27FC236}">
                <a16:creationId xmlns:a16="http://schemas.microsoft.com/office/drawing/2014/main" id="{29A1D44B-847C-E35E-888A-C7CBD31DE044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275" y="48037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41" name="Line 425">
            <a:extLst>
              <a:ext uri="{FF2B5EF4-FFF2-40B4-BE49-F238E27FC236}">
                <a16:creationId xmlns:a16="http://schemas.microsoft.com/office/drawing/2014/main" id="{01401516-2FCD-1573-C1FE-960FEA215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275" y="59340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42" name="Line 426">
            <a:extLst>
              <a:ext uri="{FF2B5EF4-FFF2-40B4-BE49-F238E27FC236}">
                <a16:creationId xmlns:a16="http://schemas.microsoft.com/office/drawing/2014/main" id="{C8932522-5881-1C1F-52BC-47584C33C48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35275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43" name="Line 427">
            <a:extLst>
              <a:ext uri="{FF2B5EF4-FFF2-40B4-BE49-F238E27FC236}">
                <a16:creationId xmlns:a16="http://schemas.microsoft.com/office/drawing/2014/main" id="{A48EA5F6-1EB6-342E-F805-C2B61E1B946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47988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44" name="Rectangle 428">
            <a:extLst>
              <a:ext uri="{FF2B5EF4-FFF2-40B4-BE49-F238E27FC236}">
                <a16:creationId xmlns:a16="http://schemas.microsoft.com/office/drawing/2014/main" id="{F1F9EE7A-35D7-86FA-A798-D4F7C3E953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0450" y="4806950"/>
            <a:ext cx="1123950" cy="11255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45" name="Rectangle 429">
            <a:extLst>
              <a:ext uri="{FF2B5EF4-FFF2-40B4-BE49-F238E27FC236}">
                <a16:creationId xmlns:a16="http://schemas.microsoft.com/office/drawing/2014/main" id="{68DF17B1-0811-48F3-ED3D-0E75F40B5C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8563" y="4679950"/>
            <a:ext cx="966788" cy="13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downsampled by  2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478" name="Picture 430">
            <a:extLst>
              <a:ext uri="{FF2B5EF4-FFF2-40B4-BE49-F238E27FC236}">
                <a16:creationId xmlns:a16="http://schemas.microsoft.com/office/drawing/2014/main" id="{80FEEEFB-28CE-4EFC-70B3-F2E34C743D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0450" y="4810125"/>
            <a:ext cx="1123950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46" name="Line 431">
            <a:extLst>
              <a:ext uri="{FF2B5EF4-FFF2-40B4-BE49-F238E27FC236}">
                <a16:creationId xmlns:a16="http://schemas.microsoft.com/office/drawing/2014/main" id="{D237650A-BB6C-1772-77FC-37BA162E3CDE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0450" y="5932488"/>
            <a:ext cx="1123950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47" name="Line 432">
            <a:extLst>
              <a:ext uri="{FF2B5EF4-FFF2-40B4-BE49-F238E27FC236}">
                <a16:creationId xmlns:a16="http://schemas.microsoft.com/office/drawing/2014/main" id="{AA596916-CC21-2F36-9453-541F0397EF9C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0450" y="4806950"/>
            <a:ext cx="1123950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48" name="Line 433">
            <a:extLst>
              <a:ext uri="{FF2B5EF4-FFF2-40B4-BE49-F238E27FC236}">
                <a16:creationId xmlns:a16="http://schemas.microsoft.com/office/drawing/2014/main" id="{54739B44-74F3-E122-0FF5-2C9CBA24411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43350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49" name="Line 434">
            <a:extLst>
              <a:ext uri="{FF2B5EF4-FFF2-40B4-BE49-F238E27FC236}">
                <a16:creationId xmlns:a16="http://schemas.microsoft.com/office/drawing/2014/main" id="{E36CB646-BBB3-7B48-CBB0-83913944768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94188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0" name="Line 435">
            <a:extLst>
              <a:ext uri="{FF2B5EF4-FFF2-40B4-BE49-F238E27FC236}">
                <a16:creationId xmlns:a16="http://schemas.microsoft.com/office/drawing/2014/main" id="{DE58ADD5-81F1-6972-0D8E-F8113D938A0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45025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1" name="Line 436">
            <a:extLst>
              <a:ext uri="{FF2B5EF4-FFF2-40B4-BE49-F238E27FC236}">
                <a16:creationId xmlns:a16="http://schemas.microsoft.com/office/drawing/2014/main" id="{5FC52547-55CC-9E01-C8BF-457DF5CF1C25}"/>
              </a:ext>
            </a:extLst>
          </p:cNvPr>
          <p:cNvSpPr>
            <a:spLocks noChangeShapeType="1"/>
          </p:cNvSpPr>
          <p:nvPr/>
        </p:nvSpPr>
        <p:spPr bwMode="auto">
          <a:xfrm>
            <a:off x="3943350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2" name="Line 437">
            <a:extLst>
              <a:ext uri="{FF2B5EF4-FFF2-40B4-BE49-F238E27FC236}">
                <a16:creationId xmlns:a16="http://schemas.microsoft.com/office/drawing/2014/main" id="{C53F82D0-7560-CCEB-D9F1-0230A719DAF8}"/>
              </a:ext>
            </a:extLst>
          </p:cNvPr>
          <p:cNvSpPr>
            <a:spLocks noChangeShapeType="1"/>
          </p:cNvSpPr>
          <p:nvPr/>
        </p:nvSpPr>
        <p:spPr bwMode="auto">
          <a:xfrm>
            <a:off x="4294188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3" name="Line 438">
            <a:extLst>
              <a:ext uri="{FF2B5EF4-FFF2-40B4-BE49-F238E27FC236}">
                <a16:creationId xmlns:a16="http://schemas.microsoft.com/office/drawing/2014/main" id="{9C7B4965-03F8-8602-6F94-AD4C5CD2A543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5025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4" name="Rectangle 439">
            <a:extLst>
              <a:ext uri="{FF2B5EF4-FFF2-40B4-BE49-F238E27FC236}">
                <a16:creationId xmlns:a16="http://schemas.microsoft.com/office/drawing/2014/main" id="{231C6E77-9D9E-BF6A-9F8B-6882635E72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2075" y="59785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55" name="Rectangle 440">
            <a:extLst>
              <a:ext uri="{FF2B5EF4-FFF2-40B4-BE49-F238E27FC236}">
                <a16:creationId xmlns:a16="http://schemas.microsoft.com/office/drawing/2014/main" id="{71F52F42-B8D4-FE2E-EA6F-AA57384F4F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8150" y="59785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56" name="Rectangle 441">
            <a:extLst>
              <a:ext uri="{FF2B5EF4-FFF2-40B4-BE49-F238E27FC236}">
                <a16:creationId xmlns:a16="http://schemas.microsoft.com/office/drawing/2014/main" id="{80B502EA-83A7-6F2A-C21F-83B4684CAF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8988" y="59785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60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57" name="Line 442">
            <a:extLst>
              <a:ext uri="{FF2B5EF4-FFF2-40B4-BE49-F238E27FC236}">
                <a16:creationId xmlns:a16="http://schemas.microsoft.com/office/drawing/2014/main" id="{8B35A21B-2723-5922-76E4-075492307802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0450" y="4806950"/>
            <a:ext cx="0" cy="1125538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" name="Line 443">
            <a:extLst>
              <a:ext uri="{FF2B5EF4-FFF2-40B4-BE49-F238E27FC236}">
                <a16:creationId xmlns:a16="http://schemas.microsoft.com/office/drawing/2014/main" id="{D34D4E45-0CD3-8557-8A95-2023E07B557F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4806950"/>
            <a:ext cx="0" cy="1125538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0" name="Line 444">
            <a:extLst>
              <a:ext uri="{FF2B5EF4-FFF2-40B4-BE49-F238E27FC236}">
                <a16:creationId xmlns:a16="http://schemas.microsoft.com/office/drawing/2014/main" id="{CD92326F-7306-4063-5C11-DB217F134E19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0450" y="49752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1" name="Line 445">
            <a:extLst>
              <a:ext uri="{FF2B5EF4-FFF2-40B4-BE49-F238E27FC236}">
                <a16:creationId xmlns:a16="http://schemas.microsoft.com/office/drawing/2014/main" id="{E7635FF3-695A-9649-3001-369A5B36FE53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0450" y="51498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2" name="Line 446">
            <a:extLst>
              <a:ext uri="{FF2B5EF4-FFF2-40B4-BE49-F238E27FC236}">
                <a16:creationId xmlns:a16="http://schemas.microsoft.com/office/drawing/2014/main" id="{C5D4A6D8-A060-DE8B-DD2B-EE44675351E8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0450" y="53260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3" name="Line 447">
            <a:extLst>
              <a:ext uri="{FF2B5EF4-FFF2-40B4-BE49-F238E27FC236}">
                <a16:creationId xmlns:a16="http://schemas.microsoft.com/office/drawing/2014/main" id="{814515E5-8790-4183-96F0-186BAD48B05A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0450" y="550227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4" name="Line 448">
            <a:extLst>
              <a:ext uri="{FF2B5EF4-FFF2-40B4-BE49-F238E27FC236}">
                <a16:creationId xmlns:a16="http://schemas.microsoft.com/office/drawing/2014/main" id="{87BE0B9D-92D5-ECF7-A695-37BE2C525786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0450" y="56769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5" name="Line 449">
            <a:extLst>
              <a:ext uri="{FF2B5EF4-FFF2-40B4-BE49-F238E27FC236}">
                <a16:creationId xmlns:a16="http://schemas.microsoft.com/office/drawing/2014/main" id="{8C1B3334-BBF0-86BA-2196-BAC7CA5B3ABF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0450" y="58531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6" name="Line 450">
            <a:extLst>
              <a:ext uri="{FF2B5EF4-FFF2-40B4-BE49-F238E27FC236}">
                <a16:creationId xmlns:a16="http://schemas.microsoft.com/office/drawing/2014/main" id="{D485B4DA-9716-57D5-A64C-1B3851A8F7A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13288" y="49752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7" name="Line 451">
            <a:extLst>
              <a:ext uri="{FF2B5EF4-FFF2-40B4-BE49-F238E27FC236}">
                <a16:creationId xmlns:a16="http://schemas.microsoft.com/office/drawing/2014/main" id="{513B195F-1FE2-5F20-08BC-17353B3FF68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13288" y="51498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8" name="Line 452">
            <a:extLst>
              <a:ext uri="{FF2B5EF4-FFF2-40B4-BE49-F238E27FC236}">
                <a16:creationId xmlns:a16="http://schemas.microsoft.com/office/drawing/2014/main" id="{FAC2D59E-0556-A357-A91F-8864DAA1FAF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13288" y="53260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9" name="Line 453">
            <a:extLst>
              <a:ext uri="{FF2B5EF4-FFF2-40B4-BE49-F238E27FC236}">
                <a16:creationId xmlns:a16="http://schemas.microsoft.com/office/drawing/2014/main" id="{6CE48BE9-792B-A596-5F36-FB9795A9618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13288" y="550227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70" name="Line 454">
            <a:extLst>
              <a:ext uri="{FF2B5EF4-FFF2-40B4-BE49-F238E27FC236}">
                <a16:creationId xmlns:a16="http://schemas.microsoft.com/office/drawing/2014/main" id="{96CE1501-31F6-373F-3139-C1E035C6DA9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13288" y="56769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71" name="Line 455">
            <a:extLst>
              <a:ext uri="{FF2B5EF4-FFF2-40B4-BE49-F238E27FC236}">
                <a16:creationId xmlns:a16="http://schemas.microsoft.com/office/drawing/2014/main" id="{C1747C23-387B-8332-61BA-48367EC2A2D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13288" y="58531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72" name="Rectangle 456">
            <a:extLst>
              <a:ext uri="{FF2B5EF4-FFF2-40B4-BE49-F238E27FC236}">
                <a16:creationId xmlns:a16="http://schemas.microsoft.com/office/drawing/2014/main" id="{0DAE537D-5AC6-E4B8-4F1E-D18336B26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5038" y="4929188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73" name="Rectangle 457">
            <a:extLst>
              <a:ext uri="{FF2B5EF4-FFF2-40B4-BE49-F238E27FC236}">
                <a16:creationId xmlns:a16="http://schemas.microsoft.com/office/drawing/2014/main" id="{B07EF9CC-8382-E2E3-37BC-02F4F2828D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5038" y="510540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74" name="Rectangle 458">
            <a:extLst>
              <a:ext uri="{FF2B5EF4-FFF2-40B4-BE49-F238E27FC236}">
                <a16:creationId xmlns:a16="http://schemas.microsoft.com/office/drawing/2014/main" id="{E16B7EFE-B59C-DC15-7B53-925B8192E8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5038" y="5281613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30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75" name="Rectangle 459">
            <a:extLst>
              <a:ext uri="{FF2B5EF4-FFF2-40B4-BE49-F238E27FC236}">
                <a16:creationId xmlns:a16="http://schemas.microsoft.com/office/drawing/2014/main" id="{452CE329-E087-2FE8-88AF-6EFC94986C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5038" y="5456238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76" name="Rectangle 460">
            <a:extLst>
              <a:ext uri="{FF2B5EF4-FFF2-40B4-BE49-F238E27FC236}">
                <a16:creationId xmlns:a16="http://schemas.microsoft.com/office/drawing/2014/main" id="{7B6C2E84-FE75-3DAE-7B57-743953EF87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5038" y="56324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50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77" name="Rectangle 461">
            <a:extLst>
              <a:ext uri="{FF2B5EF4-FFF2-40B4-BE49-F238E27FC236}">
                <a16:creationId xmlns:a16="http://schemas.microsoft.com/office/drawing/2014/main" id="{BD503997-DFA8-6646-CD4E-4BB065A1D0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5038" y="5808663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60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79" name="Line 462">
            <a:extLst>
              <a:ext uri="{FF2B5EF4-FFF2-40B4-BE49-F238E27FC236}">
                <a16:creationId xmlns:a16="http://schemas.microsoft.com/office/drawing/2014/main" id="{0607D800-D887-89E4-7C4B-24FD31CE9A6C}"/>
              </a:ext>
            </a:extLst>
          </p:cNvPr>
          <p:cNvSpPr>
            <a:spLocks noChangeShapeType="1"/>
          </p:cNvSpPr>
          <p:nvPr/>
        </p:nvSpPr>
        <p:spPr bwMode="auto">
          <a:xfrm>
            <a:off x="4794250" y="59340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80" name="Line 463">
            <a:extLst>
              <a:ext uri="{FF2B5EF4-FFF2-40B4-BE49-F238E27FC236}">
                <a16:creationId xmlns:a16="http://schemas.microsoft.com/office/drawing/2014/main" id="{FC39F4A1-B4F8-9AD9-C620-9CD35C9CEC00}"/>
              </a:ext>
            </a:extLst>
          </p:cNvPr>
          <p:cNvSpPr>
            <a:spLocks noChangeShapeType="1"/>
          </p:cNvSpPr>
          <p:nvPr/>
        </p:nvSpPr>
        <p:spPr bwMode="auto">
          <a:xfrm>
            <a:off x="4794250" y="48037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81" name="Line 464">
            <a:extLst>
              <a:ext uri="{FF2B5EF4-FFF2-40B4-BE49-F238E27FC236}">
                <a16:creationId xmlns:a16="http://schemas.microsoft.com/office/drawing/2014/main" id="{A0AE129B-B6BF-A4DA-8CD8-397DA78AFE2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94250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82" name="Line 465">
            <a:extLst>
              <a:ext uri="{FF2B5EF4-FFF2-40B4-BE49-F238E27FC236}">
                <a16:creationId xmlns:a16="http://schemas.microsoft.com/office/drawing/2014/main" id="{1BB65B95-2087-4F24-D238-B26834C7DFE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06963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514" name="Picture 466">
            <a:extLst>
              <a:ext uri="{FF2B5EF4-FFF2-40B4-BE49-F238E27FC236}">
                <a16:creationId xmlns:a16="http://schemas.microsoft.com/office/drawing/2014/main" id="{DE2B28BF-3574-CF35-D386-614CA9A801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4250" y="4803775"/>
            <a:ext cx="112713" cy="113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83" name="Line 467">
            <a:extLst>
              <a:ext uri="{FF2B5EF4-FFF2-40B4-BE49-F238E27FC236}">
                <a16:creationId xmlns:a16="http://schemas.microsoft.com/office/drawing/2014/main" id="{D7E9D2A0-DE39-1072-C114-ABB7A959213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06963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84" name="Line 468">
            <a:extLst>
              <a:ext uri="{FF2B5EF4-FFF2-40B4-BE49-F238E27FC236}">
                <a16:creationId xmlns:a16="http://schemas.microsoft.com/office/drawing/2014/main" id="{3D7FB88E-2BE6-C106-8BFB-C6F20238E05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95850" y="593407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85" name="Line 469">
            <a:extLst>
              <a:ext uri="{FF2B5EF4-FFF2-40B4-BE49-F238E27FC236}">
                <a16:creationId xmlns:a16="http://schemas.microsoft.com/office/drawing/2014/main" id="{FB5127F5-3072-D2EC-15E1-E5C2F7B9F03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95850" y="57150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86" name="Line 470">
            <a:extLst>
              <a:ext uri="{FF2B5EF4-FFF2-40B4-BE49-F238E27FC236}">
                <a16:creationId xmlns:a16="http://schemas.microsoft.com/office/drawing/2014/main" id="{25B1BBFB-8CFA-836D-1423-9949188A299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95850" y="54927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87" name="Line 471">
            <a:extLst>
              <a:ext uri="{FF2B5EF4-FFF2-40B4-BE49-F238E27FC236}">
                <a16:creationId xmlns:a16="http://schemas.microsoft.com/office/drawing/2014/main" id="{6C926801-9A54-80BB-7B1E-E3BAA5D3593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95850" y="52720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88" name="Line 472">
            <a:extLst>
              <a:ext uri="{FF2B5EF4-FFF2-40B4-BE49-F238E27FC236}">
                <a16:creationId xmlns:a16="http://schemas.microsoft.com/office/drawing/2014/main" id="{7C094DEA-803B-4B62-60D6-323CABEA62D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95850" y="50514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89" name="Line 473">
            <a:extLst>
              <a:ext uri="{FF2B5EF4-FFF2-40B4-BE49-F238E27FC236}">
                <a16:creationId xmlns:a16="http://schemas.microsoft.com/office/drawing/2014/main" id="{349A7788-07FB-4C30-CB2C-EC4BF7E50B3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95850" y="48307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90" name="Rectangle 474">
            <a:extLst>
              <a:ext uri="{FF2B5EF4-FFF2-40B4-BE49-F238E27FC236}">
                <a16:creationId xmlns:a16="http://schemas.microsoft.com/office/drawing/2014/main" id="{B17C776F-1DB1-40D6-4136-C6C41CE0E5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125" y="5895975"/>
            <a:ext cx="746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91" name="Rectangle 475">
            <a:extLst>
              <a:ext uri="{FF2B5EF4-FFF2-40B4-BE49-F238E27FC236}">
                <a16:creationId xmlns:a16="http://schemas.microsoft.com/office/drawing/2014/main" id="{A6AE5271-C8B7-EDC3-CBA6-58770D4AFF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125" y="5676900"/>
            <a:ext cx="1127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50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92" name="Rectangle 476">
            <a:extLst>
              <a:ext uri="{FF2B5EF4-FFF2-40B4-BE49-F238E27FC236}">
                <a16:creationId xmlns:a16="http://schemas.microsoft.com/office/drawing/2014/main" id="{F7A0C531-ABE1-C55A-5942-1CB76F627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125" y="5456238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93" name="Rectangle 477">
            <a:extLst>
              <a:ext uri="{FF2B5EF4-FFF2-40B4-BE49-F238E27FC236}">
                <a16:creationId xmlns:a16="http://schemas.microsoft.com/office/drawing/2014/main" id="{3A346E79-103B-7F82-8DFA-1C6C45EEFA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125" y="5237163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150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94" name="Rectangle 478">
            <a:extLst>
              <a:ext uri="{FF2B5EF4-FFF2-40B4-BE49-F238E27FC236}">
                <a16:creationId xmlns:a16="http://schemas.microsoft.com/office/drawing/2014/main" id="{126D88D4-6B22-150B-37F1-90279BCC04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125" y="5010150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95" name="Rectangle 479">
            <a:extLst>
              <a:ext uri="{FF2B5EF4-FFF2-40B4-BE49-F238E27FC236}">
                <a16:creationId xmlns:a16="http://schemas.microsoft.com/office/drawing/2014/main" id="{8A9EEBAE-B0F9-0355-AFA1-194BE47E00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125" y="4791075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250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96" name="Line 480">
            <a:extLst>
              <a:ext uri="{FF2B5EF4-FFF2-40B4-BE49-F238E27FC236}">
                <a16:creationId xmlns:a16="http://schemas.microsoft.com/office/drawing/2014/main" id="{BEFE1BBC-E349-0903-7C1F-9EDAE5AD4964}"/>
              </a:ext>
            </a:extLst>
          </p:cNvPr>
          <p:cNvSpPr>
            <a:spLocks noChangeShapeType="1"/>
          </p:cNvSpPr>
          <p:nvPr/>
        </p:nvSpPr>
        <p:spPr bwMode="auto">
          <a:xfrm>
            <a:off x="4794250" y="48037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97" name="Line 481">
            <a:extLst>
              <a:ext uri="{FF2B5EF4-FFF2-40B4-BE49-F238E27FC236}">
                <a16:creationId xmlns:a16="http://schemas.microsoft.com/office/drawing/2014/main" id="{E7A77C0C-468E-BAD5-71EC-6DF26D07C53B}"/>
              </a:ext>
            </a:extLst>
          </p:cNvPr>
          <p:cNvSpPr>
            <a:spLocks noChangeShapeType="1"/>
          </p:cNvSpPr>
          <p:nvPr/>
        </p:nvSpPr>
        <p:spPr bwMode="auto">
          <a:xfrm>
            <a:off x="4794250" y="59340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98" name="Line 482">
            <a:extLst>
              <a:ext uri="{FF2B5EF4-FFF2-40B4-BE49-F238E27FC236}">
                <a16:creationId xmlns:a16="http://schemas.microsoft.com/office/drawing/2014/main" id="{66F13D7E-4F61-2EFE-1FBD-AF365468330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94250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99" name="Line 483">
            <a:extLst>
              <a:ext uri="{FF2B5EF4-FFF2-40B4-BE49-F238E27FC236}">
                <a16:creationId xmlns:a16="http://schemas.microsoft.com/office/drawing/2014/main" id="{EB5A6659-922C-7D8A-91FD-B903781FAED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06963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00" name="Rectangle 484">
            <a:extLst>
              <a:ext uri="{FF2B5EF4-FFF2-40B4-BE49-F238E27FC236}">
                <a16:creationId xmlns:a16="http://schemas.microsoft.com/office/drawing/2014/main" id="{8C7D4956-A7E4-87C5-D610-40EA84A437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5775" y="4806950"/>
            <a:ext cx="1123950" cy="11255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01" name="Rectangle 485">
            <a:extLst>
              <a:ext uri="{FF2B5EF4-FFF2-40B4-BE49-F238E27FC236}">
                <a16:creationId xmlns:a16="http://schemas.microsoft.com/office/drawing/2014/main" id="{7EC01F65-614C-C5D7-6DD4-1BE8069029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4688" y="4679950"/>
            <a:ext cx="860425" cy="13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windowed (none)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534" name="Picture 486">
            <a:extLst>
              <a:ext uri="{FF2B5EF4-FFF2-40B4-BE49-F238E27FC236}">
                <a16:creationId xmlns:a16="http://schemas.microsoft.com/office/drawing/2014/main" id="{61774AF2-4E01-AB9E-753A-8F8BB99921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5775" y="4810125"/>
            <a:ext cx="1123950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02" name="Line 487">
            <a:extLst>
              <a:ext uri="{FF2B5EF4-FFF2-40B4-BE49-F238E27FC236}">
                <a16:creationId xmlns:a16="http://schemas.microsoft.com/office/drawing/2014/main" id="{9ABBAD70-A728-EBA7-8A53-92287CBA1E4A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5775" y="5932488"/>
            <a:ext cx="1123950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03" name="Line 488">
            <a:extLst>
              <a:ext uri="{FF2B5EF4-FFF2-40B4-BE49-F238E27FC236}">
                <a16:creationId xmlns:a16="http://schemas.microsoft.com/office/drawing/2014/main" id="{E464B2A2-F278-616F-61E7-F117D723EAF0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5775" y="4806950"/>
            <a:ext cx="1123950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04" name="Line 489">
            <a:extLst>
              <a:ext uri="{FF2B5EF4-FFF2-40B4-BE49-F238E27FC236}">
                <a16:creationId xmlns:a16="http://schemas.microsoft.com/office/drawing/2014/main" id="{AF2652EC-097F-7B0D-229A-D8CAE53212C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08675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05" name="Line 490">
            <a:extLst>
              <a:ext uri="{FF2B5EF4-FFF2-40B4-BE49-F238E27FC236}">
                <a16:creationId xmlns:a16="http://schemas.microsoft.com/office/drawing/2014/main" id="{C53005B0-EC5A-8585-2AD9-17121498C23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59513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06" name="Line 491">
            <a:extLst>
              <a:ext uri="{FF2B5EF4-FFF2-40B4-BE49-F238E27FC236}">
                <a16:creationId xmlns:a16="http://schemas.microsoft.com/office/drawing/2014/main" id="{8C8E4E09-4628-E217-7F5C-A4B2D0DF2DF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10350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07" name="Line 492">
            <a:extLst>
              <a:ext uri="{FF2B5EF4-FFF2-40B4-BE49-F238E27FC236}">
                <a16:creationId xmlns:a16="http://schemas.microsoft.com/office/drawing/2014/main" id="{99BE918E-CAF9-E0DC-F557-3DDD8EA564F9}"/>
              </a:ext>
            </a:extLst>
          </p:cNvPr>
          <p:cNvSpPr>
            <a:spLocks noChangeShapeType="1"/>
          </p:cNvSpPr>
          <p:nvPr/>
        </p:nvSpPr>
        <p:spPr bwMode="auto">
          <a:xfrm>
            <a:off x="5908675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08" name="Line 493">
            <a:extLst>
              <a:ext uri="{FF2B5EF4-FFF2-40B4-BE49-F238E27FC236}">
                <a16:creationId xmlns:a16="http://schemas.microsoft.com/office/drawing/2014/main" id="{EEF88F10-7AB7-4421-B4AD-0A60953734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259513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09" name="Line 494">
            <a:extLst>
              <a:ext uri="{FF2B5EF4-FFF2-40B4-BE49-F238E27FC236}">
                <a16:creationId xmlns:a16="http://schemas.microsoft.com/office/drawing/2014/main" id="{8FE38FB8-C4F6-C118-46FA-12AE4FE1851A}"/>
              </a:ext>
            </a:extLst>
          </p:cNvPr>
          <p:cNvSpPr>
            <a:spLocks noChangeShapeType="1"/>
          </p:cNvSpPr>
          <p:nvPr/>
        </p:nvSpPr>
        <p:spPr bwMode="auto">
          <a:xfrm>
            <a:off x="6610350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10" name="Rectangle 495">
            <a:extLst>
              <a:ext uri="{FF2B5EF4-FFF2-40B4-BE49-F238E27FC236}">
                <a16:creationId xmlns:a16="http://schemas.microsoft.com/office/drawing/2014/main" id="{2E09EBF4-7CE5-04B6-6A25-6C2C9A9A6C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59785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11" name="Rectangle 496">
            <a:extLst>
              <a:ext uri="{FF2B5EF4-FFF2-40B4-BE49-F238E27FC236}">
                <a16:creationId xmlns:a16="http://schemas.microsoft.com/office/drawing/2014/main" id="{E4BBE69C-4134-E948-A0BC-D29343E91A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1888" y="59785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12" name="Rectangle 497">
            <a:extLst>
              <a:ext uri="{FF2B5EF4-FFF2-40B4-BE49-F238E27FC236}">
                <a16:creationId xmlns:a16="http://schemas.microsoft.com/office/drawing/2014/main" id="{67E1D74D-ADF0-5C0D-CD8F-6FE57FB764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4313" y="59785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60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13" name="Line 498">
            <a:extLst>
              <a:ext uri="{FF2B5EF4-FFF2-40B4-BE49-F238E27FC236}">
                <a16:creationId xmlns:a16="http://schemas.microsoft.com/office/drawing/2014/main" id="{6E25A5DA-7416-05B1-C33B-7952AEC01276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5775" y="4806950"/>
            <a:ext cx="0" cy="1125538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15" name="Line 499">
            <a:extLst>
              <a:ext uri="{FF2B5EF4-FFF2-40B4-BE49-F238E27FC236}">
                <a16:creationId xmlns:a16="http://schemas.microsoft.com/office/drawing/2014/main" id="{2E8B1498-945C-BD16-6098-42D123BA5C6B}"/>
              </a:ext>
            </a:extLst>
          </p:cNvPr>
          <p:cNvSpPr>
            <a:spLocks noChangeShapeType="1"/>
          </p:cNvSpPr>
          <p:nvPr/>
        </p:nvSpPr>
        <p:spPr bwMode="auto">
          <a:xfrm>
            <a:off x="6689725" y="4806950"/>
            <a:ext cx="0" cy="1125538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16" name="Line 500">
            <a:extLst>
              <a:ext uri="{FF2B5EF4-FFF2-40B4-BE49-F238E27FC236}">
                <a16:creationId xmlns:a16="http://schemas.microsoft.com/office/drawing/2014/main" id="{07CDFB51-0B50-0202-023F-6FAFFD98EA00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5775" y="49752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17" name="Line 501">
            <a:extLst>
              <a:ext uri="{FF2B5EF4-FFF2-40B4-BE49-F238E27FC236}">
                <a16:creationId xmlns:a16="http://schemas.microsoft.com/office/drawing/2014/main" id="{564DD7DD-11FA-86B1-10FA-3F58A2486EC9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5775" y="51498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18" name="Line 502">
            <a:extLst>
              <a:ext uri="{FF2B5EF4-FFF2-40B4-BE49-F238E27FC236}">
                <a16:creationId xmlns:a16="http://schemas.microsoft.com/office/drawing/2014/main" id="{9886AAA5-B3E2-CD3B-D7DD-F95FE0EC2409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5775" y="53260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19" name="Line 503">
            <a:extLst>
              <a:ext uri="{FF2B5EF4-FFF2-40B4-BE49-F238E27FC236}">
                <a16:creationId xmlns:a16="http://schemas.microsoft.com/office/drawing/2014/main" id="{0C6696C8-5ACB-F0BC-FCB5-CF7D9A6BAB26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5775" y="550227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20" name="Line 504">
            <a:extLst>
              <a:ext uri="{FF2B5EF4-FFF2-40B4-BE49-F238E27FC236}">
                <a16:creationId xmlns:a16="http://schemas.microsoft.com/office/drawing/2014/main" id="{877224A4-00B0-83BD-0ACC-7C109A2AAD1E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5775" y="56769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21" name="Line 505">
            <a:extLst>
              <a:ext uri="{FF2B5EF4-FFF2-40B4-BE49-F238E27FC236}">
                <a16:creationId xmlns:a16="http://schemas.microsoft.com/office/drawing/2014/main" id="{40BD94DD-1220-AB12-71F6-15980C38343E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5775" y="58531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22" name="Line 506">
            <a:extLst>
              <a:ext uri="{FF2B5EF4-FFF2-40B4-BE49-F238E27FC236}">
                <a16:creationId xmlns:a16="http://schemas.microsoft.com/office/drawing/2014/main" id="{A5B3328D-7F5E-3C36-3C95-DDFC60AED41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78613" y="49752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23" name="Line 507">
            <a:extLst>
              <a:ext uri="{FF2B5EF4-FFF2-40B4-BE49-F238E27FC236}">
                <a16:creationId xmlns:a16="http://schemas.microsoft.com/office/drawing/2014/main" id="{47654B78-F9E4-7007-7212-AA9B8B6EF85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78613" y="51498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24" name="Line 508">
            <a:extLst>
              <a:ext uri="{FF2B5EF4-FFF2-40B4-BE49-F238E27FC236}">
                <a16:creationId xmlns:a16="http://schemas.microsoft.com/office/drawing/2014/main" id="{DA03F7D3-5BF8-F724-E3BD-016D0330DD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78613" y="53260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25" name="Line 509">
            <a:extLst>
              <a:ext uri="{FF2B5EF4-FFF2-40B4-BE49-F238E27FC236}">
                <a16:creationId xmlns:a16="http://schemas.microsoft.com/office/drawing/2014/main" id="{27DF9978-A76E-9C85-0E2E-505D309D685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78613" y="550227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26" name="Line 510">
            <a:extLst>
              <a:ext uri="{FF2B5EF4-FFF2-40B4-BE49-F238E27FC236}">
                <a16:creationId xmlns:a16="http://schemas.microsoft.com/office/drawing/2014/main" id="{F9E181F9-A92B-80F6-B7CD-6F728359D55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78613" y="56769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27" name="Line 511">
            <a:extLst>
              <a:ext uri="{FF2B5EF4-FFF2-40B4-BE49-F238E27FC236}">
                <a16:creationId xmlns:a16="http://schemas.microsoft.com/office/drawing/2014/main" id="{4BB06220-B889-4157-225F-FF1E64EDA1A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78613" y="58531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28" name="Rectangle 512">
            <a:extLst>
              <a:ext uri="{FF2B5EF4-FFF2-40B4-BE49-F238E27FC236}">
                <a16:creationId xmlns:a16="http://schemas.microsoft.com/office/drawing/2014/main" id="{E06D67BE-BCF2-B40D-FC4C-549F5BAD15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0363" y="4929188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29" name="Rectangle 513">
            <a:extLst>
              <a:ext uri="{FF2B5EF4-FFF2-40B4-BE49-F238E27FC236}">
                <a16:creationId xmlns:a16="http://schemas.microsoft.com/office/drawing/2014/main" id="{2C51E3DF-BCC0-ACC5-1D41-B334AD2D1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0363" y="510540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30" name="Rectangle 514">
            <a:extLst>
              <a:ext uri="{FF2B5EF4-FFF2-40B4-BE49-F238E27FC236}">
                <a16:creationId xmlns:a16="http://schemas.microsoft.com/office/drawing/2014/main" id="{274C4232-8F6F-CCC5-7C52-7F79E2847F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0363" y="5281613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30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31" name="Rectangle 515">
            <a:extLst>
              <a:ext uri="{FF2B5EF4-FFF2-40B4-BE49-F238E27FC236}">
                <a16:creationId xmlns:a16="http://schemas.microsoft.com/office/drawing/2014/main" id="{A3258FC7-6D11-C652-2A5D-51ACDD938D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0363" y="5456238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32" name="Rectangle 516">
            <a:extLst>
              <a:ext uri="{FF2B5EF4-FFF2-40B4-BE49-F238E27FC236}">
                <a16:creationId xmlns:a16="http://schemas.microsoft.com/office/drawing/2014/main" id="{E4423CF7-BD03-1E6D-29B9-A86E74E1C5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0363" y="56324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50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33" name="Rectangle 517">
            <a:extLst>
              <a:ext uri="{FF2B5EF4-FFF2-40B4-BE49-F238E27FC236}">
                <a16:creationId xmlns:a16="http://schemas.microsoft.com/office/drawing/2014/main" id="{9A2E0E2C-29A9-69DA-3A39-52171593F5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0363" y="5808663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60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35" name="Line 518">
            <a:extLst>
              <a:ext uri="{FF2B5EF4-FFF2-40B4-BE49-F238E27FC236}">
                <a16:creationId xmlns:a16="http://schemas.microsoft.com/office/drawing/2014/main" id="{0392E6BD-03AD-6D90-96DA-576FE0A6ABF7}"/>
              </a:ext>
            </a:extLst>
          </p:cNvPr>
          <p:cNvSpPr>
            <a:spLocks noChangeShapeType="1"/>
          </p:cNvSpPr>
          <p:nvPr/>
        </p:nvSpPr>
        <p:spPr bwMode="auto">
          <a:xfrm>
            <a:off x="6757988" y="59340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36" name="Line 519">
            <a:extLst>
              <a:ext uri="{FF2B5EF4-FFF2-40B4-BE49-F238E27FC236}">
                <a16:creationId xmlns:a16="http://schemas.microsoft.com/office/drawing/2014/main" id="{C7F7FAC7-1BB1-17BE-DD33-AB3D825C24A3}"/>
              </a:ext>
            </a:extLst>
          </p:cNvPr>
          <p:cNvSpPr>
            <a:spLocks noChangeShapeType="1"/>
          </p:cNvSpPr>
          <p:nvPr/>
        </p:nvSpPr>
        <p:spPr bwMode="auto">
          <a:xfrm>
            <a:off x="6757988" y="48037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37" name="Line 520">
            <a:extLst>
              <a:ext uri="{FF2B5EF4-FFF2-40B4-BE49-F238E27FC236}">
                <a16:creationId xmlns:a16="http://schemas.microsoft.com/office/drawing/2014/main" id="{6491C25A-7C1F-C91E-6A73-D94E35E35EF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57988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38" name="Line 521">
            <a:extLst>
              <a:ext uri="{FF2B5EF4-FFF2-40B4-BE49-F238E27FC236}">
                <a16:creationId xmlns:a16="http://schemas.microsoft.com/office/drawing/2014/main" id="{1746E459-ED5B-65C7-EBA8-60A4E901C7D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70700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570" name="Picture 522">
            <a:extLst>
              <a:ext uri="{FF2B5EF4-FFF2-40B4-BE49-F238E27FC236}">
                <a16:creationId xmlns:a16="http://schemas.microsoft.com/office/drawing/2014/main" id="{341124D0-33C4-1E83-B8CE-99E2A584AD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7988" y="4803775"/>
            <a:ext cx="112713" cy="113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39" name="Line 523">
            <a:extLst>
              <a:ext uri="{FF2B5EF4-FFF2-40B4-BE49-F238E27FC236}">
                <a16:creationId xmlns:a16="http://schemas.microsoft.com/office/drawing/2014/main" id="{CE0A443E-1DD3-3D6E-D034-45ED84A8107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70700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40" name="Line 524">
            <a:extLst>
              <a:ext uri="{FF2B5EF4-FFF2-40B4-BE49-F238E27FC236}">
                <a16:creationId xmlns:a16="http://schemas.microsoft.com/office/drawing/2014/main" id="{25780ADE-5CEE-EAC6-AD9A-51C8788046B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59588" y="589597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41" name="Line 525">
            <a:extLst>
              <a:ext uri="{FF2B5EF4-FFF2-40B4-BE49-F238E27FC236}">
                <a16:creationId xmlns:a16="http://schemas.microsoft.com/office/drawing/2014/main" id="{3CFAD315-6FDE-B84A-CF80-EEC45F5C482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59588" y="57070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42" name="Line 526">
            <a:extLst>
              <a:ext uri="{FF2B5EF4-FFF2-40B4-BE49-F238E27FC236}">
                <a16:creationId xmlns:a16="http://schemas.microsoft.com/office/drawing/2014/main" id="{72D941F9-417B-1C29-96CE-B46863B99F2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59588" y="55165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43" name="Line 527">
            <a:extLst>
              <a:ext uri="{FF2B5EF4-FFF2-40B4-BE49-F238E27FC236}">
                <a16:creationId xmlns:a16="http://schemas.microsoft.com/office/drawing/2014/main" id="{84C1DA6E-A587-2B2A-5558-4984AA7A53B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59588" y="53276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44" name="Line 528">
            <a:extLst>
              <a:ext uri="{FF2B5EF4-FFF2-40B4-BE49-F238E27FC236}">
                <a16:creationId xmlns:a16="http://schemas.microsoft.com/office/drawing/2014/main" id="{6040BA26-21C7-EE4E-E777-8F971E36C34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59588" y="51371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45" name="Line 529">
            <a:extLst>
              <a:ext uri="{FF2B5EF4-FFF2-40B4-BE49-F238E27FC236}">
                <a16:creationId xmlns:a16="http://schemas.microsoft.com/office/drawing/2014/main" id="{AEA90265-1D8F-0522-AEC1-952684175C9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59588" y="49482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46" name="Rectangle 530">
            <a:extLst>
              <a:ext uri="{FF2B5EF4-FFF2-40B4-BE49-F238E27FC236}">
                <a16:creationId xmlns:a16="http://schemas.microsoft.com/office/drawing/2014/main" id="{4A881CF3-7C9D-6B29-F2BC-97B92FAC85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2450" y="5859463"/>
            <a:ext cx="1381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-60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47" name="Rectangle 531">
            <a:extLst>
              <a:ext uri="{FF2B5EF4-FFF2-40B4-BE49-F238E27FC236}">
                <a16:creationId xmlns:a16="http://schemas.microsoft.com/office/drawing/2014/main" id="{60E3A98D-5C11-8405-50C4-8F826A2079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2450" y="5670550"/>
            <a:ext cx="1381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-40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48" name="Rectangle 532">
            <a:extLst>
              <a:ext uri="{FF2B5EF4-FFF2-40B4-BE49-F238E27FC236}">
                <a16:creationId xmlns:a16="http://schemas.microsoft.com/office/drawing/2014/main" id="{F79D45AE-10BE-BF5A-6C77-C06AB3B4B9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2450" y="5475288"/>
            <a:ext cx="1381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-20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49" name="Rectangle 533">
            <a:extLst>
              <a:ext uri="{FF2B5EF4-FFF2-40B4-BE49-F238E27FC236}">
                <a16:creationId xmlns:a16="http://schemas.microsoft.com/office/drawing/2014/main" id="{148291EE-8FC2-D5DD-B58D-EA45E9D9C7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2450" y="5287963"/>
            <a:ext cx="746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50" name="Rectangle 534">
            <a:extLst>
              <a:ext uri="{FF2B5EF4-FFF2-40B4-BE49-F238E27FC236}">
                <a16:creationId xmlns:a16="http://schemas.microsoft.com/office/drawing/2014/main" id="{E61B69E2-9CD9-A4FC-9AB2-0B61B5D060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2450" y="5099050"/>
            <a:ext cx="1127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51" name="Rectangle 535">
            <a:extLst>
              <a:ext uri="{FF2B5EF4-FFF2-40B4-BE49-F238E27FC236}">
                <a16:creationId xmlns:a16="http://schemas.microsoft.com/office/drawing/2014/main" id="{8D5E5BB2-F7EA-0B1F-0DF8-4F94844AF5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2450" y="4910138"/>
            <a:ext cx="1127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52" name="Line 536">
            <a:extLst>
              <a:ext uri="{FF2B5EF4-FFF2-40B4-BE49-F238E27FC236}">
                <a16:creationId xmlns:a16="http://schemas.microsoft.com/office/drawing/2014/main" id="{73AC2DA8-B0E0-9D80-4578-39CE21F4B8F7}"/>
              </a:ext>
            </a:extLst>
          </p:cNvPr>
          <p:cNvSpPr>
            <a:spLocks noChangeShapeType="1"/>
          </p:cNvSpPr>
          <p:nvPr/>
        </p:nvSpPr>
        <p:spPr bwMode="auto">
          <a:xfrm>
            <a:off x="6757988" y="48037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53" name="Line 537">
            <a:extLst>
              <a:ext uri="{FF2B5EF4-FFF2-40B4-BE49-F238E27FC236}">
                <a16:creationId xmlns:a16="http://schemas.microsoft.com/office/drawing/2014/main" id="{19F8F343-2768-EC9B-D539-6908D19C16F2}"/>
              </a:ext>
            </a:extLst>
          </p:cNvPr>
          <p:cNvSpPr>
            <a:spLocks noChangeShapeType="1"/>
          </p:cNvSpPr>
          <p:nvPr/>
        </p:nvSpPr>
        <p:spPr bwMode="auto">
          <a:xfrm>
            <a:off x="6757988" y="59340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54" name="Line 538">
            <a:extLst>
              <a:ext uri="{FF2B5EF4-FFF2-40B4-BE49-F238E27FC236}">
                <a16:creationId xmlns:a16="http://schemas.microsoft.com/office/drawing/2014/main" id="{F7B3F2CD-6BCC-6700-FB46-789B9052A40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57988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55" name="Line 539">
            <a:extLst>
              <a:ext uri="{FF2B5EF4-FFF2-40B4-BE49-F238E27FC236}">
                <a16:creationId xmlns:a16="http://schemas.microsoft.com/office/drawing/2014/main" id="{E0DE0245-45E4-4961-26A8-5E47FF0BE75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70700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56" name="Rectangle 540">
            <a:extLst>
              <a:ext uri="{FF2B5EF4-FFF2-40B4-BE49-F238E27FC236}">
                <a16:creationId xmlns:a16="http://schemas.microsoft.com/office/drawing/2014/main" id="{61DB62DD-9907-385C-3DBB-6C3E83A877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4750" y="4806950"/>
            <a:ext cx="1122363" cy="11255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57" name="Rectangle 541">
            <a:extLst>
              <a:ext uri="{FF2B5EF4-FFF2-40B4-BE49-F238E27FC236}">
                <a16:creationId xmlns:a16="http://schemas.microsoft.com/office/drawing/2014/main" id="{43BB10F6-7BD0-3EA2-12D6-A08F1E669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2075" y="4679950"/>
            <a:ext cx="866775" cy="13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whitened (pad  2)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590" name="Picture 542">
            <a:extLst>
              <a:ext uri="{FF2B5EF4-FFF2-40B4-BE49-F238E27FC236}">
                <a16:creationId xmlns:a16="http://schemas.microsoft.com/office/drawing/2014/main" id="{1619BD2F-1EB6-7885-9E4F-0972C4D48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750" y="4810125"/>
            <a:ext cx="1122363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58" name="Line 543">
            <a:extLst>
              <a:ext uri="{FF2B5EF4-FFF2-40B4-BE49-F238E27FC236}">
                <a16:creationId xmlns:a16="http://schemas.microsoft.com/office/drawing/2014/main" id="{4B728888-4409-ABE2-5DC9-7511242923A4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4750" y="5932488"/>
            <a:ext cx="112236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59" name="Line 544">
            <a:extLst>
              <a:ext uri="{FF2B5EF4-FFF2-40B4-BE49-F238E27FC236}">
                <a16:creationId xmlns:a16="http://schemas.microsoft.com/office/drawing/2014/main" id="{55540320-8DD0-36EA-16FE-5A535257F536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4750" y="4806950"/>
            <a:ext cx="112236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60" name="Line 545">
            <a:extLst>
              <a:ext uri="{FF2B5EF4-FFF2-40B4-BE49-F238E27FC236}">
                <a16:creationId xmlns:a16="http://schemas.microsoft.com/office/drawing/2014/main" id="{6D31D798-60F8-9050-C5D1-D8CE2EF1EB9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66063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61" name="Line 546">
            <a:extLst>
              <a:ext uri="{FF2B5EF4-FFF2-40B4-BE49-F238E27FC236}">
                <a16:creationId xmlns:a16="http://schemas.microsoft.com/office/drawing/2014/main" id="{DDF26434-6E1E-3281-D0B3-7DC2F7D99C1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18488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62" name="Line 547">
            <a:extLst>
              <a:ext uri="{FF2B5EF4-FFF2-40B4-BE49-F238E27FC236}">
                <a16:creationId xmlns:a16="http://schemas.microsoft.com/office/drawing/2014/main" id="{C114592B-A52D-767C-CD0D-E0622CC237E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69325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63" name="Line 548">
            <a:extLst>
              <a:ext uri="{FF2B5EF4-FFF2-40B4-BE49-F238E27FC236}">
                <a16:creationId xmlns:a16="http://schemas.microsoft.com/office/drawing/2014/main" id="{326E52E4-9020-E53F-9172-818E973C23DD}"/>
              </a:ext>
            </a:extLst>
          </p:cNvPr>
          <p:cNvSpPr>
            <a:spLocks noChangeShapeType="1"/>
          </p:cNvSpPr>
          <p:nvPr/>
        </p:nvSpPr>
        <p:spPr bwMode="auto">
          <a:xfrm>
            <a:off x="7866063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64" name="Line 549">
            <a:extLst>
              <a:ext uri="{FF2B5EF4-FFF2-40B4-BE49-F238E27FC236}">
                <a16:creationId xmlns:a16="http://schemas.microsoft.com/office/drawing/2014/main" id="{63BC0343-F330-0C22-5C1B-4D95F3938B78}"/>
              </a:ext>
            </a:extLst>
          </p:cNvPr>
          <p:cNvSpPr>
            <a:spLocks noChangeShapeType="1"/>
          </p:cNvSpPr>
          <p:nvPr/>
        </p:nvSpPr>
        <p:spPr bwMode="auto">
          <a:xfrm>
            <a:off x="8218488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65" name="Line 550">
            <a:extLst>
              <a:ext uri="{FF2B5EF4-FFF2-40B4-BE49-F238E27FC236}">
                <a16:creationId xmlns:a16="http://schemas.microsoft.com/office/drawing/2014/main" id="{ADF66123-5290-63E8-99F0-4169044513A6}"/>
              </a:ext>
            </a:extLst>
          </p:cNvPr>
          <p:cNvSpPr>
            <a:spLocks noChangeShapeType="1"/>
          </p:cNvSpPr>
          <p:nvPr/>
        </p:nvSpPr>
        <p:spPr bwMode="auto">
          <a:xfrm>
            <a:off x="8569325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66" name="Rectangle 551">
            <a:extLst>
              <a:ext uri="{FF2B5EF4-FFF2-40B4-BE49-F238E27FC236}">
                <a16:creationId xmlns:a16="http://schemas.microsoft.com/office/drawing/2014/main" id="{B479D96F-5711-2C91-2832-A6E80D8544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4788" y="59785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67" name="Rectangle 552">
            <a:extLst>
              <a:ext uri="{FF2B5EF4-FFF2-40B4-BE49-F238E27FC236}">
                <a16:creationId xmlns:a16="http://schemas.microsoft.com/office/drawing/2014/main" id="{B6110771-B4FE-DEF6-165D-60A0B21B76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0863" y="59785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68" name="Rectangle 553">
            <a:extLst>
              <a:ext uri="{FF2B5EF4-FFF2-40B4-BE49-F238E27FC236}">
                <a16:creationId xmlns:a16="http://schemas.microsoft.com/office/drawing/2014/main" id="{37E3AEAC-924D-BEBF-993C-E8532AB113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1700" y="59785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60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69" name="Line 554">
            <a:extLst>
              <a:ext uri="{FF2B5EF4-FFF2-40B4-BE49-F238E27FC236}">
                <a16:creationId xmlns:a16="http://schemas.microsoft.com/office/drawing/2014/main" id="{620FB330-4B53-4C82-8464-9A7DBC73E8CC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4750" y="4806950"/>
            <a:ext cx="0" cy="1125538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71" name="Line 555">
            <a:extLst>
              <a:ext uri="{FF2B5EF4-FFF2-40B4-BE49-F238E27FC236}">
                <a16:creationId xmlns:a16="http://schemas.microsoft.com/office/drawing/2014/main" id="{46C0D4E1-16DF-174F-5F65-214CF7DECD4C}"/>
              </a:ext>
            </a:extLst>
          </p:cNvPr>
          <p:cNvSpPr>
            <a:spLocks noChangeShapeType="1"/>
          </p:cNvSpPr>
          <p:nvPr/>
        </p:nvSpPr>
        <p:spPr bwMode="auto">
          <a:xfrm>
            <a:off x="8647113" y="4806950"/>
            <a:ext cx="0" cy="1125538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72" name="Line 556">
            <a:extLst>
              <a:ext uri="{FF2B5EF4-FFF2-40B4-BE49-F238E27FC236}">
                <a16:creationId xmlns:a16="http://schemas.microsoft.com/office/drawing/2014/main" id="{B66841CA-3A58-8DCD-E2D0-9643982C03F9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4750" y="49752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73" name="Line 557">
            <a:extLst>
              <a:ext uri="{FF2B5EF4-FFF2-40B4-BE49-F238E27FC236}">
                <a16:creationId xmlns:a16="http://schemas.microsoft.com/office/drawing/2014/main" id="{9E860580-A3C5-22A0-9EAB-0E1BD76D2FF1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4750" y="51498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74" name="Line 558">
            <a:extLst>
              <a:ext uri="{FF2B5EF4-FFF2-40B4-BE49-F238E27FC236}">
                <a16:creationId xmlns:a16="http://schemas.microsoft.com/office/drawing/2014/main" id="{89EFC742-85B7-683A-2910-B4D83D90E13A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4750" y="53260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75" name="Line 559">
            <a:extLst>
              <a:ext uri="{FF2B5EF4-FFF2-40B4-BE49-F238E27FC236}">
                <a16:creationId xmlns:a16="http://schemas.microsoft.com/office/drawing/2014/main" id="{3191B6D7-CC20-9DC9-D0C7-57FD65B01FFC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4750" y="550227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76" name="Line 560">
            <a:extLst>
              <a:ext uri="{FF2B5EF4-FFF2-40B4-BE49-F238E27FC236}">
                <a16:creationId xmlns:a16="http://schemas.microsoft.com/office/drawing/2014/main" id="{1912C3E5-912C-287E-114D-41C4273F8535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4750" y="56769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77" name="Line 561">
            <a:extLst>
              <a:ext uri="{FF2B5EF4-FFF2-40B4-BE49-F238E27FC236}">
                <a16:creationId xmlns:a16="http://schemas.microsoft.com/office/drawing/2014/main" id="{17D7C446-FB91-BB58-F97A-B40A3D96B928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4750" y="58531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78" name="Line 562">
            <a:extLst>
              <a:ext uri="{FF2B5EF4-FFF2-40B4-BE49-F238E27FC236}">
                <a16:creationId xmlns:a16="http://schemas.microsoft.com/office/drawing/2014/main" id="{684B3B43-2893-40B7-5D30-A30239EA3F9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636000" y="49752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79" name="Line 563">
            <a:extLst>
              <a:ext uri="{FF2B5EF4-FFF2-40B4-BE49-F238E27FC236}">
                <a16:creationId xmlns:a16="http://schemas.microsoft.com/office/drawing/2014/main" id="{2844B838-E2EF-A978-C8D8-559C2D7FD6B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636000" y="51498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80" name="Line 564">
            <a:extLst>
              <a:ext uri="{FF2B5EF4-FFF2-40B4-BE49-F238E27FC236}">
                <a16:creationId xmlns:a16="http://schemas.microsoft.com/office/drawing/2014/main" id="{9AF332C8-C709-B0BC-FEFC-0AB12A9106E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636000" y="53260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81" name="Line 565">
            <a:extLst>
              <a:ext uri="{FF2B5EF4-FFF2-40B4-BE49-F238E27FC236}">
                <a16:creationId xmlns:a16="http://schemas.microsoft.com/office/drawing/2014/main" id="{E49654B4-4A2B-B3D3-7D9A-A836F6B3B24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636000" y="550227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82" name="Line 566">
            <a:extLst>
              <a:ext uri="{FF2B5EF4-FFF2-40B4-BE49-F238E27FC236}">
                <a16:creationId xmlns:a16="http://schemas.microsoft.com/office/drawing/2014/main" id="{752128BA-77CE-D3FC-83A9-5553D1CD98A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636000" y="56769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83" name="Line 567">
            <a:extLst>
              <a:ext uri="{FF2B5EF4-FFF2-40B4-BE49-F238E27FC236}">
                <a16:creationId xmlns:a16="http://schemas.microsoft.com/office/drawing/2014/main" id="{D3019B6E-6519-1F94-EA25-6947F2B00D6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636000" y="58531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84" name="Rectangle 568">
            <a:extLst>
              <a:ext uri="{FF2B5EF4-FFF2-40B4-BE49-F238E27FC236}">
                <a16:creationId xmlns:a16="http://schemas.microsoft.com/office/drawing/2014/main" id="{F9D89E94-49C3-E0C6-BA13-9E6271B030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9338" y="4929188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85" name="Rectangle 569">
            <a:extLst>
              <a:ext uri="{FF2B5EF4-FFF2-40B4-BE49-F238E27FC236}">
                <a16:creationId xmlns:a16="http://schemas.microsoft.com/office/drawing/2014/main" id="{A3A39543-5B4F-4800-703B-CA254D9176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9338" y="510540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86" name="Rectangle 570">
            <a:extLst>
              <a:ext uri="{FF2B5EF4-FFF2-40B4-BE49-F238E27FC236}">
                <a16:creationId xmlns:a16="http://schemas.microsoft.com/office/drawing/2014/main" id="{A5319734-4519-4EFD-DBAD-7CD3D59E04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9338" y="5281613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30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87" name="Rectangle 571">
            <a:extLst>
              <a:ext uri="{FF2B5EF4-FFF2-40B4-BE49-F238E27FC236}">
                <a16:creationId xmlns:a16="http://schemas.microsoft.com/office/drawing/2014/main" id="{0B5F4AC3-ED5E-C99B-ADF4-990999D95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9338" y="5456238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88" name="Rectangle 572">
            <a:extLst>
              <a:ext uri="{FF2B5EF4-FFF2-40B4-BE49-F238E27FC236}">
                <a16:creationId xmlns:a16="http://schemas.microsoft.com/office/drawing/2014/main" id="{394650AA-A58B-FC4A-C783-3BC9CFC70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9338" y="56324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50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89" name="Rectangle 573">
            <a:extLst>
              <a:ext uri="{FF2B5EF4-FFF2-40B4-BE49-F238E27FC236}">
                <a16:creationId xmlns:a16="http://schemas.microsoft.com/office/drawing/2014/main" id="{2C2BAB83-E1D1-CF7B-C371-101D979519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9338" y="5808663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60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91" name="Line 574">
            <a:extLst>
              <a:ext uri="{FF2B5EF4-FFF2-40B4-BE49-F238E27FC236}">
                <a16:creationId xmlns:a16="http://schemas.microsoft.com/office/drawing/2014/main" id="{C36A4808-7952-E4E0-14AA-29C806018437}"/>
              </a:ext>
            </a:extLst>
          </p:cNvPr>
          <p:cNvSpPr>
            <a:spLocks noChangeShapeType="1"/>
          </p:cNvSpPr>
          <p:nvPr/>
        </p:nvSpPr>
        <p:spPr bwMode="auto">
          <a:xfrm>
            <a:off x="8716963" y="59340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92" name="Line 575">
            <a:extLst>
              <a:ext uri="{FF2B5EF4-FFF2-40B4-BE49-F238E27FC236}">
                <a16:creationId xmlns:a16="http://schemas.microsoft.com/office/drawing/2014/main" id="{A1D720B8-368F-5F5C-ED81-DF28B0B56778}"/>
              </a:ext>
            </a:extLst>
          </p:cNvPr>
          <p:cNvSpPr>
            <a:spLocks noChangeShapeType="1"/>
          </p:cNvSpPr>
          <p:nvPr/>
        </p:nvSpPr>
        <p:spPr bwMode="auto">
          <a:xfrm>
            <a:off x="8716963" y="48037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93" name="Line 576">
            <a:extLst>
              <a:ext uri="{FF2B5EF4-FFF2-40B4-BE49-F238E27FC236}">
                <a16:creationId xmlns:a16="http://schemas.microsoft.com/office/drawing/2014/main" id="{3EF3BA81-E90A-3449-76A7-8815AA540E5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716963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94" name="Line 577">
            <a:extLst>
              <a:ext uri="{FF2B5EF4-FFF2-40B4-BE49-F238E27FC236}">
                <a16:creationId xmlns:a16="http://schemas.microsoft.com/office/drawing/2014/main" id="{9A56E9F1-296E-7D4D-9551-27B16686F00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29675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626" name="Picture 578">
            <a:extLst>
              <a:ext uri="{FF2B5EF4-FFF2-40B4-BE49-F238E27FC236}">
                <a16:creationId xmlns:a16="http://schemas.microsoft.com/office/drawing/2014/main" id="{57897035-FA82-3449-BF79-9A1C194763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6963" y="4803775"/>
            <a:ext cx="112713" cy="113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95" name="Line 579">
            <a:extLst>
              <a:ext uri="{FF2B5EF4-FFF2-40B4-BE49-F238E27FC236}">
                <a16:creationId xmlns:a16="http://schemas.microsoft.com/office/drawing/2014/main" id="{5CC20F90-9AF0-5097-B6E0-64C0A771990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29675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96" name="Line 580">
            <a:extLst>
              <a:ext uri="{FF2B5EF4-FFF2-40B4-BE49-F238E27FC236}">
                <a16:creationId xmlns:a16="http://schemas.microsoft.com/office/drawing/2014/main" id="{6081A8AD-F84B-5E3D-B152-3DE56F74D9D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818563" y="589597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97" name="Line 581">
            <a:extLst>
              <a:ext uri="{FF2B5EF4-FFF2-40B4-BE49-F238E27FC236}">
                <a16:creationId xmlns:a16="http://schemas.microsoft.com/office/drawing/2014/main" id="{F61F2EB2-57B5-812F-0ABE-2409E8922F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818563" y="57070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98" name="Line 582">
            <a:extLst>
              <a:ext uri="{FF2B5EF4-FFF2-40B4-BE49-F238E27FC236}">
                <a16:creationId xmlns:a16="http://schemas.microsoft.com/office/drawing/2014/main" id="{239AE1E3-46BD-7556-2CA3-86DC3372B9D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818563" y="55165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99" name="Line 583">
            <a:extLst>
              <a:ext uri="{FF2B5EF4-FFF2-40B4-BE49-F238E27FC236}">
                <a16:creationId xmlns:a16="http://schemas.microsoft.com/office/drawing/2014/main" id="{2DAF496B-1DEB-CDA6-EA52-7F446DDF1DC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818563" y="53276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00" name="Line 584">
            <a:extLst>
              <a:ext uri="{FF2B5EF4-FFF2-40B4-BE49-F238E27FC236}">
                <a16:creationId xmlns:a16="http://schemas.microsoft.com/office/drawing/2014/main" id="{8408A0E3-EB3C-F718-CC75-8F53D36B9CF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818563" y="51371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01" name="Line 585">
            <a:extLst>
              <a:ext uri="{FF2B5EF4-FFF2-40B4-BE49-F238E27FC236}">
                <a16:creationId xmlns:a16="http://schemas.microsoft.com/office/drawing/2014/main" id="{8BC71890-06EF-C2C5-A995-EB3F8F7D906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818563" y="49482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02" name="Rectangle 586">
            <a:extLst>
              <a:ext uri="{FF2B5EF4-FFF2-40B4-BE49-F238E27FC236}">
                <a16:creationId xmlns:a16="http://schemas.microsoft.com/office/drawing/2014/main" id="{57C7D976-98B7-BDAA-FC9F-23105B5875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1425" y="5859463"/>
            <a:ext cx="1381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-60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03" name="Rectangle 587">
            <a:extLst>
              <a:ext uri="{FF2B5EF4-FFF2-40B4-BE49-F238E27FC236}">
                <a16:creationId xmlns:a16="http://schemas.microsoft.com/office/drawing/2014/main" id="{227AF3CE-55DC-5671-FC72-D08F57AE4A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1425" y="5670550"/>
            <a:ext cx="1381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-40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04" name="Rectangle 588">
            <a:extLst>
              <a:ext uri="{FF2B5EF4-FFF2-40B4-BE49-F238E27FC236}">
                <a16:creationId xmlns:a16="http://schemas.microsoft.com/office/drawing/2014/main" id="{56261CB6-60B6-CC81-9857-731E6DAE4F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1425" y="5475288"/>
            <a:ext cx="1381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-20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05" name="Rectangle 589">
            <a:extLst>
              <a:ext uri="{FF2B5EF4-FFF2-40B4-BE49-F238E27FC236}">
                <a16:creationId xmlns:a16="http://schemas.microsoft.com/office/drawing/2014/main" id="{3261A47A-7044-4811-8294-C601C891B2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1425" y="5287963"/>
            <a:ext cx="746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06" name="Rectangle 590">
            <a:extLst>
              <a:ext uri="{FF2B5EF4-FFF2-40B4-BE49-F238E27FC236}">
                <a16:creationId xmlns:a16="http://schemas.microsoft.com/office/drawing/2014/main" id="{710C5605-977F-6DCE-CEAC-3B9D9A33F5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1425" y="5099050"/>
            <a:ext cx="1127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07" name="Rectangle 591">
            <a:extLst>
              <a:ext uri="{FF2B5EF4-FFF2-40B4-BE49-F238E27FC236}">
                <a16:creationId xmlns:a16="http://schemas.microsoft.com/office/drawing/2014/main" id="{F2552463-1C14-9813-5C79-FBB08CE15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1425" y="4910138"/>
            <a:ext cx="1127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08" name="Line 592">
            <a:extLst>
              <a:ext uri="{FF2B5EF4-FFF2-40B4-BE49-F238E27FC236}">
                <a16:creationId xmlns:a16="http://schemas.microsoft.com/office/drawing/2014/main" id="{AD4F868C-6D01-3B5D-BB0D-BE413BF83FA7}"/>
              </a:ext>
            </a:extLst>
          </p:cNvPr>
          <p:cNvSpPr>
            <a:spLocks noChangeShapeType="1"/>
          </p:cNvSpPr>
          <p:nvPr/>
        </p:nvSpPr>
        <p:spPr bwMode="auto">
          <a:xfrm>
            <a:off x="8716963" y="48037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09" name="Line 593">
            <a:extLst>
              <a:ext uri="{FF2B5EF4-FFF2-40B4-BE49-F238E27FC236}">
                <a16:creationId xmlns:a16="http://schemas.microsoft.com/office/drawing/2014/main" id="{A6FEF0F6-A63D-FBDF-CD83-068881F1931F}"/>
              </a:ext>
            </a:extLst>
          </p:cNvPr>
          <p:cNvSpPr>
            <a:spLocks noChangeShapeType="1"/>
          </p:cNvSpPr>
          <p:nvPr/>
        </p:nvSpPr>
        <p:spPr bwMode="auto">
          <a:xfrm>
            <a:off x="8716963" y="59340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10" name="Line 594">
            <a:extLst>
              <a:ext uri="{FF2B5EF4-FFF2-40B4-BE49-F238E27FC236}">
                <a16:creationId xmlns:a16="http://schemas.microsoft.com/office/drawing/2014/main" id="{BD0848B0-D332-48AE-B22A-49D3942F692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716963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11" name="Line 595">
            <a:extLst>
              <a:ext uri="{FF2B5EF4-FFF2-40B4-BE49-F238E27FC236}">
                <a16:creationId xmlns:a16="http://schemas.microsoft.com/office/drawing/2014/main" id="{7825A21C-6544-1B55-14D5-ADB6F3AEF8D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29675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12" name="Rectangle 596">
            <a:extLst>
              <a:ext uri="{FF2B5EF4-FFF2-40B4-BE49-F238E27FC236}">
                <a16:creationId xmlns:a16="http://schemas.microsoft.com/office/drawing/2014/main" id="{1F873B58-65DB-9708-9FAA-553E6072B2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88488" y="4806950"/>
            <a:ext cx="1123950" cy="11255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13" name="Rectangle 597">
            <a:extLst>
              <a:ext uri="{FF2B5EF4-FFF2-40B4-BE49-F238E27FC236}">
                <a16:creationId xmlns:a16="http://schemas.microsoft.com/office/drawing/2014/main" id="{68009D38-3D1F-31E4-A03A-92FB0E137C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53613" y="4679950"/>
            <a:ext cx="488950" cy="13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binarized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646" name="Picture 598">
            <a:extLst>
              <a:ext uri="{FF2B5EF4-FFF2-40B4-BE49-F238E27FC236}">
                <a16:creationId xmlns:a16="http://schemas.microsoft.com/office/drawing/2014/main" id="{F3ECCF6F-3F00-830D-489B-6E35D038D0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8488" y="4810125"/>
            <a:ext cx="1123950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14" name="Line 599">
            <a:extLst>
              <a:ext uri="{FF2B5EF4-FFF2-40B4-BE49-F238E27FC236}">
                <a16:creationId xmlns:a16="http://schemas.microsoft.com/office/drawing/2014/main" id="{67EA826A-5EB8-BC64-583C-809B2D07F09E}"/>
              </a:ext>
            </a:extLst>
          </p:cNvPr>
          <p:cNvSpPr>
            <a:spLocks noChangeShapeType="1"/>
          </p:cNvSpPr>
          <p:nvPr/>
        </p:nvSpPr>
        <p:spPr bwMode="auto">
          <a:xfrm>
            <a:off x="9488488" y="5932488"/>
            <a:ext cx="1123950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15" name="Line 600">
            <a:extLst>
              <a:ext uri="{FF2B5EF4-FFF2-40B4-BE49-F238E27FC236}">
                <a16:creationId xmlns:a16="http://schemas.microsoft.com/office/drawing/2014/main" id="{1D301FC7-4CA3-D9CA-9210-CD8CF06B2355}"/>
              </a:ext>
            </a:extLst>
          </p:cNvPr>
          <p:cNvSpPr>
            <a:spLocks noChangeShapeType="1"/>
          </p:cNvSpPr>
          <p:nvPr/>
        </p:nvSpPr>
        <p:spPr bwMode="auto">
          <a:xfrm>
            <a:off x="9488488" y="4806950"/>
            <a:ext cx="1123950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16" name="Line 601">
            <a:extLst>
              <a:ext uri="{FF2B5EF4-FFF2-40B4-BE49-F238E27FC236}">
                <a16:creationId xmlns:a16="http://schemas.microsoft.com/office/drawing/2014/main" id="{DAFF6C3C-CB54-598D-0344-EDA34E17225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831388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17" name="Line 602">
            <a:extLst>
              <a:ext uri="{FF2B5EF4-FFF2-40B4-BE49-F238E27FC236}">
                <a16:creationId xmlns:a16="http://schemas.microsoft.com/office/drawing/2014/main" id="{D2725BAD-00B6-3089-C3A5-DC1724A8553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182225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18" name="Line 603">
            <a:extLst>
              <a:ext uri="{FF2B5EF4-FFF2-40B4-BE49-F238E27FC236}">
                <a16:creationId xmlns:a16="http://schemas.microsoft.com/office/drawing/2014/main" id="{265B5434-575B-F386-246E-AEB02D21495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533063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19" name="Line 604">
            <a:extLst>
              <a:ext uri="{FF2B5EF4-FFF2-40B4-BE49-F238E27FC236}">
                <a16:creationId xmlns:a16="http://schemas.microsoft.com/office/drawing/2014/main" id="{19A5AE27-27CC-A939-806F-871ECF088E9F}"/>
              </a:ext>
            </a:extLst>
          </p:cNvPr>
          <p:cNvSpPr>
            <a:spLocks noChangeShapeType="1"/>
          </p:cNvSpPr>
          <p:nvPr/>
        </p:nvSpPr>
        <p:spPr bwMode="auto">
          <a:xfrm>
            <a:off x="9831388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20" name="Line 605">
            <a:extLst>
              <a:ext uri="{FF2B5EF4-FFF2-40B4-BE49-F238E27FC236}">
                <a16:creationId xmlns:a16="http://schemas.microsoft.com/office/drawing/2014/main" id="{13B57B1C-80C0-2764-57B9-AB63BAEAA5D4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82225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21" name="Line 606">
            <a:extLst>
              <a:ext uri="{FF2B5EF4-FFF2-40B4-BE49-F238E27FC236}">
                <a16:creationId xmlns:a16="http://schemas.microsoft.com/office/drawing/2014/main" id="{022E947F-2304-B9E6-D368-DA022C5CD6AA}"/>
              </a:ext>
            </a:extLst>
          </p:cNvPr>
          <p:cNvSpPr>
            <a:spLocks noChangeShapeType="1"/>
          </p:cNvSpPr>
          <p:nvPr/>
        </p:nvSpPr>
        <p:spPr bwMode="auto">
          <a:xfrm>
            <a:off x="10533063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Rectangle 608">
            <a:extLst>
              <a:ext uri="{FF2B5EF4-FFF2-40B4-BE49-F238E27FC236}">
                <a16:creationId xmlns:a16="http://schemas.microsoft.com/office/drawing/2014/main" id="{03843E22-17CE-3207-6E11-37BC894F80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0113" y="59785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609">
            <a:extLst>
              <a:ext uri="{FF2B5EF4-FFF2-40B4-BE49-F238E27FC236}">
                <a16:creationId xmlns:a16="http://schemas.microsoft.com/office/drawing/2014/main" id="{6E50578F-0DBF-34F9-B366-B4148BA55F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36188" y="59785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610">
            <a:extLst>
              <a:ext uri="{FF2B5EF4-FFF2-40B4-BE49-F238E27FC236}">
                <a16:creationId xmlns:a16="http://schemas.microsoft.com/office/drawing/2014/main" id="{864E7566-5760-6EDC-9302-985272FB56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87025" y="59785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60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Line 611">
            <a:extLst>
              <a:ext uri="{FF2B5EF4-FFF2-40B4-BE49-F238E27FC236}">
                <a16:creationId xmlns:a16="http://schemas.microsoft.com/office/drawing/2014/main" id="{7FD6688B-F76E-5F59-E124-F8E8B94508B3}"/>
              </a:ext>
            </a:extLst>
          </p:cNvPr>
          <p:cNvSpPr>
            <a:spLocks noChangeShapeType="1"/>
          </p:cNvSpPr>
          <p:nvPr/>
        </p:nvSpPr>
        <p:spPr bwMode="auto">
          <a:xfrm>
            <a:off x="9488488" y="4806950"/>
            <a:ext cx="0" cy="1125538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Line 612">
            <a:extLst>
              <a:ext uri="{FF2B5EF4-FFF2-40B4-BE49-F238E27FC236}">
                <a16:creationId xmlns:a16="http://schemas.microsoft.com/office/drawing/2014/main" id="{1D62B1EC-6CE4-6573-FBD8-D57426907549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12438" y="4806950"/>
            <a:ext cx="0" cy="1125538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Line 613">
            <a:extLst>
              <a:ext uri="{FF2B5EF4-FFF2-40B4-BE49-F238E27FC236}">
                <a16:creationId xmlns:a16="http://schemas.microsoft.com/office/drawing/2014/main" id="{F68EECD3-1CD4-B722-B459-27459CCA41C0}"/>
              </a:ext>
            </a:extLst>
          </p:cNvPr>
          <p:cNvSpPr>
            <a:spLocks noChangeShapeType="1"/>
          </p:cNvSpPr>
          <p:nvPr/>
        </p:nvSpPr>
        <p:spPr bwMode="auto">
          <a:xfrm>
            <a:off x="9488488" y="49752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Line 614">
            <a:extLst>
              <a:ext uri="{FF2B5EF4-FFF2-40B4-BE49-F238E27FC236}">
                <a16:creationId xmlns:a16="http://schemas.microsoft.com/office/drawing/2014/main" id="{E5042B69-BAA5-E59F-FE09-FB9938B36BF6}"/>
              </a:ext>
            </a:extLst>
          </p:cNvPr>
          <p:cNvSpPr>
            <a:spLocks noChangeShapeType="1"/>
          </p:cNvSpPr>
          <p:nvPr/>
        </p:nvSpPr>
        <p:spPr bwMode="auto">
          <a:xfrm>
            <a:off x="9488488" y="51498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Line 615">
            <a:extLst>
              <a:ext uri="{FF2B5EF4-FFF2-40B4-BE49-F238E27FC236}">
                <a16:creationId xmlns:a16="http://schemas.microsoft.com/office/drawing/2014/main" id="{BC75A226-05D6-FFE8-31EA-9180F9979D3D}"/>
              </a:ext>
            </a:extLst>
          </p:cNvPr>
          <p:cNvSpPr>
            <a:spLocks noChangeShapeType="1"/>
          </p:cNvSpPr>
          <p:nvPr/>
        </p:nvSpPr>
        <p:spPr bwMode="auto">
          <a:xfrm>
            <a:off x="9488488" y="53260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Line 616">
            <a:extLst>
              <a:ext uri="{FF2B5EF4-FFF2-40B4-BE49-F238E27FC236}">
                <a16:creationId xmlns:a16="http://schemas.microsoft.com/office/drawing/2014/main" id="{A02BAF07-96C1-F51B-4326-028AC2B19C72}"/>
              </a:ext>
            </a:extLst>
          </p:cNvPr>
          <p:cNvSpPr>
            <a:spLocks noChangeShapeType="1"/>
          </p:cNvSpPr>
          <p:nvPr/>
        </p:nvSpPr>
        <p:spPr bwMode="auto">
          <a:xfrm>
            <a:off x="9488488" y="550227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Line 617">
            <a:extLst>
              <a:ext uri="{FF2B5EF4-FFF2-40B4-BE49-F238E27FC236}">
                <a16:creationId xmlns:a16="http://schemas.microsoft.com/office/drawing/2014/main" id="{A8DA6C87-FD1C-A390-D130-BC510700780F}"/>
              </a:ext>
            </a:extLst>
          </p:cNvPr>
          <p:cNvSpPr>
            <a:spLocks noChangeShapeType="1"/>
          </p:cNvSpPr>
          <p:nvPr/>
        </p:nvSpPr>
        <p:spPr bwMode="auto">
          <a:xfrm>
            <a:off x="9488488" y="56769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Line 618">
            <a:extLst>
              <a:ext uri="{FF2B5EF4-FFF2-40B4-BE49-F238E27FC236}">
                <a16:creationId xmlns:a16="http://schemas.microsoft.com/office/drawing/2014/main" id="{610C3374-0DBC-9183-8570-E87A4F9F67C7}"/>
              </a:ext>
            </a:extLst>
          </p:cNvPr>
          <p:cNvSpPr>
            <a:spLocks noChangeShapeType="1"/>
          </p:cNvSpPr>
          <p:nvPr/>
        </p:nvSpPr>
        <p:spPr bwMode="auto">
          <a:xfrm>
            <a:off x="9488488" y="58531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Line 619">
            <a:extLst>
              <a:ext uri="{FF2B5EF4-FFF2-40B4-BE49-F238E27FC236}">
                <a16:creationId xmlns:a16="http://schemas.microsoft.com/office/drawing/2014/main" id="{80AF0E1B-6CAE-8AD3-AFCD-F8E3540DA64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01325" y="49752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Line 620">
            <a:extLst>
              <a:ext uri="{FF2B5EF4-FFF2-40B4-BE49-F238E27FC236}">
                <a16:creationId xmlns:a16="http://schemas.microsoft.com/office/drawing/2014/main" id="{707F41A9-ACDE-DE88-CB2C-1EB8BCD5459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01325" y="51498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Line 621">
            <a:extLst>
              <a:ext uri="{FF2B5EF4-FFF2-40B4-BE49-F238E27FC236}">
                <a16:creationId xmlns:a16="http://schemas.microsoft.com/office/drawing/2014/main" id="{FFEB5971-6626-0DB6-7A51-34FBB7CC58E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01325" y="53260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Line 622">
            <a:extLst>
              <a:ext uri="{FF2B5EF4-FFF2-40B4-BE49-F238E27FC236}">
                <a16:creationId xmlns:a16="http://schemas.microsoft.com/office/drawing/2014/main" id="{9207A5C0-48A8-1420-13E6-574E722BCBE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01325" y="550227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" name="Line 623">
            <a:extLst>
              <a:ext uri="{FF2B5EF4-FFF2-40B4-BE49-F238E27FC236}">
                <a16:creationId xmlns:a16="http://schemas.microsoft.com/office/drawing/2014/main" id="{1458AA4C-08A0-7698-168B-EB6511A2112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01325" y="56769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" name="Line 624">
            <a:extLst>
              <a:ext uri="{FF2B5EF4-FFF2-40B4-BE49-F238E27FC236}">
                <a16:creationId xmlns:a16="http://schemas.microsoft.com/office/drawing/2014/main" id="{8BF910E9-0A35-8CCA-F3E0-E3C096BBD3F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01325" y="58531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" name="Rectangle 625">
            <a:extLst>
              <a:ext uri="{FF2B5EF4-FFF2-40B4-BE49-F238E27FC236}">
                <a16:creationId xmlns:a16="http://schemas.microsoft.com/office/drawing/2014/main" id="{A6BC9CEC-92DD-7F41-AC9F-0B49E1DB0F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3075" y="4929188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" name="Rectangle 626">
            <a:extLst>
              <a:ext uri="{FF2B5EF4-FFF2-40B4-BE49-F238E27FC236}">
                <a16:creationId xmlns:a16="http://schemas.microsoft.com/office/drawing/2014/main" id="{8C0A0337-E94F-DB89-B3EB-4E83BA47AD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3075" y="510540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0" name="Rectangle 627">
            <a:extLst>
              <a:ext uri="{FF2B5EF4-FFF2-40B4-BE49-F238E27FC236}">
                <a16:creationId xmlns:a16="http://schemas.microsoft.com/office/drawing/2014/main" id="{1A991F65-004C-95F5-4380-552B2D4DDC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3075" y="5281613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30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" name="Rectangle 628">
            <a:extLst>
              <a:ext uri="{FF2B5EF4-FFF2-40B4-BE49-F238E27FC236}">
                <a16:creationId xmlns:a16="http://schemas.microsoft.com/office/drawing/2014/main" id="{69D2034D-DA40-D44B-BEFE-111CAAB35F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3075" y="5456238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2" name="Rectangle 629">
            <a:extLst>
              <a:ext uri="{FF2B5EF4-FFF2-40B4-BE49-F238E27FC236}">
                <a16:creationId xmlns:a16="http://schemas.microsoft.com/office/drawing/2014/main" id="{3F3CAF55-0558-40C0-5AF5-7F20241F66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3075" y="56324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50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3" name="Rectangle 630">
            <a:extLst>
              <a:ext uri="{FF2B5EF4-FFF2-40B4-BE49-F238E27FC236}">
                <a16:creationId xmlns:a16="http://schemas.microsoft.com/office/drawing/2014/main" id="{8E76D7F5-D813-38D4-8CBA-E59878EC0B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3075" y="5808663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60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4" name="Line 631">
            <a:extLst>
              <a:ext uri="{FF2B5EF4-FFF2-40B4-BE49-F238E27FC236}">
                <a16:creationId xmlns:a16="http://schemas.microsoft.com/office/drawing/2014/main" id="{CF1A4E93-2E9E-4D9C-5A00-C9DA057CED2B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82288" y="59340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" name="Line 632">
            <a:extLst>
              <a:ext uri="{FF2B5EF4-FFF2-40B4-BE49-F238E27FC236}">
                <a16:creationId xmlns:a16="http://schemas.microsoft.com/office/drawing/2014/main" id="{FE54DB35-8BA5-834C-0CFF-92FADCC0948E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82288" y="48037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" name="Line 633">
            <a:extLst>
              <a:ext uri="{FF2B5EF4-FFF2-40B4-BE49-F238E27FC236}">
                <a16:creationId xmlns:a16="http://schemas.microsoft.com/office/drawing/2014/main" id="{DF43C0BC-F9A1-166B-A47E-02294FE3658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682288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7" name="Line 634">
            <a:extLst>
              <a:ext uri="{FF2B5EF4-FFF2-40B4-BE49-F238E27FC236}">
                <a16:creationId xmlns:a16="http://schemas.microsoft.com/office/drawing/2014/main" id="{42584974-387B-CF2A-D161-C71433756C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795000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683" name="Picture 635">
            <a:extLst>
              <a:ext uri="{FF2B5EF4-FFF2-40B4-BE49-F238E27FC236}">
                <a16:creationId xmlns:a16="http://schemas.microsoft.com/office/drawing/2014/main" id="{6F09AD65-606F-C5B9-5D15-0B24BB449B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2288" y="4803775"/>
            <a:ext cx="112713" cy="113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" name="Line 636">
            <a:extLst>
              <a:ext uri="{FF2B5EF4-FFF2-40B4-BE49-F238E27FC236}">
                <a16:creationId xmlns:a16="http://schemas.microsoft.com/office/drawing/2014/main" id="{ECB57A5D-430D-65E8-F4B7-F69657CEEBF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795000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9" name="Line 637">
            <a:extLst>
              <a:ext uri="{FF2B5EF4-FFF2-40B4-BE49-F238E27FC236}">
                <a16:creationId xmlns:a16="http://schemas.microsoft.com/office/drawing/2014/main" id="{C955D2BF-AFB9-2C89-791F-0F5CE0A3BEF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783888" y="593407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0" name="Line 638">
            <a:extLst>
              <a:ext uri="{FF2B5EF4-FFF2-40B4-BE49-F238E27FC236}">
                <a16:creationId xmlns:a16="http://schemas.microsoft.com/office/drawing/2014/main" id="{3D817710-555F-63D3-C5D1-C54879046B9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783888" y="57086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" name="Line 639">
            <a:extLst>
              <a:ext uri="{FF2B5EF4-FFF2-40B4-BE49-F238E27FC236}">
                <a16:creationId xmlns:a16="http://schemas.microsoft.com/office/drawing/2014/main" id="{5A7DBE48-EE99-1E7B-430E-9EE4E2370B1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783888" y="54832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" name="Line 640">
            <a:extLst>
              <a:ext uri="{FF2B5EF4-FFF2-40B4-BE49-F238E27FC236}">
                <a16:creationId xmlns:a16="http://schemas.microsoft.com/office/drawing/2014/main" id="{4B5E9EE1-498E-565E-0D00-FAD7523F727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783888" y="52562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" name="Line 641">
            <a:extLst>
              <a:ext uri="{FF2B5EF4-FFF2-40B4-BE49-F238E27FC236}">
                <a16:creationId xmlns:a16="http://schemas.microsoft.com/office/drawing/2014/main" id="{388C04CD-DAAC-2E34-762C-60D49E86F6E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783888" y="50307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4" name="Line 642">
            <a:extLst>
              <a:ext uri="{FF2B5EF4-FFF2-40B4-BE49-F238E27FC236}">
                <a16:creationId xmlns:a16="http://schemas.microsoft.com/office/drawing/2014/main" id="{ECBF3E70-6816-57F2-8ED0-6721D927EBB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783888" y="480377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Rectangle 643">
            <a:extLst>
              <a:ext uri="{FF2B5EF4-FFF2-40B4-BE49-F238E27FC236}">
                <a16:creationId xmlns:a16="http://schemas.microsoft.com/office/drawing/2014/main" id="{DB2E83BD-CEAE-8ECE-4D21-EB04B6394F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5163" y="5895975"/>
            <a:ext cx="746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6" name="Rectangle 644">
            <a:extLst>
              <a:ext uri="{FF2B5EF4-FFF2-40B4-BE49-F238E27FC236}">
                <a16:creationId xmlns:a16="http://schemas.microsoft.com/office/drawing/2014/main" id="{49C8CB19-388D-DFCC-B4E1-66170315BE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5163" y="5670550"/>
            <a:ext cx="1317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0.2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7" name="Rectangle 645">
            <a:extLst>
              <a:ext uri="{FF2B5EF4-FFF2-40B4-BE49-F238E27FC236}">
                <a16:creationId xmlns:a16="http://schemas.microsoft.com/office/drawing/2014/main" id="{F0245013-6245-8489-375C-8D98E24714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5163" y="5443538"/>
            <a:ext cx="1317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0.4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8" name="Rectangle 646">
            <a:extLst>
              <a:ext uri="{FF2B5EF4-FFF2-40B4-BE49-F238E27FC236}">
                <a16:creationId xmlns:a16="http://schemas.microsoft.com/office/drawing/2014/main" id="{C449D293-76AA-BD0C-078A-A838909C8B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5163" y="5218113"/>
            <a:ext cx="1317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0.6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9" name="Rectangle 647">
            <a:extLst>
              <a:ext uri="{FF2B5EF4-FFF2-40B4-BE49-F238E27FC236}">
                <a16:creationId xmlns:a16="http://schemas.microsoft.com/office/drawing/2014/main" id="{E1A156EB-EED5-822E-12DD-740AB2FA3C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5163" y="4992688"/>
            <a:ext cx="1317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0.8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0" name="Rectangle 648">
            <a:extLst>
              <a:ext uri="{FF2B5EF4-FFF2-40B4-BE49-F238E27FC236}">
                <a16:creationId xmlns:a16="http://schemas.microsoft.com/office/drawing/2014/main" id="{926220E9-F9A2-D5E2-3251-47ECA352D1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5163" y="4765675"/>
            <a:ext cx="746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" name="Line 649">
            <a:extLst>
              <a:ext uri="{FF2B5EF4-FFF2-40B4-BE49-F238E27FC236}">
                <a16:creationId xmlns:a16="http://schemas.microsoft.com/office/drawing/2014/main" id="{BD6AE727-6B08-6E76-EBA2-1199EE96F0F1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82288" y="48037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Line 650">
            <a:extLst>
              <a:ext uri="{FF2B5EF4-FFF2-40B4-BE49-F238E27FC236}">
                <a16:creationId xmlns:a16="http://schemas.microsoft.com/office/drawing/2014/main" id="{31F136C0-0D0E-221F-ED49-F3AF186FAFD7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82288" y="59340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Line 651">
            <a:extLst>
              <a:ext uri="{FF2B5EF4-FFF2-40B4-BE49-F238E27FC236}">
                <a16:creationId xmlns:a16="http://schemas.microsoft.com/office/drawing/2014/main" id="{F429B09B-4F9C-8E28-0ACA-239E20F310C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682288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4" name="Line 652">
            <a:extLst>
              <a:ext uri="{FF2B5EF4-FFF2-40B4-BE49-F238E27FC236}">
                <a16:creationId xmlns:a16="http://schemas.microsoft.com/office/drawing/2014/main" id="{FC5E40BE-1C5E-AC95-7992-AFFA3740EDF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795000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5" name="Rectangle 653">
            <a:extLst>
              <a:ext uri="{FF2B5EF4-FFF2-40B4-BE49-F238E27FC236}">
                <a16:creationId xmlns:a16="http://schemas.microsoft.com/office/drawing/2014/main" id="{50FE1A87-41E9-DBC4-EFE1-77E0FE4315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150" y="6681788"/>
            <a:ext cx="2598738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bigpatch  84 from roi   5 from image synpic45593.jpg N= 2 R=  64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3806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3" name="Rectangle 7">
            <a:extLst>
              <a:ext uri="{FF2B5EF4-FFF2-40B4-BE49-F238E27FC236}">
                <a16:creationId xmlns:a16="http://schemas.microsoft.com/office/drawing/2014/main" id="{B69B140D-023E-0E75-AA3F-4805A1150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3063" y="693738"/>
            <a:ext cx="1122363" cy="11239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94" name="Rectangle 8">
            <a:extLst>
              <a:ext uri="{FF2B5EF4-FFF2-40B4-BE49-F238E27FC236}">
                <a16:creationId xmlns:a16="http://schemas.microsoft.com/office/drawing/2014/main" id="{B425F0A0-A1EC-47F6-33A0-44F2AADA40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6750" y="565150"/>
            <a:ext cx="633413" cy="13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bigpatch  84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81" name="Picture 9">
            <a:extLst>
              <a:ext uri="{FF2B5EF4-FFF2-40B4-BE49-F238E27FC236}">
                <a16:creationId xmlns:a16="http://schemas.microsoft.com/office/drawing/2014/main" id="{06660920-80A4-5BBA-22CB-47AAF3AF5F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063" y="696913"/>
            <a:ext cx="1122363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95" name="Line 10">
            <a:extLst>
              <a:ext uri="{FF2B5EF4-FFF2-40B4-BE49-F238E27FC236}">
                <a16:creationId xmlns:a16="http://schemas.microsoft.com/office/drawing/2014/main" id="{B8CA5C23-2823-CCF8-6C1E-21D616C01D0F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1817688"/>
            <a:ext cx="112236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96" name="Line 11">
            <a:extLst>
              <a:ext uri="{FF2B5EF4-FFF2-40B4-BE49-F238E27FC236}">
                <a16:creationId xmlns:a16="http://schemas.microsoft.com/office/drawing/2014/main" id="{1E0C3A8B-BC24-D77E-DD80-9C8F799EB2BD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693738"/>
            <a:ext cx="112236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97" name="Line 12">
            <a:extLst>
              <a:ext uri="{FF2B5EF4-FFF2-40B4-BE49-F238E27FC236}">
                <a16:creationId xmlns:a16="http://schemas.microsoft.com/office/drawing/2014/main" id="{1800C43A-2317-2B06-3276-A5DCAD789A6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14513" y="18065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98" name="Line 13">
            <a:extLst>
              <a:ext uri="{FF2B5EF4-FFF2-40B4-BE49-F238E27FC236}">
                <a16:creationId xmlns:a16="http://schemas.microsoft.com/office/drawing/2014/main" id="{A5969CAC-0532-74F1-D759-79E4B972767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89138" y="18065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99" name="Line 14">
            <a:extLst>
              <a:ext uri="{FF2B5EF4-FFF2-40B4-BE49-F238E27FC236}">
                <a16:creationId xmlns:a16="http://schemas.microsoft.com/office/drawing/2014/main" id="{ADBF69BE-058A-A6A6-FFFC-E66C65FD2B7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65350" y="18065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00" name="Line 15">
            <a:extLst>
              <a:ext uri="{FF2B5EF4-FFF2-40B4-BE49-F238E27FC236}">
                <a16:creationId xmlns:a16="http://schemas.microsoft.com/office/drawing/2014/main" id="{B982B93D-1B0D-A437-EF7D-5539D616D0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39975" y="18065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01" name="Line 16">
            <a:extLst>
              <a:ext uri="{FF2B5EF4-FFF2-40B4-BE49-F238E27FC236}">
                <a16:creationId xmlns:a16="http://schemas.microsoft.com/office/drawing/2014/main" id="{79425F78-481B-C5D3-2D08-DB432E410F1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16188" y="18065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02" name="Line 17">
            <a:extLst>
              <a:ext uri="{FF2B5EF4-FFF2-40B4-BE49-F238E27FC236}">
                <a16:creationId xmlns:a16="http://schemas.microsoft.com/office/drawing/2014/main" id="{CB88D5AB-406E-57D9-2BAA-30C1F953213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90813" y="18065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03" name="Line 18">
            <a:extLst>
              <a:ext uri="{FF2B5EF4-FFF2-40B4-BE49-F238E27FC236}">
                <a16:creationId xmlns:a16="http://schemas.microsoft.com/office/drawing/2014/main" id="{493DDEFA-8FA8-8588-B8D1-C5B9917721E9}"/>
              </a:ext>
            </a:extLst>
          </p:cNvPr>
          <p:cNvSpPr>
            <a:spLocks noChangeShapeType="1"/>
          </p:cNvSpPr>
          <p:nvPr/>
        </p:nvSpPr>
        <p:spPr bwMode="auto">
          <a:xfrm>
            <a:off x="1814513" y="693738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04" name="Line 19">
            <a:extLst>
              <a:ext uri="{FF2B5EF4-FFF2-40B4-BE49-F238E27FC236}">
                <a16:creationId xmlns:a16="http://schemas.microsoft.com/office/drawing/2014/main" id="{9B1BDD43-5E56-B5F6-8FCA-12F9B41E2790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9138" y="693738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05" name="Line 20">
            <a:extLst>
              <a:ext uri="{FF2B5EF4-FFF2-40B4-BE49-F238E27FC236}">
                <a16:creationId xmlns:a16="http://schemas.microsoft.com/office/drawing/2014/main" id="{0C188E05-5BF2-5746-47EA-9FEA405DBC04}"/>
              </a:ext>
            </a:extLst>
          </p:cNvPr>
          <p:cNvSpPr>
            <a:spLocks noChangeShapeType="1"/>
          </p:cNvSpPr>
          <p:nvPr/>
        </p:nvSpPr>
        <p:spPr bwMode="auto">
          <a:xfrm>
            <a:off x="2165350" y="693738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06" name="Line 21">
            <a:extLst>
              <a:ext uri="{FF2B5EF4-FFF2-40B4-BE49-F238E27FC236}">
                <a16:creationId xmlns:a16="http://schemas.microsoft.com/office/drawing/2014/main" id="{7C00FE18-1372-153C-4E4A-A47185C924DA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9975" y="693738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07" name="Line 22">
            <a:extLst>
              <a:ext uri="{FF2B5EF4-FFF2-40B4-BE49-F238E27FC236}">
                <a16:creationId xmlns:a16="http://schemas.microsoft.com/office/drawing/2014/main" id="{98BA83EC-6C91-47A5-B685-3BE7BACEBC4B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6188" y="693738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08" name="Line 23">
            <a:extLst>
              <a:ext uri="{FF2B5EF4-FFF2-40B4-BE49-F238E27FC236}">
                <a16:creationId xmlns:a16="http://schemas.microsoft.com/office/drawing/2014/main" id="{72B18AC5-AC85-0A1B-93A5-AEE29793C76B}"/>
              </a:ext>
            </a:extLst>
          </p:cNvPr>
          <p:cNvSpPr>
            <a:spLocks noChangeShapeType="1"/>
          </p:cNvSpPr>
          <p:nvPr/>
        </p:nvSpPr>
        <p:spPr bwMode="auto">
          <a:xfrm>
            <a:off x="2690813" y="693738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09" name="Rectangle 24">
            <a:extLst>
              <a:ext uri="{FF2B5EF4-FFF2-40B4-BE49-F238E27FC236}">
                <a16:creationId xmlns:a16="http://schemas.microsoft.com/office/drawing/2014/main" id="{2B80AE63-BEB5-053B-F3FC-7AE990E9AE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8475" y="18637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410" name="Rectangle 25">
            <a:extLst>
              <a:ext uri="{FF2B5EF4-FFF2-40B4-BE49-F238E27FC236}">
                <a16:creationId xmlns:a16="http://schemas.microsoft.com/office/drawing/2014/main" id="{31878368-F2C2-49C2-1D9A-2CBE14E763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3100" y="18637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411" name="Rectangle 26">
            <a:extLst>
              <a:ext uri="{FF2B5EF4-FFF2-40B4-BE49-F238E27FC236}">
                <a16:creationId xmlns:a16="http://schemas.microsoft.com/office/drawing/2014/main" id="{8C83DBB6-6644-49AD-B0B9-1AC2E0E290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9313" y="18637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60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413" name="Rectangle 27">
            <a:extLst>
              <a:ext uri="{FF2B5EF4-FFF2-40B4-BE49-F238E27FC236}">
                <a16:creationId xmlns:a16="http://schemas.microsoft.com/office/drawing/2014/main" id="{36A0A9FD-46C8-A236-4548-0F47F4ED77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5525" y="18637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80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414" name="Rectangle 28">
            <a:extLst>
              <a:ext uri="{FF2B5EF4-FFF2-40B4-BE49-F238E27FC236}">
                <a16:creationId xmlns:a16="http://schemas.microsoft.com/office/drawing/2014/main" id="{26418179-D528-6108-39FB-E39D7375F7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6338" y="1863725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415" name="Rectangle 29">
            <a:extLst>
              <a:ext uri="{FF2B5EF4-FFF2-40B4-BE49-F238E27FC236}">
                <a16:creationId xmlns:a16="http://schemas.microsoft.com/office/drawing/2014/main" id="{65328893-E8F4-46FF-3B86-031105B509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0963" y="1863725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416" name="Line 30">
            <a:extLst>
              <a:ext uri="{FF2B5EF4-FFF2-40B4-BE49-F238E27FC236}">
                <a16:creationId xmlns:a16="http://schemas.microsoft.com/office/drawing/2014/main" id="{976FBDB0-3966-59CE-1A55-2BD1F49ACD96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69373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17" name="Line 31">
            <a:extLst>
              <a:ext uri="{FF2B5EF4-FFF2-40B4-BE49-F238E27FC236}">
                <a16:creationId xmlns:a16="http://schemas.microsoft.com/office/drawing/2014/main" id="{42F63DA6-5FAE-0301-FE34-671F90F5B774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5425" y="69373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18" name="Line 32">
            <a:extLst>
              <a:ext uri="{FF2B5EF4-FFF2-40B4-BE49-F238E27FC236}">
                <a16:creationId xmlns:a16="http://schemas.microsoft.com/office/drawing/2014/main" id="{B7945558-F609-C7AD-4C49-E166DEF74947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8651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19" name="Line 33">
            <a:extLst>
              <a:ext uri="{FF2B5EF4-FFF2-40B4-BE49-F238E27FC236}">
                <a16:creationId xmlns:a16="http://schemas.microsoft.com/office/drawing/2014/main" id="{3BB91F62-25FB-CCA2-3FCF-9F7D178ADE6D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10414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20" name="Line 34">
            <a:extLst>
              <a:ext uri="{FF2B5EF4-FFF2-40B4-BE49-F238E27FC236}">
                <a16:creationId xmlns:a16="http://schemas.microsoft.com/office/drawing/2014/main" id="{9B21E4A4-1E38-99FD-A401-2DCA081B1BD0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12176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21" name="Line 35">
            <a:extLst>
              <a:ext uri="{FF2B5EF4-FFF2-40B4-BE49-F238E27FC236}">
                <a16:creationId xmlns:a16="http://schemas.microsoft.com/office/drawing/2014/main" id="{E26D9C1A-EA17-61F2-F49D-22113D1758AB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13922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22" name="Line 36">
            <a:extLst>
              <a:ext uri="{FF2B5EF4-FFF2-40B4-BE49-F238E27FC236}">
                <a16:creationId xmlns:a16="http://schemas.microsoft.com/office/drawing/2014/main" id="{B169141C-5BE7-8343-1742-64624D53497B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15684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23" name="Line 37">
            <a:extLst>
              <a:ext uri="{FF2B5EF4-FFF2-40B4-BE49-F238E27FC236}">
                <a16:creationId xmlns:a16="http://schemas.microsoft.com/office/drawing/2014/main" id="{2AF33869-8F41-9B1B-A66E-33CF51CE6733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174307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24" name="Line 38">
            <a:extLst>
              <a:ext uri="{FF2B5EF4-FFF2-40B4-BE49-F238E27FC236}">
                <a16:creationId xmlns:a16="http://schemas.microsoft.com/office/drawing/2014/main" id="{7E904303-83EF-609E-6F84-BFC907F1650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4313" y="8651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25" name="Line 39">
            <a:extLst>
              <a:ext uri="{FF2B5EF4-FFF2-40B4-BE49-F238E27FC236}">
                <a16:creationId xmlns:a16="http://schemas.microsoft.com/office/drawing/2014/main" id="{96BABA3A-2244-F067-2446-91477904200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4313" y="10414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26" name="Line 40">
            <a:extLst>
              <a:ext uri="{FF2B5EF4-FFF2-40B4-BE49-F238E27FC236}">
                <a16:creationId xmlns:a16="http://schemas.microsoft.com/office/drawing/2014/main" id="{C24B2514-FDD6-3539-C143-BB1D6F75817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4313" y="12176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27" name="Line 41">
            <a:extLst>
              <a:ext uri="{FF2B5EF4-FFF2-40B4-BE49-F238E27FC236}">
                <a16:creationId xmlns:a16="http://schemas.microsoft.com/office/drawing/2014/main" id="{F19B65CE-0C96-C253-7BE1-F911EA3A84B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4313" y="13922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28" name="Line 42">
            <a:extLst>
              <a:ext uri="{FF2B5EF4-FFF2-40B4-BE49-F238E27FC236}">
                <a16:creationId xmlns:a16="http://schemas.microsoft.com/office/drawing/2014/main" id="{3251CE91-E53D-0CDC-AB0B-61DD7790786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4313" y="15684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29" name="Line 43">
            <a:extLst>
              <a:ext uri="{FF2B5EF4-FFF2-40B4-BE49-F238E27FC236}">
                <a16:creationId xmlns:a16="http://schemas.microsoft.com/office/drawing/2014/main" id="{8C23AB2B-A1FD-1B5B-4AAA-B853223EEA4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4313" y="174307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30" name="Rectangle 44">
            <a:extLst>
              <a:ext uri="{FF2B5EF4-FFF2-40B4-BE49-F238E27FC236}">
                <a16:creationId xmlns:a16="http://schemas.microsoft.com/office/drawing/2014/main" id="{D824CAEC-DA25-3D41-EE7F-21C4A7F31C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063" y="8223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431" name="Rectangle 45">
            <a:extLst>
              <a:ext uri="{FF2B5EF4-FFF2-40B4-BE49-F238E27FC236}">
                <a16:creationId xmlns:a16="http://schemas.microsoft.com/office/drawing/2014/main" id="{BD8C67C0-FB5F-F655-4FD9-57E0EAA728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063" y="998538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433" name="Rectangle 46">
            <a:extLst>
              <a:ext uri="{FF2B5EF4-FFF2-40B4-BE49-F238E27FC236}">
                <a16:creationId xmlns:a16="http://schemas.microsoft.com/office/drawing/2014/main" id="{4534FBC6-3E39-96FE-BBB6-DCC38744EE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063" y="1173163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60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434" name="Rectangle 47">
            <a:extLst>
              <a:ext uri="{FF2B5EF4-FFF2-40B4-BE49-F238E27FC236}">
                <a16:creationId xmlns:a16="http://schemas.microsoft.com/office/drawing/2014/main" id="{0DA0CF89-3CAB-6325-8A79-897CAE7275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063" y="134937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80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435" name="Rectangle 48">
            <a:extLst>
              <a:ext uri="{FF2B5EF4-FFF2-40B4-BE49-F238E27FC236}">
                <a16:creationId xmlns:a16="http://schemas.microsoft.com/office/drawing/2014/main" id="{86169888-0F99-7D4F-0AEA-C69AF55825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6850" y="1525588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436" name="Rectangle 49">
            <a:extLst>
              <a:ext uri="{FF2B5EF4-FFF2-40B4-BE49-F238E27FC236}">
                <a16:creationId xmlns:a16="http://schemas.microsoft.com/office/drawing/2014/main" id="{0F80CAD4-A5FE-CC43-F61A-C20C7A1E90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6850" y="1701800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437" name="Line 50">
            <a:extLst>
              <a:ext uri="{FF2B5EF4-FFF2-40B4-BE49-F238E27FC236}">
                <a16:creationId xmlns:a16="http://schemas.microsoft.com/office/drawing/2014/main" id="{B45DC331-C533-4C29-F420-DC685CFFF07E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275" y="1814513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38" name="Line 51">
            <a:extLst>
              <a:ext uri="{FF2B5EF4-FFF2-40B4-BE49-F238E27FC236}">
                <a16:creationId xmlns:a16="http://schemas.microsoft.com/office/drawing/2014/main" id="{E644B6B6-8970-F513-46DA-9F9F29B7533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275" y="690563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39" name="Line 52">
            <a:extLst>
              <a:ext uri="{FF2B5EF4-FFF2-40B4-BE49-F238E27FC236}">
                <a16:creationId xmlns:a16="http://schemas.microsoft.com/office/drawing/2014/main" id="{DF32A31B-D911-68D5-E109-BCD7942E068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35275" y="690563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40" name="Line 53">
            <a:extLst>
              <a:ext uri="{FF2B5EF4-FFF2-40B4-BE49-F238E27FC236}">
                <a16:creationId xmlns:a16="http://schemas.microsoft.com/office/drawing/2014/main" id="{68B3EA32-47BA-1FBC-FD34-93A1FD0CDF7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47988" y="690563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126" name="Picture 54">
            <a:extLst>
              <a:ext uri="{FF2B5EF4-FFF2-40B4-BE49-F238E27FC236}">
                <a16:creationId xmlns:a16="http://schemas.microsoft.com/office/drawing/2014/main" id="{BB0E4439-DB9A-3359-3464-B0DF2F057F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5275" y="690563"/>
            <a:ext cx="112713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41" name="Line 55">
            <a:extLst>
              <a:ext uri="{FF2B5EF4-FFF2-40B4-BE49-F238E27FC236}">
                <a16:creationId xmlns:a16="http://schemas.microsoft.com/office/drawing/2014/main" id="{45A4A7A3-9770-54E6-2DE1-2B40F049064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47988" y="690563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42" name="Line 56">
            <a:extLst>
              <a:ext uri="{FF2B5EF4-FFF2-40B4-BE49-F238E27FC236}">
                <a16:creationId xmlns:a16="http://schemas.microsoft.com/office/drawing/2014/main" id="{B84308A9-D426-F8AB-BEDB-13CC6E077F9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6875" y="18145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43" name="Line 57">
            <a:extLst>
              <a:ext uri="{FF2B5EF4-FFF2-40B4-BE49-F238E27FC236}">
                <a16:creationId xmlns:a16="http://schemas.microsoft.com/office/drawing/2014/main" id="{C6FC6612-DCFC-0F69-7C22-B1CB85C7C9E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6875" y="15954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44" name="Line 58">
            <a:extLst>
              <a:ext uri="{FF2B5EF4-FFF2-40B4-BE49-F238E27FC236}">
                <a16:creationId xmlns:a16="http://schemas.microsoft.com/office/drawing/2014/main" id="{28D9497B-A011-1D62-4DF0-8FE85769DF6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6875" y="13763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45" name="Line 59">
            <a:extLst>
              <a:ext uri="{FF2B5EF4-FFF2-40B4-BE49-F238E27FC236}">
                <a16:creationId xmlns:a16="http://schemas.microsoft.com/office/drawing/2014/main" id="{865D517A-DE0D-A0AC-A621-B4B740AF495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6875" y="11557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46" name="Line 60">
            <a:extLst>
              <a:ext uri="{FF2B5EF4-FFF2-40B4-BE49-F238E27FC236}">
                <a16:creationId xmlns:a16="http://schemas.microsoft.com/office/drawing/2014/main" id="{9EC52CB8-5353-05A1-DF11-77AE842B379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6875" y="9366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47" name="Line 61">
            <a:extLst>
              <a:ext uri="{FF2B5EF4-FFF2-40B4-BE49-F238E27FC236}">
                <a16:creationId xmlns:a16="http://schemas.microsoft.com/office/drawing/2014/main" id="{542AEE75-3756-DC46-489E-F9C71BE18EE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6875" y="7175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48" name="Rectangle 62">
            <a:extLst>
              <a:ext uri="{FF2B5EF4-FFF2-40B4-BE49-F238E27FC236}">
                <a16:creationId xmlns:a16="http://schemas.microsoft.com/office/drawing/2014/main" id="{1C21D6F1-81AC-D9A0-70C7-81DAFE52DD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1776413"/>
            <a:ext cx="746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449" name="Rectangle 63">
            <a:extLst>
              <a:ext uri="{FF2B5EF4-FFF2-40B4-BE49-F238E27FC236}">
                <a16:creationId xmlns:a16="http://schemas.microsoft.com/office/drawing/2014/main" id="{278BF61C-C9E7-29BE-004A-A074DE6F3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1557338"/>
            <a:ext cx="1127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50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450" name="Rectangle 64">
            <a:extLst>
              <a:ext uri="{FF2B5EF4-FFF2-40B4-BE49-F238E27FC236}">
                <a16:creationId xmlns:a16="http://schemas.microsoft.com/office/drawing/2014/main" id="{734BC85F-684D-40FE-6A85-2C390F7B9F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1336675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451" name="Rectangle 65">
            <a:extLst>
              <a:ext uri="{FF2B5EF4-FFF2-40B4-BE49-F238E27FC236}">
                <a16:creationId xmlns:a16="http://schemas.microsoft.com/office/drawing/2014/main" id="{D6396E82-613C-A226-41E3-388AC48C8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1117600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150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452" name="Rectangle 66">
            <a:extLst>
              <a:ext uri="{FF2B5EF4-FFF2-40B4-BE49-F238E27FC236}">
                <a16:creationId xmlns:a16="http://schemas.microsoft.com/office/drawing/2014/main" id="{85E6B29E-1DED-E36E-8CCF-2036DC4964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896938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453" name="Rectangle 67">
            <a:extLst>
              <a:ext uri="{FF2B5EF4-FFF2-40B4-BE49-F238E27FC236}">
                <a16:creationId xmlns:a16="http://schemas.microsoft.com/office/drawing/2014/main" id="{2305686E-4A85-259B-DD9D-09CDF8801C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677863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250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454" name="Line 68">
            <a:extLst>
              <a:ext uri="{FF2B5EF4-FFF2-40B4-BE49-F238E27FC236}">
                <a16:creationId xmlns:a16="http://schemas.microsoft.com/office/drawing/2014/main" id="{E86495C2-D10B-0579-FCDF-F169E83775A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275" y="690563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55" name="Line 69">
            <a:extLst>
              <a:ext uri="{FF2B5EF4-FFF2-40B4-BE49-F238E27FC236}">
                <a16:creationId xmlns:a16="http://schemas.microsoft.com/office/drawing/2014/main" id="{56DA54E1-E1BC-5C04-3273-19D7202A870A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275" y="1814513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72" name="Line 70">
            <a:extLst>
              <a:ext uri="{FF2B5EF4-FFF2-40B4-BE49-F238E27FC236}">
                <a16:creationId xmlns:a16="http://schemas.microsoft.com/office/drawing/2014/main" id="{9AC1E892-3DDF-FF2E-6D63-DEE9A03682E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35275" y="690563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73" name="Line 71">
            <a:extLst>
              <a:ext uri="{FF2B5EF4-FFF2-40B4-BE49-F238E27FC236}">
                <a16:creationId xmlns:a16="http://schemas.microsoft.com/office/drawing/2014/main" id="{61B593F1-545A-9670-6EDC-2E5ECF67332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47988" y="690563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74" name="Rectangle 72">
            <a:extLst>
              <a:ext uri="{FF2B5EF4-FFF2-40B4-BE49-F238E27FC236}">
                <a16:creationId xmlns:a16="http://schemas.microsoft.com/office/drawing/2014/main" id="{6495D762-99FF-B206-0D73-1D3A77E1A4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3063" y="2747963"/>
            <a:ext cx="1122363" cy="11239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75" name="Rectangle 73">
            <a:extLst>
              <a:ext uri="{FF2B5EF4-FFF2-40B4-BE49-F238E27FC236}">
                <a16:creationId xmlns:a16="http://schemas.microsoft.com/office/drawing/2014/main" id="{4AD73BD8-42DC-69BD-1235-C891F73BB7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4838" y="2619375"/>
            <a:ext cx="771525" cy="13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first patch ( 84)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146" name="Picture 74">
            <a:extLst>
              <a:ext uri="{FF2B5EF4-FFF2-40B4-BE49-F238E27FC236}">
                <a16:creationId xmlns:a16="http://schemas.microsoft.com/office/drawing/2014/main" id="{A7541B77-6DA1-744D-9FB7-6063483734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063" y="2751138"/>
            <a:ext cx="1122363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6" name="Line 75">
            <a:extLst>
              <a:ext uri="{FF2B5EF4-FFF2-40B4-BE49-F238E27FC236}">
                <a16:creationId xmlns:a16="http://schemas.microsoft.com/office/drawing/2014/main" id="{BEC5C653-163A-0D6F-B3F9-931B8B8218E9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3871913"/>
            <a:ext cx="112236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77" name="Line 76">
            <a:extLst>
              <a:ext uri="{FF2B5EF4-FFF2-40B4-BE49-F238E27FC236}">
                <a16:creationId xmlns:a16="http://schemas.microsoft.com/office/drawing/2014/main" id="{57A09EEB-F14E-8C98-4FC1-D1C9C506BAA1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2747963"/>
            <a:ext cx="112236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78" name="Line 77">
            <a:extLst>
              <a:ext uri="{FF2B5EF4-FFF2-40B4-BE49-F238E27FC236}">
                <a16:creationId xmlns:a16="http://schemas.microsoft.com/office/drawing/2014/main" id="{BA85399B-72A7-A1C2-B18F-0357D7008FC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14513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79" name="Line 78">
            <a:extLst>
              <a:ext uri="{FF2B5EF4-FFF2-40B4-BE49-F238E27FC236}">
                <a16:creationId xmlns:a16="http://schemas.microsoft.com/office/drawing/2014/main" id="{F6E3ADD2-D70B-66E6-A255-73B21C369DA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89138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80" name="Line 79">
            <a:extLst>
              <a:ext uri="{FF2B5EF4-FFF2-40B4-BE49-F238E27FC236}">
                <a16:creationId xmlns:a16="http://schemas.microsoft.com/office/drawing/2014/main" id="{1E0950FB-F83A-DA94-F3A8-E30807FCCCA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65350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82" name="Line 80">
            <a:extLst>
              <a:ext uri="{FF2B5EF4-FFF2-40B4-BE49-F238E27FC236}">
                <a16:creationId xmlns:a16="http://schemas.microsoft.com/office/drawing/2014/main" id="{E8F8E445-7085-7792-C8CC-22B4CFD83C5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39975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83" name="Line 81">
            <a:extLst>
              <a:ext uri="{FF2B5EF4-FFF2-40B4-BE49-F238E27FC236}">
                <a16:creationId xmlns:a16="http://schemas.microsoft.com/office/drawing/2014/main" id="{57D5CF96-FB2B-D010-F4CA-A0B4297A109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16188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84" name="Line 82">
            <a:extLst>
              <a:ext uri="{FF2B5EF4-FFF2-40B4-BE49-F238E27FC236}">
                <a16:creationId xmlns:a16="http://schemas.microsoft.com/office/drawing/2014/main" id="{B6743713-BE89-4D4A-DFBF-E6D6A6202E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90813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85" name="Line 83">
            <a:extLst>
              <a:ext uri="{FF2B5EF4-FFF2-40B4-BE49-F238E27FC236}">
                <a16:creationId xmlns:a16="http://schemas.microsoft.com/office/drawing/2014/main" id="{E8DB66A2-2CF7-4FC3-65A6-2D9E8D36F4AA}"/>
              </a:ext>
            </a:extLst>
          </p:cNvPr>
          <p:cNvSpPr>
            <a:spLocks noChangeShapeType="1"/>
          </p:cNvSpPr>
          <p:nvPr/>
        </p:nvSpPr>
        <p:spPr bwMode="auto">
          <a:xfrm>
            <a:off x="1814513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86" name="Line 84">
            <a:extLst>
              <a:ext uri="{FF2B5EF4-FFF2-40B4-BE49-F238E27FC236}">
                <a16:creationId xmlns:a16="http://schemas.microsoft.com/office/drawing/2014/main" id="{3F8FB73A-9617-105E-E8BB-AB7CBB36983B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9138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87" name="Line 85">
            <a:extLst>
              <a:ext uri="{FF2B5EF4-FFF2-40B4-BE49-F238E27FC236}">
                <a16:creationId xmlns:a16="http://schemas.microsoft.com/office/drawing/2014/main" id="{412CE70F-25E2-37BB-DD0D-E78C4DA1414E}"/>
              </a:ext>
            </a:extLst>
          </p:cNvPr>
          <p:cNvSpPr>
            <a:spLocks noChangeShapeType="1"/>
          </p:cNvSpPr>
          <p:nvPr/>
        </p:nvSpPr>
        <p:spPr bwMode="auto">
          <a:xfrm>
            <a:off x="2165350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88" name="Line 86">
            <a:extLst>
              <a:ext uri="{FF2B5EF4-FFF2-40B4-BE49-F238E27FC236}">
                <a16:creationId xmlns:a16="http://schemas.microsoft.com/office/drawing/2014/main" id="{588E73F3-4172-7A6C-7F03-6C1A0010A246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9975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89" name="Line 87">
            <a:extLst>
              <a:ext uri="{FF2B5EF4-FFF2-40B4-BE49-F238E27FC236}">
                <a16:creationId xmlns:a16="http://schemas.microsoft.com/office/drawing/2014/main" id="{A2D6D769-A866-1CA7-0B75-E2682D25FEF8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6188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90" name="Line 88">
            <a:extLst>
              <a:ext uri="{FF2B5EF4-FFF2-40B4-BE49-F238E27FC236}">
                <a16:creationId xmlns:a16="http://schemas.microsoft.com/office/drawing/2014/main" id="{B344A426-20BA-A93C-898A-EBE9359923FE}"/>
              </a:ext>
            </a:extLst>
          </p:cNvPr>
          <p:cNvSpPr>
            <a:spLocks noChangeShapeType="1"/>
          </p:cNvSpPr>
          <p:nvPr/>
        </p:nvSpPr>
        <p:spPr bwMode="auto">
          <a:xfrm>
            <a:off x="2690813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91" name="Rectangle 89">
            <a:extLst>
              <a:ext uri="{FF2B5EF4-FFF2-40B4-BE49-F238E27FC236}">
                <a16:creationId xmlns:a16="http://schemas.microsoft.com/office/drawing/2014/main" id="{9DFF2193-4763-C211-21D5-35AC254AB0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8475" y="39179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092" name="Rectangle 90">
            <a:extLst>
              <a:ext uri="{FF2B5EF4-FFF2-40B4-BE49-F238E27FC236}">
                <a16:creationId xmlns:a16="http://schemas.microsoft.com/office/drawing/2014/main" id="{E9727242-EC64-A793-E550-9BD2C6770B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3100" y="39179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093" name="Rectangle 91">
            <a:extLst>
              <a:ext uri="{FF2B5EF4-FFF2-40B4-BE49-F238E27FC236}">
                <a16:creationId xmlns:a16="http://schemas.microsoft.com/office/drawing/2014/main" id="{0487BDD9-88DE-5992-37AB-36B579739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9313" y="39179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60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094" name="Rectangle 92">
            <a:extLst>
              <a:ext uri="{FF2B5EF4-FFF2-40B4-BE49-F238E27FC236}">
                <a16:creationId xmlns:a16="http://schemas.microsoft.com/office/drawing/2014/main" id="{E33C88D9-5197-DD9C-D934-545A9A9923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5525" y="39179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80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095" name="Rectangle 93">
            <a:extLst>
              <a:ext uri="{FF2B5EF4-FFF2-40B4-BE49-F238E27FC236}">
                <a16:creationId xmlns:a16="http://schemas.microsoft.com/office/drawing/2014/main" id="{08732B9B-E070-0FF2-5DA4-721D52332B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6338" y="3917950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096" name="Rectangle 94">
            <a:extLst>
              <a:ext uri="{FF2B5EF4-FFF2-40B4-BE49-F238E27FC236}">
                <a16:creationId xmlns:a16="http://schemas.microsoft.com/office/drawing/2014/main" id="{C8F9381F-66D5-C323-4A8D-C7DC94E1E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0963" y="3917950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097" name="Line 95">
            <a:extLst>
              <a:ext uri="{FF2B5EF4-FFF2-40B4-BE49-F238E27FC236}">
                <a16:creationId xmlns:a16="http://schemas.microsoft.com/office/drawing/2014/main" id="{D9C719C3-ACF8-B55F-82C7-7438A2019DBB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2747963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98" name="Line 96">
            <a:extLst>
              <a:ext uri="{FF2B5EF4-FFF2-40B4-BE49-F238E27FC236}">
                <a16:creationId xmlns:a16="http://schemas.microsoft.com/office/drawing/2014/main" id="{0087897E-0C33-727C-F40A-EBD5CF4F76DE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5425" y="2747963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99" name="Line 97">
            <a:extLst>
              <a:ext uri="{FF2B5EF4-FFF2-40B4-BE49-F238E27FC236}">
                <a16:creationId xmlns:a16="http://schemas.microsoft.com/office/drawing/2014/main" id="{80C1C72C-9463-9942-E1B2-2C6A05AB0C0D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29194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00" name="Line 98">
            <a:extLst>
              <a:ext uri="{FF2B5EF4-FFF2-40B4-BE49-F238E27FC236}">
                <a16:creationId xmlns:a16="http://schemas.microsoft.com/office/drawing/2014/main" id="{664DFF0D-635A-BB1E-CEBF-8BB259CF33C1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30940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01" name="Line 99">
            <a:extLst>
              <a:ext uri="{FF2B5EF4-FFF2-40B4-BE49-F238E27FC236}">
                <a16:creationId xmlns:a16="http://schemas.microsoft.com/office/drawing/2014/main" id="{04671CF3-9898-5540-B91B-8CDEF28E3A98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32702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02" name="Line 100">
            <a:extLst>
              <a:ext uri="{FF2B5EF4-FFF2-40B4-BE49-F238E27FC236}">
                <a16:creationId xmlns:a16="http://schemas.microsoft.com/office/drawing/2014/main" id="{624F3E50-7F02-FA06-B158-93913CA32B53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34464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03" name="Line 101">
            <a:extLst>
              <a:ext uri="{FF2B5EF4-FFF2-40B4-BE49-F238E27FC236}">
                <a16:creationId xmlns:a16="http://schemas.microsoft.com/office/drawing/2014/main" id="{84861011-A15F-332A-174E-4894A5B00470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36210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04" name="Line 102">
            <a:extLst>
              <a:ext uri="{FF2B5EF4-FFF2-40B4-BE49-F238E27FC236}">
                <a16:creationId xmlns:a16="http://schemas.microsoft.com/office/drawing/2014/main" id="{F3758A17-5C82-1EEC-C0C1-33F2D92B28C6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37973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05" name="Line 103">
            <a:extLst>
              <a:ext uri="{FF2B5EF4-FFF2-40B4-BE49-F238E27FC236}">
                <a16:creationId xmlns:a16="http://schemas.microsoft.com/office/drawing/2014/main" id="{5EB042D8-A811-AC52-0B26-C65EB5AD9B3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4313" y="29194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06" name="Line 104">
            <a:extLst>
              <a:ext uri="{FF2B5EF4-FFF2-40B4-BE49-F238E27FC236}">
                <a16:creationId xmlns:a16="http://schemas.microsoft.com/office/drawing/2014/main" id="{208F39FE-4782-44C1-B82E-1B3B859E21D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4313" y="30940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07" name="Line 105">
            <a:extLst>
              <a:ext uri="{FF2B5EF4-FFF2-40B4-BE49-F238E27FC236}">
                <a16:creationId xmlns:a16="http://schemas.microsoft.com/office/drawing/2014/main" id="{B43707B1-DA79-025A-9C3A-38DE4021812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4313" y="32702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08" name="Line 106">
            <a:extLst>
              <a:ext uri="{FF2B5EF4-FFF2-40B4-BE49-F238E27FC236}">
                <a16:creationId xmlns:a16="http://schemas.microsoft.com/office/drawing/2014/main" id="{50920B66-5018-9953-6429-725D354F7E0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4313" y="34464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09" name="Line 107">
            <a:extLst>
              <a:ext uri="{FF2B5EF4-FFF2-40B4-BE49-F238E27FC236}">
                <a16:creationId xmlns:a16="http://schemas.microsoft.com/office/drawing/2014/main" id="{5B329D30-3A71-C82D-BA29-8CBCED0B0E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4313" y="36210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10" name="Line 108">
            <a:extLst>
              <a:ext uri="{FF2B5EF4-FFF2-40B4-BE49-F238E27FC236}">
                <a16:creationId xmlns:a16="http://schemas.microsoft.com/office/drawing/2014/main" id="{67DC3E93-6613-342F-FCEB-FA90810626A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4313" y="37973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11" name="Rectangle 109">
            <a:extLst>
              <a:ext uri="{FF2B5EF4-FFF2-40B4-BE49-F238E27FC236}">
                <a16:creationId xmlns:a16="http://schemas.microsoft.com/office/drawing/2014/main" id="{909E9867-AF87-F7CD-6740-6F885086C0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063" y="2874963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12" name="Rectangle 110">
            <a:extLst>
              <a:ext uri="{FF2B5EF4-FFF2-40B4-BE49-F238E27FC236}">
                <a16:creationId xmlns:a16="http://schemas.microsoft.com/office/drawing/2014/main" id="{14A41DC0-06C6-5576-0C98-09462A92C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063" y="305117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13" name="Rectangle 111">
            <a:extLst>
              <a:ext uri="{FF2B5EF4-FFF2-40B4-BE49-F238E27FC236}">
                <a16:creationId xmlns:a16="http://schemas.microsoft.com/office/drawing/2014/main" id="{01C78685-2275-E977-DA5F-B8AF2F6F91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063" y="3227388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60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14" name="Rectangle 112">
            <a:extLst>
              <a:ext uri="{FF2B5EF4-FFF2-40B4-BE49-F238E27FC236}">
                <a16:creationId xmlns:a16="http://schemas.microsoft.com/office/drawing/2014/main" id="{DB97CD18-7D85-B2E5-18E3-4A683883F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063" y="340360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80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15" name="Rectangle 113">
            <a:extLst>
              <a:ext uri="{FF2B5EF4-FFF2-40B4-BE49-F238E27FC236}">
                <a16:creationId xmlns:a16="http://schemas.microsoft.com/office/drawing/2014/main" id="{D3D9E947-F863-C189-A3FF-1F1E708D32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6850" y="3578225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16" name="Rectangle 114">
            <a:extLst>
              <a:ext uri="{FF2B5EF4-FFF2-40B4-BE49-F238E27FC236}">
                <a16:creationId xmlns:a16="http://schemas.microsoft.com/office/drawing/2014/main" id="{1CFD753B-D79F-F64A-3E62-E27C186594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6850" y="3754438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17" name="Line 115">
            <a:extLst>
              <a:ext uri="{FF2B5EF4-FFF2-40B4-BE49-F238E27FC236}">
                <a16:creationId xmlns:a16="http://schemas.microsoft.com/office/drawing/2014/main" id="{88C0A33B-9CD7-28EF-BDD8-EFE489DD9255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275" y="386873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18" name="Line 116">
            <a:extLst>
              <a:ext uri="{FF2B5EF4-FFF2-40B4-BE49-F238E27FC236}">
                <a16:creationId xmlns:a16="http://schemas.microsoft.com/office/drawing/2014/main" id="{D340F891-6C98-9795-7385-77431DB4092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275" y="274478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19" name="Line 117">
            <a:extLst>
              <a:ext uri="{FF2B5EF4-FFF2-40B4-BE49-F238E27FC236}">
                <a16:creationId xmlns:a16="http://schemas.microsoft.com/office/drawing/2014/main" id="{C7FA3572-0EEA-3F82-664D-E5F7C4D6FB7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35275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20" name="Line 118">
            <a:extLst>
              <a:ext uri="{FF2B5EF4-FFF2-40B4-BE49-F238E27FC236}">
                <a16:creationId xmlns:a16="http://schemas.microsoft.com/office/drawing/2014/main" id="{712F379E-6D74-A6CC-A4F8-BE0A4981253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47988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191" name="Picture 119">
            <a:extLst>
              <a:ext uri="{FF2B5EF4-FFF2-40B4-BE49-F238E27FC236}">
                <a16:creationId xmlns:a16="http://schemas.microsoft.com/office/drawing/2014/main" id="{D2862E17-DA14-EF4F-F561-46208D472B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5275" y="2744788"/>
            <a:ext cx="112713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21" name="Line 120">
            <a:extLst>
              <a:ext uri="{FF2B5EF4-FFF2-40B4-BE49-F238E27FC236}">
                <a16:creationId xmlns:a16="http://schemas.microsoft.com/office/drawing/2014/main" id="{7FA9EAE8-F408-897E-369E-D576AA41F9B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47988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22" name="Line 121">
            <a:extLst>
              <a:ext uri="{FF2B5EF4-FFF2-40B4-BE49-F238E27FC236}">
                <a16:creationId xmlns:a16="http://schemas.microsoft.com/office/drawing/2014/main" id="{955332FF-C693-DC61-660C-18E9B53644F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6875" y="38687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23" name="Line 122">
            <a:extLst>
              <a:ext uri="{FF2B5EF4-FFF2-40B4-BE49-F238E27FC236}">
                <a16:creationId xmlns:a16="http://schemas.microsoft.com/office/drawing/2014/main" id="{B7D9C887-8BD5-1C15-7541-2B50159F972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6875" y="36496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24" name="Line 123">
            <a:extLst>
              <a:ext uri="{FF2B5EF4-FFF2-40B4-BE49-F238E27FC236}">
                <a16:creationId xmlns:a16="http://schemas.microsoft.com/office/drawing/2014/main" id="{85937D87-54D8-57C1-6F0B-0245C132661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6875" y="34305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25" name="Line 124">
            <a:extLst>
              <a:ext uri="{FF2B5EF4-FFF2-40B4-BE49-F238E27FC236}">
                <a16:creationId xmlns:a16="http://schemas.microsoft.com/office/drawing/2014/main" id="{79E986B4-BA2B-1238-9CF6-0CC45D4B68C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6875" y="32099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27" name="Line 125">
            <a:extLst>
              <a:ext uri="{FF2B5EF4-FFF2-40B4-BE49-F238E27FC236}">
                <a16:creationId xmlns:a16="http://schemas.microsoft.com/office/drawing/2014/main" id="{18F42396-3D37-7EE9-5359-10528394DA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6875" y="29908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28" name="Line 126">
            <a:extLst>
              <a:ext uri="{FF2B5EF4-FFF2-40B4-BE49-F238E27FC236}">
                <a16:creationId xmlns:a16="http://schemas.microsoft.com/office/drawing/2014/main" id="{7B41CD70-51BA-65CD-D2F0-B73CF51AA0F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6875" y="277177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29" name="Rectangle 127">
            <a:extLst>
              <a:ext uri="{FF2B5EF4-FFF2-40B4-BE49-F238E27FC236}">
                <a16:creationId xmlns:a16="http://schemas.microsoft.com/office/drawing/2014/main" id="{C6A7D6B5-3E44-6147-C35B-DE9054B262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3830638"/>
            <a:ext cx="746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30" name="Rectangle 128">
            <a:extLst>
              <a:ext uri="{FF2B5EF4-FFF2-40B4-BE49-F238E27FC236}">
                <a16:creationId xmlns:a16="http://schemas.microsoft.com/office/drawing/2014/main" id="{54B446B8-D871-31EB-1027-E7FB9BC27B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3609975"/>
            <a:ext cx="1127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50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31" name="Rectangle 129">
            <a:extLst>
              <a:ext uri="{FF2B5EF4-FFF2-40B4-BE49-F238E27FC236}">
                <a16:creationId xmlns:a16="http://schemas.microsoft.com/office/drawing/2014/main" id="{F778A56C-5E3A-BA24-3143-105CC0FA5D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3390900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32" name="Rectangle 130">
            <a:extLst>
              <a:ext uri="{FF2B5EF4-FFF2-40B4-BE49-F238E27FC236}">
                <a16:creationId xmlns:a16="http://schemas.microsoft.com/office/drawing/2014/main" id="{5585D674-DC7B-681E-9A9B-A0FDF0EC9F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3170238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150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33" name="Rectangle 131">
            <a:extLst>
              <a:ext uri="{FF2B5EF4-FFF2-40B4-BE49-F238E27FC236}">
                <a16:creationId xmlns:a16="http://schemas.microsoft.com/office/drawing/2014/main" id="{4EC99410-07DE-6B24-3F39-5C2D47344A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2951163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34" name="Rectangle 132">
            <a:extLst>
              <a:ext uri="{FF2B5EF4-FFF2-40B4-BE49-F238E27FC236}">
                <a16:creationId xmlns:a16="http://schemas.microsoft.com/office/drawing/2014/main" id="{77D01FAF-A8CC-8BB4-9114-C4A0AB7B04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2730500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250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35" name="Line 133">
            <a:extLst>
              <a:ext uri="{FF2B5EF4-FFF2-40B4-BE49-F238E27FC236}">
                <a16:creationId xmlns:a16="http://schemas.microsoft.com/office/drawing/2014/main" id="{E000B5B5-DC19-16AA-2F57-8F57C199DF56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275" y="274478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36" name="Line 134">
            <a:extLst>
              <a:ext uri="{FF2B5EF4-FFF2-40B4-BE49-F238E27FC236}">
                <a16:creationId xmlns:a16="http://schemas.microsoft.com/office/drawing/2014/main" id="{6A3F3137-D93E-FC21-2DE0-FEF738A85344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275" y="386873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37" name="Line 135">
            <a:extLst>
              <a:ext uri="{FF2B5EF4-FFF2-40B4-BE49-F238E27FC236}">
                <a16:creationId xmlns:a16="http://schemas.microsoft.com/office/drawing/2014/main" id="{AF1B2425-6743-1644-21B9-4CFAAAF65E5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35275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38" name="Line 136">
            <a:extLst>
              <a:ext uri="{FF2B5EF4-FFF2-40B4-BE49-F238E27FC236}">
                <a16:creationId xmlns:a16="http://schemas.microsoft.com/office/drawing/2014/main" id="{64371884-3CF3-772E-36B9-27B0887B83E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47988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39" name="Rectangle 137">
            <a:extLst>
              <a:ext uri="{FF2B5EF4-FFF2-40B4-BE49-F238E27FC236}">
                <a16:creationId xmlns:a16="http://schemas.microsoft.com/office/drawing/2014/main" id="{B31B6BD3-DE15-2C8F-1DB6-B9C0E56992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0450" y="2747963"/>
            <a:ext cx="1123950" cy="11239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40" name="Rectangle 138">
            <a:extLst>
              <a:ext uri="{FF2B5EF4-FFF2-40B4-BE49-F238E27FC236}">
                <a16:creationId xmlns:a16="http://schemas.microsoft.com/office/drawing/2014/main" id="{9B5A0947-98D5-2AB6-6129-8678914919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8563" y="2619375"/>
            <a:ext cx="966788" cy="13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downsampled by  4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211" name="Picture 139">
            <a:extLst>
              <a:ext uri="{FF2B5EF4-FFF2-40B4-BE49-F238E27FC236}">
                <a16:creationId xmlns:a16="http://schemas.microsoft.com/office/drawing/2014/main" id="{BA42783B-37A4-121A-03B0-4F05773265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0450" y="2751138"/>
            <a:ext cx="1123950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41" name="Line 140">
            <a:extLst>
              <a:ext uri="{FF2B5EF4-FFF2-40B4-BE49-F238E27FC236}">
                <a16:creationId xmlns:a16="http://schemas.microsoft.com/office/drawing/2014/main" id="{443906A9-FEC6-570B-EF53-E788B3DE57D9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0450" y="3871913"/>
            <a:ext cx="1123950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42" name="Line 141">
            <a:extLst>
              <a:ext uri="{FF2B5EF4-FFF2-40B4-BE49-F238E27FC236}">
                <a16:creationId xmlns:a16="http://schemas.microsoft.com/office/drawing/2014/main" id="{9FACBEE7-3CC4-9AEA-7407-766E9CE3E408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0450" y="2747963"/>
            <a:ext cx="1123950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43" name="Line 142">
            <a:extLst>
              <a:ext uri="{FF2B5EF4-FFF2-40B4-BE49-F238E27FC236}">
                <a16:creationId xmlns:a16="http://schemas.microsoft.com/office/drawing/2014/main" id="{804DA82F-2BD3-6F40-670E-65A8AD2C31D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35413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44" name="Line 143">
            <a:extLst>
              <a:ext uri="{FF2B5EF4-FFF2-40B4-BE49-F238E27FC236}">
                <a16:creationId xmlns:a16="http://schemas.microsoft.com/office/drawing/2014/main" id="{BA9426DB-1F08-2BED-6A34-754F3A535B4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86250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45" name="Line 144">
            <a:extLst>
              <a:ext uri="{FF2B5EF4-FFF2-40B4-BE49-F238E27FC236}">
                <a16:creationId xmlns:a16="http://schemas.microsoft.com/office/drawing/2014/main" id="{BE149AD3-3E7B-CE58-9215-7F77E231195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37088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47" name="Line 145">
            <a:extLst>
              <a:ext uri="{FF2B5EF4-FFF2-40B4-BE49-F238E27FC236}">
                <a16:creationId xmlns:a16="http://schemas.microsoft.com/office/drawing/2014/main" id="{551396AB-6FB0-A80B-BD0E-286790F535B1}"/>
              </a:ext>
            </a:extLst>
          </p:cNvPr>
          <p:cNvSpPr>
            <a:spLocks noChangeShapeType="1"/>
          </p:cNvSpPr>
          <p:nvPr/>
        </p:nvSpPr>
        <p:spPr bwMode="auto">
          <a:xfrm>
            <a:off x="3935413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48" name="Line 146">
            <a:extLst>
              <a:ext uri="{FF2B5EF4-FFF2-40B4-BE49-F238E27FC236}">
                <a16:creationId xmlns:a16="http://schemas.microsoft.com/office/drawing/2014/main" id="{3C422E28-31DB-C594-CA8F-3F76FA13E29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6250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49" name="Line 147">
            <a:extLst>
              <a:ext uri="{FF2B5EF4-FFF2-40B4-BE49-F238E27FC236}">
                <a16:creationId xmlns:a16="http://schemas.microsoft.com/office/drawing/2014/main" id="{9A0600CF-3D6C-8D8F-423D-D498BA537EBF}"/>
              </a:ext>
            </a:extLst>
          </p:cNvPr>
          <p:cNvSpPr>
            <a:spLocks noChangeShapeType="1"/>
          </p:cNvSpPr>
          <p:nvPr/>
        </p:nvSpPr>
        <p:spPr bwMode="auto">
          <a:xfrm>
            <a:off x="4637088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50" name="Rectangle 148">
            <a:extLst>
              <a:ext uri="{FF2B5EF4-FFF2-40B4-BE49-F238E27FC236}">
                <a16:creationId xmlns:a16="http://schemas.microsoft.com/office/drawing/2014/main" id="{6C9677ED-C487-1540-FE00-E12F2B02DC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9375" y="39179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51" name="Rectangle 149">
            <a:extLst>
              <a:ext uri="{FF2B5EF4-FFF2-40B4-BE49-F238E27FC236}">
                <a16:creationId xmlns:a16="http://schemas.microsoft.com/office/drawing/2014/main" id="{51113B87-1DA6-76ED-84AF-5E6547509F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1800" y="39179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52" name="Rectangle 150">
            <a:extLst>
              <a:ext uri="{FF2B5EF4-FFF2-40B4-BE49-F238E27FC236}">
                <a16:creationId xmlns:a16="http://schemas.microsoft.com/office/drawing/2014/main" id="{D5C56E78-6471-4F5B-137B-7373BA2AEE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2638" y="39179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30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53" name="Line 151">
            <a:extLst>
              <a:ext uri="{FF2B5EF4-FFF2-40B4-BE49-F238E27FC236}">
                <a16:creationId xmlns:a16="http://schemas.microsoft.com/office/drawing/2014/main" id="{A2C11DE0-D9E3-91AF-CF17-277CE908F5A9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0450" y="2747963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54" name="Line 152">
            <a:extLst>
              <a:ext uri="{FF2B5EF4-FFF2-40B4-BE49-F238E27FC236}">
                <a16:creationId xmlns:a16="http://schemas.microsoft.com/office/drawing/2014/main" id="{ACEE8830-4AAF-83B7-9090-9F868C095193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2747963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55" name="Line 153">
            <a:extLst>
              <a:ext uri="{FF2B5EF4-FFF2-40B4-BE49-F238E27FC236}">
                <a16:creationId xmlns:a16="http://schemas.microsoft.com/office/drawing/2014/main" id="{534B05D8-E1DE-8DF5-D29D-EA2F644CDEDC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0450" y="29051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56" name="Line 154">
            <a:extLst>
              <a:ext uri="{FF2B5EF4-FFF2-40B4-BE49-F238E27FC236}">
                <a16:creationId xmlns:a16="http://schemas.microsoft.com/office/drawing/2014/main" id="{E3B8373F-643E-4A1E-AE78-2312587B0151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0450" y="30813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57" name="Line 155">
            <a:extLst>
              <a:ext uri="{FF2B5EF4-FFF2-40B4-BE49-F238E27FC236}">
                <a16:creationId xmlns:a16="http://schemas.microsoft.com/office/drawing/2014/main" id="{5E9EBB71-1FDE-CD43-0379-0347BDE373B1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0450" y="32575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58" name="Line 156">
            <a:extLst>
              <a:ext uri="{FF2B5EF4-FFF2-40B4-BE49-F238E27FC236}">
                <a16:creationId xmlns:a16="http://schemas.microsoft.com/office/drawing/2014/main" id="{E97239D4-D8EF-7C91-D2AF-2BC3FA2A497F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0450" y="34337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59" name="Line 157">
            <a:extLst>
              <a:ext uri="{FF2B5EF4-FFF2-40B4-BE49-F238E27FC236}">
                <a16:creationId xmlns:a16="http://schemas.microsoft.com/office/drawing/2014/main" id="{8D0A2041-87C6-0758-B7F5-0E76F3A2F736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0450" y="36083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60" name="Line 158">
            <a:extLst>
              <a:ext uri="{FF2B5EF4-FFF2-40B4-BE49-F238E27FC236}">
                <a16:creationId xmlns:a16="http://schemas.microsoft.com/office/drawing/2014/main" id="{1203B5DB-08B8-58CF-59AB-86B82A9319DC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0450" y="37846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61" name="Line 159">
            <a:extLst>
              <a:ext uri="{FF2B5EF4-FFF2-40B4-BE49-F238E27FC236}">
                <a16:creationId xmlns:a16="http://schemas.microsoft.com/office/drawing/2014/main" id="{BCB02ED6-58F0-39CB-EBB2-827FD697706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13288" y="29051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62" name="Line 160">
            <a:extLst>
              <a:ext uri="{FF2B5EF4-FFF2-40B4-BE49-F238E27FC236}">
                <a16:creationId xmlns:a16="http://schemas.microsoft.com/office/drawing/2014/main" id="{F27E052A-AF27-CDB5-2EA3-02080FE2C0E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13288" y="30813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63" name="Line 161">
            <a:extLst>
              <a:ext uri="{FF2B5EF4-FFF2-40B4-BE49-F238E27FC236}">
                <a16:creationId xmlns:a16="http://schemas.microsoft.com/office/drawing/2014/main" id="{28790E34-B4BB-4EE5-CEFB-C28663EE012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13288" y="32575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64" name="Line 162">
            <a:extLst>
              <a:ext uri="{FF2B5EF4-FFF2-40B4-BE49-F238E27FC236}">
                <a16:creationId xmlns:a16="http://schemas.microsoft.com/office/drawing/2014/main" id="{5C6A2572-9137-2094-6837-A5CD632750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13288" y="34337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65" name="Line 163">
            <a:extLst>
              <a:ext uri="{FF2B5EF4-FFF2-40B4-BE49-F238E27FC236}">
                <a16:creationId xmlns:a16="http://schemas.microsoft.com/office/drawing/2014/main" id="{2547E067-76B7-5B14-A132-8FE58780DCF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13288" y="36083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66" name="Line 164">
            <a:extLst>
              <a:ext uri="{FF2B5EF4-FFF2-40B4-BE49-F238E27FC236}">
                <a16:creationId xmlns:a16="http://schemas.microsoft.com/office/drawing/2014/main" id="{B49955B7-5F36-2439-7C3D-5DE6E13710D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13288" y="37846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67" name="Rectangle 165">
            <a:extLst>
              <a:ext uri="{FF2B5EF4-FFF2-40B4-BE49-F238E27FC236}">
                <a16:creationId xmlns:a16="http://schemas.microsoft.com/office/drawing/2014/main" id="{F774AB46-23D8-397B-FDBA-6017E134D0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9488" y="2862263"/>
            <a:ext cx="873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68" name="Rectangle 166">
            <a:extLst>
              <a:ext uri="{FF2B5EF4-FFF2-40B4-BE49-F238E27FC236}">
                <a16:creationId xmlns:a16="http://schemas.microsoft.com/office/drawing/2014/main" id="{06801881-2F72-EE46-44B4-0F8B774C3C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5038" y="303847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69" name="Rectangle 167">
            <a:extLst>
              <a:ext uri="{FF2B5EF4-FFF2-40B4-BE49-F238E27FC236}">
                <a16:creationId xmlns:a16="http://schemas.microsoft.com/office/drawing/2014/main" id="{F12659EA-2A28-9AE2-D46D-1D5B86E0ED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5038" y="3214688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70" name="Rectangle 168">
            <a:extLst>
              <a:ext uri="{FF2B5EF4-FFF2-40B4-BE49-F238E27FC236}">
                <a16:creationId xmlns:a16="http://schemas.microsoft.com/office/drawing/2014/main" id="{57808E1E-D474-44D8-53C2-6DF2E1D397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5038" y="339090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71" name="Rectangle 169">
            <a:extLst>
              <a:ext uri="{FF2B5EF4-FFF2-40B4-BE49-F238E27FC236}">
                <a16:creationId xmlns:a16="http://schemas.microsoft.com/office/drawing/2014/main" id="{BED07733-0EAE-1DBD-72B9-0A69AAB75D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5038" y="3567113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72" name="Rectangle 170">
            <a:extLst>
              <a:ext uri="{FF2B5EF4-FFF2-40B4-BE49-F238E27FC236}">
                <a16:creationId xmlns:a16="http://schemas.microsoft.com/office/drawing/2014/main" id="{939A8B14-4A9C-A43A-1CFC-0D681C417B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5038" y="3741738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30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73" name="Line 171">
            <a:extLst>
              <a:ext uri="{FF2B5EF4-FFF2-40B4-BE49-F238E27FC236}">
                <a16:creationId xmlns:a16="http://schemas.microsoft.com/office/drawing/2014/main" id="{4B6DB08F-996E-8D83-27E0-9B671AA9D0C5}"/>
              </a:ext>
            </a:extLst>
          </p:cNvPr>
          <p:cNvSpPr>
            <a:spLocks noChangeShapeType="1"/>
          </p:cNvSpPr>
          <p:nvPr/>
        </p:nvSpPr>
        <p:spPr bwMode="auto">
          <a:xfrm>
            <a:off x="4794250" y="386873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74" name="Line 172">
            <a:extLst>
              <a:ext uri="{FF2B5EF4-FFF2-40B4-BE49-F238E27FC236}">
                <a16:creationId xmlns:a16="http://schemas.microsoft.com/office/drawing/2014/main" id="{BD5DBFFC-FC13-BFEA-614D-4F3BD6C1DC6C}"/>
              </a:ext>
            </a:extLst>
          </p:cNvPr>
          <p:cNvSpPr>
            <a:spLocks noChangeShapeType="1"/>
          </p:cNvSpPr>
          <p:nvPr/>
        </p:nvSpPr>
        <p:spPr bwMode="auto">
          <a:xfrm>
            <a:off x="4794250" y="274478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75" name="Line 173">
            <a:extLst>
              <a:ext uri="{FF2B5EF4-FFF2-40B4-BE49-F238E27FC236}">
                <a16:creationId xmlns:a16="http://schemas.microsoft.com/office/drawing/2014/main" id="{1CF69477-A1B4-7289-D321-1EA3D3AEBA4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94250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76" name="Line 174">
            <a:extLst>
              <a:ext uri="{FF2B5EF4-FFF2-40B4-BE49-F238E27FC236}">
                <a16:creationId xmlns:a16="http://schemas.microsoft.com/office/drawing/2014/main" id="{3EBE7426-523E-037A-7151-06EAA10EE97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06963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47" name="Picture 175">
            <a:extLst>
              <a:ext uri="{FF2B5EF4-FFF2-40B4-BE49-F238E27FC236}">
                <a16:creationId xmlns:a16="http://schemas.microsoft.com/office/drawing/2014/main" id="{F1B7B182-114D-408A-4C7D-561501DF3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4250" y="2744788"/>
            <a:ext cx="112713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7" name="Line 176">
            <a:extLst>
              <a:ext uri="{FF2B5EF4-FFF2-40B4-BE49-F238E27FC236}">
                <a16:creationId xmlns:a16="http://schemas.microsoft.com/office/drawing/2014/main" id="{77179C5C-0D02-71AF-D427-5C1F8CCC5D6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06963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78" name="Line 177">
            <a:extLst>
              <a:ext uri="{FF2B5EF4-FFF2-40B4-BE49-F238E27FC236}">
                <a16:creationId xmlns:a16="http://schemas.microsoft.com/office/drawing/2014/main" id="{2A421664-18D1-C0B6-1BD6-D27C2427D84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95850" y="38687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79" name="Line 178">
            <a:extLst>
              <a:ext uri="{FF2B5EF4-FFF2-40B4-BE49-F238E27FC236}">
                <a16:creationId xmlns:a16="http://schemas.microsoft.com/office/drawing/2014/main" id="{FAC36BB5-E6E6-DB6D-B5A2-9999DC1C4AB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95850" y="36496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80" name="Line 179">
            <a:extLst>
              <a:ext uri="{FF2B5EF4-FFF2-40B4-BE49-F238E27FC236}">
                <a16:creationId xmlns:a16="http://schemas.microsoft.com/office/drawing/2014/main" id="{868ED789-EC8F-93C9-ECC9-2940427A8B1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95850" y="34305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81" name="Line 180">
            <a:extLst>
              <a:ext uri="{FF2B5EF4-FFF2-40B4-BE49-F238E27FC236}">
                <a16:creationId xmlns:a16="http://schemas.microsoft.com/office/drawing/2014/main" id="{13931F78-77F1-DAD4-E474-6FD6C3E4CEC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95850" y="32099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82" name="Line 181">
            <a:extLst>
              <a:ext uri="{FF2B5EF4-FFF2-40B4-BE49-F238E27FC236}">
                <a16:creationId xmlns:a16="http://schemas.microsoft.com/office/drawing/2014/main" id="{A39C9C99-1E2D-4558-0BF5-71CA0ED5B82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95850" y="29908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83" name="Line 182">
            <a:extLst>
              <a:ext uri="{FF2B5EF4-FFF2-40B4-BE49-F238E27FC236}">
                <a16:creationId xmlns:a16="http://schemas.microsoft.com/office/drawing/2014/main" id="{0E881BEF-6E8E-EB0D-286C-3826D93E698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95850" y="277177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84" name="Rectangle 183">
            <a:extLst>
              <a:ext uri="{FF2B5EF4-FFF2-40B4-BE49-F238E27FC236}">
                <a16:creationId xmlns:a16="http://schemas.microsoft.com/office/drawing/2014/main" id="{628F54B4-2D22-D279-8CEE-C9584A7486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125" y="3830638"/>
            <a:ext cx="746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85" name="Rectangle 184">
            <a:extLst>
              <a:ext uri="{FF2B5EF4-FFF2-40B4-BE49-F238E27FC236}">
                <a16:creationId xmlns:a16="http://schemas.microsoft.com/office/drawing/2014/main" id="{75F4965C-6909-A94C-D9D9-E063CEEEDA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125" y="3609975"/>
            <a:ext cx="1127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50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86" name="Rectangle 185">
            <a:extLst>
              <a:ext uri="{FF2B5EF4-FFF2-40B4-BE49-F238E27FC236}">
                <a16:creationId xmlns:a16="http://schemas.microsoft.com/office/drawing/2014/main" id="{D7CB10E1-DF7F-8E37-1087-704412816D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125" y="3390900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87" name="Rectangle 186">
            <a:extLst>
              <a:ext uri="{FF2B5EF4-FFF2-40B4-BE49-F238E27FC236}">
                <a16:creationId xmlns:a16="http://schemas.microsoft.com/office/drawing/2014/main" id="{2A82E5A6-6846-EF95-102C-3B99EE4FA6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125" y="3170238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150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88" name="Rectangle 187">
            <a:extLst>
              <a:ext uri="{FF2B5EF4-FFF2-40B4-BE49-F238E27FC236}">
                <a16:creationId xmlns:a16="http://schemas.microsoft.com/office/drawing/2014/main" id="{39C16549-6679-E9B2-431E-FCEF36843E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125" y="2951163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89" name="Rectangle 188">
            <a:extLst>
              <a:ext uri="{FF2B5EF4-FFF2-40B4-BE49-F238E27FC236}">
                <a16:creationId xmlns:a16="http://schemas.microsoft.com/office/drawing/2014/main" id="{4F076049-B3D9-90A2-664B-618FAB708C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125" y="2730500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250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90" name="Line 189">
            <a:extLst>
              <a:ext uri="{FF2B5EF4-FFF2-40B4-BE49-F238E27FC236}">
                <a16:creationId xmlns:a16="http://schemas.microsoft.com/office/drawing/2014/main" id="{C89EB059-FAC0-F6DF-208E-8D6205EC21A1}"/>
              </a:ext>
            </a:extLst>
          </p:cNvPr>
          <p:cNvSpPr>
            <a:spLocks noChangeShapeType="1"/>
          </p:cNvSpPr>
          <p:nvPr/>
        </p:nvSpPr>
        <p:spPr bwMode="auto">
          <a:xfrm>
            <a:off x="4794250" y="274478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92" name="Line 190">
            <a:extLst>
              <a:ext uri="{FF2B5EF4-FFF2-40B4-BE49-F238E27FC236}">
                <a16:creationId xmlns:a16="http://schemas.microsoft.com/office/drawing/2014/main" id="{7B2CB1AA-AB3E-8335-724F-FDA371947102}"/>
              </a:ext>
            </a:extLst>
          </p:cNvPr>
          <p:cNvSpPr>
            <a:spLocks noChangeShapeType="1"/>
          </p:cNvSpPr>
          <p:nvPr/>
        </p:nvSpPr>
        <p:spPr bwMode="auto">
          <a:xfrm>
            <a:off x="4794250" y="386873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93" name="Line 191">
            <a:extLst>
              <a:ext uri="{FF2B5EF4-FFF2-40B4-BE49-F238E27FC236}">
                <a16:creationId xmlns:a16="http://schemas.microsoft.com/office/drawing/2014/main" id="{FD4FDDD4-B83C-4FC1-3474-A6F25297DED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94250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94" name="Line 192">
            <a:extLst>
              <a:ext uri="{FF2B5EF4-FFF2-40B4-BE49-F238E27FC236}">
                <a16:creationId xmlns:a16="http://schemas.microsoft.com/office/drawing/2014/main" id="{4FEDEB42-5253-8D41-6A79-E8B3C929B31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06963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95" name="Rectangle 193">
            <a:extLst>
              <a:ext uri="{FF2B5EF4-FFF2-40B4-BE49-F238E27FC236}">
                <a16:creationId xmlns:a16="http://schemas.microsoft.com/office/drawing/2014/main" id="{4F0E9012-8910-919C-C492-71DA6F1EA6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5775" y="2747963"/>
            <a:ext cx="1123950" cy="11239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96" name="Rectangle 194">
            <a:extLst>
              <a:ext uri="{FF2B5EF4-FFF2-40B4-BE49-F238E27FC236}">
                <a16:creationId xmlns:a16="http://schemas.microsoft.com/office/drawing/2014/main" id="{60EAE6BC-EFB3-39E9-259F-19D59970C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4688" y="2619375"/>
            <a:ext cx="860425" cy="13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windowed (none)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197" name="Picture 195">
            <a:extLst>
              <a:ext uri="{FF2B5EF4-FFF2-40B4-BE49-F238E27FC236}">
                <a16:creationId xmlns:a16="http://schemas.microsoft.com/office/drawing/2014/main" id="{7C4C9598-FA28-B2B2-5781-17D1EFB509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5775" y="2751138"/>
            <a:ext cx="1123950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98" name="Line 196">
            <a:extLst>
              <a:ext uri="{FF2B5EF4-FFF2-40B4-BE49-F238E27FC236}">
                <a16:creationId xmlns:a16="http://schemas.microsoft.com/office/drawing/2014/main" id="{7EFCB139-7A3D-C757-4980-3A664842FEC1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5775" y="3871913"/>
            <a:ext cx="1123950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99" name="Line 197">
            <a:extLst>
              <a:ext uri="{FF2B5EF4-FFF2-40B4-BE49-F238E27FC236}">
                <a16:creationId xmlns:a16="http://schemas.microsoft.com/office/drawing/2014/main" id="{76B26889-972F-A45A-12FB-D55244B94907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5775" y="2747963"/>
            <a:ext cx="1123950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00" name="Line 198">
            <a:extLst>
              <a:ext uri="{FF2B5EF4-FFF2-40B4-BE49-F238E27FC236}">
                <a16:creationId xmlns:a16="http://schemas.microsoft.com/office/drawing/2014/main" id="{6D782F18-30EA-3EB4-19F0-DE7332A5D34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99150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01" name="Line 199">
            <a:extLst>
              <a:ext uri="{FF2B5EF4-FFF2-40B4-BE49-F238E27FC236}">
                <a16:creationId xmlns:a16="http://schemas.microsoft.com/office/drawing/2014/main" id="{7B36151A-DAE6-A615-9DB1-89AD40770A5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49988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02" name="Line 200">
            <a:extLst>
              <a:ext uri="{FF2B5EF4-FFF2-40B4-BE49-F238E27FC236}">
                <a16:creationId xmlns:a16="http://schemas.microsoft.com/office/drawing/2014/main" id="{9D69E27F-3244-D3F5-C677-1C7C772B99B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02413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03" name="Line 201">
            <a:extLst>
              <a:ext uri="{FF2B5EF4-FFF2-40B4-BE49-F238E27FC236}">
                <a16:creationId xmlns:a16="http://schemas.microsoft.com/office/drawing/2014/main" id="{3DF753FC-4703-D131-FFEA-B82E2FD36652}"/>
              </a:ext>
            </a:extLst>
          </p:cNvPr>
          <p:cNvSpPr>
            <a:spLocks noChangeShapeType="1"/>
          </p:cNvSpPr>
          <p:nvPr/>
        </p:nvSpPr>
        <p:spPr bwMode="auto">
          <a:xfrm>
            <a:off x="5899150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04" name="Line 202">
            <a:extLst>
              <a:ext uri="{FF2B5EF4-FFF2-40B4-BE49-F238E27FC236}">
                <a16:creationId xmlns:a16="http://schemas.microsoft.com/office/drawing/2014/main" id="{10C6DD37-428E-944A-533B-531AFF990D22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9988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05" name="Line 203">
            <a:extLst>
              <a:ext uri="{FF2B5EF4-FFF2-40B4-BE49-F238E27FC236}">
                <a16:creationId xmlns:a16="http://schemas.microsoft.com/office/drawing/2014/main" id="{5FD9C5E5-05D2-7227-77F8-693C113B1A8B}"/>
              </a:ext>
            </a:extLst>
          </p:cNvPr>
          <p:cNvSpPr>
            <a:spLocks noChangeShapeType="1"/>
          </p:cNvSpPr>
          <p:nvPr/>
        </p:nvSpPr>
        <p:spPr bwMode="auto">
          <a:xfrm>
            <a:off x="6602413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06" name="Rectangle 204">
            <a:extLst>
              <a:ext uri="{FF2B5EF4-FFF2-40B4-BE49-F238E27FC236}">
                <a16:creationId xmlns:a16="http://schemas.microsoft.com/office/drawing/2014/main" id="{6C821B68-76AE-7FB1-1081-42F5D0B1C5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4700" y="39179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38" name="Rectangle 206">
            <a:extLst>
              <a:ext uri="{FF2B5EF4-FFF2-40B4-BE49-F238E27FC236}">
                <a16:creationId xmlns:a16="http://schemas.microsoft.com/office/drawing/2014/main" id="{C4035D55-CEDA-FFB9-2056-9C449E4265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5538" y="39179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39" name="Rectangle 207">
            <a:extLst>
              <a:ext uri="{FF2B5EF4-FFF2-40B4-BE49-F238E27FC236}">
                <a16:creationId xmlns:a16="http://schemas.microsoft.com/office/drawing/2014/main" id="{A9A7D0D9-C8A8-53F3-95FC-48FDAF9F49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7963" y="39179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30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40" name="Line 208">
            <a:extLst>
              <a:ext uri="{FF2B5EF4-FFF2-40B4-BE49-F238E27FC236}">
                <a16:creationId xmlns:a16="http://schemas.microsoft.com/office/drawing/2014/main" id="{4C239E3B-6188-7DA0-90C8-514CB0C4EDF6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5775" y="2747963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41" name="Line 209">
            <a:extLst>
              <a:ext uri="{FF2B5EF4-FFF2-40B4-BE49-F238E27FC236}">
                <a16:creationId xmlns:a16="http://schemas.microsoft.com/office/drawing/2014/main" id="{F3407DC9-34E9-646A-4534-D06DB1ABBE98}"/>
              </a:ext>
            </a:extLst>
          </p:cNvPr>
          <p:cNvSpPr>
            <a:spLocks noChangeShapeType="1"/>
          </p:cNvSpPr>
          <p:nvPr/>
        </p:nvSpPr>
        <p:spPr bwMode="auto">
          <a:xfrm>
            <a:off x="6689725" y="2747963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42" name="Line 210">
            <a:extLst>
              <a:ext uri="{FF2B5EF4-FFF2-40B4-BE49-F238E27FC236}">
                <a16:creationId xmlns:a16="http://schemas.microsoft.com/office/drawing/2014/main" id="{797FED44-8B6C-B571-B4E6-9A22BC52B1A7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5775" y="29051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43" name="Line 211">
            <a:extLst>
              <a:ext uri="{FF2B5EF4-FFF2-40B4-BE49-F238E27FC236}">
                <a16:creationId xmlns:a16="http://schemas.microsoft.com/office/drawing/2014/main" id="{F169D9F8-E00E-0CA3-2243-952A111FA3B5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5775" y="30813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45" name="Line 212">
            <a:extLst>
              <a:ext uri="{FF2B5EF4-FFF2-40B4-BE49-F238E27FC236}">
                <a16:creationId xmlns:a16="http://schemas.microsoft.com/office/drawing/2014/main" id="{8E240033-5EAF-73B3-060D-4C5CCE99E0AA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5775" y="32575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46" name="Line 213">
            <a:extLst>
              <a:ext uri="{FF2B5EF4-FFF2-40B4-BE49-F238E27FC236}">
                <a16:creationId xmlns:a16="http://schemas.microsoft.com/office/drawing/2014/main" id="{BCF22290-6FE7-2B56-60D5-AF2C7DAD6586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5775" y="34337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47" name="Line 214">
            <a:extLst>
              <a:ext uri="{FF2B5EF4-FFF2-40B4-BE49-F238E27FC236}">
                <a16:creationId xmlns:a16="http://schemas.microsoft.com/office/drawing/2014/main" id="{D7D23D87-95C2-1A94-1549-A8F99D12906B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5775" y="36083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20" name="Line 215">
            <a:extLst>
              <a:ext uri="{FF2B5EF4-FFF2-40B4-BE49-F238E27FC236}">
                <a16:creationId xmlns:a16="http://schemas.microsoft.com/office/drawing/2014/main" id="{9EB773B3-2588-AB1B-1BAE-2CB94F999D9F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5775" y="37846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21" name="Line 216">
            <a:extLst>
              <a:ext uri="{FF2B5EF4-FFF2-40B4-BE49-F238E27FC236}">
                <a16:creationId xmlns:a16="http://schemas.microsoft.com/office/drawing/2014/main" id="{F71D4E88-9310-D275-877E-7627BF7C2B9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78613" y="29051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22" name="Line 217">
            <a:extLst>
              <a:ext uri="{FF2B5EF4-FFF2-40B4-BE49-F238E27FC236}">
                <a16:creationId xmlns:a16="http://schemas.microsoft.com/office/drawing/2014/main" id="{07262039-9A30-95FF-6D08-566CA861720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78613" y="30813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23" name="Line 218">
            <a:extLst>
              <a:ext uri="{FF2B5EF4-FFF2-40B4-BE49-F238E27FC236}">
                <a16:creationId xmlns:a16="http://schemas.microsoft.com/office/drawing/2014/main" id="{414A63B9-7D8C-761F-819A-B831370D429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78613" y="32575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24" name="Line 219">
            <a:extLst>
              <a:ext uri="{FF2B5EF4-FFF2-40B4-BE49-F238E27FC236}">
                <a16:creationId xmlns:a16="http://schemas.microsoft.com/office/drawing/2014/main" id="{69693F02-5A20-D5BA-36E2-A3065D56C66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78613" y="34337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25" name="Line 220">
            <a:extLst>
              <a:ext uri="{FF2B5EF4-FFF2-40B4-BE49-F238E27FC236}">
                <a16:creationId xmlns:a16="http://schemas.microsoft.com/office/drawing/2014/main" id="{56FB2F81-26B2-9B91-1011-F2D44B398AC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78613" y="36083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26" name="Line 221">
            <a:extLst>
              <a:ext uri="{FF2B5EF4-FFF2-40B4-BE49-F238E27FC236}">
                <a16:creationId xmlns:a16="http://schemas.microsoft.com/office/drawing/2014/main" id="{74400F64-328F-87D1-1805-E63F4E2DC57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78613" y="37846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27" name="Rectangle 222">
            <a:extLst>
              <a:ext uri="{FF2B5EF4-FFF2-40B4-BE49-F238E27FC236}">
                <a16:creationId xmlns:a16="http://schemas.microsoft.com/office/drawing/2014/main" id="{4E230051-BC3A-75F1-A474-EC61B3CBCC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4813" y="2862263"/>
            <a:ext cx="873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28" name="Rectangle 223">
            <a:extLst>
              <a:ext uri="{FF2B5EF4-FFF2-40B4-BE49-F238E27FC236}">
                <a16:creationId xmlns:a16="http://schemas.microsoft.com/office/drawing/2014/main" id="{1442F266-9E28-9475-5C21-5D7D9507CC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0363" y="303847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29" name="Rectangle 224">
            <a:extLst>
              <a:ext uri="{FF2B5EF4-FFF2-40B4-BE49-F238E27FC236}">
                <a16:creationId xmlns:a16="http://schemas.microsoft.com/office/drawing/2014/main" id="{0B62246B-2D82-35F1-9F15-5C0C2E862F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0363" y="3214688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30" name="Rectangle 225">
            <a:extLst>
              <a:ext uri="{FF2B5EF4-FFF2-40B4-BE49-F238E27FC236}">
                <a16:creationId xmlns:a16="http://schemas.microsoft.com/office/drawing/2014/main" id="{B7D196F0-0F19-DB97-8591-7669ACEDE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0363" y="339090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31" name="Rectangle 226">
            <a:extLst>
              <a:ext uri="{FF2B5EF4-FFF2-40B4-BE49-F238E27FC236}">
                <a16:creationId xmlns:a16="http://schemas.microsoft.com/office/drawing/2014/main" id="{CF5B4AFD-3BAA-40B9-8B09-08B8CE0B18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0363" y="3567113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32" name="Rectangle 227">
            <a:extLst>
              <a:ext uri="{FF2B5EF4-FFF2-40B4-BE49-F238E27FC236}">
                <a16:creationId xmlns:a16="http://schemas.microsoft.com/office/drawing/2014/main" id="{FA3AE314-7E99-1B9F-A163-CC4EF07B97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0363" y="3741738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30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33" name="Line 228">
            <a:extLst>
              <a:ext uri="{FF2B5EF4-FFF2-40B4-BE49-F238E27FC236}">
                <a16:creationId xmlns:a16="http://schemas.microsoft.com/office/drawing/2014/main" id="{83E66B05-8032-DE62-BDBD-59EAF4323BD3}"/>
              </a:ext>
            </a:extLst>
          </p:cNvPr>
          <p:cNvSpPr>
            <a:spLocks noChangeShapeType="1"/>
          </p:cNvSpPr>
          <p:nvPr/>
        </p:nvSpPr>
        <p:spPr bwMode="auto">
          <a:xfrm>
            <a:off x="6757988" y="386873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35" name="Line 229">
            <a:extLst>
              <a:ext uri="{FF2B5EF4-FFF2-40B4-BE49-F238E27FC236}">
                <a16:creationId xmlns:a16="http://schemas.microsoft.com/office/drawing/2014/main" id="{6F840A87-4AAE-BC45-0390-433E4815F109}"/>
              </a:ext>
            </a:extLst>
          </p:cNvPr>
          <p:cNvSpPr>
            <a:spLocks noChangeShapeType="1"/>
          </p:cNvSpPr>
          <p:nvPr/>
        </p:nvSpPr>
        <p:spPr bwMode="auto">
          <a:xfrm>
            <a:off x="6757988" y="274478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36" name="Line 230">
            <a:extLst>
              <a:ext uri="{FF2B5EF4-FFF2-40B4-BE49-F238E27FC236}">
                <a16:creationId xmlns:a16="http://schemas.microsoft.com/office/drawing/2014/main" id="{7571A8AC-E142-662D-94E0-688CA0E8AA5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57988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37" name="Line 231">
            <a:extLst>
              <a:ext uri="{FF2B5EF4-FFF2-40B4-BE49-F238E27FC236}">
                <a16:creationId xmlns:a16="http://schemas.microsoft.com/office/drawing/2014/main" id="{F9DE51F3-1F17-E9F1-83B0-FEE4993A226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70700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304" name="Picture 232">
            <a:extLst>
              <a:ext uri="{FF2B5EF4-FFF2-40B4-BE49-F238E27FC236}">
                <a16:creationId xmlns:a16="http://schemas.microsoft.com/office/drawing/2014/main" id="{F77D342A-EE7D-90D8-B523-AE1F350A9E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7988" y="2744788"/>
            <a:ext cx="112713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38" name="Line 233">
            <a:extLst>
              <a:ext uri="{FF2B5EF4-FFF2-40B4-BE49-F238E27FC236}">
                <a16:creationId xmlns:a16="http://schemas.microsoft.com/office/drawing/2014/main" id="{372B45BE-2953-C247-4390-4E6A14B3472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70700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39" name="Line 234">
            <a:extLst>
              <a:ext uri="{FF2B5EF4-FFF2-40B4-BE49-F238E27FC236}">
                <a16:creationId xmlns:a16="http://schemas.microsoft.com/office/drawing/2014/main" id="{F47DE4E7-52F4-DE5B-C88F-4461C75C28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59588" y="36798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40" name="Line 235">
            <a:extLst>
              <a:ext uri="{FF2B5EF4-FFF2-40B4-BE49-F238E27FC236}">
                <a16:creationId xmlns:a16="http://schemas.microsoft.com/office/drawing/2014/main" id="{F96B8458-AC75-64FC-B252-4413C791D7A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59588" y="347027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41" name="Line 236">
            <a:extLst>
              <a:ext uri="{FF2B5EF4-FFF2-40B4-BE49-F238E27FC236}">
                <a16:creationId xmlns:a16="http://schemas.microsoft.com/office/drawing/2014/main" id="{AFDAC97C-5771-862B-948D-BC09D026FF9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59588" y="32591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42" name="Line 237">
            <a:extLst>
              <a:ext uri="{FF2B5EF4-FFF2-40B4-BE49-F238E27FC236}">
                <a16:creationId xmlns:a16="http://schemas.microsoft.com/office/drawing/2014/main" id="{BEC1A611-4888-7349-2302-72264977CD0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59588" y="30495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43" name="Line 238">
            <a:extLst>
              <a:ext uri="{FF2B5EF4-FFF2-40B4-BE49-F238E27FC236}">
                <a16:creationId xmlns:a16="http://schemas.microsoft.com/office/drawing/2014/main" id="{A62644F7-6A6D-63C7-BF03-253C6454B4E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59588" y="28384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44" name="Rectangle 239">
            <a:extLst>
              <a:ext uri="{FF2B5EF4-FFF2-40B4-BE49-F238E27FC236}">
                <a16:creationId xmlns:a16="http://schemas.microsoft.com/office/drawing/2014/main" id="{30DC11AC-A3D5-45FE-9CF8-32E6FAB6B7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2450" y="3641725"/>
            <a:ext cx="1381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-40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45" name="Rectangle 240">
            <a:extLst>
              <a:ext uri="{FF2B5EF4-FFF2-40B4-BE49-F238E27FC236}">
                <a16:creationId xmlns:a16="http://schemas.microsoft.com/office/drawing/2014/main" id="{551A91B2-A465-8DC3-0BED-36B7145C2C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2450" y="3429000"/>
            <a:ext cx="1381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-20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46" name="Rectangle 241">
            <a:extLst>
              <a:ext uri="{FF2B5EF4-FFF2-40B4-BE49-F238E27FC236}">
                <a16:creationId xmlns:a16="http://schemas.microsoft.com/office/drawing/2014/main" id="{DB7A3797-53C5-680F-DAA6-C46C86A48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2450" y="3221038"/>
            <a:ext cx="746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47" name="Rectangle 242">
            <a:extLst>
              <a:ext uri="{FF2B5EF4-FFF2-40B4-BE49-F238E27FC236}">
                <a16:creationId xmlns:a16="http://schemas.microsoft.com/office/drawing/2014/main" id="{9307DFE3-0232-DC6B-1545-AEB949EBC4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2450" y="3013075"/>
            <a:ext cx="1127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48" name="Rectangle 243">
            <a:extLst>
              <a:ext uri="{FF2B5EF4-FFF2-40B4-BE49-F238E27FC236}">
                <a16:creationId xmlns:a16="http://schemas.microsoft.com/office/drawing/2014/main" id="{553A34A4-2709-A7F5-7B5E-08F75E357B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2450" y="2800350"/>
            <a:ext cx="1127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49" name="Line 244">
            <a:extLst>
              <a:ext uri="{FF2B5EF4-FFF2-40B4-BE49-F238E27FC236}">
                <a16:creationId xmlns:a16="http://schemas.microsoft.com/office/drawing/2014/main" id="{AB2DBF0F-5C9A-CA91-5381-6EA8D213EB78}"/>
              </a:ext>
            </a:extLst>
          </p:cNvPr>
          <p:cNvSpPr>
            <a:spLocks noChangeShapeType="1"/>
          </p:cNvSpPr>
          <p:nvPr/>
        </p:nvSpPr>
        <p:spPr bwMode="auto">
          <a:xfrm>
            <a:off x="6757988" y="274478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50" name="Line 245">
            <a:extLst>
              <a:ext uri="{FF2B5EF4-FFF2-40B4-BE49-F238E27FC236}">
                <a16:creationId xmlns:a16="http://schemas.microsoft.com/office/drawing/2014/main" id="{8BB4284F-F56B-0990-1A32-9FCFA5B4B02E}"/>
              </a:ext>
            </a:extLst>
          </p:cNvPr>
          <p:cNvSpPr>
            <a:spLocks noChangeShapeType="1"/>
          </p:cNvSpPr>
          <p:nvPr/>
        </p:nvSpPr>
        <p:spPr bwMode="auto">
          <a:xfrm>
            <a:off x="6757988" y="386873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51" name="Line 246">
            <a:extLst>
              <a:ext uri="{FF2B5EF4-FFF2-40B4-BE49-F238E27FC236}">
                <a16:creationId xmlns:a16="http://schemas.microsoft.com/office/drawing/2014/main" id="{FA2CBEA4-6F91-BD91-72A3-3E076CB4AD8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57988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52" name="Line 247">
            <a:extLst>
              <a:ext uri="{FF2B5EF4-FFF2-40B4-BE49-F238E27FC236}">
                <a16:creationId xmlns:a16="http://schemas.microsoft.com/office/drawing/2014/main" id="{9B222CB0-E2AD-5480-F195-7869F4B750D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70700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53" name="Rectangle 248">
            <a:extLst>
              <a:ext uri="{FF2B5EF4-FFF2-40B4-BE49-F238E27FC236}">
                <a16:creationId xmlns:a16="http://schemas.microsoft.com/office/drawing/2014/main" id="{5FA1E5F3-3626-4B11-2714-7E8589BD30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4750" y="2747963"/>
            <a:ext cx="1122363" cy="11239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55" name="Rectangle 249">
            <a:extLst>
              <a:ext uri="{FF2B5EF4-FFF2-40B4-BE49-F238E27FC236}">
                <a16:creationId xmlns:a16="http://schemas.microsoft.com/office/drawing/2014/main" id="{5401EAE4-64D4-C98D-E4FC-04AFD0D988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2075" y="2619375"/>
            <a:ext cx="866775" cy="13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whitened (pad  2)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322" name="Picture 250">
            <a:extLst>
              <a:ext uri="{FF2B5EF4-FFF2-40B4-BE49-F238E27FC236}">
                <a16:creationId xmlns:a16="http://schemas.microsoft.com/office/drawing/2014/main" id="{CEF8BA9E-2785-EF3C-3004-95FBC9C3F3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750" y="2751138"/>
            <a:ext cx="1122363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56" name="Line 251">
            <a:extLst>
              <a:ext uri="{FF2B5EF4-FFF2-40B4-BE49-F238E27FC236}">
                <a16:creationId xmlns:a16="http://schemas.microsoft.com/office/drawing/2014/main" id="{E20CF760-70E4-0742-CE48-48AAEC06A55D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4750" y="3871913"/>
            <a:ext cx="112236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57" name="Line 252">
            <a:extLst>
              <a:ext uri="{FF2B5EF4-FFF2-40B4-BE49-F238E27FC236}">
                <a16:creationId xmlns:a16="http://schemas.microsoft.com/office/drawing/2014/main" id="{DD1D3349-A078-288D-2A7F-DF538DE51124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4750" y="2747963"/>
            <a:ext cx="112236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58" name="Line 253">
            <a:extLst>
              <a:ext uri="{FF2B5EF4-FFF2-40B4-BE49-F238E27FC236}">
                <a16:creationId xmlns:a16="http://schemas.microsoft.com/office/drawing/2014/main" id="{E7CBD448-28F3-4DC9-003C-3851BA32826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58125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59" name="Line 254">
            <a:extLst>
              <a:ext uri="{FF2B5EF4-FFF2-40B4-BE49-F238E27FC236}">
                <a16:creationId xmlns:a16="http://schemas.microsoft.com/office/drawing/2014/main" id="{EB873D05-189F-BACB-7AA1-0C1EEB9AD3D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08963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60" name="Line 255">
            <a:extLst>
              <a:ext uri="{FF2B5EF4-FFF2-40B4-BE49-F238E27FC236}">
                <a16:creationId xmlns:a16="http://schemas.microsoft.com/office/drawing/2014/main" id="{6B9378FF-6FCD-17A6-132C-E64F2D4CBFE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59800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61" name="Line 256">
            <a:extLst>
              <a:ext uri="{FF2B5EF4-FFF2-40B4-BE49-F238E27FC236}">
                <a16:creationId xmlns:a16="http://schemas.microsoft.com/office/drawing/2014/main" id="{4645C1DE-8A60-1DF9-6F6F-023A10125A60}"/>
              </a:ext>
            </a:extLst>
          </p:cNvPr>
          <p:cNvSpPr>
            <a:spLocks noChangeShapeType="1"/>
          </p:cNvSpPr>
          <p:nvPr/>
        </p:nvSpPr>
        <p:spPr bwMode="auto">
          <a:xfrm>
            <a:off x="7858125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62" name="Line 257">
            <a:extLst>
              <a:ext uri="{FF2B5EF4-FFF2-40B4-BE49-F238E27FC236}">
                <a16:creationId xmlns:a16="http://schemas.microsoft.com/office/drawing/2014/main" id="{AA16BE94-AEFB-4B35-A1FF-35900EA8909D}"/>
              </a:ext>
            </a:extLst>
          </p:cNvPr>
          <p:cNvSpPr>
            <a:spLocks noChangeShapeType="1"/>
          </p:cNvSpPr>
          <p:nvPr/>
        </p:nvSpPr>
        <p:spPr bwMode="auto">
          <a:xfrm>
            <a:off x="8208963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63" name="Line 258">
            <a:extLst>
              <a:ext uri="{FF2B5EF4-FFF2-40B4-BE49-F238E27FC236}">
                <a16:creationId xmlns:a16="http://schemas.microsoft.com/office/drawing/2014/main" id="{36C44915-9D9A-83E2-C865-D5575FFFAB56}"/>
              </a:ext>
            </a:extLst>
          </p:cNvPr>
          <p:cNvSpPr>
            <a:spLocks noChangeShapeType="1"/>
          </p:cNvSpPr>
          <p:nvPr/>
        </p:nvSpPr>
        <p:spPr bwMode="auto">
          <a:xfrm>
            <a:off x="8559800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64" name="Rectangle 259">
            <a:extLst>
              <a:ext uri="{FF2B5EF4-FFF2-40B4-BE49-F238E27FC236}">
                <a16:creationId xmlns:a16="http://schemas.microsoft.com/office/drawing/2014/main" id="{2410735E-D347-5CDD-735D-0A66C05AB1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2088" y="39179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65" name="Rectangle 260">
            <a:extLst>
              <a:ext uri="{FF2B5EF4-FFF2-40B4-BE49-F238E27FC236}">
                <a16:creationId xmlns:a16="http://schemas.microsoft.com/office/drawing/2014/main" id="{1A2DAB68-5328-9D8E-F188-76D0B59084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4513" y="39179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66" name="Rectangle 261">
            <a:extLst>
              <a:ext uri="{FF2B5EF4-FFF2-40B4-BE49-F238E27FC236}">
                <a16:creationId xmlns:a16="http://schemas.microsoft.com/office/drawing/2014/main" id="{C81370DA-8402-6B17-4749-2D55E6231A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15350" y="39179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30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67" name="Line 262">
            <a:extLst>
              <a:ext uri="{FF2B5EF4-FFF2-40B4-BE49-F238E27FC236}">
                <a16:creationId xmlns:a16="http://schemas.microsoft.com/office/drawing/2014/main" id="{156D8AF1-1B1B-081A-95B8-DF0C3B302F67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4750" y="2747963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68" name="Line 263">
            <a:extLst>
              <a:ext uri="{FF2B5EF4-FFF2-40B4-BE49-F238E27FC236}">
                <a16:creationId xmlns:a16="http://schemas.microsoft.com/office/drawing/2014/main" id="{EF57AC5E-CE43-9D31-E89C-7872A68D2712}"/>
              </a:ext>
            </a:extLst>
          </p:cNvPr>
          <p:cNvSpPr>
            <a:spLocks noChangeShapeType="1"/>
          </p:cNvSpPr>
          <p:nvPr/>
        </p:nvSpPr>
        <p:spPr bwMode="auto">
          <a:xfrm>
            <a:off x="8647113" y="2747963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69" name="Line 264">
            <a:extLst>
              <a:ext uri="{FF2B5EF4-FFF2-40B4-BE49-F238E27FC236}">
                <a16:creationId xmlns:a16="http://schemas.microsoft.com/office/drawing/2014/main" id="{AB3B628F-D0EF-11E1-0959-F5208BAB1AE7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4750" y="29051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70" name="Line 265">
            <a:extLst>
              <a:ext uri="{FF2B5EF4-FFF2-40B4-BE49-F238E27FC236}">
                <a16:creationId xmlns:a16="http://schemas.microsoft.com/office/drawing/2014/main" id="{15072746-8B27-742D-731B-F81CE87FB1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4750" y="30813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71" name="Line 266">
            <a:extLst>
              <a:ext uri="{FF2B5EF4-FFF2-40B4-BE49-F238E27FC236}">
                <a16:creationId xmlns:a16="http://schemas.microsoft.com/office/drawing/2014/main" id="{5999CD2C-A619-6A28-76C0-B55E2AD6F0B4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4750" y="32575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72" name="Line 267">
            <a:extLst>
              <a:ext uri="{FF2B5EF4-FFF2-40B4-BE49-F238E27FC236}">
                <a16:creationId xmlns:a16="http://schemas.microsoft.com/office/drawing/2014/main" id="{51C9384C-E35B-4FF5-9258-1B7D0A6A1B96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4750" y="34337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73" name="Line 268">
            <a:extLst>
              <a:ext uri="{FF2B5EF4-FFF2-40B4-BE49-F238E27FC236}">
                <a16:creationId xmlns:a16="http://schemas.microsoft.com/office/drawing/2014/main" id="{270E8847-4E86-AD94-327E-F109E1447318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4750" y="36083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74" name="Line 269">
            <a:extLst>
              <a:ext uri="{FF2B5EF4-FFF2-40B4-BE49-F238E27FC236}">
                <a16:creationId xmlns:a16="http://schemas.microsoft.com/office/drawing/2014/main" id="{B005E9C6-D700-C17A-DE98-8E9D72EE1E14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4750" y="37846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75" name="Line 270">
            <a:extLst>
              <a:ext uri="{FF2B5EF4-FFF2-40B4-BE49-F238E27FC236}">
                <a16:creationId xmlns:a16="http://schemas.microsoft.com/office/drawing/2014/main" id="{F69E2ADD-497E-86A3-8CF7-9374E60E498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636000" y="29051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76" name="Line 271">
            <a:extLst>
              <a:ext uri="{FF2B5EF4-FFF2-40B4-BE49-F238E27FC236}">
                <a16:creationId xmlns:a16="http://schemas.microsoft.com/office/drawing/2014/main" id="{8D8C8F87-4A55-63EA-BF66-F9397F7FCCD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636000" y="30813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77" name="Line 272">
            <a:extLst>
              <a:ext uri="{FF2B5EF4-FFF2-40B4-BE49-F238E27FC236}">
                <a16:creationId xmlns:a16="http://schemas.microsoft.com/office/drawing/2014/main" id="{37DF2FE5-C6BE-8711-03BB-77A07EFB801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636000" y="32575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78" name="Line 273">
            <a:extLst>
              <a:ext uri="{FF2B5EF4-FFF2-40B4-BE49-F238E27FC236}">
                <a16:creationId xmlns:a16="http://schemas.microsoft.com/office/drawing/2014/main" id="{B16EE52C-EBC0-6ECF-B207-7DDBF9D8CF5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636000" y="34337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79" name="Line 274">
            <a:extLst>
              <a:ext uri="{FF2B5EF4-FFF2-40B4-BE49-F238E27FC236}">
                <a16:creationId xmlns:a16="http://schemas.microsoft.com/office/drawing/2014/main" id="{4AE87A62-6601-4A5B-AAE9-5AFBAB35695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636000" y="36083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80" name="Line 275">
            <a:extLst>
              <a:ext uri="{FF2B5EF4-FFF2-40B4-BE49-F238E27FC236}">
                <a16:creationId xmlns:a16="http://schemas.microsoft.com/office/drawing/2014/main" id="{59BED33C-665E-C27A-ED78-649A8844DF1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636000" y="37846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81" name="Rectangle 276">
            <a:extLst>
              <a:ext uri="{FF2B5EF4-FFF2-40B4-BE49-F238E27FC236}">
                <a16:creationId xmlns:a16="http://schemas.microsoft.com/office/drawing/2014/main" id="{AEF07EAE-9417-EB44-5A41-5E9D3E9BCA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2200" y="2862263"/>
            <a:ext cx="873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82" name="Rectangle 277">
            <a:extLst>
              <a:ext uri="{FF2B5EF4-FFF2-40B4-BE49-F238E27FC236}">
                <a16:creationId xmlns:a16="http://schemas.microsoft.com/office/drawing/2014/main" id="{BBAA8709-18EF-C98C-F94A-475DBDE3C7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9338" y="303847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83" name="Rectangle 278">
            <a:extLst>
              <a:ext uri="{FF2B5EF4-FFF2-40B4-BE49-F238E27FC236}">
                <a16:creationId xmlns:a16="http://schemas.microsoft.com/office/drawing/2014/main" id="{BFB240B0-4C38-6A48-8882-2F7F9777F4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9338" y="3214688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264" name="Rectangle 279">
            <a:extLst>
              <a:ext uri="{FF2B5EF4-FFF2-40B4-BE49-F238E27FC236}">
                <a16:creationId xmlns:a16="http://schemas.microsoft.com/office/drawing/2014/main" id="{12CEFF8F-4E05-1003-46E2-34AF3FDA22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9338" y="339090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265" name="Rectangle 280">
            <a:extLst>
              <a:ext uri="{FF2B5EF4-FFF2-40B4-BE49-F238E27FC236}">
                <a16:creationId xmlns:a16="http://schemas.microsoft.com/office/drawing/2014/main" id="{50FDA8F5-9D4A-282A-BD88-25535A6D3A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9338" y="3567113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266" name="Rectangle 281">
            <a:extLst>
              <a:ext uri="{FF2B5EF4-FFF2-40B4-BE49-F238E27FC236}">
                <a16:creationId xmlns:a16="http://schemas.microsoft.com/office/drawing/2014/main" id="{19F5B028-1FA6-FEEC-36A3-F6BD4147CF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9338" y="3741738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30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267" name="Line 282">
            <a:extLst>
              <a:ext uri="{FF2B5EF4-FFF2-40B4-BE49-F238E27FC236}">
                <a16:creationId xmlns:a16="http://schemas.microsoft.com/office/drawing/2014/main" id="{816729A8-7DAF-899C-1D14-C060BB6011CE}"/>
              </a:ext>
            </a:extLst>
          </p:cNvPr>
          <p:cNvSpPr>
            <a:spLocks noChangeShapeType="1"/>
          </p:cNvSpPr>
          <p:nvPr/>
        </p:nvSpPr>
        <p:spPr bwMode="auto">
          <a:xfrm>
            <a:off x="8716963" y="386873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68" name="Line 283">
            <a:extLst>
              <a:ext uri="{FF2B5EF4-FFF2-40B4-BE49-F238E27FC236}">
                <a16:creationId xmlns:a16="http://schemas.microsoft.com/office/drawing/2014/main" id="{DF0EB72B-5145-1864-9876-608EAC070AA9}"/>
              </a:ext>
            </a:extLst>
          </p:cNvPr>
          <p:cNvSpPr>
            <a:spLocks noChangeShapeType="1"/>
          </p:cNvSpPr>
          <p:nvPr/>
        </p:nvSpPr>
        <p:spPr bwMode="auto">
          <a:xfrm>
            <a:off x="8716963" y="274478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69" name="Line 284">
            <a:extLst>
              <a:ext uri="{FF2B5EF4-FFF2-40B4-BE49-F238E27FC236}">
                <a16:creationId xmlns:a16="http://schemas.microsoft.com/office/drawing/2014/main" id="{20157947-CFE0-FC15-E889-9ADADCF54C5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716963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70" name="Line 285">
            <a:extLst>
              <a:ext uri="{FF2B5EF4-FFF2-40B4-BE49-F238E27FC236}">
                <a16:creationId xmlns:a16="http://schemas.microsoft.com/office/drawing/2014/main" id="{B3C8EB8E-B884-7968-E192-23229B5EA6C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29675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358" name="Picture 286">
            <a:extLst>
              <a:ext uri="{FF2B5EF4-FFF2-40B4-BE49-F238E27FC236}">
                <a16:creationId xmlns:a16="http://schemas.microsoft.com/office/drawing/2014/main" id="{EE267198-E83A-63AF-C971-1D4D6182CB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6963" y="2744788"/>
            <a:ext cx="112713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1" name="Line 287">
            <a:extLst>
              <a:ext uri="{FF2B5EF4-FFF2-40B4-BE49-F238E27FC236}">
                <a16:creationId xmlns:a16="http://schemas.microsoft.com/office/drawing/2014/main" id="{79238C71-71A7-9DD7-B306-457F3C40297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29675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72" name="Line 288">
            <a:extLst>
              <a:ext uri="{FF2B5EF4-FFF2-40B4-BE49-F238E27FC236}">
                <a16:creationId xmlns:a16="http://schemas.microsoft.com/office/drawing/2014/main" id="{E4735321-802C-1616-8522-22238EF117A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818563" y="36798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73" name="Line 289">
            <a:extLst>
              <a:ext uri="{FF2B5EF4-FFF2-40B4-BE49-F238E27FC236}">
                <a16:creationId xmlns:a16="http://schemas.microsoft.com/office/drawing/2014/main" id="{9EF60A81-E695-3653-42F4-12FCC3AB621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818563" y="347027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74" name="Line 290">
            <a:extLst>
              <a:ext uri="{FF2B5EF4-FFF2-40B4-BE49-F238E27FC236}">
                <a16:creationId xmlns:a16="http://schemas.microsoft.com/office/drawing/2014/main" id="{0141F9A8-7881-D9CC-43D8-0CFF4A517EE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818563" y="32591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75" name="Line 291">
            <a:extLst>
              <a:ext uri="{FF2B5EF4-FFF2-40B4-BE49-F238E27FC236}">
                <a16:creationId xmlns:a16="http://schemas.microsoft.com/office/drawing/2014/main" id="{0A1E45DF-E059-084E-D927-ECBB682BDD0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818563" y="30495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76" name="Line 292">
            <a:extLst>
              <a:ext uri="{FF2B5EF4-FFF2-40B4-BE49-F238E27FC236}">
                <a16:creationId xmlns:a16="http://schemas.microsoft.com/office/drawing/2014/main" id="{C6B297C0-6766-8877-F6F6-7223127B12B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818563" y="28384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77" name="Rectangle 293">
            <a:extLst>
              <a:ext uri="{FF2B5EF4-FFF2-40B4-BE49-F238E27FC236}">
                <a16:creationId xmlns:a16="http://schemas.microsoft.com/office/drawing/2014/main" id="{2FC13AC5-BC8C-FFE2-860F-C5A73BB28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1425" y="3641725"/>
            <a:ext cx="1381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-40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278" name="Rectangle 294">
            <a:extLst>
              <a:ext uri="{FF2B5EF4-FFF2-40B4-BE49-F238E27FC236}">
                <a16:creationId xmlns:a16="http://schemas.microsoft.com/office/drawing/2014/main" id="{3A43A67D-1403-A5E5-4E3A-D731BC3F67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1425" y="3429000"/>
            <a:ext cx="1381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-20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279" name="Rectangle 295">
            <a:extLst>
              <a:ext uri="{FF2B5EF4-FFF2-40B4-BE49-F238E27FC236}">
                <a16:creationId xmlns:a16="http://schemas.microsoft.com/office/drawing/2014/main" id="{8A20AE83-DA6D-4D69-8897-8FB97B3B0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1425" y="3221038"/>
            <a:ext cx="746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280" name="Rectangle 296">
            <a:extLst>
              <a:ext uri="{FF2B5EF4-FFF2-40B4-BE49-F238E27FC236}">
                <a16:creationId xmlns:a16="http://schemas.microsoft.com/office/drawing/2014/main" id="{55116B9E-248C-CDF3-30CE-C7F38D3F21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1425" y="3013075"/>
            <a:ext cx="1127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281" name="Rectangle 297">
            <a:extLst>
              <a:ext uri="{FF2B5EF4-FFF2-40B4-BE49-F238E27FC236}">
                <a16:creationId xmlns:a16="http://schemas.microsoft.com/office/drawing/2014/main" id="{32017068-E934-C28E-1FA4-C5CB9319B6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1425" y="2800350"/>
            <a:ext cx="1127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282" name="Line 298">
            <a:extLst>
              <a:ext uri="{FF2B5EF4-FFF2-40B4-BE49-F238E27FC236}">
                <a16:creationId xmlns:a16="http://schemas.microsoft.com/office/drawing/2014/main" id="{7DAD671A-01E5-C7C9-BEEF-ECAEBE917FD6}"/>
              </a:ext>
            </a:extLst>
          </p:cNvPr>
          <p:cNvSpPr>
            <a:spLocks noChangeShapeType="1"/>
          </p:cNvSpPr>
          <p:nvPr/>
        </p:nvSpPr>
        <p:spPr bwMode="auto">
          <a:xfrm>
            <a:off x="8716963" y="274478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83" name="Line 299">
            <a:extLst>
              <a:ext uri="{FF2B5EF4-FFF2-40B4-BE49-F238E27FC236}">
                <a16:creationId xmlns:a16="http://schemas.microsoft.com/office/drawing/2014/main" id="{4EC4262A-8972-6E3A-61EE-955FCD6EA25A}"/>
              </a:ext>
            </a:extLst>
          </p:cNvPr>
          <p:cNvSpPr>
            <a:spLocks noChangeShapeType="1"/>
          </p:cNvSpPr>
          <p:nvPr/>
        </p:nvSpPr>
        <p:spPr bwMode="auto">
          <a:xfrm>
            <a:off x="8716963" y="386873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84" name="Line 300">
            <a:extLst>
              <a:ext uri="{FF2B5EF4-FFF2-40B4-BE49-F238E27FC236}">
                <a16:creationId xmlns:a16="http://schemas.microsoft.com/office/drawing/2014/main" id="{6AF8ACD4-46ED-0C3E-A7DD-A2B21DACE00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716963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85" name="Line 301">
            <a:extLst>
              <a:ext uri="{FF2B5EF4-FFF2-40B4-BE49-F238E27FC236}">
                <a16:creationId xmlns:a16="http://schemas.microsoft.com/office/drawing/2014/main" id="{F9ADFF5C-252D-C045-C764-29C2A0952A4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29675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86" name="Rectangle 302">
            <a:extLst>
              <a:ext uri="{FF2B5EF4-FFF2-40B4-BE49-F238E27FC236}">
                <a16:creationId xmlns:a16="http://schemas.microsoft.com/office/drawing/2014/main" id="{E93B2C38-6A3E-C764-504C-898F6829C5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88488" y="2747963"/>
            <a:ext cx="1123950" cy="11239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87" name="Rectangle 303">
            <a:extLst>
              <a:ext uri="{FF2B5EF4-FFF2-40B4-BE49-F238E27FC236}">
                <a16:creationId xmlns:a16="http://schemas.microsoft.com/office/drawing/2014/main" id="{54D06730-8FFF-981A-0867-077183CAFE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53613" y="2619375"/>
            <a:ext cx="488950" cy="13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binarized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376" name="Picture 304">
            <a:extLst>
              <a:ext uri="{FF2B5EF4-FFF2-40B4-BE49-F238E27FC236}">
                <a16:creationId xmlns:a16="http://schemas.microsoft.com/office/drawing/2014/main" id="{4D4D2D6A-D03E-F59E-40DF-5861F43C09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8488" y="2751138"/>
            <a:ext cx="1123950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88" name="Line 305">
            <a:extLst>
              <a:ext uri="{FF2B5EF4-FFF2-40B4-BE49-F238E27FC236}">
                <a16:creationId xmlns:a16="http://schemas.microsoft.com/office/drawing/2014/main" id="{F6107365-4812-9BFB-FE32-24B3202C1EAB}"/>
              </a:ext>
            </a:extLst>
          </p:cNvPr>
          <p:cNvSpPr>
            <a:spLocks noChangeShapeType="1"/>
          </p:cNvSpPr>
          <p:nvPr/>
        </p:nvSpPr>
        <p:spPr bwMode="auto">
          <a:xfrm>
            <a:off x="9488488" y="3871913"/>
            <a:ext cx="1123950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89" name="Line 306">
            <a:extLst>
              <a:ext uri="{FF2B5EF4-FFF2-40B4-BE49-F238E27FC236}">
                <a16:creationId xmlns:a16="http://schemas.microsoft.com/office/drawing/2014/main" id="{CB0B1BFC-5782-24F3-9EEF-2B254093D4FB}"/>
              </a:ext>
            </a:extLst>
          </p:cNvPr>
          <p:cNvSpPr>
            <a:spLocks noChangeShapeType="1"/>
          </p:cNvSpPr>
          <p:nvPr/>
        </p:nvSpPr>
        <p:spPr bwMode="auto">
          <a:xfrm>
            <a:off x="9488488" y="2747963"/>
            <a:ext cx="1123950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90" name="Line 307">
            <a:extLst>
              <a:ext uri="{FF2B5EF4-FFF2-40B4-BE49-F238E27FC236}">
                <a16:creationId xmlns:a16="http://schemas.microsoft.com/office/drawing/2014/main" id="{3BE5A163-69A1-2448-34FD-DC4371B6EBA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823450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91" name="Line 308">
            <a:extLst>
              <a:ext uri="{FF2B5EF4-FFF2-40B4-BE49-F238E27FC236}">
                <a16:creationId xmlns:a16="http://schemas.microsoft.com/office/drawing/2014/main" id="{5C06FA09-0974-D66A-D3B0-60EFC46461E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174288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92" name="Line 309">
            <a:extLst>
              <a:ext uri="{FF2B5EF4-FFF2-40B4-BE49-F238E27FC236}">
                <a16:creationId xmlns:a16="http://schemas.microsoft.com/office/drawing/2014/main" id="{5F4E3F96-02B0-DF6B-D12A-45F1ED0E17C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525125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93" name="Line 310">
            <a:extLst>
              <a:ext uri="{FF2B5EF4-FFF2-40B4-BE49-F238E27FC236}">
                <a16:creationId xmlns:a16="http://schemas.microsoft.com/office/drawing/2014/main" id="{F2C0C012-2EF5-7CC8-190B-320F4B624B6B}"/>
              </a:ext>
            </a:extLst>
          </p:cNvPr>
          <p:cNvSpPr>
            <a:spLocks noChangeShapeType="1"/>
          </p:cNvSpPr>
          <p:nvPr/>
        </p:nvSpPr>
        <p:spPr bwMode="auto">
          <a:xfrm>
            <a:off x="9823450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94" name="Line 311">
            <a:extLst>
              <a:ext uri="{FF2B5EF4-FFF2-40B4-BE49-F238E27FC236}">
                <a16:creationId xmlns:a16="http://schemas.microsoft.com/office/drawing/2014/main" id="{4DF77D51-43D4-A60F-2403-DFCB431A3A57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74288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95" name="Line 312">
            <a:extLst>
              <a:ext uri="{FF2B5EF4-FFF2-40B4-BE49-F238E27FC236}">
                <a16:creationId xmlns:a16="http://schemas.microsoft.com/office/drawing/2014/main" id="{B58FE5A6-42BB-767B-8B5D-B847B1B4C5BE}"/>
              </a:ext>
            </a:extLst>
          </p:cNvPr>
          <p:cNvSpPr>
            <a:spLocks noChangeShapeType="1"/>
          </p:cNvSpPr>
          <p:nvPr/>
        </p:nvSpPr>
        <p:spPr bwMode="auto">
          <a:xfrm>
            <a:off x="10525125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96" name="Rectangle 313">
            <a:extLst>
              <a:ext uri="{FF2B5EF4-FFF2-40B4-BE49-F238E27FC236}">
                <a16:creationId xmlns:a16="http://schemas.microsoft.com/office/drawing/2014/main" id="{689B2CE3-FFD1-1291-74B7-8E255B77FA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77413" y="39179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297" name="Rectangle 314">
            <a:extLst>
              <a:ext uri="{FF2B5EF4-FFF2-40B4-BE49-F238E27FC236}">
                <a16:creationId xmlns:a16="http://schemas.microsoft.com/office/drawing/2014/main" id="{15FB1FAB-EA6C-088A-7DE4-41987F74FA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9838" y="39179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298" name="Rectangle 315">
            <a:extLst>
              <a:ext uri="{FF2B5EF4-FFF2-40B4-BE49-F238E27FC236}">
                <a16:creationId xmlns:a16="http://schemas.microsoft.com/office/drawing/2014/main" id="{67E33AC8-5B0C-2B8A-7761-F722C18F10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80675" y="39179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30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299" name="Line 316">
            <a:extLst>
              <a:ext uri="{FF2B5EF4-FFF2-40B4-BE49-F238E27FC236}">
                <a16:creationId xmlns:a16="http://schemas.microsoft.com/office/drawing/2014/main" id="{DE1A1B3D-4F4A-7EC8-F7EE-AE12FC83B7D4}"/>
              </a:ext>
            </a:extLst>
          </p:cNvPr>
          <p:cNvSpPr>
            <a:spLocks noChangeShapeType="1"/>
          </p:cNvSpPr>
          <p:nvPr/>
        </p:nvSpPr>
        <p:spPr bwMode="auto">
          <a:xfrm>
            <a:off x="9488488" y="2747963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00" name="Line 317">
            <a:extLst>
              <a:ext uri="{FF2B5EF4-FFF2-40B4-BE49-F238E27FC236}">
                <a16:creationId xmlns:a16="http://schemas.microsoft.com/office/drawing/2014/main" id="{2AE39903-644A-FACF-ADFC-CA3F7C77542F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12438" y="2747963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01" name="Line 318">
            <a:extLst>
              <a:ext uri="{FF2B5EF4-FFF2-40B4-BE49-F238E27FC236}">
                <a16:creationId xmlns:a16="http://schemas.microsoft.com/office/drawing/2014/main" id="{1E558660-A346-BBC6-630C-E323D27A230A}"/>
              </a:ext>
            </a:extLst>
          </p:cNvPr>
          <p:cNvSpPr>
            <a:spLocks noChangeShapeType="1"/>
          </p:cNvSpPr>
          <p:nvPr/>
        </p:nvSpPr>
        <p:spPr bwMode="auto">
          <a:xfrm>
            <a:off x="9488488" y="29051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02" name="Line 319">
            <a:extLst>
              <a:ext uri="{FF2B5EF4-FFF2-40B4-BE49-F238E27FC236}">
                <a16:creationId xmlns:a16="http://schemas.microsoft.com/office/drawing/2014/main" id="{F4F3E6F2-D21C-4488-1B7B-545DBAF194E1}"/>
              </a:ext>
            </a:extLst>
          </p:cNvPr>
          <p:cNvSpPr>
            <a:spLocks noChangeShapeType="1"/>
          </p:cNvSpPr>
          <p:nvPr/>
        </p:nvSpPr>
        <p:spPr bwMode="auto">
          <a:xfrm>
            <a:off x="9488488" y="30813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03" name="Line 320">
            <a:extLst>
              <a:ext uri="{FF2B5EF4-FFF2-40B4-BE49-F238E27FC236}">
                <a16:creationId xmlns:a16="http://schemas.microsoft.com/office/drawing/2014/main" id="{B2FE0F94-1A99-42FA-466B-C7874147E48E}"/>
              </a:ext>
            </a:extLst>
          </p:cNvPr>
          <p:cNvSpPr>
            <a:spLocks noChangeShapeType="1"/>
          </p:cNvSpPr>
          <p:nvPr/>
        </p:nvSpPr>
        <p:spPr bwMode="auto">
          <a:xfrm>
            <a:off x="9488488" y="32575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05" name="Line 321">
            <a:extLst>
              <a:ext uri="{FF2B5EF4-FFF2-40B4-BE49-F238E27FC236}">
                <a16:creationId xmlns:a16="http://schemas.microsoft.com/office/drawing/2014/main" id="{A9CE14C6-414B-4A31-F6B1-D0F7464D3391}"/>
              </a:ext>
            </a:extLst>
          </p:cNvPr>
          <p:cNvSpPr>
            <a:spLocks noChangeShapeType="1"/>
          </p:cNvSpPr>
          <p:nvPr/>
        </p:nvSpPr>
        <p:spPr bwMode="auto">
          <a:xfrm>
            <a:off x="9488488" y="34337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06" name="Line 322">
            <a:extLst>
              <a:ext uri="{FF2B5EF4-FFF2-40B4-BE49-F238E27FC236}">
                <a16:creationId xmlns:a16="http://schemas.microsoft.com/office/drawing/2014/main" id="{38514380-4F31-2C43-2B78-2514904BE5D3}"/>
              </a:ext>
            </a:extLst>
          </p:cNvPr>
          <p:cNvSpPr>
            <a:spLocks noChangeShapeType="1"/>
          </p:cNvSpPr>
          <p:nvPr/>
        </p:nvSpPr>
        <p:spPr bwMode="auto">
          <a:xfrm>
            <a:off x="9488488" y="36083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07" name="Line 323">
            <a:extLst>
              <a:ext uri="{FF2B5EF4-FFF2-40B4-BE49-F238E27FC236}">
                <a16:creationId xmlns:a16="http://schemas.microsoft.com/office/drawing/2014/main" id="{5396C500-4FF3-015D-67DD-B662DB626070}"/>
              </a:ext>
            </a:extLst>
          </p:cNvPr>
          <p:cNvSpPr>
            <a:spLocks noChangeShapeType="1"/>
          </p:cNvSpPr>
          <p:nvPr/>
        </p:nvSpPr>
        <p:spPr bwMode="auto">
          <a:xfrm>
            <a:off x="9488488" y="37846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08" name="Line 324">
            <a:extLst>
              <a:ext uri="{FF2B5EF4-FFF2-40B4-BE49-F238E27FC236}">
                <a16:creationId xmlns:a16="http://schemas.microsoft.com/office/drawing/2014/main" id="{2AA3FE93-5EBB-E849-A74D-0C65C14898C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01325" y="29051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09" name="Line 325">
            <a:extLst>
              <a:ext uri="{FF2B5EF4-FFF2-40B4-BE49-F238E27FC236}">
                <a16:creationId xmlns:a16="http://schemas.microsoft.com/office/drawing/2014/main" id="{17AB583D-5A86-19F0-44BB-A9DA8AD7CA7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01325" y="30813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10" name="Line 326">
            <a:extLst>
              <a:ext uri="{FF2B5EF4-FFF2-40B4-BE49-F238E27FC236}">
                <a16:creationId xmlns:a16="http://schemas.microsoft.com/office/drawing/2014/main" id="{DEF8379A-2029-81F9-7ADC-1C8ADA4A6A1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01325" y="32575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11" name="Line 327">
            <a:extLst>
              <a:ext uri="{FF2B5EF4-FFF2-40B4-BE49-F238E27FC236}">
                <a16:creationId xmlns:a16="http://schemas.microsoft.com/office/drawing/2014/main" id="{F93CE806-8EA2-4813-3E18-E27965D557A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01325" y="34337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12" name="Line 328">
            <a:extLst>
              <a:ext uri="{FF2B5EF4-FFF2-40B4-BE49-F238E27FC236}">
                <a16:creationId xmlns:a16="http://schemas.microsoft.com/office/drawing/2014/main" id="{112C8867-DE2B-07A0-B37D-AC047FF2B5A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01325" y="36083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13" name="Line 329">
            <a:extLst>
              <a:ext uri="{FF2B5EF4-FFF2-40B4-BE49-F238E27FC236}">
                <a16:creationId xmlns:a16="http://schemas.microsoft.com/office/drawing/2014/main" id="{E7F20A40-DF57-B586-75EF-C31F019AA9E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01325" y="37846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14" name="Rectangle 330">
            <a:extLst>
              <a:ext uri="{FF2B5EF4-FFF2-40B4-BE49-F238E27FC236}">
                <a16:creationId xmlns:a16="http://schemas.microsoft.com/office/drawing/2014/main" id="{C972EAF1-2B4F-ECC8-4C4A-D63DE2A0EA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07525" y="2862263"/>
            <a:ext cx="873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315" name="Rectangle 331">
            <a:extLst>
              <a:ext uri="{FF2B5EF4-FFF2-40B4-BE49-F238E27FC236}">
                <a16:creationId xmlns:a16="http://schemas.microsoft.com/office/drawing/2014/main" id="{E4FAB304-549A-BD3F-BE11-DB314A288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3075" y="303847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316" name="Rectangle 332">
            <a:extLst>
              <a:ext uri="{FF2B5EF4-FFF2-40B4-BE49-F238E27FC236}">
                <a16:creationId xmlns:a16="http://schemas.microsoft.com/office/drawing/2014/main" id="{004E7A49-32BF-8064-B8C6-AC4FE2CDBF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3075" y="3214688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317" name="Rectangle 333">
            <a:extLst>
              <a:ext uri="{FF2B5EF4-FFF2-40B4-BE49-F238E27FC236}">
                <a16:creationId xmlns:a16="http://schemas.microsoft.com/office/drawing/2014/main" id="{DD483487-6667-7CD0-8CCE-1B02F1C92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3075" y="339090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318" name="Rectangle 334">
            <a:extLst>
              <a:ext uri="{FF2B5EF4-FFF2-40B4-BE49-F238E27FC236}">
                <a16:creationId xmlns:a16="http://schemas.microsoft.com/office/drawing/2014/main" id="{37D046F2-105C-1544-0CAA-9F77ADCAE7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3075" y="3567113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319" name="Rectangle 335">
            <a:extLst>
              <a:ext uri="{FF2B5EF4-FFF2-40B4-BE49-F238E27FC236}">
                <a16:creationId xmlns:a16="http://schemas.microsoft.com/office/drawing/2014/main" id="{4EAD049D-ABE7-E879-BFCD-69229652DC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3075" y="3741738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30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320" name="Line 336">
            <a:extLst>
              <a:ext uri="{FF2B5EF4-FFF2-40B4-BE49-F238E27FC236}">
                <a16:creationId xmlns:a16="http://schemas.microsoft.com/office/drawing/2014/main" id="{C17F245F-1559-B5C4-FCD0-76585407C33A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82288" y="386873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21" name="Line 337">
            <a:extLst>
              <a:ext uri="{FF2B5EF4-FFF2-40B4-BE49-F238E27FC236}">
                <a16:creationId xmlns:a16="http://schemas.microsoft.com/office/drawing/2014/main" id="{B2A423CE-5A9F-FE84-9BD6-52B273610CC1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82288" y="274478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23" name="Line 338">
            <a:extLst>
              <a:ext uri="{FF2B5EF4-FFF2-40B4-BE49-F238E27FC236}">
                <a16:creationId xmlns:a16="http://schemas.microsoft.com/office/drawing/2014/main" id="{438BE481-DE6B-E612-E936-ABFC68A4E7D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682288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24" name="Line 339">
            <a:extLst>
              <a:ext uri="{FF2B5EF4-FFF2-40B4-BE49-F238E27FC236}">
                <a16:creationId xmlns:a16="http://schemas.microsoft.com/office/drawing/2014/main" id="{C6221CD9-FFDD-8038-726D-1EC73025507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795000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412" name="Picture 340">
            <a:extLst>
              <a:ext uri="{FF2B5EF4-FFF2-40B4-BE49-F238E27FC236}">
                <a16:creationId xmlns:a16="http://schemas.microsoft.com/office/drawing/2014/main" id="{CEDA5B6E-7759-457C-770D-C7F45660B9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2288" y="2744788"/>
            <a:ext cx="112713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25" name="Line 341">
            <a:extLst>
              <a:ext uri="{FF2B5EF4-FFF2-40B4-BE49-F238E27FC236}">
                <a16:creationId xmlns:a16="http://schemas.microsoft.com/office/drawing/2014/main" id="{4D28EEF9-9535-4754-FC0B-6F808D278C1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795000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26" name="Line 342">
            <a:extLst>
              <a:ext uri="{FF2B5EF4-FFF2-40B4-BE49-F238E27FC236}">
                <a16:creationId xmlns:a16="http://schemas.microsoft.com/office/drawing/2014/main" id="{12F74CB9-8ED2-8FD0-B07D-07071C53F1E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783888" y="38687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27" name="Line 343">
            <a:extLst>
              <a:ext uri="{FF2B5EF4-FFF2-40B4-BE49-F238E27FC236}">
                <a16:creationId xmlns:a16="http://schemas.microsoft.com/office/drawing/2014/main" id="{E89D4CAA-9E60-8C31-B831-806B0035044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783888" y="36449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28" name="Line 344">
            <a:extLst>
              <a:ext uri="{FF2B5EF4-FFF2-40B4-BE49-F238E27FC236}">
                <a16:creationId xmlns:a16="http://schemas.microsoft.com/office/drawing/2014/main" id="{7740C89C-CBB4-2952-BD6E-ED61C479FF4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783888" y="341947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29" name="Line 345">
            <a:extLst>
              <a:ext uri="{FF2B5EF4-FFF2-40B4-BE49-F238E27FC236}">
                <a16:creationId xmlns:a16="http://schemas.microsoft.com/office/drawing/2014/main" id="{99127215-4E10-5141-9DAA-15106C0330D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783888" y="31940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30" name="Line 346">
            <a:extLst>
              <a:ext uri="{FF2B5EF4-FFF2-40B4-BE49-F238E27FC236}">
                <a16:creationId xmlns:a16="http://schemas.microsoft.com/office/drawing/2014/main" id="{B03293A9-85A1-4E1A-2B27-BE377F1B48A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783888" y="29686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31" name="Line 347">
            <a:extLst>
              <a:ext uri="{FF2B5EF4-FFF2-40B4-BE49-F238E27FC236}">
                <a16:creationId xmlns:a16="http://schemas.microsoft.com/office/drawing/2014/main" id="{26F36F60-2C80-9303-CDC5-DA5705AB0ED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783888" y="27447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32" name="Rectangle 348">
            <a:extLst>
              <a:ext uri="{FF2B5EF4-FFF2-40B4-BE49-F238E27FC236}">
                <a16:creationId xmlns:a16="http://schemas.microsoft.com/office/drawing/2014/main" id="{E804E30D-4428-6B76-79DE-B388AFCAB7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5163" y="3830638"/>
            <a:ext cx="746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333" name="Rectangle 349">
            <a:extLst>
              <a:ext uri="{FF2B5EF4-FFF2-40B4-BE49-F238E27FC236}">
                <a16:creationId xmlns:a16="http://schemas.microsoft.com/office/drawing/2014/main" id="{A0951FD9-B4E3-2F2A-56E7-2CD7F64850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5163" y="3603625"/>
            <a:ext cx="1317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0.2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334" name="Rectangle 350">
            <a:extLst>
              <a:ext uri="{FF2B5EF4-FFF2-40B4-BE49-F238E27FC236}">
                <a16:creationId xmlns:a16="http://schemas.microsoft.com/office/drawing/2014/main" id="{361F2C99-4947-8309-83CF-E13CFDDD26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5163" y="3378200"/>
            <a:ext cx="1317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0.4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335" name="Rectangle 351">
            <a:extLst>
              <a:ext uri="{FF2B5EF4-FFF2-40B4-BE49-F238E27FC236}">
                <a16:creationId xmlns:a16="http://schemas.microsoft.com/office/drawing/2014/main" id="{0F08EDF9-6CB1-0FA3-30F6-753370A6A7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5163" y="3157538"/>
            <a:ext cx="1317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0.6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336" name="Rectangle 352">
            <a:extLst>
              <a:ext uri="{FF2B5EF4-FFF2-40B4-BE49-F238E27FC236}">
                <a16:creationId xmlns:a16="http://schemas.microsoft.com/office/drawing/2014/main" id="{192324F9-B023-EDB0-0DDA-10F959AB5A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5163" y="2932113"/>
            <a:ext cx="1317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0.8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337" name="Rectangle 353">
            <a:extLst>
              <a:ext uri="{FF2B5EF4-FFF2-40B4-BE49-F238E27FC236}">
                <a16:creationId xmlns:a16="http://schemas.microsoft.com/office/drawing/2014/main" id="{BFAE14D8-152E-92C0-6889-E2AF4A0FB4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5163" y="2706688"/>
            <a:ext cx="746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338" name="Line 354">
            <a:extLst>
              <a:ext uri="{FF2B5EF4-FFF2-40B4-BE49-F238E27FC236}">
                <a16:creationId xmlns:a16="http://schemas.microsoft.com/office/drawing/2014/main" id="{956D6681-3164-5A81-A14A-00E40D39ABCB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82288" y="274478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39" name="Line 355">
            <a:extLst>
              <a:ext uri="{FF2B5EF4-FFF2-40B4-BE49-F238E27FC236}">
                <a16:creationId xmlns:a16="http://schemas.microsoft.com/office/drawing/2014/main" id="{184BBD99-6671-9271-F844-77046D7610B3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82288" y="386873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40" name="Line 356">
            <a:extLst>
              <a:ext uri="{FF2B5EF4-FFF2-40B4-BE49-F238E27FC236}">
                <a16:creationId xmlns:a16="http://schemas.microsoft.com/office/drawing/2014/main" id="{53B4588C-442D-55D3-F767-2C3BACF0A2A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682288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41" name="Line 357">
            <a:extLst>
              <a:ext uri="{FF2B5EF4-FFF2-40B4-BE49-F238E27FC236}">
                <a16:creationId xmlns:a16="http://schemas.microsoft.com/office/drawing/2014/main" id="{852CFF04-21ED-9263-36B9-4E863AE94DC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795000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42" name="Rectangle 358">
            <a:extLst>
              <a:ext uri="{FF2B5EF4-FFF2-40B4-BE49-F238E27FC236}">
                <a16:creationId xmlns:a16="http://schemas.microsoft.com/office/drawing/2014/main" id="{877EBE0B-0F6E-2A96-CF4B-2745D848C1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3063" y="4806950"/>
            <a:ext cx="1122363" cy="11255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43" name="Rectangle 359">
            <a:extLst>
              <a:ext uri="{FF2B5EF4-FFF2-40B4-BE49-F238E27FC236}">
                <a16:creationId xmlns:a16="http://schemas.microsoft.com/office/drawing/2014/main" id="{7C97C48E-42D9-B15D-3845-D26E0382CD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7538" y="4679950"/>
            <a:ext cx="754063" cy="13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last patch ( 84)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432" name="Picture 360">
            <a:extLst>
              <a:ext uri="{FF2B5EF4-FFF2-40B4-BE49-F238E27FC236}">
                <a16:creationId xmlns:a16="http://schemas.microsoft.com/office/drawing/2014/main" id="{D730E75D-55A7-4765-39CB-B087E199C7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063" y="4810125"/>
            <a:ext cx="1122363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44" name="Line 361">
            <a:extLst>
              <a:ext uri="{FF2B5EF4-FFF2-40B4-BE49-F238E27FC236}">
                <a16:creationId xmlns:a16="http://schemas.microsoft.com/office/drawing/2014/main" id="{3C6FF14E-B03D-27D5-EDD7-C6302460A637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5932488"/>
            <a:ext cx="112236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45" name="Line 362">
            <a:extLst>
              <a:ext uri="{FF2B5EF4-FFF2-40B4-BE49-F238E27FC236}">
                <a16:creationId xmlns:a16="http://schemas.microsoft.com/office/drawing/2014/main" id="{A3E2472A-C6B4-7703-4E72-2E5A77A368D1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4806950"/>
            <a:ext cx="112236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46" name="Line 363">
            <a:extLst>
              <a:ext uri="{FF2B5EF4-FFF2-40B4-BE49-F238E27FC236}">
                <a16:creationId xmlns:a16="http://schemas.microsoft.com/office/drawing/2014/main" id="{5FBB31C9-FBAF-1CBF-5809-D472FB0FC41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14513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47" name="Line 364">
            <a:extLst>
              <a:ext uri="{FF2B5EF4-FFF2-40B4-BE49-F238E27FC236}">
                <a16:creationId xmlns:a16="http://schemas.microsoft.com/office/drawing/2014/main" id="{39996CCD-D352-64DB-E792-3C210ACFDC5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89138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48" name="Line 365">
            <a:extLst>
              <a:ext uri="{FF2B5EF4-FFF2-40B4-BE49-F238E27FC236}">
                <a16:creationId xmlns:a16="http://schemas.microsoft.com/office/drawing/2014/main" id="{C84CD4AF-79FC-C265-4696-73C2BB49E52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65350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49" name="Line 366">
            <a:extLst>
              <a:ext uri="{FF2B5EF4-FFF2-40B4-BE49-F238E27FC236}">
                <a16:creationId xmlns:a16="http://schemas.microsoft.com/office/drawing/2014/main" id="{86693BBD-A718-5560-16F1-8B4A8F9D001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39975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50" name="Line 367">
            <a:extLst>
              <a:ext uri="{FF2B5EF4-FFF2-40B4-BE49-F238E27FC236}">
                <a16:creationId xmlns:a16="http://schemas.microsoft.com/office/drawing/2014/main" id="{8CD5BD31-88BE-A7CD-A799-48FD404E9D6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16188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51" name="Line 368">
            <a:extLst>
              <a:ext uri="{FF2B5EF4-FFF2-40B4-BE49-F238E27FC236}">
                <a16:creationId xmlns:a16="http://schemas.microsoft.com/office/drawing/2014/main" id="{C03C9AE4-3450-2057-D112-101DAA8A2A8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90813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52" name="Line 369">
            <a:extLst>
              <a:ext uri="{FF2B5EF4-FFF2-40B4-BE49-F238E27FC236}">
                <a16:creationId xmlns:a16="http://schemas.microsoft.com/office/drawing/2014/main" id="{7725A5F3-FBE3-E42D-9924-FEAC69B3CD5B}"/>
              </a:ext>
            </a:extLst>
          </p:cNvPr>
          <p:cNvSpPr>
            <a:spLocks noChangeShapeType="1"/>
          </p:cNvSpPr>
          <p:nvPr/>
        </p:nvSpPr>
        <p:spPr bwMode="auto">
          <a:xfrm>
            <a:off x="1814513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53" name="Line 370">
            <a:extLst>
              <a:ext uri="{FF2B5EF4-FFF2-40B4-BE49-F238E27FC236}">
                <a16:creationId xmlns:a16="http://schemas.microsoft.com/office/drawing/2014/main" id="{57C95CA7-9E95-A02B-4E7F-12C395FDEB72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9138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54" name="Line 371">
            <a:extLst>
              <a:ext uri="{FF2B5EF4-FFF2-40B4-BE49-F238E27FC236}">
                <a16:creationId xmlns:a16="http://schemas.microsoft.com/office/drawing/2014/main" id="{F4DCFDA0-112A-9B26-D0B9-7E7DC9097C68}"/>
              </a:ext>
            </a:extLst>
          </p:cNvPr>
          <p:cNvSpPr>
            <a:spLocks noChangeShapeType="1"/>
          </p:cNvSpPr>
          <p:nvPr/>
        </p:nvSpPr>
        <p:spPr bwMode="auto">
          <a:xfrm>
            <a:off x="2165350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55" name="Line 372">
            <a:extLst>
              <a:ext uri="{FF2B5EF4-FFF2-40B4-BE49-F238E27FC236}">
                <a16:creationId xmlns:a16="http://schemas.microsoft.com/office/drawing/2014/main" id="{B877F47F-55D2-271C-0C56-4516726AD4F6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9975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56" name="Line 373">
            <a:extLst>
              <a:ext uri="{FF2B5EF4-FFF2-40B4-BE49-F238E27FC236}">
                <a16:creationId xmlns:a16="http://schemas.microsoft.com/office/drawing/2014/main" id="{CF148F08-CAA5-AFAD-6F17-1282589A68B5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6188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57" name="Line 374">
            <a:extLst>
              <a:ext uri="{FF2B5EF4-FFF2-40B4-BE49-F238E27FC236}">
                <a16:creationId xmlns:a16="http://schemas.microsoft.com/office/drawing/2014/main" id="{E3731BD8-BFD0-6AA2-CA21-BF9820C89464}"/>
              </a:ext>
            </a:extLst>
          </p:cNvPr>
          <p:cNvSpPr>
            <a:spLocks noChangeShapeType="1"/>
          </p:cNvSpPr>
          <p:nvPr/>
        </p:nvSpPr>
        <p:spPr bwMode="auto">
          <a:xfrm>
            <a:off x="2690813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59" name="Rectangle 375">
            <a:extLst>
              <a:ext uri="{FF2B5EF4-FFF2-40B4-BE49-F238E27FC236}">
                <a16:creationId xmlns:a16="http://schemas.microsoft.com/office/drawing/2014/main" id="{0E310F70-F708-F265-BBE2-1E1BC681A8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8475" y="59785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360" name="Rectangle 376">
            <a:extLst>
              <a:ext uri="{FF2B5EF4-FFF2-40B4-BE49-F238E27FC236}">
                <a16:creationId xmlns:a16="http://schemas.microsoft.com/office/drawing/2014/main" id="{22CE70E7-2744-540C-4F2D-4D3DCAFE3C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3100" y="59785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361" name="Rectangle 377">
            <a:extLst>
              <a:ext uri="{FF2B5EF4-FFF2-40B4-BE49-F238E27FC236}">
                <a16:creationId xmlns:a16="http://schemas.microsoft.com/office/drawing/2014/main" id="{E9F72650-93B8-7488-F6D0-30952277FD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9313" y="59785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60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362" name="Rectangle 378">
            <a:extLst>
              <a:ext uri="{FF2B5EF4-FFF2-40B4-BE49-F238E27FC236}">
                <a16:creationId xmlns:a16="http://schemas.microsoft.com/office/drawing/2014/main" id="{F5198866-CFF0-B24A-E20A-BB1FA8D7E7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5525" y="59785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80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363" name="Rectangle 379">
            <a:extLst>
              <a:ext uri="{FF2B5EF4-FFF2-40B4-BE49-F238E27FC236}">
                <a16:creationId xmlns:a16="http://schemas.microsoft.com/office/drawing/2014/main" id="{E0FA28AD-AE63-4521-A01B-78DF6A459C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6338" y="5978525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364" name="Rectangle 380">
            <a:extLst>
              <a:ext uri="{FF2B5EF4-FFF2-40B4-BE49-F238E27FC236}">
                <a16:creationId xmlns:a16="http://schemas.microsoft.com/office/drawing/2014/main" id="{4D2B61FC-A62B-1912-7DEE-2570DDED8B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0963" y="5978525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365" name="Line 381">
            <a:extLst>
              <a:ext uri="{FF2B5EF4-FFF2-40B4-BE49-F238E27FC236}">
                <a16:creationId xmlns:a16="http://schemas.microsoft.com/office/drawing/2014/main" id="{07A3D541-C428-5B72-7DFB-C5B0FA78A968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4806950"/>
            <a:ext cx="0" cy="1125538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66" name="Line 382">
            <a:extLst>
              <a:ext uri="{FF2B5EF4-FFF2-40B4-BE49-F238E27FC236}">
                <a16:creationId xmlns:a16="http://schemas.microsoft.com/office/drawing/2014/main" id="{2F79AB29-C22D-C6BE-8DDC-263ECDD4FCB1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5425" y="4806950"/>
            <a:ext cx="0" cy="1125538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67" name="Line 383">
            <a:extLst>
              <a:ext uri="{FF2B5EF4-FFF2-40B4-BE49-F238E27FC236}">
                <a16:creationId xmlns:a16="http://schemas.microsoft.com/office/drawing/2014/main" id="{9163EF4C-21DD-E8D0-EC04-BE3FA6C6F7BF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49784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68" name="Line 384">
            <a:extLst>
              <a:ext uri="{FF2B5EF4-FFF2-40B4-BE49-F238E27FC236}">
                <a16:creationId xmlns:a16="http://schemas.microsoft.com/office/drawing/2014/main" id="{E4B29F6B-E34D-2474-082A-F2E15215AF44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51546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69" name="Line 385">
            <a:extLst>
              <a:ext uri="{FF2B5EF4-FFF2-40B4-BE49-F238E27FC236}">
                <a16:creationId xmlns:a16="http://schemas.microsoft.com/office/drawing/2014/main" id="{08365013-7D02-900B-ED3A-3259A81FE867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53308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70" name="Line 386">
            <a:extLst>
              <a:ext uri="{FF2B5EF4-FFF2-40B4-BE49-F238E27FC236}">
                <a16:creationId xmlns:a16="http://schemas.microsoft.com/office/drawing/2014/main" id="{2D404CC5-C560-F0C8-14CF-B1344664C56C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55054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71" name="Line 387">
            <a:extLst>
              <a:ext uri="{FF2B5EF4-FFF2-40B4-BE49-F238E27FC236}">
                <a16:creationId xmlns:a16="http://schemas.microsoft.com/office/drawing/2014/main" id="{34020A10-5A56-5EC0-79F2-86A50D92C09D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56816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72" name="Line 388">
            <a:extLst>
              <a:ext uri="{FF2B5EF4-FFF2-40B4-BE49-F238E27FC236}">
                <a16:creationId xmlns:a16="http://schemas.microsoft.com/office/drawing/2014/main" id="{3CD450F0-776A-C0E6-A4F6-10492548AC0B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585787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73" name="Line 389">
            <a:extLst>
              <a:ext uri="{FF2B5EF4-FFF2-40B4-BE49-F238E27FC236}">
                <a16:creationId xmlns:a16="http://schemas.microsoft.com/office/drawing/2014/main" id="{71F8A704-AA99-CBCF-10E9-EE5A6CDF20D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4313" y="49784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74" name="Line 390">
            <a:extLst>
              <a:ext uri="{FF2B5EF4-FFF2-40B4-BE49-F238E27FC236}">
                <a16:creationId xmlns:a16="http://schemas.microsoft.com/office/drawing/2014/main" id="{F8D03198-4140-4BF9-4CAE-DCBB6C7501D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4313" y="51546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75" name="Line 391">
            <a:extLst>
              <a:ext uri="{FF2B5EF4-FFF2-40B4-BE49-F238E27FC236}">
                <a16:creationId xmlns:a16="http://schemas.microsoft.com/office/drawing/2014/main" id="{450CF696-72E0-D822-3242-F05DD7E3B59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4313" y="53308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77" name="Line 392">
            <a:extLst>
              <a:ext uri="{FF2B5EF4-FFF2-40B4-BE49-F238E27FC236}">
                <a16:creationId xmlns:a16="http://schemas.microsoft.com/office/drawing/2014/main" id="{1EDBE3D9-685D-C31E-86B0-8293CDB298D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4313" y="55054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78" name="Line 393">
            <a:extLst>
              <a:ext uri="{FF2B5EF4-FFF2-40B4-BE49-F238E27FC236}">
                <a16:creationId xmlns:a16="http://schemas.microsoft.com/office/drawing/2014/main" id="{67D5D448-A50C-8428-4A3B-3E10E4FC4E7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4313" y="56816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79" name="Line 394">
            <a:extLst>
              <a:ext uri="{FF2B5EF4-FFF2-40B4-BE49-F238E27FC236}">
                <a16:creationId xmlns:a16="http://schemas.microsoft.com/office/drawing/2014/main" id="{33BF7648-FF1F-BAFA-5C83-9BC0DA87F6A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4313" y="585787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80" name="Rectangle 395">
            <a:extLst>
              <a:ext uri="{FF2B5EF4-FFF2-40B4-BE49-F238E27FC236}">
                <a16:creationId xmlns:a16="http://schemas.microsoft.com/office/drawing/2014/main" id="{83154D4D-EE1C-A1FF-8E70-EFE185EF02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063" y="4935538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381" name="Rectangle 396">
            <a:extLst>
              <a:ext uri="{FF2B5EF4-FFF2-40B4-BE49-F238E27FC236}">
                <a16:creationId xmlns:a16="http://schemas.microsoft.com/office/drawing/2014/main" id="{2DA27125-5EF0-662F-4ACF-F29B394454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063" y="51117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382" name="Rectangle 397">
            <a:extLst>
              <a:ext uri="{FF2B5EF4-FFF2-40B4-BE49-F238E27FC236}">
                <a16:creationId xmlns:a16="http://schemas.microsoft.com/office/drawing/2014/main" id="{06F46FDB-4938-6597-1303-40C73C84FD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063" y="528637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60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383" name="Rectangle 398">
            <a:extLst>
              <a:ext uri="{FF2B5EF4-FFF2-40B4-BE49-F238E27FC236}">
                <a16:creationId xmlns:a16="http://schemas.microsoft.com/office/drawing/2014/main" id="{26A7D15C-E2A7-27C5-2417-D4928FDB72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063" y="5462588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80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384" name="Rectangle 399">
            <a:extLst>
              <a:ext uri="{FF2B5EF4-FFF2-40B4-BE49-F238E27FC236}">
                <a16:creationId xmlns:a16="http://schemas.microsoft.com/office/drawing/2014/main" id="{0FC79CAC-A04E-4BC6-691B-F41850BFFA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6850" y="5638800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385" name="Rectangle 400">
            <a:extLst>
              <a:ext uri="{FF2B5EF4-FFF2-40B4-BE49-F238E27FC236}">
                <a16:creationId xmlns:a16="http://schemas.microsoft.com/office/drawing/2014/main" id="{1D2377E7-5E93-9C3F-0393-6436D5C150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6850" y="5815013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386" name="Line 401">
            <a:extLst>
              <a:ext uri="{FF2B5EF4-FFF2-40B4-BE49-F238E27FC236}">
                <a16:creationId xmlns:a16="http://schemas.microsoft.com/office/drawing/2014/main" id="{92B8F1F2-6DC8-3F22-4BF5-EC52F44D9E2A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275" y="59340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87" name="Line 402">
            <a:extLst>
              <a:ext uri="{FF2B5EF4-FFF2-40B4-BE49-F238E27FC236}">
                <a16:creationId xmlns:a16="http://schemas.microsoft.com/office/drawing/2014/main" id="{688CC2CB-3A99-FB2A-DE06-9736C480FBE5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275" y="48037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88" name="Line 403">
            <a:extLst>
              <a:ext uri="{FF2B5EF4-FFF2-40B4-BE49-F238E27FC236}">
                <a16:creationId xmlns:a16="http://schemas.microsoft.com/office/drawing/2014/main" id="{E14744F7-8FCE-AC46-2A60-6B3B8F908EC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35275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89" name="Line 404">
            <a:extLst>
              <a:ext uri="{FF2B5EF4-FFF2-40B4-BE49-F238E27FC236}">
                <a16:creationId xmlns:a16="http://schemas.microsoft.com/office/drawing/2014/main" id="{8431732E-A418-D307-357B-2811F70F785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47988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390" name="Picture 405">
            <a:extLst>
              <a:ext uri="{FF2B5EF4-FFF2-40B4-BE49-F238E27FC236}">
                <a16:creationId xmlns:a16="http://schemas.microsoft.com/office/drawing/2014/main" id="{8DDCC9BD-6E15-12FB-81C4-0A473C19E7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5275" y="4803775"/>
            <a:ext cx="112713" cy="113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" name="Line 407">
            <a:extLst>
              <a:ext uri="{FF2B5EF4-FFF2-40B4-BE49-F238E27FC236}">
                <a16:creationId xmlns:a16="http://schemas.microsoft.com/office/drawing/2014/main" id="{A5229567-6F1C-6033-1438-E55C3EC48CB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47988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9" name="Line 408">
            <a:extLst>
              <a:ext uri="{FF2B5EF4-FFF2-40B4-BE49-F238E27FC236}">
                <a16:creationId xmlns:a16="http://schemas.microsoft.com/office/drawing/2014/main" id="{B1C16ED8-DF14-CDD4-50D0-89511354D44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6875" y="593407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0" name="Line 409">
            <a:extLst>
              <a:ext uri="{FF2B5EF4-FFF2-40B4-BE49-F238E27FC236}">
                <a16:creationId xmlns:a16="http://schemas.microsoft.com/office/drawing/2014/main" id="{6489B7F7-FCAB-6226-732D-E47D2231D18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6875" y="57150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1" name="Line 410">
            <a:extLst>
              <a:ext uri="{FF2B5EF4-FFF2-40B4-BE49-F238E27FC236}">
                <a16:creationId xmlns:a16="http://schemas.microsoft.com/office/drawing/2014/main" id="{54A141FD-5556-2AF9-BD90-1E194A11F37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6875" y="54927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Line 411">
            <a:extLst>
              <a:ext uri="{FF2B5EF4-FFF2-40B4-BE49-F238E27FC236}">
                <a16:creationId xmlns:a16="http://schemas.microsoft.com/office/drawing/2014/main" id="{237DF1C5-0046-4530-A0F1-4D7F5887251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6875" y="52720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Line 412">
            <a:extLst>
              <a:ext uri="{FF2B5EF4-FFF2-40B4-BE49-F238E27FC236}">
                <a16:creationId xmlns:a16="http://schemas.microsoft.com/office/drawing/2014/main" id="{32F247B4-1833-A6E9-8CEA-67AF56E0CD6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6875" y="50514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4" name="Line 413">
            <a:extLst>
              <a:ext uri="{FF2B5EF4-FFF2-40B4-BE49-F238E27FC236}">
                <a16:creationId xmlns:a16="http://schemas.microsoft.com/office/drawing/2014/main" id="{E003776D-DE9F-B8E2-1A06-AE386E33E87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6875" y="48307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5" name="Rectangle 414">
            <a:extLst>
              <a:ext uri="{FF2B5EF4-FFF2-40B4-BE49-F238E27FC236}">
                <a16:creationId xmlns:a16="http://schemas.microsoft.com/office/drawing/2014/main" id="{AEDFE64E-EF7D-BCDD-661F-3DC54CF49F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5895975"/>
            <a:ext cx="746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6" name="Rectangle 415">
            <a:extLst>
              <a:ext uri="{FF2B5EF4-FFF2-40B4-BE49-F238E27FC236}">
                <a16:creationId xmlns:a16="http://schemas.microsoft.com/office/drawing/2014/main" id="{8447CEFF-68AB-1289-B8EB-EF42F7979D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5676900"/>
            <a:ext cx="1127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50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7" name="Rectangle 416">
            <a:extLst>
              <a:ext uri="{FF2B5EF4-FFF2-40B4-BE49-F238E27FC236}">
                <a16:creationId xmlns:a16="http://schemas.microsoft.com/office/drawing/2014/main" id="{FF22EDC7-DBD3-92E9-7CCD-2531312FE4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5456238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8" name="Rectangle 417">
            <a:extLst>
              <a:ext uri="{FF2B5EF4-FFF2-40B4-BE49-F238E27FC236}">
                <a16:creationId xmlns:a16="http://schemas.microsoft.com/office/drawing/2014/main" id="{59755757-F02C-DC14-E7FC-5F79B1AF03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5237163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150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9" name="Rectangle 418">
            <a:extLst>
              <a:ext uri="{FF2B5EF4-FFF2-40B4-BE49-F238E27FC236}">
                <a16:creationId xmlns:a16="http://schemas.microsoft.com/office/drawing/2014/main" id="{9274C48D-FCEE-0009-67A1-BDAFAD8860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5010150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0" name="Rectangle 419">
            <a:extLst>
              <a:ext uri="{FF2B5EF4-FFF2-40B4-BE49-F238E27FC236}">
                <a16:creationId xmlns:a16="http://schemas.microsoft.com/office/drawing/2014/main" id="{811BE6B5-A7D9-63E5-D24E-4CE9280E77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4791075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250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1" name="Line 420">
            <a:extLst>
              <a:ext uri="{FF2B5EF4-FFF2-40B4-BE49-F238E27FC236}">
                <a16:creationId xmlns:a16="http://schemas.microsoft.com/office/drawing/2014/main" id="{39354BD7-BDD4-728D-B237-E82A5CD3B68C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275" y="48037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2" name="Line 421">
            <a:extLst>
              <a:ext uri="{FF2B5EF4-FFF2-40B4-BE49-F238E27FC236}">
                <a16:creationId xmlns:a16="http://schemas.microsoft.com/office/drawing/2014/main" id="{D7DE6305-A74D-BA08-F329-434E867E24A4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275" y="59340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3" name="Line 422">
            <a:extLst>
              <a:ext uri="{FF2B5EF4-FFF2-40B4-BE49-F238E27FC236}">
                <a16:creationId xmlns:a16="http://schemas.microsoft.com/office/drawing/2014/main" id="{517B6213-328A-E6C0-9023-D6ACACF1876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35275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48" name="Line 423">
            <a:extLst>
              <a:ext uri="{FF2B5EF4-FFF2-40B4-BE49-F238E27FC236}">
                <a16:creationId xmlns:a16="http://schemas.microsoft.com/office/drawing/2014/main" id="{EF39B865-DB5D-E53B-DD5C-7A294E94277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47988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49" name="Rectangle 424">
            <a:extLst>
              <a:ext uri="{FF2B5EF4-FFF2-40B4-BE49-F238E27FC236}">
                <a16:creationId xmlns:a16="http://schemas.microsoft.com/office/drawing/2014/main" id="{584A3C3E-2180-7178-5A60-43A5C8BB4A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0450" y="4806950"/>
            <a:ext cx="1123950" cy="11255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50" name="Rectangle 425">
            <a:extLst>
              <a:ext uri="{FF2B5EF4-FFF2-40B4-BE49-F238E27FC236}">
                <a16:creationId xmlns:a16="http://schemas.microsoft.com/office/drawing/2014/main" id="{9DB42537-C6EA-3A8B-F88E-EE084ECE4B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8563" y="4679950"/>
            <a:ext cx="966788" cy="13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downsampled by  4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498" name="Picture 426">
            <a:extLst>
              <a:ext uri="{FF2B5EF4-FFF2-40B4-BE49-F238E27FC236}">
                <a16:creationId xmlns:a16="http://schemas.microsoft.com/office/drawing/2014/main" id="{96D76C75-881B-C3D5-7F58-62DBF74016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0450" y="4810125"/>
            <a:ext cx="1123950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51" name="Line 427">
            <a:extLst>
              <a:ext uri="{FF2B5EF4-FFF2-40B4-BE49-F238E27FC236}">
                <a16:creationId xmlns:a16="http://schemas.microsoft.com/office/drawing/2014/main" id="{2A1C6CFB-D86D-1A98-BAEA-5F323E3B64B0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0450" y="5932488"/>
            <a:ext cx="1123950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52" name="Line 428">
            <a:extLst>
              <a:ext uri="{FF2B5EF4-FFF2-40B4-BE49-F238E27FC236}">
                <a16:creationId xmlns:a16="http://schemas.microsoft.com/office/drawing/2014/main" id="{E13BD245-93EF-8D00-0299-918D8B04A4F0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0450" y="4806950"/>
            <a:ext cx="1123950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53" name="Line 429">
            <a:extLst>
              <a:ext uri="{FF2B5EF4-FFF2-40B4-BE49-F238E27FC236}">
                <a16:creationId xmlns:a16="http://schemas.microsoft.com/office/drawing/2014/main" id="{949D5E30-CC83-3874-3C8A-F89FF4368F7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35413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54" name="Line 430">
            <a:extLst>
              <a:ext uri="{FF2B5EF4-FFF2-40B4-BE49-F238E27FC236}">
                <a16:creationId xmlns:a16="http://schemas.microsoft.com/office/drawing/2014/main" id="{0186B521-671A-FD9B-976E-E6A7A708029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86250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55" name="Line 431">
            <a:extLst>
              <a:ext uri="{FF2B5EF4-FFF2-40B4-BE49-F238E27FC236}">
                <a16:creationId xmlns:a16="http://schemas.microsoft.com/office/drawing/2014/main" id="{5986A37A-94AA-0F30-B298-D86C9713EEE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37088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56" name="Line 432">
            <a:extLst>
              <a:ext uri="{FF2B5EF4-FFF2-40B4-BE49-F238E27FC236}">
                <a16:creationId xmlns:a16="http://schemas.microsoft.com/office/drawing/2014/main" id="{41F204AE-6BA8-15F8-E742-44F3281455D2}"/>
              </a:ext>
            </a:extLst>
          </p:cNvPr>
          <p:cNvSpPr>
            <a:spLocks noChangeShapeType="1"/>
          </p:cNvSpPr>
          <p:nvPr/>
        </p:nvSpPr>
        <p:spPr bwMode="auto">
          <a:xfrm>
            <a:off x="3935413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57" name="Line 433">
            <a:extLst>
              <a:ext uri="{FF2B5EF4-FFF2-40B4-BE49-F238E27FC236}">
                <a16:creationId xmlns:a16="http://schemas.microsoft.com/office/drawing/2014/main" id="{82DADF6B-9C77-8CF8-1AF5-BB07F8B05341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6250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58" name="Line 434">
            <a:extLst>
              <a:ext uri="{FF2B5EF4-FFF2-40B4-BE49-F238E27FC236}">
                <a16:creationId xmlns:a16="http://schemas.microsoft.com/office/drawing/2014/main" id="{E1F6A05F-5858-F138-33C8-8EA93269E63A}"/>
              </a:ext>
            </a:extLst>
          </p:cNvPr>
          <p:cNvSpPr>
            <a:spLocks noChangeShapeType="1"/>
          </p:cNvSpPr>
          <p:nvPr/>
        </p:nvSpPr>
        <p:spPr bwMode="auto">
          <a:xfrm>
            <a:off x="4637088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59" name="Rectangle 435">
            <a:extLst>
              <a:ext uri="{FF2B5EF4-FFF2-40B4-BE49-F238E27FC236}">
                <a16:creationId xmlns:a16="http://schemas.microsoft.com/office/drawing/2014/main" id="{F4957353-F78C-F0B0-A663-449E292914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9375" y="59785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60" name="Rectangle 436">
            <a:extLst>
              <a:ext uri="{FF2B5EF4-FFF2-40B4-BE49-F238E27FC236}">
                <a16:creationId xmlns:a16="http://schemas.microsoft.com/office/drawing/2014/main" id="{F4300437-8EE4-1A90-E479-58B263CD56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1800" y="59785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61" name="Rectangle 437">
            <a:extLst>
              <a:ext uri="{FF2B5EF4-FFF2-40B4-BE49-F238E27FC236}">
                <a16:creationId xmlns:a16="http://schemas.microsoft.com/office/drawing/2014/main" id="{9CB622A3-648F-3201-A131-017C234D94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2638" y="59785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30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62" name="Line 438">
            <a:extLst>
              <a:ext uri="{FF2B5EF4-FFF2-40B4-BE49-F238E27FC236}">
                <a16:creationId xmlns:a16="http://schemas.microsoft.com/office/drawing/2014/main" id="{6D429B13-C66C-971B-8C85-5A6A23D5ACD3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0450" y="4806950"/>
            <a:ext cx="0" cy="1125538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63" name="Line 439">
            <a:extLst>
              <a:ext uri="{FF2B5EF4-FFF2-40B4-BE49-F238E27FC236}">
                <a16:creationId xmlns:a16="http://schemas.microsoft.com/office/drawing/2014/main" id="{4D72504A-B4BF-8597-858D-AE61956BAEE3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4806950"/>
            <a:ext cx="0" cy="1125538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64" name="Line 440">
            <a:extLst>
              <a:ext uri="{FF2B5EF4-FFF2-40B4-BE49-F238E27FC236}">
                <a16:creationId xmlns:a16="http://schemas.microsoft.com/office/drawing/2014/main" id="{F2F95B9F-6543-5F61-3547-D345BBEE09C6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0450" y="49657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65" name="Line 441">
            <a:extLst>
              <a:ext uri="{FF2B5EF4-FFF2-40B4-BE49-F238E27FC236}">
                <a16:creationId xmlns:a16="http://schemas.microsoft.com/office/drawing/2014/main" id="{9D698A0B-C6F9-2CBF-4400-C8FF3810DFA6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0450" y="51419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66" name="Line 442">
            <a:extLst>
              <a:ext uri="{FF2B5EF4-FFF2-40B4-BE49-F238E27FC236}">
                <a16:creationId xmlns:a16="http://schemas.microsoft.com/office/drawing/2014/main" id="{7FBA1685-36E6-F5D6-F3CF-5BE900D2FBB7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0450" y="53165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67" name="Line 443">
            <a:extLst>
              <a:ext uri="{FF2B5EF4-FFF2-40B4-BE49-F238E27FC236}">
                <a16:creationId xmlns:a16="http://schemas.microsoft.com/office/drawing/2014/main" id="{12EA115C-3FFB-4308-8D94-EE8D21C04D5A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0450" y="54927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68" name="Line 444">
            <a:extLst>
              <a:ext uri="{FF2B5EF4-FFF2-40B4-BE49-F238E27FC236}">
                <a16:creationId xmlns:a16="http://schemas.microsoft.com/office/drawing/2014/main" id="{6B015BBC-6833-09A3-6BC3-5C6B3D7C30EA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0450" y="56689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69" name="Line 445">
            <a:extLst>
              <a:ext uri="{FF2B5EF4-FFF2-40B4-BE49-F238E27FC236}">
                <a16:creationId xmlns:a16="http://schemas.microsoft.com/office/drawing/2014/main" id="{0B181105-93DA-342F-2A5A-DD3899AD0161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0450" y="58435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70" name="Line 446">
            <a:extLst>
              <a:ext uri="{FF2B5EF4-FFF2-40B4-BE49-F238E27FC236}">
                <a16:creationId xmlns:a16="http://schemas.microsoft.com/office/drawing/2014/main" id="{99C8ABF2-8B23-6F1C-0E9A-BC41724CCC8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13288" y="49657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71" name="Line 447">
            <a:extLst>
              <a:ext uri="{FF2B5EF4-FFF2-40B4-BE49-F238E27FC236}">
                <a16:creationId xmlns:a16="http://schemas.microsoft.com/office/drawing/2014/main" id="{EFBDB840-CAE3-FC69-8C85-6776229F724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13288" y="51419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72" name="Line 448">
            <a:extLst>
              <a:ext uri="{FF2B5EF4-FFF2-40B4-BE49-F238E27FC236}">
                <a16:creationId xmlns:a16="http://schemas.microsoft.com/office/drawing/2014/main" id="{1F800CDD-B8C8-577F-DC8F-F16851BEFE8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13288" y="53165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73" name="Line 449">
            <a:extLst>
              <a:ext uri="{FF2B5EF4-FFF2-40B4-BE49-F238E27FC236}">
                <a16:creationId xmlns:a16="http://schemas.microsoft.com/office/drawing/2014/main" id="{76FEA7D1-C527-8CA4-ED28-8C6DC33867F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13288" y="54927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74" name="Line 450">
            <a:extLst>
              <a:ext uri="{FF2B5EF4-FFF2-40B4-BE49-F238E27FC236}">
                <a16:creationId xmlns:a16="http://schemas.microsoft.com/office/drawing/2014/main" id="{4AD988B5-1715-0621-D104-7A1A4BAC730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13288" y="56689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75" name="Line 451">
            <a:extLst>
              <a:ext uri="{FF2B5EF4-FFF2-40B4-BE49-F238E27FC236}">
                <a16:creationId xmlns:a16="http://schemas.microsoft.com/office/drawing/2014/main" id="{AEACA8E5-2C39-2C49-48BC-0953EC7385E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13288" y="58435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76" name="Rectangle 452">
            <a:extLst>
              <a:ext uri="{FF2B5EF4-FFF2-40B4-BE49-F238E27FC236}">
                <a16:creationId xmlns:a16="http://schemas.microsoft.com/office/drawing/2014/main" id="{038B885C-0D5F-602C-6600-E0022295C7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9488" y="4922838"/>
            <a:ext cx="873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77" name="Rectangle 453">
            <a:extLst>
              <a:ext uri="{FF2B5EF4-FFF2-40B4-BE49-F238E27FC236}">
                <a16:creationId xmlns:a16="http://schemas.microsoft.com/office/drawing/2014/main" id="{A3C51FA6-36E3-FDF6-9B3E-A7123A7A7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5038" y="50990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78" name="Rectangle 454">
            <a:extLst>
              <a:ext uri="{FF2B5EF4-FFF2-40B4-BE49-F238E27FC236}">
                <a16:creationId xmlns:a16="http://schemas.microsoft.com/office/drawing/2014/main" id="{877623E3-B59A-C955-CEC5-EA3020EBF2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5038" y="5275263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79" name="Rectangle 455">
            <a:extLst>
              <a:ext uri="{FF2B5EF4-FFF2-40B4-BE49-F238E27FC236}">
                <a16:creationId xmlns:a16="http://schemas.microsoft.com/office/drawing/2014/main" id="{100B8360-E9E8-37D6-93B9-B75B70A4C1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5038" y="5449888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80" name="Rectangle 456">
            <a:extLst>
              <a:ext uri="{FF2B5EF4-FFF2-40B4-BE49-F238E27FC236}">
                <a16:creationId xmlns:a16="http://schemas.microsoft.com/office/drawing/2014/main" id="{1C518EB5-FC76-A452-2E05-1593853BE2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5038" y="562610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81" name="Rectangle 457">
            <a:extLst>
              <a:ext uri="{FF2B5EF4-FFF2-40B4-BE49-F238E27FC236}">
                <a16:creationId xmlns:a16="http://schemas.microsoft.com/office/drawing/2014/main" id="{A6F74128-AB18-CEE5-CE15-A34920E880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5038" y="5802313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30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82" name="Line 458">
            <a:extLst>
              <a:ext uri="{FF2B5EF4-FFF2-40B4-BE49-F238E27FC236}">
                <a16:creationId xmlns:a16="http://schemas.microsoft.com/office/drawing/2014/main" id="{B3789BDE-1FA2-FA1E-66F0-255F6E1D74A8}"/>
              </a:ext>
            </a:extLst>
          </p:cNvPr>
          <p:cNvSpPr>
            <a:spLocks noChangeShapeType="1"/>
          </p:cNvSpPr>
          <p:nvPr/>
        </p:nvSpPr>
        <p:spPr bwMode="auto">
          <a:xfrm>
            <a:off x="4794250" y="59340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83" name="Line 459">
            <a:extLst>
              <a:ext uri="{FF2B5EF4-FFF2-40B4-BE49-F238E27FC236}">
                <a16:creationId xmlns:a16="http://schemas.microsoft.com/office/drawing/2014/main" id="{EE2F5E36-D7DC-6576-68CA-64972E9A80BE}"/>
              </a:ext>
            </a:extLst>
          </p:cNvPr>
          <p:cNvSpPr>
            <a:spLocks noChangeShapeType="1"/>
          </p:cNvSpPr>
          <p:nvPr/>
        </p:nvSpPr>
        <p:spPr bwMode="auto">
          <a:xfrm>
            <a:off x="4794250" y="48037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84" name="Line 460">
            <a:extLst>
              <a:ext uri="{FF2B5EF4-FFF2-40B4-BE49-F238E27FC236}">
                <a16:creationId xmlns:a16="http://schemas.microsoft.com/office/drawing/2014/main" id="{FC76F3BE-DA36-93F6-F078-B0073C83386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94250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85" name="Line 461">
            <a:extLst>
              <a:ext uri="{FF2B5EF4-FFF2-40B4-BE49-F238E27FC236}">
                <a16:creationId xmlns:a16="http://schemas.microsoft.com/office/drawing/2014/main" id="{A4D42A82-048A-25B8-7475-69A6351763F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06963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534" name="Picture 462">
            <a:extLst>
              <a:ext uri="{FF2B5EF4-FFF2-40B4-BE49-F238E27FC236}">
                <a16:creationId xmlns:a16="http://schemas.microsoft.com/office/drawing/2014/main" id="{A1818B8A-9DBB-5299-A19F-1EC65CC07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4250" y="4803775"/>
            <a:ext cx="112713" cy="113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6" name="Line 463">
            <a:extLst>
              <a:ext uri="{FF2B5EF4-FFF2-40B4-BE49-F238E27FC236}">
                <a16:creationId xmlns:a16="http://schemas.microsoft.com/office/drawing/2014/main" id="{17995169-A59B-EB1C-8371-27BC9B3ED0E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06963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87" name="Line 464">
            <a:extLst>
              <a:ext uri="{FF2B5EF4-FFF2-40B4-BE49-F238E27FC236}">
                <a16:creationId xmlns:a16="http://schemas.microsoft.com/office/drawing/2014/main" id="{8ED6E31D-A574-A421-723A-DCE4D4023B9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95850" y="593407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88" name="Line 465">
            <a:extLst>
              <a:ext uri="{FF2B5EF4-FFF2-40B4-BE49-F238E27FC236}">
                <a16:creationId xmlns:a16="http://schemas.microsoft.com/office/drawing/2014/main" id="{A43044EC-51D6-C6A7-0106-27A4C1E4324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95850" y="57150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89" name="Line 466">
            <a:extLst>
              <a:ext uri="{FF2B5EF4-FFF2-40B4-BE49-F238E27FC236}">
                <a16:creationId xmlns:a16="http://schemas.microsoft.com/office/drawing/2014/main" id="{E728A749-B5BB-F5E1-BC1F-F2D6E47D352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95850" y="54927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90" name="Line 467">
            <a:extLst>
              <a:ext uri="{FF2B5EF4-FFF2-40B4-BE49-F238E27FC236}">
                <a16:creationId xmlns:a16="http://schemas.microsoft.com/office/drawing/2014/main" id="{05B804A5-C58A-2651-A8DE-3EF16D94CF0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95850" y="52720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91" name="Line 468">
            <a:extLst>
              <a:ext uri="{FF2B5EF4-FFF2-40B4-BE49-F238E27FC236}">
                <a16:creationId xmlns:a16="http://schemas.microsoft.com/office/drawing/2014/main" id="{8D73B0EB-9FAE-1C52-6EA2-77867F585A2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95850" y="50514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92" name="Line 469">
            <a:extLst>
              <a:ext uri="{FF2B5EF4-FFF2-40B4-BE49-F238E27FC236}">
                <a16:creationId xmlns:a16="http://schemas.microsoft.com/office/drawing/2014/main" id="{07C12079-DB3F-B6FD-473C-E751D0FE8DF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95850" y="48307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93" name="Rectangle 470">
            <a:extLst>
              <a:ext uri="{FF2B5EF4-FFF2-40B4-BE49-F238E27FC236}">
                <a16:creationId xmlns:a16="http://schemas.microsoft.com/office/drawing/2014/main" id="{BBBE87C0-3527-C19D-3DB2-1B374588D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125" y="5895975"/>
            <a:ext cx="746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94" name="Rectangle 471">
            <a:extLst>
              <a:ext uri="{FF2B5EF4-FFF2-40B4-BE49-F238E27FC236}">
                <a16:creationId xmlns:a16="http://schemas.microsoft.com/office/drawing/2014/main" id="{A189360D-9D5B-D588-0142-DE7F99EDD2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125" y="5676900"/>
            <a:ext cx="1127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50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95" name="Rectangle 472">
            <a:extLst>
              <a:ext uri="{FF2B5EF4-FFF2-40B4-BE49-F238E27FC236}">
                <a16:creationId xmlns:a16="http://schemas.microsoft.com/office/drawing/2014/main" id="{C053A177-55B4-C77D-1978-7824277A7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125" y="5456238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96" name="Rectangle 473">
            <a:extLst>
              <a:ext uri="{FF2B5EF4-FFF2-40B4-BE49-F238E27FC236}">
                <a16:creationId xmlns:a16="http://schemas.microsoft.com/office/drawing/2014/main" id="{7576B60D-0103-8616-525E-7A67DE4C2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125" y="5237163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150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97" name="Rectangle 474">
            <a:extLst>
              <a:ext uri="{FF2B5EF4-FFF2-40B4-BE49-F238E27FC236}">
                <a16:creationId xmlns:a16="http://schemas.microsoft.com/office/drawing/2014/main" id="{71FCF4D5-DD7E-D374-5D63-9CC3782B2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125" y="5010150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98" name="Rectangle 475">
            <a:extLst>
              <a:ext uri="{FF2B5EF4-FFF2-40B4-BE49-F238E27FC236}">
                <a16:creationId xmlns:a16="http://schemas.microsoft.com/office/drawing/2014/main" id="{CE48E2E5-0672-752B-A2AC-2892321AA9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125" y="4791075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250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700" name="Line 476">
            <a:extLst>
              <a:ext uri="{FF2B5EF4-FFF2-40B4-BE49-F238E27FC236}">
                <a16:creationId xmlns:a16="http://schemas.microsoft.com/office/drawing/2014/main" id="{D92A179B-C594-7733-0B50-93DDB05A9771}"/>
              </a:ext>
            </a:extLst>
          </p:cNvPr>
          <p:cNvSpPr>
            <a:spLocks noChangeShapeType="1"/>
          </p:cNvSpPr>
          <p:nvPr/>
        </p:nvSpPr>
        <p:spPr bwMode="auto">
          <a:xfrm>
            <a:off x="4794250" y="48037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701" name="Line 477">
            <a:extLst>
              <a:ext uri="{FF2B5EF4-FFF2-40B4-BE49-F238E27FC236}">
                <a16:creationId xmlns:a16="http://schemas.microsoft.com/office/drawing/2014/main" id="{C4AECB99-A91E-E0E3-FEB7-6AB011E12EDF}"/>
              </a:ext>
            </a:extLst>
          </p:cNvPr>
          <p:cNvSpPr>
            <a:spLocks noChangeShapeType="1"/>
          </p:cNvSpPr>
          <p:nvPr/>
        </p:nvSpPr>
        <p:spPr bwMode="auto">
          <a:xfrm>
            <a:off x="4794250" y="59340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702" name="Line 478">
            <a:extLst>
              <a:ext uri="{FF2B5EF4-FFF2-40B4-BE49-F238E27FC236}">
                <a16:creationId xmlns:a16="http://schemas.microsoft.com/office/drawing/2014/main" id="{ACC1814C-D12A-A5C1-A940-61E94E90FAC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94250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703" name="Line 479">
            <a:extLst>
              <a:ext uri="{FF2B5EF4-FFF2-40B4-BE49-F238E27FC236}">
                <a16:creationId xmlns:a16="http://schemas.microsoft.com/office/drawing/2014/main" id="{61F32B06-74F2-0098-171C-7C3C1C9A352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06963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704" name="Rectangle 480">
            <a:extLst>
              <a:ext uri="{FF2B5EF4-FFF2-40B4-BE49-F238E27FC236}">
                <a16:creationId xmlns:a16="http://schemas.microsoft.com/office/drawing/2014/main" id="{9E9B3506-D95D-87DB-FF6C-EA666F7B3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5775" y="4806950"/>
            <a:ext cx="1123950" cy="11255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705" name="Rectangle 481">
            <a:extLst>
              <a:ext uri="{FF2B5EF4-FFF2-40B4-BE49-F238E27FC236}">
                <a16:creationId xmlns:a16="http://schemas.microsoft.com/office/drawing/2014/main" id="{0A523C2C-7598-C944-F0CA-6A218C6DA3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4688" y="4679950"/>
            <a:ext cx="860425" cy="13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windowed (none)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554" name="Picture 482">
            <a:extLst>
              <a:ext uri="{FF2B5EF4-FFF2-40B4-BE49-F238E27FC236}">
                <a16:creationId xmlns:a16="http://schemas.microsoft.com/office/drawing/2014/main" id="{738FCF63-94BF-1E8D-7C3A-528A2A1DB6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5775" y="4810125"/>
            <a:ext cx="1123950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06" name="Line 483">
            <a:extLst>
              <a:ext uri="{FF2B5EF4-FFF2-40B4-BE49-F238E27FC236}">
                <a16:creationId xmlns:a16="http://schemas.microsoft.com/office/drawing/2014/main" id="{34DAC748-566C-4D75-5DA6-2453C1A595AF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5775" y="5932488"/>
            <a:ext cx="1123950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707" name="Line 484">
            <a:extLst>
              <a:ext uri="{FF2B5EF4-FFF2-40B4-BE49-F238E27FC236}">
                <a16:creationId xmlns:a16="http://schemas.microsoft.com/office/drawing/2014/main" id="{09E2CC64-7D6C-5A91-D223-2A7657D4666C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5775" y="4806950"/>
            <a:ext cx="1123950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708" name="Line 485">
            <a:extLst>
              <a:ext uri="{FF2B5EF4-FFF2-40B4-BE49-F238E27FC236}">
                <a16:creationId xmlns:a16="http://schemas.microsoft.com/office/drawing/2014/main" id="{5E8AAE3F-5780-B3F0-5D49-FE904F52465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99150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709" name="Line 486">
            <a:extLst>
              <a:ext uri="{FF2B5EF4-FFF2-40B4-BE49-F238E27FC236}">
                <a16:creationId xmlns:a16="http://schemas.microsoft.com/office/drawing/2014/main" id="{B1EA3E0B-F8CF-31D5-1E05-D59D8BBB240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49988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710" name="Line 487">
            <a:extLst>
              <a:ext uri="{FF2B5EF4-FFF2-40B4-BE49-F238E27FC236}">
                <a16:creationId xmlns:a16="http://schemas.microsoft.com/office/drawing/2014/main" id="{808D0D17-7E0F-E483-DE82-55805B434E1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02413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711" name="Line 488">
            <a:extLst>
              <a:ext uri="{FF2B5EF4-FFF2-40B4-BE49-F238E27FC236}">
                <a16:creationId xmlns:a16="http://schemas.microsoft.com/office/drawing/2014/main" id="{BFCE6A99-BCC2-9C65-0535-362B223AD977}"/>
              </a:ext>
            </a:extLst>
          </p:cNvPr>
          <p:cNvSpPr>
            <a:spLocks noChangeShapeType="1"/>
          </p:cNvSpPr>
          <p:nvPr/>
        </p:nvSpPr>
        <p:spPr bwMode="auto">
          <a:xfrm>
            <a:off x="5899150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56" name="Line 489">
            <a:extLst>
              <a:ext uri="{FF2B5EF4-FFF2-40B4-BE49-F238E27FC236}">
                <a16:creationId xmlns:a16="http://schemas.microsoft.com/office/drawing/2014/main" id="{ED7EA402-E016-2DA5-6BCA-EACA54F5922C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9988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57" name="Line 490">
            <a:extLst>
              <a:ext uri="{FF2B5EF4-FFF2-40B4-BE49-F238E27FC236}">
                <a16:creationId xmlns:a16="http://schemas.microsoft.com/office/drawing/2014/main" id="{4F23373F-03DC-C1C5-D643-A2248C1CE54A}"/>
              </a:ext>
            </a:extLst>
          </p:cNvPr>
          <p:cNvSpPr>
            <a:spLocks noChangeShapeType="1"/>
          </p:cNvSpPr>
          <p:nvPr/>
        </p:nvSpPr>
        <p:spPr bwMode="auto">
          <a:xfrm>
            <a:off x="6602413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58" name="Rectangle 491">
            <a:extLst>
              <a:ext uri="{FF2B5EF4-FFF2-40B4-BE49-F238E27FC236}">
                <a16:creationId xmlns:a16="http://schemas.microsoft.com/office/drawing/2014/main" id="{0EA50803-43DF-FEAA-CF77-88A3C6436F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4700" y="59785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459" name="Rectangle 492">
            <a:extLst>
              <a:ext uri="{FF2B5EF4-FFF2-40B4-BE49-F238E27FC236}">
                <a16:creationId xmlns:a16="http://schemas.microsoft.com/office/drawing/2014/main" id="{23E80115-B297-9A50-74D4-03A946F6BA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5538" y="59785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460" name="Rectangle 493">
            <a:extLst>
              <a:ext uri="{FF2B5EF4-FFF2-40B4-BE49-F238E27FC236}">
                <a16:creationId xmlns:a16="http://schemas.microsoft.com/office/drawing/2014/main" id="{FE0DD739-F9F4-75E5-9129-4D50392F12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7963" y="59785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30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461" name="Line 494">
            <a:extLst>
              <a:ext uri="{FF2B5EF4-FFF2-40B4-BE49-F238E27FC236}">
                <a16:creationId xmlns:a16="http://schemas.microsoft.com/office/drawing/2014/main" id="{81848412-2C45-2404-5DDE-8104F075696C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5775" y="4806950"/>
            <a:ext cx="0" cy="1125538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62" name="Line 495">
            <a:extLst>
              <a:ext uri="{FF2B5EF4-FFF2-40B4-BE49-F238E27FC236}">
                <a16:creationId xmlns:a16="http://schemas.microsoft.com/office/drawing/2014/main" id="{80032E46-64BE-FB6A-0453-948CA3602C65}"/>
              </a:ext>
            </a:extLst>
          </p:cNvPr>
          <p:cNvSpPr>
            <a:spLocks noChangeShapeType="1"/>
          </p:cNvSpPr>
          <p:nvPr/>
        </p:nvSpPr>
        <p:spPr bwMode="auto">
          <a:xfrm>
            <a:off x="6689725" y="4806950"/>
            <a:ext cx="0" cy="1125538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63" name="Line 496">
            <a:extLst>
              <a:ext uri="{FF2B5EF4-FFF2-40B4-BE49-F238E27FC236}">
                <a16:creationId xmlns:a16="http://schemas.microsoft.com/office/drawing/2014/main" id="{1F476647-BF3D-DB08-CB71-30020B64DBB4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5775" y="49657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64" name="Line 497">
            <a:extLst>
              <a:ext uri="{FF2B5EF4-FFF2-40B4-BE49-F238E27FC236}">
                <a16:creationId xmlns:a16="http://schemas.microsoft.com/office/drawing/2014/main" id="{51D53AC7-8471-9AE9-7021-C2A46EB24F3D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5775" y="51419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65" name="Line 498">
            <a:extLst>
              <a:ext uri="{FF2B5EF4-FFF2-40B4-BE49-F238E27FC236}">
                <a16:creationId xmlns:a16="http://schemas.microsoft.com/office/drawing/2014/main" id="{A7B6F9FF-239A-726E-EF30-D2E0E68D6F7D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5775" y="53165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66" name="Line 499">
            <a:extLst>
              <a:ext uri="{FF2B5EF4-FFF2-40B4-BE49-F238E27FC236}">
                <a16:creationId xmlns:a16="http://schemas.microsoft.com/office/drawing/2014/main" id="{CE806FFB-1F91-87C4-8630-FEFAE6827DE9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5775" y="54927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67" name="Line 500">
            <a:extLst>
              <a:ext uri="{FF2B5EF4-FFF2-40B4-BE49-F238E27FC236}">
                <a16:creationId xmlns:a16="http://schemas.microsoft.com/office/drawing/2014/main" id="{CB58F05E-004E-2AF0-FB37-32C455FD4CC3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5775" y="56689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68" name="Line 501">
            <a:extLst>
              <a:ext uri="{FF2B5EF4-FFF2-40B4-BE49-F238E27FC236}">
                <a16:creationId xmlns:a16="http://schemas.microsoft.com/office/drawing/2014/main" id="{E32E8DDD-A19F-C624-FBDE-80962CABD5BE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5775" y="58435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69" name="Line 502">
            <a:extLst>
              <a:ext uri="{FF2B5EF4-FFF2-40B4-BE49-F238E27FC236}">
                <a16:creationId xmlns:a16="http://schemas.microsoft.com/office/drawing/2014/main" id="{7359E9CF-EBDD-5BED-18D7-7FA1266CA12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78613" y="49657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70" name="Line 503">
            <a:extLst>
              <a:ext uri="{FF2B5EF4-FFF2-40B4-BE49-F238E27FC236}">
                <a16:creationId xmlns:a16="http://schemas.microsoft.com/office/drawing/2014/main" id="{11BE9F88-0151-C82D-392D-FB3CDAF72C0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78613" y="51419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71" name="Line 504">
            <a:extLst>
              <a:ext uri="{FF2B5EF4-FFF2-40B4-BE49-F238E27FC236}">
                <a16:creationId xmlns:a16="http://schemas.microsoft.com/office/drawing/2014/main" id="{4D8B375F-942A-A669-80F3-64C61BC05F1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78613" y="53165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72" name="Line 505">
            <a:extLst>
              <a:ext uri="{FF2B5EF4-FFF2-40B4-BE49-F238E27FC236}">
                <a16:creationId xmlns:a16="http://schemas.microsoft.com/office/drawing/2014/main" id="{CAAC602B-FF39-AB1F-B799-7A54197CB2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78613" y="54927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73" name="Line 506">
            <a:extLst>
              <a:ext uri="{FF2B5EF4-FFF2-40B4-BE49-F238E27FC236}">
                <a16:creationId xmlns:a16="http://schemas.microsoft.com/office/drawing/2014/main" id="{DCA5484F-ED0A-9C2A-4F5A-2B6FEF2446D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78613" y="56689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74" name="Line 507">
            <a:extLst>
              <a:ext uri="{FF2B5EF4-FFF2-40B4-BE49-F238E27FC236}">
                <a16:creationId xmlns:a16="http://schemas.microsoft.com/office/drawing/2014/main" id="{3C8A2853-C927-2D26-E94E-BCCC857BDBE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78613" y="58435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75" name="Rectangle 508">
            <a:extLst>
              <a:ext uri="{FF2B5EF4-FFF2-40B4-BE49-F238E27FC236}">
                <a16:creationId xmlns:a16="http://schemas.microsoft.com/office/drawing/2014/main" id="{0E16445E-24E2-AF74-6B8B-020A945E8A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4813" y="4922838"/>
            <a:ext cx="873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476" name="Rectangle 509">
            <a:extLst>
              <a:ext uri="{FF2B5EF4-FFF2-40B4-BE49-F238E27FC236}">
                <a16:creationId xmlns:a16="http://schemas.microsoft.com/office/drawing/2014/main" id="{24977739-A414-8D9C-91A2-903FC5BDB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0363" y="50990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477" name="Rectangle 510">
            <a:extLst>
              <a:ext uri="{FF2B5EF4-FFF2-40B4-BE49-F238E27FC236}">
                <a16:creationId xmlns:a16="http://schemas.microsoft.com/office/drawing/2014/main" id="{D455CD64-0426-CBEA-2152-56C5A3C7B1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0363" y="5275263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478" name="Rectangle 511">
            <a:extLst>
              <a:ext uri="{FF2B5EF4-FFF2-40B4-BE49-F238E27FC236}">
                <a16:creationId xmlns:a16="http://schemas.microsoft.com/office/drawing/2014/main" id="{6683E55F-6124-5139-1D72-E72BC31100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0363" y="5449888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479" name="Rectangle 512">
            <a:extLst>
              <a:ext uri="{FF2B5EF4-FFF2-40B4-BE49-F238E27FC236}">
                <a16:creationId xmlns:a16="http://schemas.microsoft.com/office/drawing/2014/main" id="{FEEAE749-5430-721E-1778-EA74C69AD8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0363" y="562610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480" name="Rectangle 513">
            <a:extLst>
              <a:ext uri="{FF2B5EF4-FFF2-40B4-BE49-F238E27FC236}">
                <a16:creationId xmlns:a16="http://schemas.microsoft.com/office/drawing/2014/main" id="{5848D07E-F75C-AF05-0538-98284F6776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0363" y="5802313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30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481" name="Line 514">
            <a:extLst>
              <a:ext uri="{FF2B5EF4-FFF2-40B4-BE49-F238E27FC236}">
                <a16:creationId xmlns:a16="http://schemas.microsoft.com/office/drawing/2014/main" id="{92CC0726-31D5-35F7-BE4A-CB36169E3A2C}"/>
              </a:ext>
            </a:extLst>
          </p:cNvPr>
          <p:cNvSpPr>
            <a:spLocks noChangeShapeType="1"/>
          </p:cNvSpPr>
          <p:nvPr/>
        </p:nvSpPr>
        <p:spPr bwMode="auto">
          <a:xfrm>
            <a:off x="6757988" y="59340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82" name="Line 515">
            <a:extLst>
              <a:ext uri="{FF2B5EF4-FFF2-40B4-BE49-F238E27FC236}">
                <a16:creationId xmlns:a16="http://schemas.microsoft.com/office/drawing/2014/main" id="{BB69032F-9B15-818B-C4F0-9D83C202517D}"/>
              </a:ext>
            </a:extLst>
          </p:cNvPr>
          <p:cNvSpPr>
            <a:spLocks noChangeShapeType="1"/>
          </p:cNvSpPr>
          <p:nvPr/>
        </p:nvSpPr>
        <p:spPr bwMode="auto">
          <a:xfrm>
            <a:off x="6757988" y="48037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83" name="Line 516">
            <a:extLst>
              <a:ext uri="{FF2B5EF4-FFF2-40B4-BE49-F238E27FC236}">
                <a16:creationId xmlns:a16="http://schemas.microsoft.com/office/drawing/2014/main" id="{7DD4BA78-AF1C-07BB-4967-DBC1F93F7DE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57988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84" name="Line 517">
            <a:extLst>
              <a:ext uri="{FF2B5EF4-FFF2-40B4-BE49-F238E27FC236}">
                <a16:creationId xmlns:a16="http://schemas.microsoft.com/office/drawing/2014/main" id="{DB6220B9-7802-C19C-162C-16A593C4A80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70700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590" name="Picture 518">
            <a:extLst>
              <a:ext uri="{FF2B5EF4-FFF2-40B4-BE49-F238E27FC236}">
                <a16:creationId xmlns:a16="http://schemas.microsoft.com/office/drawing/2014/main" id="{7A3882BC-13D7-2082-02A7-E4FDFCACC5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7988" y="4803775"/>
            <a:ext cx="112713" cy="113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5" name="Line 519">
            <a:extLst>
              <a:ext uri="{FF2B5EF4-FFF2-40B4-BE49-F238E27FC236}">
                <a16:creationId xmlns:a16="http://schemas.microsoft.com/office/drawing/2014/main" id="{275AAA29-92B6-D596-795D-A3069872A26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70700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86" name="Line 520">
            <a:extLst>
              <a:ext uri="{FF2B5EF4-FFF2-40B4-BE49-F238E27FC236}">
                <a16:creationId xmlns:a16="http://schemas.microsoft.com/office/drawing/2014/main" id="{75F58001-9B48-E532-4DD3-2CD9540DC2C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59588" y="57451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87" name="Line 521">
            <a:extLst>
              <a:ext uri="{FF2B5EF4-FFF2-40B4-BE49-F238E27FC236}">
                <a16:creationId xmlns:a16="http://schemas.microsoft.com/office/drawing/2014/main" id="{F4D6323C-A6F3-F4EC-E38D-762434A77C9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59588" y="55340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88" name="Line 522">
            <a:extLst>
              <a:ext uri="{FF2B5EF4-FFF2-40B4-BE49-F238E27FC236}">
                <a16:creationId xmlns:a16="http://schemas.microsoft.com/office/drawing/2014/main" id="{602B1A4C-4EA5-57C0-DC1A-C679F9EA386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59588" y="53228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89" name="Line 523">
            <a:extLst>
              <a:ext uri="{FF2B5EF4-FFF2-40B4-BE49-F238E27FC236}">
                <a16:creationId xmlns:a16="http://schemas.microsoft.com/office/drawing/2014/main" id="{B61B3AC9-5627-D1BA-74F1-AFC0FD02FBF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59588" y="51117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90" name="Line 524">
            <a:extLst>
              <a:ext uri="{FF2B5EF4-FFF2-40B4-BE49-F238E27FC236}">
                <a16:creationId xmlns:a16="http://schemas.microsoft.com/office/drawing/2014/main" id="{361646AE-D681-B3C2-23B2-D710412F9B6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59588" y="48990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91" name="Rectangle 525">
            <a:extLst>
              <a:ext uri="{FF2B5EF4-FFF2-40B4-BE49-F238E27FC236}">
                <a16:creationId xmlns:a16="http://schemas.microsoft.com/office/drawing/2014/main" id="{9B0AED17-85EA-DB02-D394-6DC3D690D2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2450" y="5708650"/>
            <a:ext cx="1381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-40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492" name="Rectangle 526">
            <a:extLst>
              <a:ext uri="{FF2B5EF4-FFF2-40B4-BE49-F238E27FC236}">
                <a16:creationId xmlns:a16="http://schemas.microsoft.com/office/drawing/2014/main" id="{FAA76EB9-E9BB-7587-F93D-EF71D9D30C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2450" y="5494338"/>
            <a:ext cx="1381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-20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493" name="Rectangle 527">
            <a:extLst>
              <a:ext uri="{FF2B5EF4-FFF2-40B4-BE49-F238E27FC236}">
                <a16:creationId xmlns:a16="http://schemas.microsoft.com/office/drawing/2014/main" id="{AF49339E-335C-64A3-C65A-8E7BBEBAAA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2450" y="5281613"/>
            <a:ext cx="746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494" name="Rectangle 528">
            <a:extLst>
              <a:ext uri="{FF2B5EF4-FFF2-40B4-BE49-F238E27FC236}">
                <a16:creationId xmlns:a16="http://schemas.microsoft.com/office/drawing/2014/main" id="{FE50FAF0-DE4C-89D5-4BA7-C2077A9E94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2450" y="5073650"/>
            <a:ext cx="1127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495" name="Rectangle 529">
            <a:extLst>
              <a:ext uri="{FF2B5EF4-FFF2-40B4-BE49-F238E27FC236}">
                <a16:creationId xmlns:a16="http://schemas.microsoft.com/office/drawing/2014/main" id="{6B4A18AE-AC87-05A8-1A9C-A8B1545B9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2450" y="4860925"/>
            <a:ext cx="1127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496" name="Line 530">
            <a:extLst>
              <a:ext uri="{FF2B5EF4-FFF2-40B4-BE49-F238E27FC236}">
                <a16:creationId xmlns:a16="http://schemas.microsoft.com/office/drawing/2014/main" id="{89B04D3B-5DBA-550B-8829-82B02E60A13E}"/>
              </a:ext>
            </a:extLst>
          </p:cNvPr>
          <p:cNvSpPr>
            <a:spLocks noChangeShapeType="1"/>
          </p:cNvSpPr>
          <p:nvPr/>
        </p:nvSpPr>
        <p:spPr bwMode="auto">
          <a:xfrm>
            <a:off x="6757988" y="48037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97" name="Line 531">
            <a:extLst>
              <a:ext uri="{FF2B5EF4-FFF2-40B4-BE49-F238E27FC236}">
                <a16:creationId xmlns:a16="http://schemas.microsoft.com/office/drawing/2014/main" id="{195B057D-C2F5-1DAE-7557-2BB7333398C3}"/>
              </a:ext>
            </a:extLst>
          </p:cNvPr>
          <p:cNvSpPr>
            <a:spLocks noChangeShapeType="1"/>
          </p:cNvSpPr>
          <p:nvPr/>
        </p:nvSpPr>
        <p:spPr bwMode="auto">
          <a:xfrm>
            <a:off x="6757988" y="59340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99" name="Line 532">
            <a:extLst>
              <a:ext uri="{FF2B5EF4-FFF2-40B4-BE49-F238E27FC236}">
                <a16:creationId xmlns:a16="http://schemas.microsoft.com/office/drawing/2014/main" id="{14B96F0E-6B40-984D-75B7-03A66D3079C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57988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00" name="Line 533">
            <a:extLst>
              <a:ext uri="{FF2B5EF4-FFF2-40B4-BE49-F238E27FC236}">
                <a16:creationId xmlns:a16="http://schemas.microsoft.com/office/drawing/2014/main" id="{B0F8EFAA-C36B-13DD-CBFD-0967CFC9CF7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70700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01" name="Rectangle 534">
            <a:extLst>
              <a:ext uri="{FF2B5EF4-FFF2-40B4-BE49-F238E27FC236}">
                <a16:creationId xmlns:a16="http://schemas.microsoft.com/office/drawing/2014/main" id="{9BEA43A6-2C55-12F4-CEF6-8BE92B25A4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4750" y="4806950"/>
            <a:ext cx="1122363" cy="11255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02" name="Rectangle 535">
            <a:extLst>
              <a:ext uri="{FF2B5EF4-FFF2-40B4-BE49-F238E27FC236}">
                <a16:creationId xmlns:a16="http://schemas.microsoft.com/office/drawing/2014/main" id="{A64C258F-353B-2C4A-4728-5D141B066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2075" y="4679950"/>
            <a:ext cx="866775" cy="13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whitened (pad  2)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608" name="Picture 536">
            <a:extLst>
              <a:ext uri="{FF2B5EF4-FFF2-40B4-BE49-F238E27FC236}">
                <a16:creationId xmlns:a16="http://schemas.microsoft.com/office/drawing/2014/main" id="{7F94E0BC-9AB1-D809-90A9-7B107C24E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750" y="4810125"/>
            <a:ext cx="1122363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03" name="Line 537">
            <a:extLst>
              <a:ext uri="{FF2B5EF4-FFF2-40B4-BE49-F238E27FC236}">
                <a16:creationId xmlns:a16="http://schemas.microsoft.com/office/drawing/2014/main" id="{0E72BEE4-9ECB-4021-4FD3-B9081D96AF38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4750" y="5932488"/>
            <a:ext cx="112236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04" name="Line 538">
            <a:extLst>
              <a:ext uri="{FF2B5EF4-FFF2-40B4-BE49-F238E27FC236}">
                <a16:creationId xmlns:a16="http://schemas.microsoft.com/office/drawing/2014/main" id="{3390FD6B-D0D1-CB32-E381-D43DECEC327B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4750" y="4806950"/>
            <a:ext cx="112236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05" name="Line 539">
            <a:extLst>
              <a:ext uri="{FF2B5EF4-FFF2-40B4-BE49-F238E27FC236}">
                <a16:creationId xmlns:a16="http://schemas.microsoft.com/office/drawing/2014/main" id="{54888767-2D48-2523-393F-BF6F27AFDE6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58125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06" name="Line 540">
            <a:extLst>
              <a:ext uri="{FF2B5EF4-FFF2-40B4-BE49-F238E27FC236}">
                <a16:creationId xmlns:a16="http://schemas.microsoft.com/office/drawing/2014/main" id="{E0597C9A-B1AB-C0CB-6EC4-CCA1CBAA65D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08963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07" name="Line 541">
            <a:extLst>
              <a:ext uri="{FF2B5EF4-FFF2-40B4-BE49-F238E27FC236}">
                <a16:creationId xmlns:a16="http://schemas.microsoft.com/office/drawing/2014/main" id="{26755A5A-EE7A-B5B6-1119-AD0692A66CD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59800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08" name="Line 542">
            <a:extLst>
              <a:ext uri="{FF2B5EF4-FFF2-40B4-BE49-F238E27FC236}">
                <a16:creationId xmlns:a16="http://schemas.microsoft.com/office/drawing/2014/main" id="{28005C85-79EC-442C-2A2C-0D3A6CCDBB98}"/>
              </a:ext>
            </a:extLst>
          </p:cNvPr>
          <p:cNvSpPr>
            <a:spLocks noChangeShapeType="1"/>
          </p:cNvSpPr>
          <p:nvPr/>
        </p:nvSpPr>
        <p:spPr bwMode="auto">
          <a:xfrm>
            <a:off x="7858125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09" name="Line 543">
            <a:extLst>
              <a:ext uri="{FF2B5EF4-FFF2-40B4-BE49-F238E27FC236}">
                <a16:creationId xmlns:a16="http://schemas.microsoft.com/office/drawing/2014/main" id="{C55C3377-8E03-516D-AB96-2CABAA699CE6}"/>
              </a:ext>
            </a:extLst>
          </p:cNvPr>
          <p:cNvSpPr>
            <a:spLocks noChangeShapeType="1"/>
          </p:cNvSpPr>
          <p:nvPr/>
        </p:nvSpPr>
        <p:spPr bwMode="auto">
          <a:xfrm>
            <a:off x="8208963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10" name="Line 544">
            <a:extLst>
              <a:ext uri="{FF2B5EF4-FFF2-40B4-BE49-F238E27FC236}">
                <a16:creationId xmlns:a16="http://schemas.microsoft.com/office/drawing/2014/main" id="{417EA87A-431B-E7AA-0FB7-64D4D056C9D4}"/>
              </a:ext>
            </a:extLst>
          </p:cNvPr>
          <p:cNvSpPr>
            <a:spLocks noChangeShapeType="1"/>
          </p:cNvSpPr>
          <p:nvPr/>
        </p:nvSpPr>
        <p:spPr bwMode="auto">
          <a:xfrm>
            <a:off x="8559800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11" name="Rectangle 545">
            <a:extLst>
              <a:ext uri="{FF2B5EF4-FFF2-40B4-BE49-F238E27FC236}">
                <a16:creationId xmlns:a16="http://schemas.microsoft.com/office/drawing/2014/main" id="{D583E77A-D3A6-23E9-955F-A54C6D3BC0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2088" y="59785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12" name="Rectangle 546">
            <a:extLst>
              <a:ext uri="{FF2B5EF4-FFF2-40B4-BE49-F238E27FC236}">
                <a16:creationId xmlns:a16="http://schemas.microsoft.com/office/drawing/2014/main" id="{FBEEA4A4-8749-BC3F-1C15-3B5B391AF5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4513" y="59785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13" name="Rectangle 547">
            <a:extLst>
              <a:ext uri="{FF2B5EF4-FFF2-40B4-BE49-F238E27FC236}">
                <a16:creationId xmlns:a16="http://schemas.microsoft.com/office/drawing/2014/main" id="{F4EF1244-D195-EF3C-6AC5-58FDB7E335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15350" y="59785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30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14" name="Line 548">
            <a:extLst>
              <a:ext uri="{FF2B5EF4-FFF2-40B4-BE49-F238E27FC236}">
                <a16:creationId xmlns:a16="http://schemas.microsoft.com/office/drawing/2014/main" id="{3CE35B4E-C924-6700-EB73-C7A569CA9E97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4750" y="4806950"/>
            <a:ext cx="0" cy="1125538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15" name="Line 549">
            <a:extLst>
              <a:ext uri="{FF2B5EF4-FFF2-40B4-BE49-F238E27FC236}">
                <a16:creationId xmlns:a16="http://schemas.microsoft.com/office/drawing/2014/main" id="{93F525FA-E918-1747-0032-5F5E1B92EB3E}"/>
              </a:ext>
            </a:extLst>
          </p:cNvPr>
          <p:cNvSpPr>
            <a:spLocks noChangeShapeType="1"/>
          </p:cNvSpPr>
          <p:nvPr/>
        </p:nvSpPr>
        <p:spPr bwMode="auto">
          <a:xfrm>
            <a:off x="8647113" y="4806950"/>
            <a:ext cx="0" cy="1125538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16" name="Line 550">
            <a:extLst>
              <a:ext uri="{FF2B5EF4-FFF2-40B4-BE49-F238E27FC236}">
                <a16:creationId xmlns:a16="http://schemas.microsoft.com/office/drawing/2014/main" id="{0DA0F7C4-7208-D6A5-8915-ED381CA81CB1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4750" y="49657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17" name="Line 551">
            <a:extLst>
              <a:ext uri="{FF2B5EF4-FFF2-40B4-BE49-F238E27FC236}">
                <a16:creationId xmlns:a16="http://schemas.microsoft.com/office/drawing/2014/main" id="{41A08559-4F69-5718-C7EB-D39D256B9ADB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4750" y="51419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18" name="Line 552">
            <a:extLst>
              <a:ext uri="{FF2B5EF4-FFF2-40B4-BE49-F238E27FC236}">
                <a16:creationId xmlns:a16="http://schemas.microsoft.com/office/drawing/2014/main" id="{E5DA3251-DBE0-9A8C-52B7-EF1DE664DAA3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4750" y="53165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19" name="Line 553">
            <a:extLst>
              <a:ext uri="{FF2B5EF4-FFF2-40B4-BE49-F238E27FC236}">
                <a16:creationId xmlns:a16="http://schemas.microsoft.com/office/drawing/2014/main" id="{D71F76F1-1899-139A-01BE-7DE660CD6604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4750" y="54927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84" name="Line 554">
            <a:extLst>
              <a:ext uri="{FF2B5EF4-FFF2-40B4-BE49-F238E27FC236}">
                <a16:creationId xmlns:a16="http://schemas.microsoft.com/office/drawing/2014/main" id="{59640134-A952-2F7D-1FEA-2AF53F8AEC0A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4750" y="56689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85" name="Line 555">
            <a:extLst>
              <a:ext uri="{FF2B5EF4-FFF2-40B4-BE49-F238E27FC236}">
                <a16:creationId xmlns:a16="http://schemas.microsoft.com/office/drawing/2014/main" id="{87037F43-48D7-B6DC-F5C2-EA0932AA16AB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4750" y="58435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86" name="Line 556">
            <a:extLst>
              <a:ext uri="{FF2B5EF4-FFF2-40B4-BE49-F238E27FC236}">
                <a16:creationId xmlns:a16="http://schemas.microsoft.com/office/drawing/2014/main" id="{780DE907-EF59-9129-FEDA-E5C0B759685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636000" y="49657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87" name="Line 557">
            <a:extLst>
              <a:ext uri="{FF2B5EF4-FFF2-40B4-BE49-F238E27FC236}">
                <a16:creationId xmlns:a16="http://schemas.microsoft.com/office/drawing/2014/main" id="{C94DB4F2-A951-471E-0363-9FC4277869F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636000" y="51419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88" name="Line 558">
            <a:extLst>
              <a:ext uri="{FF2B5EF4-FFF2-40B4-BE49-F238E27FC236}">
                <a16:creationId xmlns:a16="http://schemas.microsoft.com/office/drawing/2014/main" id="{8994C5D3-9539-6EA4-761D-1F335DDF489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636000" y="53165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89" name="Line 559">
            <a:extLst>
              <a:ext uri="{FF2B5EF4-FFF2-40B4-BE49-F238E27FC236}">
                <a16:creationId xmlns:a16="http://schemas.microsoft.com/office/drawing/2014/main" id="{08F0BB30-80C4-F0B5-E3BC-C57F03D4219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636000" y="54927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91" name="Line 560">
            <a:extLst>
              <a:ext uri="{FF2B5EF4-FFF2-40B4-BE49-F238E27FC236}">
                <a16:creationId xmlns:a16="http://schemas.microsoft.com/office/drawing/2014/main" id="{FAD0F2FE-7C24-12B5-CE4F-53425BB2FA4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636000" y="56689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92" name="Line 561">
            <a:extLst>
              <a:ext uri="{FF2B5EF4-FFF2-40B4-BE49-F238E27FC236}">
                <a16:creationId xmlns:a16="http://schemas.microsoft.com/office/drawing/2014/main" id="{BE8F13B1-05B0-FD25-15AD-3508CE80E8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636000" y="58435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93" name="Rectangle 562">
            <a:extLst>
              <a:ext uri="{FF2B5EF4-FFF2-40B4-BE49-F238E27FC236}">
                <a16:creationId xmlns:a16="http://schemas.microsoft.com/office/drawing/2014/main" id="{D7BD41CA-BFF9-077F-B46D-173C558EE5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2200" y="4922838"/>
            <a:ext cx="873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94" name="Rectangle 563">
            <a:extLst>
              <a:ext uri="{FF2B5EF4-FFF2-40B4-BE49-F238E27FC236}">
                <a16:creationId xmlns:a16="http://schemas.microsoft.com/office/drawing/2014/main" id="{1524D597-D9C6-0A3F-8840-5642F1B1B6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9338" y="50990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95" name="Rectangle 564">
            <a:extLst>
              <a:ext uri="{FF2B5EF4-FFF2-40B4-BE49-F238E27FC236}">
                <a16:creationId xmlns:a16="http://schemas.microsoft.com/office/drawing/2014/main" id="{3B814657-3E03-6F91-46C1-CFB50F545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9338" y="5275263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96" name="Rectangle 565">
            <a:extLst>
              <a:ext uri="{FF2B5EF4-FFF2-40B4-BE49-F238E27FC236}">
                <a16:creationId xmlns:a16="http://schemas.microsoft.com/office/drawing/2014/main" id="{F1F30D4B-F27D-1692-B691-12BB256155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9338" y="5449888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97" name="Rectangle 566">
            <a:extLst>
              <a:ext uri="{FF2B5EF4-FFF2-40B4-BE49-F238E27FC236}">
                <a16:creationId xmlns:a16="http://schemas.microsoft.com/office/drawing/2014/main" id="{B356DAAE-027D-4308-5C57-FD4332D8B8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9338" y="562610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98" name="Rectangle 567">
            <a:extLst>
              <a:ext uri="{FF2B5EF4-FFF2-40B4-BE49-F238E27FC236}">
                <a16:creationId xmlns:a16="http://schemas.microsoft.com/office/drawing/2014/main" id="{00547D88-832D-30A1-A9C2-20DF53D2F1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9338" y="5802313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30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99" name="Line 568">
            <a:extLst>
              <a:ext uri="{FF2B5EF4-FFF2-40B4-BE49-F238E27FC236}">
                <a16:creationId xmlns:a16="http://schemas.microsoft.com/office/drawing/2014/main" id="{C8BE4062-0A6B-D7A9-C4E5-195D39A93F3F}"/>
              </a:ext>
            </a:extLst>
          </p:cNvPr>
          <p:cNvSpPr>
            <a:spLocks noChangeShapeType="1"/>
          </p:cNvSpPr>
          <p:nvPr/>
        </p:nvSpPr>
        <p:spPr bwMode="auto">
          <a:xfrm>
            <a:off x="8716963" y="59340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00" name="Line 569">
            <a:extLst>
              <a:ext uri="{FF2B5EF4-FFF2-40B4-BE49-F238E27FC236}">
                <a16:creationId xmlns:a16="http://schemas.microsoft.com/office/drawing/2014/main" id="{5F3B7EBC-DACE-35F4-33A3-90A06AE02253}"/>
              </a:ext>
            </a:extLst>
          </p:cNvPr>
          <p:cNvSpPr>
            <a:spLocks noChangeShapeType="1"/>
          </p:cNvSpPr>
          <p:nvPr/>
        </p:nvSpPr>
        <p:spPr bwMode="auto">
          <a:xfrm>
            <a:off x="8716963" y="48037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01" name="Line 570">
            <a:extLst>
              <a:ext uri="{FF2B5EF4-FFF2-40B4-BE49-F238E27FC236}">
                <a16:creationId xmlns:a16="http://schemas.microsoft.com/office/drawing/2014/main" id="{C4CD6352-A4AF-2D5D-837E-3575F2ABB8E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716963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02" name="Line 571">
            <a:extLst>
              <a:ext uri="{FF2B5EF4-FFF2-40B4-BE49-F238E27FC236}">
                <a16:creationId xmlns:a16="http://schemas.microsoft.com/office/drawing/2014/main" id="{B6343CB0-E70C-9D4E-3572-5E7D26D676A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29675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644" name="Picture 572">
            <a:extLst>
              <a:ext uri="{FF2B5EF4-FFF2-40B4-BE49-F238E27FC236}">
                <a16:creationId xmlns:a16="http://schemas.microsoft.com/office/drawing/2014/main" id="{A203BEF4-4679-FFB2-CBA9-0C771B918A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6963" y="4803775"/>
            <a:ext cx="112713" cy="113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03" name="Line 573">
            <a:extLst>
              <a:ext uri="{FF2B5EF4-FFF2-40B4-BE49-F238E27FC236}">
                <a16:creationId xmlns:a16="http://schemas.microsoft.com/office/drawing/2014/main" id="{264552C3-0708-C0B6-233D-E7DA666509B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29675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04" name="Line 574">
            <a:extLst>
              <a:ext uri="{FF2B5EF4-FFF2-40B4-BE49-F238E27FC236}">
                <a16:creationId xmlns:a16="http://schemas.microsoft.com/office/drawing/2014/main" id="{3A4547B5-F394-841B-6A19-1D42C884304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818563" y="57451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05" name="Line 575">
            <a:extLst>
              <a:ext uri="{FF2B5EF4-FFF2-40B4-BE49-F238E27FC236}">
                <a16:creationId xmlns:a16="http://schemas.microsoft.com/office/drawing/2014/main" id="{3C65A2E2-8682-7983-9DE6-896C4859E21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818563" y="55340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06" name="Line 576">
            <a:extLst>
              <a:ext uri="{FF2B5EF4-FFF2-40B4-BE49-F238E27FC236}">
                <a16:creationId xmlns:a16="http://schemas.microsoft.com/office/drawing/2014/main" id="{48D62B42-9869-D555-6180-75B59A1FACB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818563" y="53228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07" name="Line 577">
            <a:extLst>
              <a:ext uri="{FF2B5EF4-FFF2-40B4-BE49-F238E27FC236}">
                <a16:creationId xmlns:a16="http://schemas.microsoft.com/office/drawing/2014/main" id="{A6BC95FD-B289-CEFD-E12D-BBCFFB31100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818563" y="51117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09" name="Line 578">
            <a:extLst>
              <a:ext uri="{FF2B5EF4-FFF2-40B4-BE49-F238E27FC236}">
                <a16:creationId xmlns:a16="http://schemas.microsoft.com/office/drawing/2014/main" id="{DABA21E6-C0BD-56F1-D64A-2B2559D487D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818563" y="48990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10" name="Rectangle 579">
            <a:extLst>
              <a:ext uri="{FF2B5EF4-FFF2-40B4-BE49-F238E27FC236}">
                <a16:creationId xmlns:a16="http://schemas.microsoft.com/office/drawing/2014/main" id="{C7444EA6-CACA-435B-CD5C-43B0EF1814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1425" y="5708650"/>
            <a:ext cx="1381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-40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11" name="Rectangle 580">
            <a:extLst>
              <a:ext uri="{FF2B5EF4-FFF2-40B4-BE49-F238E27FC236}">
                <a16:creationId xmlns:a16="http://schemas.microsoft.com/office/drawing/2014/main" id="{8EB21091-2D31-21E5-0CBA-99E609A886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1425" y="5494338"/>
            <a:ext cx="1381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-20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12" name="Rectangle 581">
            <a:extLst>
              <a:ext uri="{FF2B5EF4-FFF2-40B4-BE49-F238E27FC236}">
                <a16:creationId xmlns:a16="http://schemas.microsoft.com/office/drawing/2014/main" id="{AA3844CF-BCEE-0995-7ECD-0F183DF21F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1425" y="5281613"/>
            <a:ext cx="746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13" name="Rectangle 582">
            <a:extLst>
              <a:ext uri="{FF2B5EF4-FFF2-40B4-BE49-F238E27FC236}">
                <a16:creationId xmlns:a16="http://schemas.microsoft.com/office/drawing/2014/main" id="{10866C89-46D3-D086-DCE8-6FC0366F52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1425" y="5073650"/>
            <a:ext cx="1127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14" name="Rectangle 583">
            <a:extLst>
              <a:ext uri="{FF2B5EF4-FFF2-40B4-BE49-F238E27FC236}">
                <a16:creationId xmlns:a16="http://schemas.microsoft.com/office/drawing/2014/main" id="{B9781E3E-5AC1-9941-50E4-64D26ABEA2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1425" y="4860925"/>
            <a:ext cx="1127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15" name="Line 584">
            <a:extLst>
              <a:ext uri="{FF2B5EF4-FFF2-40B4-BE49-F238E27FC236}">
                <a16:creationId xmlns:a16="http://schemas.microsoft.com/office/drawing/2014/main" id="{F5814634-13E4-B771-BCB4-F60B753235EB}"/>
              </a:ext>
            </a:extLst>
          </p:cNvPr>
          <p:cNvSpPr>
            <a:spLocks noChangeShapeType="1"/>
          </p:cNvSpPr>
          <p:nvPr/>
        </p:nvSpPr>
        <p:spPr bwMode="auto">
          <a:xfrm>
            <a:off x="8716963" y="48037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16" name="Line 585">
            <a:extLst>
              <a:ext uri="{FF2B5EF4-FFF2-40B4-BE49-F238E27FC236}">
                <a16:creationId xmlns:a16="http://schemas.microsoft.com/office/drawing/2014/main" id="{559994CF-0479-1AE2-F5B4-9C46F1A88C88}"/>
              </a:ext>
            </a:extLst>
          </p:cNvPr>
          <p:cNvSpPr>
            <a:spLocks noChangeShapeType="1"/>
          </p:cNvSpPr>
          <p:nvPr/>
        </p:nvSpPr>
        <p:spPr bwMode="auto">
          <a:xfrm>
            <a:off x="8716963" y="59340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17" name="Line 586">
            <a:extLst>
              <a:ext uri="{FF2B5EF4-FFF2-40B4-BE49-F238E27FC236}">
                <a16:creationId xmlns:a16="http://schemas.microsoft.com/office/drawing/2014/main" id="{992B423A-8BAE-0280-E7AF-A8FA0B4E7B1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716963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18" name="Line 587">
            <a:extLst>
              <a:ext uri="{FF2B5EF4-FFF2-40B4-BE49-F238E27FC236}">
                <a16:creationId xmlns:a16="http://schemas.microsoft.com/office/drawing/2014/main" id="{0C2EE4BB-C6C0-1BA1-3F0D-82752425514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29675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19" name="Rectangle 588">
            <a:extLst>
              <a:ext uri="{FF2B5EF4-FFF2-40B4-BE49-F238E27FC236}">
                <a16:creationId xmlns:a16="http://schemas.microsoft.com/office/drawing/2014/main" id="{1DA3DA6E-D4EB-B24A-7171-203661F23D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88488" y="4806950"/>
            <a:ext cx="1123950" cy="11255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20" name="Rectangle 589">
            <a:extLst>
              <a:ext uri="{FF2B5EF4-FFF2-40B4-BE49-F238E27FC236}">
                <a16:creationId xmlns:a16="http://schemas.microsoft.com/office/drawing/2014/main" id="{4E0A2187-74CB-4B07-A16C-EC45DC64F2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53613" y="4679950"/>
            <a:ext cx="488950" cy="13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binarized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621" name="Picture 590">
            <a:extLst>
              <a:ext uri="{FF2B5EF4-FFF2-40B4-BE49-F238E27FC236}">
                <a16:creationId xmlns:a16="http://schemas.microsoft.com/office/drawing/2014/main" id="{6D301C40-0731-52CB-D9D3-EFCA1C2E73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8488" y="4810125"/>
            <a:ext cx="1123950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22" name="Line 591">
            <a:extLst>
              <a:ext uri="{FF2B5EF4-FFF2-40B4-BE49-F238E27FC236}">
                <a16:creationId xmlns:a16="http://schemas.microsoft.com/office/drawing/2014/main" id="{A6A4D3D8-F4E1-BE44-0C6C-EA137920D2E2}"/>
              </a:ext>
            </a:extLst>
          </p:cNvPr>
          <p:cNvSpPr>
            <a:spLocks noChangeShapeType="1"/>
          </p:cNvSpPr>
          <p:nvPr/>
        </p:nvSpPr>
        <p:spPr bwMode="auto">
          <a:xfrm>
            <a:off x="9488488" y="5932488"/>
            <a:ext cx="1123950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23" name="Line 592">
            <a:extLst>
              <a:ext uri="{FF2B5EF4-FFF2-40B4-BE49-F238E27FC236}">
                <a16:creationId xmlns:a16="http://schemas.microsoft.com/office/drawing/2014/main" id="{2DC0014B-17AF-5822-517C-C631C12D5B09}"/>
              </a:ext>
            </a:extLst>
          </p:cNvPr>
          <p:cNvSpPr>
            <a:spLocks noChangeShapeType="1"/>
          </p:cNvSpPr>
          <p:nvPr/>
        </p:nvSpPr>
        <p:spPr bwMode="auto">
          <a:xfrm>
            <a:off x="9488488" y="4806950"/>
            <a:ext cx="1123950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24" name="Line 593">
            <a:extLst>
              <a:ext uri="{FF2B5EF4-FFF2-40B4-BE49-F238E27FC236}">
                <a16:creationId xmlns:a16="http://schemas.microsoft.com/office/drawing/2014/main" id="{8B7D71D1-E06B-140A-E63F-6D18B23F095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823450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25" name="Line 594">
            <a:extLst>
              <a:ext uri="{FF2B5EF4-FFF2-40B4-BE49-F238E27FC236}">
                <a16:creationId xmlns:a16="http://schemas.microsoft.com/office/drawing/2014/main" id="{C23C4770-6818-E96F-BAEA-4E8ED9AA91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174288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26" name="Line 595">
            <a:extLst>
              <a:ext uri="{FF2B5EF4-FFF2-40B4-BE49-F238E27FC236}">
                <a16:creationId xmlns:a16="http://schemas.microsoft.com/office/drawing/2014/main" id="{E4FBABFC-ABD4-673B-A5AE-EE346E831E3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525125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27" name="Line 596">
            <a:extLst>
              <a:ext uri="{FF2B5EF4-FFF2-40B4-BE49-F238E27FC236}">
                <a16:creationId xmlns:a16="http://schemas.microsoft.com/office/drawing/2014/main" id="{387111ED-19E3-24AF-8ECA-C0379666C768}"/>
              </a:ext>
            </a:extLst>
          </p:cNvPr>
          <p:cNvSpPr>
            <a:spLocks noChangeShapeType="1"/>
          </p:cNvSpPr>
          <p:nvPr/>
        </p:nvSpPr>
        <p:spPr bwMode="auto">
          <a:xfrm>
            <a:off x="9823450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28" name="Line 597">
            <a:extLst>
              <a:ext uri="{FF2B5EF4-FFF2-40B4-BE49-F238E27FC236}">
                <a16:creationId xmlns:a16="http://schemas.microsoft.com/office/drawing/2014/main" id="{F43FCD6C-2AE7-1905-323C-03059F761418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74288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29" name="Line 598">
            <a:extLst>
              <a:ext uri="{FF2B5EF4-FFF2-40B4-BE49-F238E27FC236}">
                <a16:creationId xmlns:a16="http://schemas.microsoft.com/office/drawing/2014/main" id="{E38FBFB5-A83F-A0C7-0306-FFE37B2C1BD4}"/>
              </a:ext>
            </a:extLst>
          </p:cNvPr>
          <p:cNvSpPr>
            <a:spLocks noChangeShapeType="1"/>
          </p:cNvSpPr>
          <p:nvPr/>
        </p:nvSpPr>
        <p:spPr bwMode="auto">
          <a:xfrm>
            <a:off x="10525125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30" name="Rectangle 599">
            <a:extLst>
              <a:ext uri="{FF2B5EF4-FFF2-40B4-BE49-F238E27FC236}">
                <a16:creationId xmlns:a16="http://schemas.microsoft.com/office/drawing/2014/main" id="{22A3C8F9-A4F9-BBCF-8544-41E877A1EE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77413" y="59785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31" name="Rectangle 600">
            <a:extLst>
              <a:ext uri="{FF2B5EF4-FFF2-40B4-BE49-F238E27FC236}">
                <a16:creationId xmlns:a16="http://schemas.microsoft.com/office/drawing/2014/main" id="{B069203A-AC9F-5C44-8467-E8753EC5E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9838" y="59785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32" name="Rectangle 601">
            <a:extLst>
              <a:ext uri="{FF2B5EF4-FFF2-40B4-BE49-F238E27FC236}">
                <a16:creationId xmlns:a16="http://schemas.microsoft.com/office/drawing/2014/main" id="{F198DE8C-0C1E-DB88-7564-59ACE6928F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80675" y="59785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30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33" name="Line 602">
            <a:extLst>
              <a:ext uri="{FF2B5EF4-FFF2-40B4-BE49-F238E27FC236}">
                <a16:creationId xmlns:a16="http://schemas.microsoft.com/office/drawing/2014/main" id="{3033F92F-F904-25C7-3388-57001B68F2F2}"/>
              </a:ext>
            </a:extLst>
          </p:cNvPr>
          <p:cNvSpPr>
            <a:spLocks noChangeShapeType="1"/>
          </p:cNvSpPr>
          <p:nvPr/>
        </p:nvSpPr>
        <p:spPr bwMode="auto">
          <a:xfrm>
            <a:off x="9488488" y="4806950"/>
            <a:ext cx="0" cy="1125538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34" name="Line 603">
            <a:extLst>
              <a:ext uri="{FF2B5EF4-FFF2-40B4-BE49-F238E27FC236}">
                <a16:creationId xmlns:a16="http://schemas.microsoft.com/office/drawing/2014/main" id="{D1D5981A-32FD-703B-4223-2C5044B9E2F3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12438" y="4806950"/>
            <a:ext cx="0" cy="1125538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35" name="Line 604">
            <a:extLst>
              <a:ext uri="{FF2B5EF4-FFF2-40B4-BE49-F238E27FC236}">
                <a16:creationId xmlns:a16="http://schemas.microsoft.com/office/drawing/2014/main" id="{384AF6C5-DF36-0848-EE1A-EFCE025036AA}"/>
              </a:ext>
            </a:extLst>
          </p:cNvPr>
          <p:cNvSpPr>
            <a:spLocks noChangeShapeType="1"/>
          </p:cNvSpPr>
          <p:nvPr/>
        </p:nvSpPr>
        <p:spPr bwMode="auto">
          <a:xfrm>
            <a:off x="9488488" y="49657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36" name="Line 605">
            <a:extLst>
              <a:ext uri="{FF2B5EF4-FFF2-40B4-BE49-F238E27FC236}">
                <a16:creationId xmlns:a16="http://schemas.microsoft.com/office/drawing/2014/main" id="{3B603E5A-92A4-9B7E-C223-88AC29DFDCB8}"/>
              </a:ext>
            </a:extLst>
          </p:cNvPr>
          <p:cNvSpPr>
            <a:spLocks noChangeShapeType="1"/>
          </p:cNvSpPr>
          <p:nvPr/>
        </p:nvSpPr>
        <p:spPr bwMode="auto">
          <a:xfrm>
            <a:off x="9488488" y="51419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37" name="Line 606">
            <a:extLst>
              <a:ext uri="{FF2B5EF4-FFF2-40B4-BE49-F238E27FC236}">
                <a16:creationId xmlns:a16="http://schemas.microsoft.com/office/drawing/2014/main" id="{7A52E4FC-F288-491C-CD53-680D63DACCAF}"/>
              </a:ext>
            </a:extLst>
          </p:cNvPr>
          <p:cNvSpPr>
            <a:spLocks noChangeShapeType="1"/>
          </p:cNvSpPr>
          <p:nvPr/>
        </p:nvSpPr>
        <p:spPr bwMode="auto">
          <a:xfrm>
            <a:off x="9488488" y="53165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Line 608">
            <a:extLst>
              <a:ext uri="{FF2B5EF4-FFF2-40B4-BE49-F238E27FC236}">
                <a16:creationId xmlns:a16="http://schemas.microsoft.com/office/drawing/2014/main" id="{E106F297-E86B-E187-C56B-FFE70EE8A845}"/>
              </a:ext>
            </a:extLst>
          </p:cNvPr>
          <p:cNvSpPr>
            <a:spLocks noChangeShapeType="1"/>
          </p:cNvSpPr>
          <p:nvPr/>
        </p:nvSpPr>
        <p:spPr bwMode="auto">
          <a:xfrm>
            <a:off x="9488488" y="54927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Line 609">
            <a:extLst>
              <a:ext uri="{FF2B5EF4-FFF2-40B4-BE49-F238E27FC236}">
                <a16:creationId xmlns:a16="http://schemas.microsoft.com/office/drawing/2014/main" id="{66DAA332-A59E-7597-FEA8-B25DF1CCE619}"/>
              </a:ext>
            </a:extLst>
          </p:cNvPr>
          <p:cNvSpPr>
            <a:spLocks noChangeShapeType="1"/>
          </p:cNvSpPr>
          <p:nvPr/>
        </p:nvSpPr>
        <p:spPr bwMode="auto">
          <a:xfrm>
            <a:off x="9488488" y="56689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Line 610">
            <a:extLst>
              <a:ext uri="{FF2B5EF4-FFF2-40B4-BE49-F238E27FC236}">
                <a16:creationId xmlns:a16="http://schemas.microsoft.com/office/drawing/2014/main" id="{F6104C30-09B0-EFE9-2907-083962C333DF}"/>
              </a:ext>
            </a:extLst>
          </p:cNvPr>
          <p:cNvSpPr>
            <a:spLocks noChangeShapeType="1"/>
          </p:cNvSpPr>
          <p:nvPr/>
        </p:nvSpPr>
        <p:spPr bwMode="auto">
          <a:xfrm>
            <a:off x="9488488" y="58435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Line 611">
            <a:extLst>
              <a:ext uri="{FF2B5EF4-FFF2-40B4-BE49-F238E27FC236}">
                <a16:creationId xmlns:a16="http://schemas.microsoft.com/office/drawing/2014/main" id="{051C9CD7-9C55-FBAC-8FAD-A4C16279BFC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01325" y="49657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Line 612">
            <a:extLst>
              <a:ext uri="{FF2B5EF4-FFF2-40B4-BE49-F238E27FC236}">
                <a16:creationId xmlns:a16="http://schemas.microsoft.com/office/drawing/2014/main" id="{0EEF587D-E92D-F462-A870-A70A08EC606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01325" y="51419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Line 613">
            <a:extLst>
              <a:ext uri="{FF2B5EF4-FFF2-40B4-BE49-F238E27FC236}">
                <a16:creationId xmlns:a16="http://schemas.microsoft.com/office/drawing/2014/main" id="{D25F356E-B305-72B2-946D-7803688B0CD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01325" y="53165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Line 614">
            <a:extLst>
              <a:ext uri="{FF2B5EF4-FFF2-40B4-BE49-F238E27FC236}">
                <a16:creationId xmlns:a16="http://schemas.microsoft.com/office/drawing/2014/main" id="{DA792E76-6C5A-5D87-3101-32291E31582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01325" y="54927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Line 615">
            <a:extLst>
              <a:ext uri="{FF2B5EF4-FFF2-40B4-BE49-F238E27FC236}">
                <a16:creationId xmlns:a16="http://schemas.microsoft.com/office/drawing/2014/main" id="{5C1073BE-A402-CB2D-B57C-7F39A20D4A4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01325" y="56689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Line 616">
            <a:extLst>
              <a:ext uri="{FF2B5EF4-FFF2-40B4-BE49-F238E27FC236}">
                <a16:creationId xmlns:a16="http://schemas.microsoft.com/office/drawing/2014/main" id="{59DA98DD-9958-D5F1-37D2-85973B43496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01325" y="58435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Rectangle 617">
            <a:extLst>
              <a:ext uri="{FF2B5EF4-FFF2-40B4-BE49-F238E27FC236}">
                <a16:creationId xmlns:a16="http://schemas.microsoft.com/office/drawing/2014/main" id="{4E3A5163-7117-E043-B800-66C8CA9805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07525" y="4922838"/>
            <a:ext cx="873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618">
            <a:extLst>
              <a:ext uri="{FF2B5EF4-FFF2-40B4-BE49-F238E27FC236}">
                <a16:creationId xmlns:a16="http://schemas.microsoft.com/office/drawing/2014/main" id="{5CE3C5EC-8D59-CA1D-AF7A-6DC882D649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3075" y="50990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Rectangle 619">
            <a:extLst>
              <a:ext uri="{FF2B5EF4-FFF2-40B4-BE49-F238E27FC236}">
                <a16:creationId xmlns:a16="http://schemas.microsoft.com/office/drawing/2014/main" id="{D97FB282-6E04-E297-A348-E341F7769D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3075" y="5275263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Rectangle 620">
            <a:extLst>
              <a:ext uri="{FF2B5EF4-FFF2-40B4-BE49-F238E27FC236}">
                <a16:creationId xmlns:a16="http://schemas.microsoft.com/office/drawing/2014/main" id="{344DA3C7-1354-401C-1771-1E0E33EA46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3075" y="5449888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Rectangle 621">
            <a:extLst>
              <a:ext uri="{FF2B5EF4-FFF2-40B4-BE49-F238E27FC236}">
                <a16:creationId xmlns:a16="http://schemas.microsoft.com/office/drawing/2014/main" id="{0353148B-04C7-2A79-8F41-2BD4F09375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3075" y="562610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Rectangle 622">
            <a:extLst>
              <a:ext uri="{FF2B5EF4-FFF2-40B4-BE49-F238E27FC236}">
                <a16:creationId xmlns:a16="http://schemas.microsoft.com/office/drawing/2014/main" id="{B9B619EA-0B4D-D596-0329-AFBBF38727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3075" y="5802313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30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Line 623">
            <a:extLst>
              <a:ext uri="{FF2B5EF4-FFF2-40B4-BE49-F238E27FC236}">
                <a16:creationId xmlns:a16="http://schemas.microsoft.com/office/drawing/2014/main" id="{97E51D57-A68D-B2B2-35B9-2473E15ED53A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82288" y="59340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" name="Line 624">
            <a:extLst>
              <a:ext uri="{FF2B5EF4-FFF2-40B4-BE49-F238E27FC236}">
                <a16:creationId xmlns:a16="http://schemas.microsoft.com/office/drawing/2014/main" id="{EDEB5D4E-3636-F9C1-5FAD-CE206AC100DF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82288" y="48037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" name="Line 625">
            <a:extLst>
              <a:ext uri="{FF2B5EF4-FFF2-40B4-BE49-F238E27FC236}">
                <a16:creationId xmlns:a16="http://schemas.microsoft.com/office/drawing/2014/main" id="{C4774B29-976F-E870-FE81-8D88CA0E386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682288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9" name="Line 626">
            <a:extLst>
              <a:ext uri="{FF2B5EF4-FFF2-40B4-BE49-F238E27FC236}">
                <a16:creationId xmlns:a16="http://schemas.microsoft.com/office/drawing/2014/main" id="{BEB844E4-FFEF-3895-90B2-B96EE90D70D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795000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699" name="Picture 627">
            <a:extLst>
              <a:ext uri="{FF2B5EF4-FFF2-40B4-BE49-F238E27FC236}">
                <a16:creationId xmlns:a16="http://schemas.microsoft.com/office/drawing/2014/main" id="{1F625A1C-9B94-82FD-4997-EB8734056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2288" y="4803775"/>
            <a:ext cx="112713" cy="113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Line 628">
            <a:extLst>
              <a:ext uri="{FF2B5EF4-FFF2-40B4-BE49-F238E27FC236}">
                <a16:creationId xmlns:a16="http://schemas.microsoft.com/office/drawing/2014/main" id="{05D201D5-455C-DAF1-A74F-75B4F2C2F7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795000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" name="Line 629">
            <a:extLst>
              <a:ext uri="{FF2B5EF4-FFF2-40B4-BE49-F238E27FC236}">
                <a16:creationId xmlns:a16="http://schemas.microsoft.com/office/drawing/2014/main" id="{EB37CCCE-6909-1F9D-443C-ED84835DC9E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783888" y="593407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" name="Line 630">
            <a:extLst>
              <a:ext uri="{FF2B5EF4-FFF2-40B4-BE49-F238E27FC236}">
                <a16:creationId xmlns:a16="http://schemas.microsoft.com/office/drawing/2014/main" id="{BC57078B-0E68-022B-AAB1-12F909FCDEC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783888" y="57086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" name="Line 631">
            <a:extLst>
              <a:ext uri="{FF2B5EF4-FFF2-40B4-BE49-F238E27FC236}">
                <a16:creationId xmlns:a16="http://schemas.microsoft.com/office/drawing/2014/main" id="{58BE6B39-A114-2E96-80DE-DF2BE3991E2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783888" y="54832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" name="Line 632">
            <a:extLst>
              <a:ext uri="{FF2B5EF4-FFF2-40B4-BE49-F238E27FC236}">
                <a16:creationId xmlns:a16="http://schemas.microsoft.com/office/drawing/2014/main" id="{95FE7A1B-974C-E2C4-7A81-F51B5865298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783888" y="52562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" name="Line 633">
            <a:extLst>
              <a:ext uri="{FF2B5EF4-FFF2-40B4-BE49-F238E27FC236}">
                <a16:creationId xmlns:a16="http://schemas.microsoft.com/office/drawing/2014/main" id="{F07F62C9-B7EB-8537-B826-72B27E1C92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783888" y="50307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" name="Line 634">
            <a:extLst>
              <a:ext uri="{FF2B5EF4-FFF2-40B4-BE49-F238E27FC236}">
                <a16:creationId xmlns:a16="http://schemas.microsoft.com/office/drawing/2014/main" id="{9F346EB5-D0CE-CE6E-21E5-56561F24BB2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783888" y="480377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7" name="Rectangle 635">
            <a:extLst>
              <a:ext uri="{FF2B5EF4-FFF2-40B4-BE49-F238E27FC236}">
                <a16:creationId xmlns:a16="http://schemas.microsoft.com/office/drawing/2014/main" id="{20A93ACF-0CB9-E975-F5C9-DA4629D7E1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5163" y="5895975"/>
            <a:ext cx="746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8" name="Rectangle 636">
            <a:extLst>
              <a:ext uri="{FF2B5EF4-FFF2-40B4-BE49-F238E27FC236}">
                <a16:creationId xmlns:a16="http://schemas.microsoft.com/office/drawing/2014/main" id="{11BF5C80-11E9-B677-C008-11CB49D877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5163" y="5670550"/>
            <a:ext cx="1317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0.2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9" name="Rectangle 637">
            <a:extLst>
              <a:ext uri="{FF2B5EF4-FFF2-40B4-BE49-F238E27FC236}">
                <a16:creationId xmlns:a16="http://schemas.microsoft.com/office/drawing/2014/main" id="{0E84E6CF-AC48-A8CC-D449-DE702FD282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5163" y="5443538"/>
            <a:ext cx="1317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0.4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0" name="Rectangle 638">
            <a:extLst>
              <a:ext uri="{FF2B5EF4-FFF2-40B4-BE49-F238E27FC236}">
                <a16:creationId xmlns:a16="http://schemas.microsoft.com/office/drawing/2014/main" id="{B46E444F-FC8F-043E-8C09-B9AFDCED9F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5163" y="5218113"/>
            <a:ext cx="1317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0.6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1" name="Rectangle 639">
            <a:extLst>
              <a:ext uri="{FF2B5EF4-FFF2-40B4-BE49-F238E27FC236}">
                <a16:creationId xmlns:a16="http://schemas.microsoft.com/office/drawing/2014/main" id="{B119C0FE-B7D4-BACD-BC6F-D2F6E1B21C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5163" y="4992688"/>
            <a:ext cx="1317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0.8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" name="Rectangle 640">
            <a:extLst>
              <a:ext uri="{FF2B5EF4-FFF2-40B4-BE49-F238E27FC236}">
                <a16:creationId xmlns:a16="http://schemas.microsoft.com/office/drawing/2014/main" id="{15CC3DC7-351A-2E6B-C5CD-328B258EA6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5163" y="4765675"/>
            <a:ext cx="746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3" name="Line 641">
            <a:extLst>
              <a:ext uri="{FF2B5EF4-FFF2-40B4-BE49-F238E27FC236}">
                <a16:creationId xmlns:a16="http://schemas.microsoft.com/office/drawing/2014/main" id="{B07E215D-B0C7-9828-B8EC-3C822C39D358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82288" y="48037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4" name="Line 642">
            <a:extLst>
              <a:ext uri="{FF2B5EF4-FFF2-40B4-BE49-F238E27FC236}">
                <a16:creationId xmlns:a16="http://schemas.microsoft.com/office/drawing/2014/main" id="{E3B9F3FC-38AC-0B0C-E2EC-7F46C2254575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82288" y="59340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Line 643">
            <a:extLst>
              <a:ext uri="{FF2B5EF4-FFF2-40B4-BE49-F238E27FC236}">
                <a16:creationId xmlns:a16="http://schemas.microsoft.com/office/drawing/2014/main" id="{38C97DCF-88BB-907E-058C-23ABA02FC8F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682288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" name="Line 644">
            <a:extLst>
              <a:ext uri="{FF2B5EF4-FFF2-40B4-BE49-F238E27FC236}">
                <a16:creationId xmlns:a16="http://schemas.microsoft.com/office/drawing/2014/main" id="{15CBF5D5-3E2E-CE8E-3BC0-AC3660ADF1C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795000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" name="Rectangle 645">
            <a:extLst>
              <a:ext uri="{FF2B5EF4-FFF2-40B4-BE49-F238E27FC236}">
                <a16:creationId xmlns:a16="http://schemas.microsoft.com/office/drawing/2014/main" id="{39BF8F77-7267-4F5F-6998-EFE697C0A4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150" y="6681788"/>
            <a:ext cx="2598738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bigpatch  84 from roi   5 from image synpic45593.jpg N= 4 R=  32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4343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8" name="Rectangle 7">
            <a:extLst>
              <a:ext uri="{FF2B5EF4-FFF2-40B4-BE49-F238E27FC236}">
                <a16:creationId xmlns:a16="http://schemas.microsoft.com/office/drawing/2014/main" id="{38E76416-1CE9-EF58-4865-39A2C61888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3063" y="693738"/>
            <a:ext cx="1122363" cy="11239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409" name="Rectangle 8">
            <a:extLst>
              <a:ext uri="{FF2B5EF4-FFF2-40B4-BE49-F238E27FC236}">
                <a16:creationId xmlns:a16="http://schemas.microsoft.com/office/drawing/2014/main" id="{BBA048EA-789A-5334-2959-20A26F4599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6750" y="565150"/>
            <a:ext cx="633413" cy="13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bigpatch  84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105" name="Picture 9">
            <a:extLst>
              <a:ext uri="{FF2B5EF4-FFF2-40B4-BE49-F238E27FC236}">
                <a16:creationId xmlns:a16="http://schemas.microsoft.com/office/drawing/2014/main" id="{AA4054EE-ACDE-CD29-E62F-D8216FF9D2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063" y="696913"/>
            <a:ext cx="1122363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10" name="Line 10">
            <a:extLst>
              <a:ext uri="{FF2B5EF4-FFF2-40B4-BE49-F238E27FC236}">
                <a16:creationId xmlns:a16="http://schemas.microsoft.com/office/drawing/2014/main" id="{FD21D470-99C2-3518-0C21-2B95C84278A8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1817688"/>
            <a:ext cx="112236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411" name="Line 11">
            <a:extLst>
              <a:ext uri="{FF2B5EF4-FFF2-40B4-BE49-F238E27FC236}">
                <a16:creationId xmlns:a16="http://schemas.microsoft.com/office/drawing/2014/main" id="{6AC15E0D-46B1-8178-E83E-AADB8D02E1A0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693738"/>
            <a:ext cx="112236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412" name="Line 12">
            <a:extLst>
              <a:ext uri="{FF2B5EF4-FFF2-40B4-BE49-F238E27FC236}">
                <a16:creationId xmlns:a16="http://schemas.microsoft.com/office/drawing/2014/main" id="{0625186D-BE09-68B3-8723-C1074CC4A9E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14513" y="18065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413" name="Line 13">
            <a:extLst>
              <a:ext uri="{FF2B5EF4-FFF2-40B4-BE49-F238E27FC236}">
                <a16:creationId xmlns:a16="http://schemas.microsoft.com/office/drawing/2014/main" id="{D2FB6ACC-A612-BF3B-B660-5D3C7B354FE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89138" y="18065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414" name="Line 14">
            <a:extLst>
              <a:ext uri="{FF2B5EF4-FFF2-40B4-BE49-F238E27FC236}">
                <a16:creationId xmlns:a16="http://schemas.microsoft.com/office/drawing/2014/main" id="{20B498A8-A3A1-1641-3D73-4E9CDE1C836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65350" y="18065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415" name="Line 15">
            <a:extLst>
              <a:ext uri="{FF2B5EF4-FFF2-40B4-BE49-F238E27FC236}">
                <a16:creationId xmlns:a16="http://schemas.microsoft.com/office/drawing/2014/main" id="{547B9D9B-0B9F-0E80-913D-D62057B438F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39975" y="18065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096" name="Line 16">
            <a:extLst>
              <a:ext uri="{FF2B5EF4-FFF2-40B4-BE49-F238E27FC236}">
                <a16:creationId xmlns:a16="http://schemas.microsoft.com/office/drawing/2014/main" id="{CAB255BD-F90D-FAFD-1046-A690A50D72E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16188" y="18065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097" name="Line 17">
            <a:extLst>
              <a:ext uri="{FF2B5EF4-FFF2-40B4-BE49-F238E27FC236}">
                <a16:creationId xmlns:a16="http://schemas.microsoft.com/office/drawing/2014/main" id="{326BB403-7E7A-D01F-F0EE-5612116B14B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90813" y="18065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098" name="Line 18">
            <a:extLst>
              <a:ext uri="{FF2B5EF4-FFF2-40B4-BE49-F238E27FC236}">
                <a16:creationId xmlns:a16="http://schemas.microsoft.com/office/drawing/2014/main" id="{3077D36A-CBA2-FA22-FE2F-1A1E390E2F8A}"/>
              </a:ext>
            </a:extLst>
          </p:cNvPr>
          <p:cNvSpPr>
            <a:spLocks noChangeShapeType="1"/>
          </p:cNvSpPr>
          <p:nvPr/>
        </p:nvSpPr>
        <p:spPr bwMode="auto">
          <a:xfrm>
            <a:off x="1814513" y="693738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099" name="Line 19">
            <a:extLst>
              <a:ext uri="{FF2B5EF4-FFF2-40B4-BE49-F238E27FC236}">
                <a16:creationId xmlns:a16="http://schemas.microsoft.com/office/drawing/2014/main" id="{FEAF6F8D-AA46-200F-4719-CC05ACE59DF6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9138" y="693738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00" name="Line 20">
            <a:extLst>
              <a:ext uri="{FF2B5EF4-FFF2-40B4-BE49-F238E27FC236}">
                <a16:creationId xmlns:a16="http://schemas.microsoft.com/office/drawing/2014/main" id="{A8490B2B-90BE-50C4-7B5C-52E8EE3F6F67}"/>
              </a:ext>
            </a:extLst>
          </p:cNvPr>
          <p:cNvSpPr>
            <a:spLocks noChangeShapeType="1"/>
          </p:cNvSpPr>
          <p:nvPr/>
        </p:nvSpPr>
        <p:spPr bwMode="auto">
          <a:xfrm>
            <a:off x="2165350" y="693738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01" name="Line 21">
            <a:extLst>
              <a:ext uri="{FF2B5EF4-FFF2-40B4-BE49-F238E27FC236}">
                <a16:creationId xmlns:a16="http://schemas.microsoft.com/office/drawing/2014/main" id="{D48A729C-50CF-DDD1-1D92-980EBC25FF0F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9975" y="693738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02" name="Line 22">
            <a:extLst>
              <a:ext uri="{FF2B5EF4-FFF2-40B4-BE49-F238E27FC236}">
                <a16:creationId xmlns:a16="http://schemas.microsoft.com/office/drawing/2014/main" id="{41AE2602-94EB-BE64-20DB-38C4ECC00EB1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6188" y="693738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03" name="Line 23">
            <a:extLst>
              <a:ext uri="{FF2B5EF4-FFF2-40B4-BE49-F238E27FC236}">
                <a16:creationId xmlns:a16="http://schemas.microsoft.com/office/drawing/2014/main" id="{0823C4E1-2236-5BD5-0536-877230F9F0A2}"/>
              </a:ext>
            </a:extLst>
          </p:cNvPr>
          <p:cNvSpPr>
            <a:spLocks noChangeShapeType="1"/>
          </p:cNvSpPr>
          <p:nvPr/>
        </p:nvSpPr>
        <p:spPr bwMode="auto">
          <a:xfrm>
            <a:off x="2690813" y="693738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04" name="Rectangle 24">
            <a:extLst>
              <a:ext uri="{FF2B5EF4-FFF2-40B4-BE49-F238E27FC236}">
                <a16:creationId xmlns:a16="http://schemas.microsoft.com/office/drawing/2014/main" id="{CDCD34D5-4AE6-D445-177D-6E1DC2810B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8475" y="18637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106" name="Rectangle 25">
            <a:extLst>
              <a:ext uri="{FF2B5EF4-FFF2-40B4-BE49-F238E27FC236}">
                <a16:creationId xmlns:a16="http://schemas.microsoft.com/office/drawing/2014/main" id="{BA4F02DF-BB20-0B4A-32D1-C3FCDFBCDB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3100" y="18637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107" name="Rectangle 26">
            <a:extLst>
              <a:ext uri="{FF2B5EF4-FFF2-40B4-BE49-F238E27FC236}">
                <a16:creationId xmlns:a16="http://schemas.microsoft.com/office/drawing/2014/main" id="{775E366D-9FFF-12E1-E413-4FCDE655B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9313" y="18637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60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108" name="Rectangle 27">
            <a:extLst>
              <a:ext uri="{FF2B5EF4-FFF2-40B4-BE49-F238E27FC236}">
                <a16:creationId xmlns:a16="http://schemas.microsoft.com/office/drawing/2014/main" id="{C433C320-2121-6023-C51D-6F18982CDB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5525" y="18637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80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109" name="Rectangle 28">
            <a:extLst>
              <a:ext uri="{FF2B5EF4-FFF2-40B4-BE49-F238E27FC236}">
                <a16:creationId xmlns:a16="http://schemas.microsoft.com/office/drawing/2014/main" id="{8EB61392-7CD3-1B04-F33E-5B6B1F1364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6338" y="1863725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110" name="Rectangle 29">
            <a:extLst>
              <a:ext uri="{FF2B5EF4-FFF2-40B4-BE49-F238E27FC236}">
                <a16:creationId xmlns:a16="http://schemas.microsoft.com/office/drawing/2014/main" id="{034FC278-8574-9266-443E-A3F8A497EC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0963" y="1863725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111" name="Line 30">
            <a:extLst>
              <a:ext uri="{FF2B5EF4-FFF2-40B4-BE49-F238E27FC236}">
                <a16:creationId xmlns:a16="http://schemas.microsoft.com/office/drawing/2014/main" id="{8EB5577C-D0C9-FE24-5D6A-81642E422704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69373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12" name="Line 31">
            <a:extLst>
              <a:ext uri="{FF2B5EF4-FFF2-40B4-BE49-F238E27FC236}">
                <a16:creationId xmlns:a16="http://schemas.microsoft.com/office/drawing/2014/main" id="{18FB9924-9B89-B5E5-3780-DC6C92D99200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5425" y="69373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13" name="Line 32">
            <a:extLst>
              <a:ext uri="{FF2B5EF4-FFF2-40B4-BE49-F238E27FC236}">
                <a16:creationId xmlns:a16="http://schemas.microsoft.com/office/drawing/2014/main" id="{9A280E00-5B99-C07D-6243-181DDC12AFFD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8651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14" name="Line 33">
            <a:extLst>
              <a:ext uri="{FF2B5EF4-FFF2-40B4-BE49-F238E27FC236}">
                <a16:creationId xmlns:a16="http://schemas.microsoft.com/office/drawing/2014/main" id="{5B314EEB-EB0A-1E14-3CEE-192953ABE287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10414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15" name="Line 34">
            <a:extLst>
              <a:ext uri="{FF2B5EF4-FFF2-40B4-BE49-F238E27FC236}">
                <a16:creationId xmlns:a16="http://schemas.microsoft.com/office/drawing/2014/main" id="{7E918BDF-EC4A-5521-4FAC-377612892457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12176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16" name="Line 35">
            <a:extLst>
              <a:ext uri="{FF2B5EF4-FFF2-40B4-BE49-F238E27FC236}">
                <a16:creationId xmlns:a16="http://schemas.microsoft.com/office/drawing/2014/main" id="{3F5B243C-9BE3-DC16-1892-2B2D487EEF56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13922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17" name="Line 36">
            <a:extLst>
              <a:ext uri="{FF2B5EF4-FFF2-40B4-BE49-F238E27FC236}">
                <a16:creationId xmlns:a16="http://schemas.microsoft.com/office/drawing/2014/main" id="{B88E938F-CB9E-34E3-98EC-2E1424EC00A4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15684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18" name="Line 37">
            <a:extLst>
              <a:ext uri="{FF2B5EF4-FFF2-40B4-BE49-F238E27FC236}">
                <a16:creationId xmlns:a16="http://schemas.microsoft.com/office/drawing/2014/main" id="{A1106954-C807-F650-A85A-F0AB96B333F2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174307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19" name="Line 38">
            <a:extLst>
              <a:ext uri="{FF2B5EF4-FFF2-40B4-BE49-F238E27FC236}">
                <a16:creationId xmlns:a16="http://schemas.microsoft.com/office/drawing/2014/main" id="{8ED42405-EE62-4807-E752-748C0E24A11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4313" y="8651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20" name="Line 39">
            <a:extLst>
              <a:ext uri="{FF2B5EF4-FFF2-40B4-BE49-F238E27FC236}">
                <a16:creationId xmlns:a16="http://schemas.microsoft.com/office/drawing/2014/main" id="{9F7D4062-DE9B-3418-597C-19BBEB382A5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4313" y="10414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21" name="Line 40">
            <a:extLst>
              <a:ext uri="{FF2B5EF4-FFF2-40B4-BE49-F238E27FC236}">
                <a16:creationId xmlns:a16="http://schemas.microsoft.com/office/drawing/2014/main" id="{5DEBEE64-E315-469B-7B9E-F3F8DDB8B3D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4313" y="12176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22" name="Line 41">
            <a:extLst>
              <a:ext uri="{FF2B5EF4-FFF2-40B4-BE49-F238E27FC236}">
                <a16:creationId xmlns:a16="http://schemas.microsoft.com/office/drawing/2014/main" id="{F1F3D810-00E5-23B0-FCBE-43E78A9056F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4313" y="13922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23" name="Line 42">
            <a:extLst>
              <a:ext uri="{FF2B5EF4-FFF2-40B4-BE49-F238E27FC236}">
                <a16:creationId xmlns:a16="http://schemas.microsoft.com/office/drawing/2014/main" id="{6B8A305A-9417-9CA9-2144-63FEF586F1E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4313" y="15684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24" name="Line 43">
            <a:extLst>
              <a:ext uri="{FF2B5EF4-FFF2-40B4-BE49-F238E27FC236}">
                <a16:creationId xmlns:a16="http://schemas.microsoft.com/office/drawing/2014/main" id="{578A7D9B-3D92-8638-1DBE-F4108D1227B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4313" y="174307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25" name="Rectangle 44">
            <a:extLst>
              <a:ext uri="{FF2B5EF4-FFF2-40B4-BE49-F238E27FC236}">
                <a16:creationId xmlns:a16="http://schemas.microsoft.com/office/drawing/2014/main" id="{1EA9FDF6-B9E8-1190-E3D5-AC52E39674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063" y="8223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126" name="Rectangle 45">
            <a:extLst>
              <a:ext uri="{FF2B5EF4-FFF2-40B4-BE49-F238E27FC236}">
                <a16:creationId xmlns:a16="http://schemas.microsoft.com/office/drawing/2014/main" id="{82217A32-A310-44F7-6835-E02B382AFF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063" y="998538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127" name="Rectangle 46">
            <a:extLst>
              <a:ext uri="{FF2B5EF4-FFF2-40B4-BE49-F238E27FC236}">
                <a16:creationId xmlns:a16="http://schemas.microsoft.com/office/drawing/2014/main" id="{AFFC8EF1-41F7-12CF-6CB4-4D922BC4EB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063" y="1173163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60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128" name="Rectangle 47">
            <a:extLst>
              <a:ext uri="{FF2B5EF4-FFF2-40B4-BE49-F238E27FC236}">
                <a16:creationId xmlns:a16="http://schemas.microsoft.com/office/drawing/2014/main" id="{9C9248A8-4435-F6A2-028A-FB5D35C890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063" y="134937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80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129" name="Rectangle 48">
            <a:extLst>
              <a:ext uri="{FF2B5EF4-FFF2-40B4-BE49-F238E27FC236}">
                <a16:creationId xmlns:a16="http://schemas.microsoft.com/office/drawing/2014/main" id="{F1C612A3-844D-B251-DF9A-F24CCE14A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6850" y="1525588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130" name="Rectangle 49">
            <a:extLst>
              <a:ext uri="{FF2B5EF4-FFF2-40B4-BE49-F238E27FC236}">
                <a16:creationId xmlns:a16="http://schemas.microsoft.com/office/drawing/2014/main" id="{DE48CB0B-31FA-EE7B-3DCA-504FEEF1A1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6850" y="1701800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131" name="Line 50">
            <a:extLst>
              <a:ext uri="{FF2B5EF4-FFF2-40B4-BE49-F238E27FC236}">
                <a16:creationId xmlns:a16="http://schemas.microsoft.com/office/drawing/2014/main" id="{0252AB04-1597-F41B-3D4E-0C0014AB8B25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275" y="1814513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32" name="Line 51">
            <a:extLst>
              <a:ext uri="{FF2B5EF4-FFF2-40B4-BE49-F238E27FC236}">
                <a16:creationId xmlns:a16="http://schemas.microsoft.com/office/drawing/2014/main" id="{0E18F310-E64B-1D45-71D4-0D60A8C3632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275" y="690563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33" name="Line 52">
            <a:extLst>
              <a:ext uri="{FF2B5EF4-FFF2-40B4-BE49-F238E27FC236}">
                <a16:creationId xmlns:a16="http://schemas.microsoft.com/office/drawing/2014/main" id="{39B228BC-8AB6-7D71-6B63-21A877D2C2A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35275" y="690563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34" name="Line 53">
            <a:extLst>
              <a:ext uri="{FF2B5EF4-FFF2-40B4-BE49-F238E27FC236}">
                <a16:creationId xmlns:a16="http://schemas.microsoft.com/office/drawing/2014/main" id="{B0DFF7FF-461B-0004-8A19-8BA9C6AA310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47988" y="690563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150" name="Picture 54">
            <a:extLst>
              <a:ext uri="{FF2B5EF4-FFF2-40B4-BE49-F238E27FC236}">
                <a16:creationId xmlns:a16="http://schemas.microsoft.com/office/drawing/2014/main" id="{D4BEFC11-B38F-9102-0FE1-8F47AA20CC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5275" y="690563"/>
            <a:ext cx="112713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35" name="Line 55">
            <a:extLst>
              <a:ext uri="{FF2B5EF4-FFF2-40B4-BE49-F238E27FC236}">
                <a16:creationId xmlns:a16="http://schemas.microsoft.com/office/drawing/2014/main" id="{7EE4FA24-7083-0F1C-3B72-0901581E7E8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47988" y="690563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36" name="Line 56">
            <a:extLst>
              <a:ext uri="{FF2B5EF4-FFF2-40B4-BE49-F238E27FC236}">
                <a16:creationId xmlns:a16="http://schemas.microsoft.com/office/drawing/2014/main" id="{6B79351C-87A7-1417-8353-DD4D3E9B49F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6875" y="18145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37" name="Line 57">
            <a:extLst>
              <a:ext uri="{FF2B5EF4-FFF2-40B4-BE49-F238E27FC236}">
                <a16:creationId xmlns:a16="http://schemas.microsoft.com/office/drawing/2014/main" id="{C6A3A42D-EFE1-C65D-9334-EFB4909E65A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6875" y="15954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38" name="Line 58">
            <a:extLst>
              <a:ext uri="{FF2B5EF4-FFF2-40B4-BE49-F238E27FC236}">
                <a16:creationId xmlns:a16="http://schemas.microsoft.com/office/drawing/2014/main" id="{3DE7071A-2AE1-C65C-2990-EE1F6B1877C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6875" y="13763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39" name="Line 59">
            <a:extLst>
              <a:ext uri="{FF2B5EF4-FFF2-40B4-BE49-F238E27FC236}">
                <a16:creationId xmlns:a16="http://schemas.microsoft.com/office/drawing/2014/main" id="{59E254F6-1CDF-5767-11FA-81F50E57D7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6875" y="11557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40" name="Line 60">
            <a:extLst>
              <a:ext uri="{FF2B5EF4-FFF2-40B4-BE49-F238E27FC236}">
                <a16:creationId xmlns:a16="http://schemas.microsoft.com/office/drawing/2014/main" id="{366CC57A-2C0B-72C2-963C-BF2C05F40D4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6875" y="9366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41" name="Line 61">
            <a:extLst>
              <a:ext uri="{FF2B5EF4-FFF2-40B4-BE49-F238E27FC236}">
                <a16:creationId xmlns:a16="http://schemas.microsoft.com/office/drawing/2014/main" id="{D6B86B90-AB85-463C-338B-772893146BD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6875" y="7175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42" name="Rectangle 62">
            <a:extLst>
              <a:ext uri="{FF2B5EF4-FFF2-40B4-BE49-F238E27FC236}">
                <a16:creationId xmlns:a16="http://schemas.microsoft.com/office/drawing/2014/main" id="{8CE6CEC9-247A-293F-5992-791D814EFF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1776413"/>
            <a:ext cx="746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143" name="Rectangle 63">
            <a:extLst>
              <a:ext uri="{FF2B5EF4-FFF2-40B4-BE49-F238E27FC236}">
                <a16:creationId xmlns:a16="http://schemas.microsoft.com/office/drawing/2014/main" id="{572467D0-CE06-4A12-E4C2-CA8B1C3924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1557338"/>
            <a:ext cx="1127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50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144" name="Rectangle 64">
            <a:extLst>
              <a:ext uri="{FF2B5EF4-FFF2-40B4-BE49-F238E27FC236}">
                <a16:creationId xmlns:a16="http://schemas.microsoft.com/office/drawing/2014/main" id="{C725D391-03DA-755B-72C1-F1CB32F78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1336675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145" name="Rectangle 65">
            <a:extLst>
              <a:ext uri="{FF2B5EF4-FFF2-40B4-BE49-F238E27FC236}">
                <a16:creationId xmlns:a16="http://schemas.microsoft.com/office/drawing/2014/main" id="{E97259C1-DC67-148F-76AC-0B18662D18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1117600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150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146" name="Rectangle 66">
            <a:extLst>
              <a:ext uri="{FF2B5EF4-FFF2-40B4-BE49-F238E27FC236}">
                <a16:creationId xmlns:a16="http://schemas.microsoft.com/office/drawing/2014/main" id="{4773C547-A5DD-D5B6-BA68-6C37E1A45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896938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147" name="Rectangle 67">
            <a:extLst>
              <a:ext uri="{FF2B5EF4-FFF2-40B4-BE49-F238E27FC236}">
                <a16:creationId xmlns:a16="http://schemas.microsoft.com/office/drawing/2014/main" id="{233CE770-65DA-F4B4-30F0-4CF342D163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677863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250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148" name="Line 68">
            <a:extLst>
              <a:ext uri="{FF2B5EF4-FFF2-40B4-BE49-F238E27FC236}">
                <a16:creationId xmlns:a16="http://schemas.microsoft.com/office/drawing/2014/main" id="{0EC1CDA0-ED68-FEF5-81B8-674CA5D98E7C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275" y="690563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49" name="Line 69">
            <a:extLst>
              <a:ext uri="{FF2B5EF4-FFF2-40B4-BE49-F238E27FC236}">
                <a16:creationId xmlns:a16="http://schemas.microsoft.com/office/drawing/2014/main" id="{23301429-3934-E106-E973-3DAB5DE60A75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275" y="1814513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51" name="Line 70">
            <a:extLst>
              <a:ext uri="{FF2B5EF4-FFF2-40B4-BE49-F238E27FC236}">
                <a16:creationId xmlns:a16="http://schemas.microsoft.com/office/drawing/2014/main" id="{14AE830D-4C15-2DE0-DEB0-EB07CE4BB16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35275" y="690563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52" name="Line 71">
            <a:extLst>
              <a:ext uri="{FF2B5EF4-FFF2-40B4-BE49-F238E27FC236}">
                <a16:creationId xmlns:a16="http://schemas.microsoft.com/office/drawing/2014/main" id="{8FA829D7-336B-C502-2BC1-3F6F6B629BD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47988" y="690563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53" name="Rectangle 72">
            <a:extLst>
              <a:ext uri="{FF2B5EF4-FFF2-40B4-BE49-F238E27FC236}">
                <a16:creationId xmlns:a16="http://schemas.microsoft.com/office/drawing/2014/main" id="{6740D2E7-FCEA-42E0-1B8D-6795DD9317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3063" y="2747963"/>
            <a:ext cx="1122363" cy="11239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54" name="Rectangle 73">
            <a:extLst>
              <a:ext uri="{FF2B5EF4-FFF2-40B4-BE49-F238E27FC236}">
                <a16:creationId xmlns:a16="http://schemas.microsoft.com/office/drawing/2014/main" id="{06E2C818-0D66-CAC8-BF3C-2423C8B62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4838" y="2619375"/>
            <a:ext cx="771525" cy="13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first patch ( 84)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170" name="Picture 74">
            <a:extLst>
              <a:ext uri="{FF2B5EF4-FFF2-40B4-BE49-F238E27FC236}">
                <a16:creationId xmlns:a16="http://schemas.microsoft.com/office/drawing/2014/main" id="{707E9EA7-F3AF-40AD-ADE3-2E96C4E72B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063" y="2751138"/>
            <a:ext cx="1122363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55" name="Line 75">
            <a:extLst>
              <a:ext uri="{FF2B5EF4-FFF2-40B4-BE49-F238E27FC236}">
                <a16:creationId xmlns:a16="http://schemas.microsoft.com/office/drawing/2014/main" id="{FC029803-A7D9-C07A-4C63-E4102E29439E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3871913"/>
            <a:ext cx="112236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56" name="Line 76">
            <a:extLst>
              <a:ext uri="{FF2B5EF4-FFF2-40B4-BE49-F238E27FC236}">
                <a16:creationId xmlns:a16="http://schemas.microsoft.com/office/drawing/2014/main" id="{DC5D8BAC-D456-035F-A354-F0D2DF177652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2747963"/>
            <a:ext cx="112236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57" name="Line 77">
            <a:extLst>
              <a:ext uri="{FF2B5EF4-FFF2-40B4-BE49-F238E27FC236}">
                <a16:creationId xmlns:a16="http://schemas.microsoft.com/office/drawing/2014/main" id="{93133E60-20BC-B7A4-FABE-48B4FF10FC5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14513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58" name="Line 78">
            <a:extLst>
              <a:ext uri="{FF2B5EF4-FFF2-40B4-BE49-F238E27FC236}">
                <a16:creationId xmlns:a16="http://schemas.microsoft.com/office/drawing/2014/main" id="{EA27A884-7B54-1760-A7D2-687A00A4A0B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89138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59" name="Line 79">
            <a:extLst>
              <a:ext uri="{FF2B5EF4-FFF2-40B4-BE49-F238E27FC236}">
                <a16:creationId xmlns:a16="http://schemas.microsoft.com/office/drawing/2014/main" id="{D5181DEC-0C46-3681-9513-C665BDE58EA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65350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60" name="Line 80">
            <a:extLst>
              <a:ext uri="{FF2B5EF4-FFF2-40B4-BE49-F238E27FC236}">
                <a16:creationId xmlns:a16="http://schemas.microsoft.com/office/drawing/2014/main" id="{B2845D7D-3AB4-3435-39E8-6F0622A2CE7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39975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61" name="Line 81">
            <a:extLst>
              <a:ext uri="{FF2B5EF4-FFF2-40B4-BE49-F238E27FC236}">
                <a16:creationId xmlns:a16="http://schemas.microsoft.com/office/drawing/2014/main" id="{26B38C92-1528-E6CF-1E86-6CD62EF0C1A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16188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62" name="Line 82">
            <a:extLst>
              <a:ext uri="{FF2B5EF4-FFF2-40B4-BE49-F238E27FC236}">
                <a16:creationId xmlns:a16="http://schemas.microsoft.com/office/drawing/2014/main" id="{BBF0198C-2DEC-4344-E70B-E8C60420F10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90813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63" name="Line 83">
            <a:extLst>
              <a:ext uri="{FF2B5EF4-FFF2-40B4-BE49-F238E27FC236}">
                <a16:creationId xmlns:a16="http://schemas.microsoft.com/office/drawing/2014/main" id="{C3E8BB82-81DB-C760-27DB-76CDB9C98CC9}"/>
              </a:ext>
            </a:extLst>
          </p:cNvPr>
          <p:cNvSpPr>
            <a:spLocks noChangeShapeType="1"/>
          </p:cNvSpPr>
          <p:nvPr/>
        </p:nvSpPr>
        <p:spPr bwMode="auto">
          <a:xfrm>
            <a:off x="1814513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64" name="Line 84">
            <a:extLst>
              <a:ext uri="{FF2B5EF4-FFF2-40B4-BE49-F238E27FC236}">
                <a16:creationId xmlns:a16="http://schemas.microsoft.com/office/drawing/2014/main" id="{24970357-7A6D-6E49-29BE-9804148DEBEA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9138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65" name="Line 85">
            <a:extLst>
              <a:ext uri="{FF2B5EF4-FFF2-40B4-BE49-F238E27FC236}">
                <a16:creationId xmlns:a16="http://schemas.microsoft.com/office/drawing/2014/main" id="{1D9507AD-2FFE-A374-664A-89590E81E644}"/>
              </a:ext>
            </a:extLst>
          </p:cNvPr>
          <p:cNvSpPr>
            <a:spLocks noChangeShapeType="1"/>
          </p:cNvSpPr>
          <p:nvPr/>
        </p:nvSpPr>
        <p:spPr bwMode="auto">
          <a:xfrm>
            <a:off x="2165350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66" name="Line 86">
            <a:extLst>
              <a:ext uri="{FF2B5EF4-FFF2-40B4-BE49-F238E27FC236}">
                <a16:creationId xmlns:a16="http://schemas.microsoft.com/office/drawing/2014/main" id="{704AB5F3-A11E-73DE-C450-49EA166E2B35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9975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67" name="Line 87">
            <a:extLst>
              <a:ext uri="{FF2B5EF4-FFF2-40B4-BE49-F238E27FC236}">
                <a16:creationId xmlns:a16="http://schemas.microsoft.com/office/drawing/2014/main" id="{4CA87CCB-2D67-5A8F-2DF6-448459A51029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6188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68" name="Line 88">
            <a:extLst>
              <a:ext uri="{FF2B5EF4-FFF2-40B4-BE49-F238E27FC236}">
                <a16:creationId xmlns:a16="http://schemas.microsoft.com/office/drawing/2014/main" id="{D25A8C1F-7336-424F-FBFF-09F35EE8F90F}"/>
              </a:ext>
            </a:extLst>
          </p:cNvPr>
          <p:cNvSpPr>
            <a:spLocks noChangeShapeType="1"/>
          </p:cNvSpPr>
          <p:nvPr/>
        </p:nvSpPr>
        <p:spPr bwMode="auto">
          <a:xfrm>
            <a:off x="2690813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69" name="Rectangle 89">
            <a:extLst>
              <a:ext uri="{FF2B5EF4-FFF2-40B4-BE49-F238E27FC236}">
                <a16:creationId xmlns:a16="http://schemas.microsoft.com/office/drawing/2014/main" id="{8F608DE2-30A2-F14F-250D-9AB3ABF0F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8475" y="39179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171" name="Rectangle 90">
            <a:extLst>
              <a:ext uri="{FF2B5EF4-FFF2-40B4-BE49-F238E27FC236}">
                <a16:creationId xmlns:a16="http://schemas.microsoft.com/office/drawing/2014/main" id="{0F397C27-AD21-3FEB-7C5A-9BAFA651C9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3100" y="39179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172" name="Rectangle 91">
            <a:extLst>
              <a:ext uri="{FF2B5EF4-FFF2-40B4-BE49-F238E27FC236}">
                <a16:creationId xmlns:a16="http://schemas.microsoft.com/office/drawing/2014/main" id="{D995D536-D895-0141-487D-51EA588419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9313" y="39179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60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173" name="Rectangle 92">
            <a:extLst>
              <a:ext uri="{FF2B5EF4-FFF2-40B4-BE49-F238E27FC236}">
                <a16:creationId xmlns:a16="http://schemas.microsoft.com/office/drawing/2014/main" id="{60CFB14D-FC33-1DBC-1D3C-989D2ECA0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5525" y="39179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80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174" name="Rectangle 93">
            <a:extLst>
              <a:ext uri="{FF2B5EF4-FFF2-40B4-BE49-F238E27FC236}">
                <a16:creationId xmlns:a16="http://schemas.microsoft.com/office/drawing/2014/main" id="{C1952AF7-F8AD-AB5A-1D20-F76BA448D0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6338" y="3917950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175" name="Rectangle 94">
            <a:extLst>
              <a:ext uri="{FF2B5EF4-FFF2-40B4-BE49-F238E27FC236}">
                <a16:creationId xmlns:a16="http://schemas.microsoft.com/office/drawing/2014/main" id="{8F80C44E-6842-E049-AF09-300945AFE0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0963" y="3917950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176" name="Line 95">
            <a:extLst>
              <a:ext uri="{FF2B5EF4-FFF2-40B4-BE49-F238E27FC236}">
                <a16:creationId xmlns:a16="http://schemas.microsoft.com/office/drawing/2014/main" id="{0B30D02C-A65D-0BAC-9791-205D265A1470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2747963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77" name="Line 96">
            <a:extLst>
              <a:ext uri="{FF2B5EF4-FFF2-40B4-BE49-F238E27FC236}">
                <a16:creationId xmlns:a16="http://schemas.microsoft.com/office/drawing/2014/main" id="{782D4D35-ED2A-7EB9-FAB5-AB6AB3F267FB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5425" y="2747963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78" name="Line 97">
            <a:extLst>
              <a:ext uri="{FF2B5EF4-FFF2-40B4-BE49-F238E27FC236}">
                <a16:creationId xmlns:a16="http://schemas.microsoft.com/office/drawing/2014/main" id="{C7F68113-D811-3D37-6C45-785B1EAAAA99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29194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79" name="Line 98">
            <a:extLst>
              <a:ext uri="{FF2B5EF4-FFF2-40B4-BE49-F238E27FC236}">
                <a16:creationId xmlns:a16="http://schemas.microsoft.com/office/drawing/2014/main" id="{576C8565-ADDF-0A07-FA54-27181E32BA3A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30940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80" name="Line 99">
            <a:extLst>
              <a:ext uri="{FF2B5EF4-FFF2-40B4-BE49-F238E27FC236}">
                <a16:creationId xmlns:a16="http://schemas.microsoft.com/office/drawing/2014/main" id="{DA8C9B33-23AE-7956-1897-02ADFBAFEE8F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32702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81" name="Line 100">
            <a:extLst>
              <a:ext uri="{FF2B5EF4-FFF2-40B4-BE49-F238E27FC236}">
                <a16:creationId xmlns:a16="http://schemas.microsoft.com/office/drawing/2014/main" id="{BA99BF95-1961-96D0-8BC3-CC8029FF6A99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34464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82" name="Line 101">
            <a:extLst>
              <a:ext uri="{FF2B5EF4-FFF2-40B4-BE49-F238E27FC236}">
                <a16:creationId xmlns:a16="http://schemas.microsoft.com/office/drawing/2014/main" id="{3546F59C-C01D-AB22-B863-75438C8E27DC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36210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83" name="Line 102">
            <a:extLst>
              <a:ext uri="{FF2B5EF4-FFF2-40B4-BE49-F238E27FC236}">
                <a16:creationId xmlns:a16="http://schemas.microsoft.com/office/drawing/2014/main" id="{A34135A4-A304-1C16-4E07-CF2BAE4D30EC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37973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84" name="Line 103">
            <a:extLst>
              <a:ext uri="{FF2B5EF4-FFF2-40B4-BE49-F238E27FC236}">
                <a16:creationId xmlns:a16="http://schemas.microsoft.com/office/drawing/2014/main" id="{55432301-9343-0D77-3F04-3B3A8C4533E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4313" y="29194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85" name="Line 104">
            <a:extLst>
              <a:ext uri="{FF2B5EF4-FFF2-40B4-BE49-F238E27FC236}">
                <a16:creationId xmlns:a16="http://schemas.microsoft.com/office/drawing/2014/main" id="{70E72789-533D-EA63-1A11-74C2AF9F6DD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4313" y="30940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86" name="Line 105">
            <a:extLst>
              <a:ext uri="{FF2B5EF4-FFF2-40B4-BE49-F238E27FC236}">
                <a16:creationId xmlns:a16="http://schemas.microsoft.com/office/drawing/2014/main" id="{4EFB0E24-8D1A-C657-1EE8-8007858A87A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4313" y="32702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87" name="Line 106">
            <a:extLst>
              <a:ext uri="{FF2B5EF4-FFF2-40B4-BE49-F238E27FC236}">
                <a16:creationId xmlns:a16="http://schemas.microsoft.com/office/drawing/2014/main" id="{720BD204-F8E3-5687-20F4-75E1DF00173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4313" y="34464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88" name="Line 107">
            <a:extLst>
              <a:ext uri="{FF2B5EF4-FFF2-40B4-BE49-F238E27FC236}">
                <a16:creationId xmlns:a16="http://schemas.microsoft.com/office/drawing/2014/main" id="{F30E3082-047D-BD20-649B-5FBD3DC274D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4313" y="36210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89" name="Line 108">
            <a:extLst>
              <a:ext uri="{FF2B5EF4-FFF2-40B4-BE49-F238E27FC236}">
                <a16:creationId xmlns:a16="http://schemas.microsoft.com/office/drawing/2014/main" id="{940CE0C0-77C2-DB2B-7E43-F4D89BE30E4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4313" y="37973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90" name="Rectangle 109">
            <a:extLst>
              <a:ext uri="{FF2B5EF4-FFF2-40B4-BE49-F238E27FC236}">
                <a16:creationId xmlns:a16="http://schemas.microsoft.com/office/drawing/2014/main" id="{DEA5100D-024D-5A9E-C432-FC8B967647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063" y="2874963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191" name="Rectangle 110">
            <a:extLst>
              <a:ext uri="{FF2B5EF4-FFF2-40B4-BE49-F238E27FC236}">
                <a16:creationId xmlns:a16="http://schemas.microsoft.com/office/drawing/2014/main" id="{FAB4B8FE-D56F-A70F-C9A8-E265608FC6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063" y="305117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192" name="Rectangle 111">
            <a:extLst>
              <a:ext uri="{FF2B5EF4-FFF2-40B4-BE49-F238E27FC236}">
                <a16:creationId xmlns:a16="http://schemas.microsoft.com/office/drawing/2014/main" id="{3ACBE925-2BCB-ECE8-A632-EC231A1A6A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063" y="3227388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60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193" name="Rectangle 112">
            <a:extLst>
              <a:ext uri="{FF2B5EF4-FFF2-40B4-BE49-F238E27FC236}">
                <a16:creationId xmlns:a16="http://schemas.microsoft.com/office/drawing/2014/main" id="{9F956780-0785-56A2-C187-D2C256E0C8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063" y="340360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80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194" name="Rectangle 113">
            <a:extLst>
              <a:ext uri="{FF2B5EF4-FFF2-40B4-BE49-F238E27FC236}">
                <a16:creationId xmlns:a16="http://schemas.microsoft.com/office/drawing/2014/main" id="{18901786-16D8-5F41-3352-755A3B5140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6850" y="3578225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195" name="Rectangle 114">
            <a:extLst>
              <a:ext uri="{FF2B5EF4-FFF2-40B4-BE49-F238E27FC236}">
                <a16:creationId xmlns:a16="http://schemas.microsoft.com/office/drawing/2014/main" id="{54B00798-F9EB-596F-CCC3-66D5BD0FC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6850" y="3754438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196" name="Line 115">
            <a:extLst>
              <a:ext uri="{FF2B5EF4-FFF2-40B4-BE49-F238E27FC236}">
                <a16:creationId xmlns:a16="http://schemas.microsoft.com/office/drawing/2014/main" id="{69F28460-86ED-36CE-76A0-1528C9C0870A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275" y="386873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97" name="Line 116">
            <a:extLst>
              <a:ext uri="{FF2B5EF4-FFF2-40B4-BE49-F238E27FC236}">
                <a16:creationId xmlns:a16="http://schemas.microsoft.com/office/drawing/2014/main" id="{73BF9910-3492-9E02-9D10-B52918AD93A6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275" y="274478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98" name="Line 117">
            <a:extLst>
              <a:ext uri="{FF2B5EF4-FFF2-40B4-BE49-F238E27FC236}">
                <a16:creationId xmlns:a16="http://schemas.microsoft.com/office/drawing/2014/main" id="{6F80DB1F-5FF3-532D-7B73-FA152082A8A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35275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99" name="Line 118">
            <a:extLst>
              <a:ext uri="{FF2B5EF4-FFF2-40B4-BE49-F238E27FC236}">
                <a16:creationId xmlns:a16="http://schemas.microsoft.com/office/drawing/2014/main" id="{D0E95FB4-070F-C9EB-D18A-659BFFDA24E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47988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215" name="Picture 119">
            <a:extLst>
              <a:ext uri="{FF2B5EF4-FFF2-40B4-BE49-F238E27FC236}">
                <a16:creationId xmlns:a16="http://schemas.microsoft.com/office/drawing/2014/main" id="{F8678E4C-D7DD-7D4B-321B-BAC164A51D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5275" y="2744788"/>
            <a:ext cx="112713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200" name="Line 120">
            <a:extLst>
              <a:ext uri="{FF2B5EF4-FFF2-40B4-BE49-F238E27FC236}">
                <a16:creationId xmlns:a16="http://schemas.microsoft.com/office/drawing/2014/main" id="{F13F5B1D-778B-5D77-14E3-DD6BA0A34CB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47988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01" name="Line 121">
            <a:extLst>
              <a:ext uri="{FF2B5EF4-FFF2-40B4-BE49-F238E27FC236}">
                <a16:creationId xmlns:a16="http://schemas.microsoft.com/office/drawing/2014/main" id="{8794EC69-ABBC-4FAC-415C-A7C78CFAC97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6875" y="38687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02" name="Line 122">
            <a:extLst>
              <a:ext uri="{FF2B5EF4-FFF2-40B4-BE49-F238E27FC236}">
                <a16:creationId xmlns:a16="http://schemas.microsoft.com/office/drawing/2014/main" id="{7BF4DAF9-CD3C-5EE6-2CE9-133631107B6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6875" y="36496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03" name="Line 123">
            <a:extLst>
              <a:ext uri="{FF2B5EF4-FFF2-40B4-BE49-F238E27FC236}">
                <a16:creationId xmlns:a16="http://schemas.microsoft.com/office/drawing/2014/main" id="{930CFFF3-A2D2-C53E-BA0A-8028124B5FD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6875" y="34305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04" name="Line 124">
            <a:extLst>
              <a:ext uri="{FF2B5EF4-FFF2-40B4-BE49-F238E27FC236}">
                <a16:creationId xmlns:a16="http://schemas.microsoft.com/office/drawing/2014/main" id="{9CC12876-1464-1525-19B5-8CDE45A0870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6875" y="32099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05" name="Line 125">
            <a:extLst>
              <a:ext uri="{FF2B5EF4-FFF2-40B4-BE49-F238E27FC236}">
                <a16:creationId xmlns:a16="http://schemas.microsoft.com/office/drawing/2014/main" id="{891ECA2A-F027-B0C1-2EBC-8A123F16B47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6875" y="29908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06" name="Line 126">
            <a:extLst>
              <a:ext uri="{FF2B5EF4-FFF2-40B4-BE49-F238E27FC236}">
                <a16:creationId xmlns:a16="http://schemas.microsoft.com/office/drawing/2014/main" id="{BA39706F-9AE6-B418-CA27-8A01D202ECF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6875" y="277177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07" name="Rectangle 127">
            <a:extLst>
              <a:ext uri="{FF2B5EF4-FFF2-40B4-BE49-F238E27FC236}">
                <a16:creationId xmlns:a16="http://schemas.microsoft.com/office/drawing/2014/main" id="{43A626A8-6877-2CB6-205A-F619C251C9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3830638"/>
            <a:ext cx="746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08" name="Rectangle 128">
            <a:extLst>
              <a:ext uri="{FF2B5EF4-FFF2-40B4-BE49-F238E27FC236}">
                <a16:creationId xmlns:a16="http://schemas.microsoft.com/office/drawing/2014/main" id="{B942A80E-2984-A9C3-19CD-8E2CE3EBEF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3609975"/>
            <a:ext cx="1127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50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09" name="Rectangle 129">
            <a:extLst>
              <a:ext uri="{FF2B5EF4-FFF2-40B4-BE49-F238E27FC236}">
                <a16:creationId xmlns:a16="http://schemas.microsoft.com/office/drawing/2014/main" id="{897D3CF7-7A14-C9B3-EBF2-6DC204B19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3390900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10" name="Rectangle 130">
            <a:extLst>
              <a:ext uri="{FF2B5EF4-FFF2-40B4-BE49-F238E27FC236}">
                <a16:creationId xmlns:a16="http://schemas.microsoft.com/office/drawing/2014/main" id="{093A363C-AFF8-7946-ABE5-7401F22321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3170238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150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11" name="Rectangle 131">
            <a:extLst>
              <a:ext uri="{FF2B5EF4-FFF2-40B4-BE49-F238E27FC236}">
                <a16:creationId xmlns:a16="http://schemas.microsoft.com/office/drawing/2014/main" id="{0B199A01-89BA-582F-F60A-3583EBCE0C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2951163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12" name="Rectangle 132">
            <a:extLst>
              <a:ext uri="{FF2B5EF4-FFF2-40B4-BE49-F238E27FC236}">
                <a16:creationId xmlns:a16="http://schemas.microsoft.com/office/drawing/2014/main" id="{D19B8C6C-2F58-21D5-04A5-6818365F73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2730500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250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13" name="Line 133">
            <a:extLst>
              <a:ext uri="{FF2B5EF4-FFF2-40B4-BE49-F238E27FC236}">
                <a16:creationId xmlns:a16="http://schemas.microsoft.com/office/drawing/2014/main" id="{5BC48C5F-5DA3-AAFF-4F13-5C28886F5A0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275" y="274478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14" name="Line 134">
            <a:extLst>
              <a:ext uri="{FF2B5EF4-FFF2-40B4-BE49-F238E27FC236}">
                <a16:creationId xmlns:a16="http://schemas.microsoft.com/office/drawing/2014/main" id="{FC824758-5F1C-4BE1-8854-65485CE3F37C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275" y="386873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16" name="Line 135">
            <a:extLst>
              <a:ext uri="{FF2B5EF4-FFF2-40B4-BE49-F238E27FC236}">
                <a16:creationId xmlns:a16="http://schemas.microsoft.com/office/drawing/2014/main" id="{35BBF144-FF4C-71A5-089D-0652B27D6E0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35275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17" name="Line 136">
            <a:extLst>
              <a:ext uri="{FF2B5EF4-FFF2-40B4-BE49-F238E27FC236}">
                <a16:creationId xmlns:a16="http://schemas.microsoft.com/office/drawing/2014/main" id="{95D9CB23-C424-634E-A9AF-6EE9039A4F2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47988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18" name="Rectangle 137">
            <a:extLst>
              <a:ext uri="{FF2B5EF4-FFF2-40B4-BE49-F238E27FC236}">
                <a16:creationId xmlns:a16="http://schemas.microsoft.com/office/drawing/2014/main" id="{B7B47AC7-469D-4A15-6EF0-99A8BD1200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0450" y="2747963"/>
            <a:ext cx="1123950" cy="11239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19" name="Rectangle 138">
            <a:extLst>
              <a:ext uri="{FF2B5EF4-FFF2-40B4-BE49-F238E27FC236}">
                <a16:creationId xmlns:a16="http://schemas.microsoft.com/office/drawing/2014/main" id="{3C65D976-2253-7CB2-B433-811D336F70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8563" y="2619375"/>
            <a:ext cx="966788" cy="13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downsampled by  8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235" name="Picture 139">
            <a:extLst>
              <a:ext uri="{FF2B5EF4-FFF2-40B4-BE49-F238E27FC236}">
                <a16:creationId xmlns:a16="http://schemas.microsoft.com/office/drawing/2014/main" id="{B2E46B2D-604B-E52D-66AD-6DF0104BBD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0450" y="2751138"/>
            <a:ext cx="1123950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220" name="Line 140">
            <a:extLst>
              <a:ext uri="{FF2B5EF4-FFF2-40B4-BE49-F238E27FC236}">
                <a16:creationId xmlns:a16="http://schemas.microsoft.com/office/drawing/2014/main" id="{83659507-502A-610E-B069-871635242212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0450" y="3871913"/>
            <a:ext cx="1123950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21" name="Line 141">
            <a:extLst>
              <a:ext uri="{FF2B5EF4-FFF2-40B4-BE49-F238E27FC236}">
                <a16:creationId xmlns:a16="http://schemas.microsoft.com/office/drawing/2014/main" id="{8EEEB280-2D7E-4700-A568-77DBDCBE0CCF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0450" y="2747963"/>
            <a:ext cx="1123950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22" name="Line 142">
            <a:extLst>
              <a:ext uri="{FF2B5EF4-FFF2-40B4-BE49-F238E27FC236}">
                <a16:creationId xmlns:a16="http://schemas.microsoft.com/office/drawing/2014/main" id="{5B50AADE-27F9-EE9E-4724-FFB16DEA8E0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16363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23" name="Line 143">
            <a:extLst>
              <a:ext uri="{FF2B5EF4-FFF2-40B4-BE49-F238E27FC236}">
                <a16:creationId xmlns:a16="http://schemas.microsoft.com/office/drawing/2014/main" id="{C4DFCCC5-D633-7282-2F86-B8C9F2FA2D9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68788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24" name="Line 144">
            <a:extLst>
              <a:ext uri="{FF2B5EF4-FFF2-40B4-BE49-F238E27FC236}">
                <a16:creationId xmlns:a16="http://schemas.microsoft.com/office/drawing/2014/main" id="{8EC98763-11DA-F5C2-169A-39CE50D982C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19625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25" name="Line 145">
            <a:extLst>
              <a:ext uri="{FF2B5EF4-FFF2-40B4-BE49-F238E27FC236}">
                <a16:creationId xmlns:a16="http://schemas.microsoft.com/office/drawing/2014/main" id="{0C1C3E1D-66B9-E966-197E-6EA4D9589680}"/>
              </a:ext>
            </a:extLst>
          </p:cNvPr>
          <p:cNvSpPr>
            <a:spLocks noChangeShapeType="1"/>
          </p:cNvSpPr>
          <p:nvPr/>
        </p:nvSpPr>
        <p:spPr bwMode="auto">
          <a:xfrm>
            <a:off x="3916363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26" name="Line 146">
            <a:extLst>
              <a:ext uri="{FF2B5EF4-FFF2-40B4-BE49-F238E27FC236}">
                <a16:creationId xmlns:a16="http://schemas.microsoft.com/office/drawing/2014/main" id="{2BF6C5CD-5808-E07C-6262-71A7A7F3F73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8788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27" name="Line 147">
            <a:extLst>
              <a:ext uri="{FF2B5EF4-FFF2-40B4-BE49-F238E27FC236}">
                <a16:creationId xmlns:a16="http://schemas.microsoft.com/office/drawing/2014/main" id="{0759F228-7E56-C9CC-8D11-14B652A1B261}"/>
              </a:ext>
            </a:extLst>
          </p:cNvPr>
          <p:cNvSpPr>
            <a:spLocks noChangeShapeType="1"/>
          </p:cNvSpPr>
          <p:nvPr/>
        </p:nvSpPr>
        <p:spPr bwMode="auto">
          <a:xfrm>
            <a:off x="4619625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28" name="Rectangle 148">
            <a:extLst>
              <a:ext uri="{FF2B5EF4-FFF2-40B4-BE49-F238E27FC236}">
                <a16:creationId xmlns:a16="http://schemas.microsoft.com/office/drawing/2014/main" id="{93FDE4FC-8CFD-57E9-CA31-ABC864A22E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9375" y="3917950"/>
            <a:ext cx="873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29" name="Rectangle 149">
            <a:extLst>
              <a:ext uri="{FF2B5EF4-FFF2-40B4-BE49-F238E27FC236}">
                <a16:creationId xmlns:a16="http://schemas.microsoft.com/office/drawing/2014/main" id="{4477601F-79EC-1538-DB53-8D3DBB9D50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2750" y="39179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30" name="Rectangle 150">
            <a:extLst>
              <a:ext uri="{FF2B5EF4-FFF2-40B4-BE49-F238E27FC236}">
                <a16:creationId xmlns:a16="http://schemas.microsoft.com/office/drawing/2014/main" id="{61659CC3-9CDD-1A6F-D127-0461F3FC32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3588" y="39179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31" name="Line 151">
            <a:extLst>
              <a:ext uri="{FF2B5EF4-FFF2-40B4-BE49-F238E27FC236}">
                <a16:creationId xmlns:a16="http://schemas.microsoft.com/office/drawing/2014/main" id="{763A38ED-0317-503D-47FC-E4C0102FDFE0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0450" y="2747963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32" name="Line 152">
            <a:extLst>
              <a:ext uri="{FF2B5EF4-FFF2-40B4-BE49-F238E27FC236}">
                <a16:creationId xmlns:a16="http://schemas.microsoft.com/office/drawing/2014/main" id="{6C49AD20-4DC0-CB0C-064D-C2168788EC21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2747963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33" name="Line 153">
            <a:extLst>
              <a:ext uri="{FF2B5EF4-FFF2-40B4-BE49-F238E27FC236}">
                <a16:creationId xmlns:a16="http://schemas.microsoft.com/office/drawing/2014/main" id="{3C8482C9-A574-8DBC-F95C-56A84AA3E57D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0450" y="306387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34" name="Line 154">
            <a:extLst>
              <a:ext uri="{FF2B5EF4-FFF2-40B4-BE49-F238E27FC236}">
                <a16:creationId xmlns:a16="http://schemas.microsoft.com/office/drawing/2014/main" id="{6FE047DB-9E75-8160-FBC1-09D6CCBBE126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0450" y="34147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36" name="Line 155">
            <a:extLst>
              <a:ext uri="{FF2B5EF4-FFF2-40B4-BE49-F238E27FC236}">
                <a16:creationId xmlns:a16="http://schemas.microsoft.com/office/drawing/2014/main" id="{1CD109AC-23BB-8E0A-DEC0-5B4C8EF0FB61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0450" y="37671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37" name="Line 156">
            <a:extLst>
              <a:ext uri="{FF2B5EF4-FFF2-40B4-BE49-F238E27FC236}">
                <a16:creationId xmlns:a16="http://schemas.microsoft.com/office/drawing/2014/main" id="{256DAB47-0195-3844-BB07-C9E2D87F9E0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13288" y="306387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38" name="Line 157">
            <a:extLst>
              <a:ext uri="{FF2B5EF4-FFF2-40B4-BE49-F238E27FC236}">
                <a16:creationId xmlns:a16="http://schemas.microsoft.com/office/drawing/2014/main" id="{92702068-C472-385F-1A8F-AA449510473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13288" y="34147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39" name="Line 158">
            <a:extLst>
              <a:ext uri="{FF2B5EF4-FFF2-40B4-BE49-F238E27FC236}">
                <a16:creationId xmlns:a16="http://schemas.microsoft.com/office/drawing/2014/main" id="{25657718-C034-0BF3-A0B9-ECE724018DB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13288" y="37671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40" name="Rectangle 159">
            <a:extLst>
              <a:ext uri="{FF2B5EF4-FFF2-40B4-BE49-F238E27FC236}">
                <a16:creationId xmlns:a16="http://schemas.microsoft.com/office/drawing/2014/main" id="{47AAC021-31FB-0183-EB68-61F3C2088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9488" y="3019425"/>
            <a:ext cx="873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41" name="Rectangle 160">
            <a:extLst>
              <a:ext uri="{FF2B5EF4-FFF2-40B4-BE49-F238E27FC236}">
                <a16:creationId xmlns:a16="http://schemas.microsoft.com/office/drawing/2014/main" id="{2D06EF68-FA95-80F0-97FC-F62DBB23FC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5038" y="33718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42" name="Rectangle 161">
            <a:extLst>
              <a:ext uri="{FF2B5EF4-FFF2-40B4-BE49-F238E27FC236}">
                <a16:creationId xmlns:a16="http://schemas.microsoft.com/office/drawing/2014/main" id="{EEB88BEE-6D13-A549-FA0A-73682B85CA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5038" y="3722688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43" name="Line 162">
            <a:extLst>
              <a:ext uri="{FF2B5EF4-FFF2-40B4-BE49-F238E27FC236}">
                <a16:creationId xmlns:a16="http://schemas.microsoft.com/office/drawing/2014/main" id="{4DEFA07E-7DE8-3364-186E-DA52CDD0D9A2}"/>
              </a:ext>
            </a:extLst>
          </p:cNvPr>
          <p:cNvSpPr>
            <a:spLocks noChangeShapeType="1"/>
          </p:cNvSpPr>
          <p:nvPr/>
        </p:nvSpPr>
        <p:spPr bwMode="auto">
          <a:xfrm>
            <a:off x="4794250" y="386873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44" name="Line 163">
            <a:extLst>
              <a:ext uri="{FF2B5EF4-FFF2-40B4-BE49-F238E27FC236}">
                <a16:creationId xmlns:a16="http://schemas.microsoft.com/office/drawing/2014/main" id="{613FE0CC-73C9-4E80-3305-A02E9984004D}"/>
              </a:ext>
            </a:extLst>
          </p:cNvPr>
          <p:cNvSpPr>
            <a:spLocks noChangeShapeType="1"/>
          </p:cNvSpPr>
          <p:nvPr/>
        </p:nvSpPr>
        <p:spPr bwMode="auto">
          <a:xfrm>
            <a:off x="4794250" y="274478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45" name="Line 164">
            <a:extLst>
              <a:ext uri="{FF2B5EF4-FFF2-40B4-BE49-F238E27FC236}">
                <a16:creationId xmlns:a16="http://schemas.microsoft.com/office/drawing/2014/main" id="{91AA7666-F92D-F365-E3C5-585E21D9AB0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94250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46" name="Line 165">
            <a:extLst>
              <a:ext uri="{FF2B5EF4-FFF2-40B4-BE49-F238E27FC236}">
                <a16:creationId xmlns:a16="http://schemas.microsoft.com/office/drawing/2014/main" id="{3B0DA5C4-08A2-221E-758E-807D29932E0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06963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262" name="Picture 166">
            <a:extLst>
              <a:ext uri="{FF2B5EF4-FFF2-40B4-BE49-F238E27FC236}">
                <a16:creationId xmlns:a16="http://schemas.microsoft.com/office/drawing/2014/main" id="{F7642E47-0390-7768-5795-56B7A287D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4250" y="2744788"/>
            <a:ext cx="112713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247" name="Line 167">
            <a:extLst>
              <a:ext uri="{FF2B5EF4-FFF2-40B4-BE49-F238E27FC236}">
                <a16:creationId xmlns:a16="http://schemas.microsoft.com/office/drawing/2014/main" id="{DCEBB8C5-24BA-AD74-1AE5-324AA31136E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06963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48" name="Line 168">
            <a:extLst>
              <a:ext uri="{FF2B5EF4-FFF2-40B4-BE49-F238E27FC236}">
                <a16:creationId xmlns:a16="http://schemas.microsoft.com/office/drawing/2014/main" id="{478E2CBE-476B-53B3-164F-76E370FD3BF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95850" y="38687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49" name="Line 169">
            <a:extLst>
              <a:ext uri="{FF2B5EF4-FFF2-40B4-BE49-F238E27FC236}">
                <a16:creationId xmlns:a16="http://schemas.microsoft.com/office/drawing/2014/main" id="{394962EE-EB62-F97F-FE41-DF54013F0AF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95850" y="36496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50" name="Line 170">
            <a:extLst>
              <a:ext uri="{FF2B5EF4-FFF2-40B4-BE49-F238E27FC236}">
                <a16:creationId xmlns:a16="http://schemas.microsoft.com/office/drawing/2014/main" id="{32CEFB63-973E-8945-0020-3B5479B95FB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95850" y="34305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51" name="Line 171">
            <a:extLst>
              <a:ext uri="{FF2B5EF4-FFF2-40B4-BE49-F238E27FC236}">
                <a16:creationId xmlns:a16="http://schemas.microsoft.com/office/drawing/2014/main" id="{CB23DB35-A455-0803-45AD-8D4A735118E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95850" y="32099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52" name="Line 172">
            <a:extLst>
              <a:ext uri="{FF2B5EF4-FFF2-40B4-BE49-F238E27FC236}">
                <a16:creationId xmlns:a16="http://schemas.microsoft.com/office/drawing/2014/main" id="{49C4881B-D6EA-EDBB-4BCD-6EEA905D55F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95850" y="29908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53" name="Line 173">
            <a:extLst>
              <a:ext uri="{FF2B5EF4-FFF2-40B4-BE49-F238E27FC236}">
                <a16:creationId xmlns:a16="http://schemas.microsoft.com/office/drawing/2014/main" id="{E7EA34EB-EEB2-480E-0945-ED27EE2B3DE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95850" y="277177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54" name="Rectangle 174">
            <a:extLst>
              <a:ext uri="{FF2B5EF4-FFF2-40B4-BE49-F238E27FC236}">
                <a16:creationId xmlns:a16="http://schemas.microsoft.com/office/drawing/2014/main" id="{0E85663D-46C0-B558-73AE-809C81B395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125" y="3830638"/>
            <a:ext cx="746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55" name="Rectangle 175">
            <a:extLst>
              <a:ext uri="{FF2B5EF4-FFF2-40B4-BE49-F238E27FC236}">
                <a16:creationId xmlns:a16="http://schemas.microsoft.com/office/drawing/2014/main" id="{9AA34DD6-4CF7-A9D9-CF93-7194A3402A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125" y="3609975"/>
            <a:ext cx="1127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50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56" name="Rectangle 176">
            <a:extLst>
              <a:ext uri="{FF2B5EF4-FFF2-40B4-BE49-F238E27FC236}">
                <a16:creationId xmlns:a16="http://schemas.microsoft.com/office/drawing/2014/main" id="{4968BD69-D699-BBFA-5D5B-8E9597AAA5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125" y="3390900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57" name="Rectangle 177">
            <a:extLst>
              <a:ext uri="{FF2B5EF4-FFF2-40B4-BE49-F238E27FC236}">
                <a16:creationId xmlns:a16="http://schemas.microsoft.com/office/drawing/2014/main" id="{BEE54AB5-CC40-F337-2FA5-E6F430251B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125" y="3170238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150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58" name="Rectangle 178">
            <a:extLst>
              <a:ext uri="{FF2B5EF4-FFF2-40B4-BE49-F238E27FC236}">
                <a16:creationId xmlns:a16="http://schemas.microsoft.com/office/drawing/2014/main" id="{5BBC2A15-A1EB-FAEE-DDCA-70C4FE03C4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125" y="2951163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59" name="Rectangle 179">
            <a:extLst>
              <a:ext uri="{FF2B5EF4-FFF2-40B4-BE49-F238E27FC236}">
                <a16:creationId xmlns:a16="http://schemas.microsoft.com/office/drawing/2014/main" id="{3FA716C3-9BF2-FCAB-C319-8C41AD6C25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125" y="2730500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250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60" name="Line 180">
            <a:extLst>
              <a:ext uri="{FF2B5EF4-FFF2-40B4-BE49-F238E27FC236}">
                <a16:creationId xmlns:a16="http://schemas.microsoft.com/office/drawing/2014/main" id="{DA4F4AAB-EFEA-8A3D-3DD7-2601274F9AC5}"/>
              </a:ext>
            </a:extLst>
          </p:cNvPr>
          <p:cNvSpPr>
            <a:spLocks noChangeShapeType="1"/>
          </p:cNvSpPr>
          <p:nvPr/>
        </p:nvSpPr>
        <p:spPr bwMode="auto">
          <a:xfrm>
            <a:off x="4794250" y="274478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61" name="Line 181">
            <a:extLst>
              <a:ext uri="{FF2B5EF4-FFF2-40B4-BE49-F238E27FC236}">
                <a16:creationId xmlns:a16="http://schemas.microsoft.com/office/drawing/2014/main" id="{CCC63E43-CDC5-ADFC-4717-B67AA7966B15}"/>
              </a:ext>
            </a:extLst>
          </p:cNvPr>
          <p:cNvSpPr>
            <a:spLocks noChangeShapeType="1"/>
          </p:cNvSpPr>
          <p:nvPr/>
        </p:nvSpPr>
        <p:spPr bwMode="auto">
          <a:xfrm>
            <a:off x="4794250" y="386873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63" name="Line 182">
            <a:extLst>
              <a:ext uri="{FF2B5EF4-FFF2-40B4-BE49-F238E27FC236}">
                <a16:creationId xmlns:a16="http://schemas.microsoft.com/office/drawing/2014/main" id="{19A1797E-75B1-6822-B83C-82FA76DB1D2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94250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64" name="Line 183">
            <a:extLst>
              <a:ext uri="{FF2B5EF4-FFF2-40B4-BE49-F238E27FC236}">
                <a16:creationId xmlns:a16="http://schemas.microsoft.com/office/drawing/2014/main" id="{B5A4D456-4FE0-139F-73F5-DC6DA4F12CA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06963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65" name="Rectangle 184">
            <a:extLst>
              <a:ext uri="{FF2B5EF4-FFF2-40B4-BE49-F238E27FC236}">
                <a16:creationId xmlns:a16="http://schemas.microsoft.com/office/drawing/2014/main" id="{B544CE4F-E763-6A47-B18B-9B3046534E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5775" y="2747963"/>
            <a:ext cx="1123950" cy="11239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66" name="Rectangle 185">
            <a:extLst>
              <a:ext uri="{FF2B5EF4-FFF2-40B4-BE49-F238E27FC236}">
                <a16:creationId xmlns:a16="http://schemas.microsoft.com/office/drawing/2014/main" id="{A5D1AF0F-6E73-C7DA-DDC7-FBE4D90B30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4688" y="2619375"/>
            <a:ext cx="860425" cy="13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windowed (none)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282" name="Picture 186">
            <a:extLst>
              <a:ext uri="{FF2B5EF4-FFF2-40B4-BE49-F238E27FC236}">
                <a16:creationId xmlns:a16="http://schemas.microsoft.com/office/drawing/2014/main" id="{BA9449DF-7E7E-8B79-2DE0-70F9DED488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5775" y="2751138"/>
            <a:ext cx="1123950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267" name="Line 187">
            <a:extLst>
              <a:ext uri="{FF2B5EF4-FFF2-40B4-BE49-F238E27FC236}">
                <a16:creationId xmlns:a16="http://schemas.microsoft.com/office/drawing/2014/main" id="{A1E15AFE-F482-F0B9-E589-2E91EA1BCEBC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5775" y="3871913"/>
            <a:ext cx="1123950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68" name="Line 188">
            <a:extLst>
              <a:ext uri="{FF2B5EF4-FFF2-40B4-BE49-F238E27FC236}">
                <a16:creationId xmlns:a16="http://schemas.microsoft.com/office/drawing/2014/main" id="{FD919427-3D29-6591-98AE-B75C81DEB22A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5775" y="2747963"/>
            <a:ext cx="1123950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69" name="Line 189">
            <a:extLst>
              <a:ext uri="{FF2B5EF4-FFF2-40B4-BE49-F238E27FC236}">
                <a16:creationId xmlns:a16="http://schemas.microsoft.com/office/drawing/2014/main" id="{8614B13D-1C75-0B81-B581-7EE8008CDC8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81688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70" name="Line 190">
            <a:extLst>
              <a:ext uri="{FF2B5EF4-FFF2-40B4-BE49-F238E27FC236}">
                <a16:creationId xmlns:a16="http://schemas.microsoft.com/office/drawing/2014/main" id="{7485E5FE-3CBA-661D-4DAF-6FC9C11711A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32525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71" name="Line 191">
            <a:extLst>
              <a:ext uri="{FF2B5EF4-FFF2-40B4-BE49-F238E27FC236}">
                <a16:creationId xmlns:a16="http://schemas.microsoft.com/office/drawing/2014/main" id="{2B4CA6D8-A978-84A4-EFA4-A09AD11E342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83363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72" name="Line 192">
            <a:extLst>
              <a:ext uri="{FF2B5EF4-FFF2-40B4-BE49-F238E27FC236}">
                <a16:creationId xmlns:a16="http://schemas.microsoft.com/office/drawing/2014/main" id="{E57DB480-63D0-A0D4-F513-A89E9B0FEFA6}"/>
              </a:ext>
            </a:extLst>
          </p:cNvPr>
          <p:cNvSpPr>
            <a:spLocks noChangeShapeType="1"/>
          </p:cNvSpPr>
          <p:nvPr/>
        </p:nvSpPr>
        <p:spPr bwMode="auto">
          <a:xfrm>
            <a:off x="5881688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73" name="Line 193">
            <a:extLst>
              <a:ext uri="{FF2B5EF4-FFF2-40B4-BE49-F238E27FC236}">
                <a16:creationId xmlns:a16="http://schemas.microsoft.com/office/drawing/2014/main" id="{11D89FE4-7B67-E43A-69FE-A863E9665DCC}"/>
              </a:ext>
            </a:extLst>
          </p:cNvPr>
          <p:cNvSpPr>
            <a:spLocks noChangeShapeType="1"/>
          </p:cNvSpPr>
          <p:nvPr/>
        </p:nvSpPr>
        <p:spPr bwMode="auto">
          <a:xfrm>
            <a:off x="6232525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74" name="Line 194">
            <a:extLst>
              <a:ext uri="{FF2B5EF4-FFF2-40B4-BE49-F238E27FC236}">
                <a16:creationId xmlns:a16="http://schemas.microsoft.com/office/drawing/2014/main" id="{3F9E5A5B-6636-7EC1-AC16-E045BFA237E5}"/>
              </a:ext>
            </a:extLst>
          </p:cNvPr>
          <p:cNvSpPr>
            <a:spLocks noChangeShapeType="1"/>
          </p:cNvSpPr>
          <p:nvPr/>
        </p:nvSpPr>
        <p:spPr bwMode="auto">
          <a:xfrm>
            <a:off x="6583363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75" name="Rectangle 195">
            <a:extLst>
              <a:ext uri="{FF2B5EF4-FFF2-40B4-BE49-F238E27FC236}">
                <a16:creationId xmlns:a16="http://schemas.microsoft.com/office/drawing/2014/main" id="{016334A4-A181-5909-1BDC-8298007B0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4700" y="3917950"/>
            <a:ext cx="873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76" name="Rectangle 196">
            <a:extLst>
              <a:ext uri="{FF2B5EF4-FFF2-40B4-BE49-F238E27FC236}">
                <a16:creationId xmlns:a16="http://schemas.microsoft.com/office/drawing/2014/main" id="{37CC33F1-CFCE-BE22-F3DA-5627BDEBF9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488" y="39179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77" name="Rectangle 197">
            <a:extLst>
              <a:ext uri="{FF2B5EF4-FFF2-40B4-BE49-F238E27FC236}">
                <a16:creationId xmlns:a16="http://schemas.microsoft.com/office/drawing/2014/main" id="{B7693BB4-E8BD-DFE8-4D9C-AD4D35FDD5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8913" y="39179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78" name="Line 198">
            <a:extLst>
              <a:ext uri="{FF2B5EF4-FFF2-40B4-BE49-F238E27FC236}">
                <a16:creationId xmlns:a16="http://schemas.microsoft.com/office/drawing/2014/main" id="{B28890C6-2972-9E01-A838-FEF297BE6A42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5775" y="2747963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79" name="Line 199">
            <a:extLst>
              <a:ext uri="{FF2B5EF4-FFF2-40B4-BE49-F238E27FC236}">
                <a16:creationId xmlns:a16="http://schemas.microsoft.com/office/drawing/2014/main" id="{9722E6E5-B3AE-B32B-7429-09D831362E7D}"/>
              </a:ext>
            </a:extLst>
          </p:cNvPr>
          <p:cNvSpPr>
            <a:spLocks noChangeShapeType="1"/>
          </p:cNvSpPr>
          <p:nvPr/>
        </p:nvSpPr>
        <p:spPr bwMode="auto">
          <a:xfrm>
            <a:off x="6689725" y="2747963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80" name="Line 200">
            <a:extLst>
              <a:ext uri="{FF2B5EF4-FFF2-40B4-BE49-F238E27FC236}">
                <a16:creationId xmlns:a16="http://schemas.microsoft.com/office/drawing/2014/main" id="{1EF92736-AAE2-15B6-060E-7E96186BCC3E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5775" y="306387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81" name="Line 201">
            <a:extLst>
              <a:ext uri="{FF2B5EF4-FFF2-40B4-BE49-F238E27FC236}">
                <a16:creationId xmlns:a16="http://schemas.microsoft.com/office/drawing/2014/main" id="{486F05CB-0F03-33A6-2E3E-C4DA88834F1D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5775" y="34147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83" name="Line 202">
            <a:extLst>
              <a:ext uri="{FF2B5EF4-FFF2-40B4-BE49-F238E27FC236}">
                <a16:creationId xmlns:a16="http://schemas.microsoft.com/office/drawing/2014/main" id="{48C0E472-E830-A58F-8FAB-FE42547B3884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5775" y="37671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84" name="Line 203">
            <a:extLst>
              <a:ext uri="{FF2B5EF4-FFF2-40B4-BE49-F238E27FC236}">
                <a16:creationId xmlns:a16="http://schemas.microsoft.com/office/drawing/2014/main" id="{7B131545-6A7A-D340-5767-ADE74B2B99B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78613" y="306387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85" name="Line 204">
            <a:extLst>
              <a:ext uri="{FF2B5EF4-FFF2-40B4-BE49-F238E27FC236}">
                <a16:creationId xmlns:a16="http://schemas.microsoft.com/office/drawing/2014/main" id="{425060F9-2C13-8292-8B80-BE46E2A0104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78613" y="34147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89" name="Line 206">
            <a:extLst>
              <a:ext uri="{FF2B5EF4-FFF2-40B4-BE49-F238E27FC236}">
                <a16:creationId xmlns:a16="http://schemas.microsoft.com/office/drawing/2014/main" id="{BB77646C-CFD9-9250-4822-FCD35E1A13D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78613" y="37671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90" name="Rectangle 207">
            <a:extLst>
              <a:ext uri="{FF2B5EF4-FFF2-40B4-BE49-F238E27FC236}">
                <a16:creationId xmlns:a16="http://schemas.microsoft.com/office/drawing/2014/main" id="{DFD3CEBC-5EF0-1390-8959-13C26DE23E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4813" y="3019425"/>
            <a:ext cx="873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591" name="Rectangle 208">
            <a:extLst>
              <a:ext uri="{FF2B5EF4-FFF2-40B4-BE49-F238E27FC236}">
                <a16:creationId xmlns:a16="http://schemas.microsoft.com/office/drawing/2014/main" id="{836DBA5F-4569-F0BF-E6BA-1937249C58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0363" y="33718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592" name="Rectangle 209">
            <a:extLst>
              <a:ext uri="{FF2B5EF4-FFF2-40B4-BE49-F238E27FC236}">
                <a16:creationId xmlns:a16="http://schemas.microsoft.com/office/drawing/2014/main" id="{3F5B7A6D-AC0B-47BC-576E-96A7E8753E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0363" y="3722688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593" name="Line 210">
            <a:extLst>
              <a:ext uri="{FF2B5EF4-FFF2-40B4-BE49-F238E27FC236}">
                <a16:creationId xmlns:a16="http://schemas.microsoft.com/office/drawing/2014/main" id="{02BDEE7B-B6A2-656F-B948-5B0743DCF262}"/>
              </a:ext>
            </a:extLst>
          </p:cNvPr>
          <p:cNvSpPr>
            <a:spLocks noChangeShapeType="1"/>
          </p:cNvSpPr>
          <p:nvPr/>
        </p:nvSpPr>
        <p:spPr bwMode="auto">
          <a:xfrm>
            <a:off x="6757988" y="386873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94" name="Line 211">
            <a:extLst>
              <a:ext uri="{FF2B5EF4-FFF2-40B4-BE49-F238E27FC236}">
                <a16:creationId xmlns:a16="http://schemas.microsoft.com/office/drawing/2014/main" id="{493A2EF8-998C-28C0-905C-6243A2840EA9}"/>
              </a:ext>
            </a:extLst>
          </p:cNvPr>
          <p:cNvSpPr>
            <a:spLocks noChangeShapeType="1"/>
          </p:cNvSpPr>
          <p:nvPr/>
        </p:nvSpPr>
        <p:spPr bwMode="auto">
          <a:xfrm>
            <a:off x="6757988" y="274478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95" name="Line 212">
            <a:extLst>
              <a:ext uri="{FF2B5EF4-FFF2-40B4-BE49-F238E27FC236}">
                <a16:creationId xmlns:a16="http://schemas.microsoft.com/office/drawing/2014/main" id="{0B439EDD-D813-FDFB-BF48-795F3BADC46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57988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96" name="Line 213">
            <a:extLst>
              <a:ext uri="{FF2B5EF4-FFF2-40B4-BE49-F238E27FC236}">
                <a16:creationId xmlns:a16="http://schemas.microsoft.com/office/drawing/2014/main" id="{70DDCAF9-0C6D-7C17-8078-88D0816CA5C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70700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310" name="Picture 214">
            <a:extLst>
              <a:ext uri="{FF2B5EF4-FFF2-40B4-BE49-F238E27FC236}">
                <a16:creationId xmlns:a16="http://schemas.microsoft.com/office/drawing/2014/main" id="{34659033-B591-2DDC-ABF4-FF57A8B4C1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7988" y="2744788"/>
            <a:ext cx="112713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97" name="Line 215">
            <a:extLst>
              <a:ext uri="{FF2B5EF4-FFF2-40B4-BE49-F238E27FC236}">
                <a16:creationId xmlns:a16="http://schemas.microsoft.com/office/drawing/2014/main" id="{137E4E56-3A2F-90C5-4112-59D0FEE979C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70700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98" name="Line 216">
            <a:extLst>
              <a:ext uri="{FF2B5EF4-FFF2-40B4-BE49-F238E27FC236}">
                <a16:creationId xmlns:a16="http://schemas.microsoft.com/office/drawing/2014/main" id="{532A512B-9F24-FEE8-E67B-D221F71965F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59588" y="37131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99" name="Line 217">
            <a:extLst>
              <a:ext uri="{FF2B5EF4-FFF2-40B4-BE49-F238E27FC236}">
                <a16:creationId xmlns:a16="http://schemas.microsoft.com/office/drawing/2014/main" id="{534B4004-41BC-E94E-E26A-CD098116A58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59588" y="34845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00" name="Line 218">
            <a:extLst>
              <a:ext uri="{FF2B5EF4-FFF2-40B4-BE49-F238E27FC236}">
                <a16:creationId xmlns:a16="http://schemas.microsoft.com/office/drawing/2014/main" id="{BE971C7D-F051-FC36-83F3-319FC987746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59588" y="32575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01" name="Line 219">
            <a:extLst>
              <a:ext uri="{FF2B5EF4-FFF2-40B4-BE49-F238E27FC236}">
                <a16:creationId xmlns:a16="http://schemas.microsoft.com/office/drawing/2014/main" id="{FFB69D0E-066A-3673-191A-992DA2CD5C3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59588" y="30305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02" name="Line 220">
            <a:extLst>
              <a:ext uri="{FF2B5EF4-FFF2-40B4-BE49-F238E27FC236}">
                <a16:creationId xmlns:a16="http://schemas.microsoft.com/office/drawing/2014/main" id="{512ED830-0AC8-8E07-3A43-DFEEB5D023D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59588" y="28035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03" name="Rectangle 221">
            <a:extLst>
              <a:ext uri="{FF2B5EF4-FFF2-40B4-BE49-F238E27FC236}">
                <a16:creationId xmlns:a16="http://schemas.microsoft.com/office/drawing/2014/main" id="{30ED4B8F-8CB7-981E-2C04-05D5862B4B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2450" y="3673475"/>
            <a:ext cx="1381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-40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604" name="Rectangle 222">
            <a:extLst>
              <a:ext uri="{FF2B5EF4-FFF2-40B4-BE49-F238E27FC236}">
                <a16:creationId xmlns:a16="http://schemas.microsoft.com/office/drawing/2014/main" id="{D4D419EA-452B-DC71-0294-9BFC8BE52E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2450" y="3446463"/>
            <a:ext cx="1381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-20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606" name="Rectangle 223">
            <a:extLst>
              <a:ext uri="{FF2B5EF4-FFF2-40B4-BE49-F238E27FC236}">
                <a16:creationId xmlns:a16="http://schemas.microsoft.com/office/drawing/2014/main" id="{727A65DD-BB15-CE23-56B8-263803F668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2450" y="3221038"/>
            <a:ext cx="746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607" name="Rectangle 224">
            <a:extLst>
              <a:ext uri="{FF2B5EF4-FFF2-40B4-BE49-F238E27FC236}">
                <a16:creationId xmlns:a16="http://schemas.microsoft.com/office/drawing/2014/main" id="{3E1D8920-5478-0DC8-091D-2CE7328E0B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2450" y="2989263"/>
            <a:ext cx="1127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608" name="Rectangle 225">
            <a:extLst>
              <a:ext uri="{FF2B5EF4-FFF2-40B4-BE49-F238E27FC236}">
                <a16:creationId xmlns:a16="http://schemas.microsoft.com/office/drawing/2014/main" id="{F5DEBB37-6457-A02F-E682-A3F76A3750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2450" y="2762250"/>
            <a:ext cx="1127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609" name="Line 226">
            <a:extLst>
              <a:ext uri="{FF2B5EF4-FFF2-40B4-BE49-F238E27FC236}">
                <a16:creationId xmlns:a16="http://schemas.microsoft.com/office/drawing/2014/main" id="{58320D84-E295-8846-6F0A-113CBE027C1C}"/>
              </a:ext>
            </a:extLst>
          </p:cNvPr>
          <p:cNvSpPr>
            <a:spLocks noChangeShapeType="1"/>
          </p:cNvSpPr>
          <p:nvPr/>
        </p:nvSpPr>
        <p:spPr bwMode="auto">
          <a:xfrm>
            <a:off x="6757988" y="274478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10" name="Line 227">
            <a:extLst>
              <a:ext uri="{FF2B5EF4-FFF2-40B4-BE49-F238E27FC236}">
                <a16:creationId xmlns:a16="http://schemas.microsoft.com/office/drawing/2014/main" id="{569BB977-650B-44AB-4549-716CF9C31942}"/>
              </a:ext>
            </a:extLst>
          </p:cNvPr>
          <p:cNvSpPr>
            <a:spLocks noChangeShapeType="1"/>
          </p:cNvSpPr>
          <p:nvPr/>
        </p:nvSpPr>
        <p:spPr bwMode="auto">
          <a:xfrm>
            <a:off x="6757988" y="386873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11" name="Line 228">
            <a:extLst>
              <a:ext uri="{FF2B5EF4-FFF2-40B4-BE49-F238E27FC236}">
                <a16:creationId xmlns:a16="http://schemas.microsoft.com/office/drawing/2014/main" id="{BFFEC799-2E6B-933F-A1FA-4CB28C11076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57988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12" name="Line 229">
            <a:extLst>
              <a:ext uri="{FF2B5EF4-FFF2-40B4-BE49-F238E27FC236}">
                <a16:creationId xmlns:a16="http://schemas.microsoft.com/office/drawing/2014/main" id="{5F03A040-3E84-076B-AF8E-8F116A278BC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70700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13" name="Rectangle 230">
            <a:extLst>
              <a:ext uri="{FF2B5EF4-FFF2-40B4-BE49-F238E27FC236}">
                <a16:creationId xmlns:a16="http://schemas.microsoft.com/office/drawing/2014/main" id="{746B9875-67CE-5493-0208-BE6131BAB5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4750" y="2747963"/>
            <a:ext cx="1122363" cy="11239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14" name="Rectangle 231">
            <a:extLst>
              <a:ext uri="{FF2B5EF4-FFF2-40B4-BE49-F238E27FC236}">
                <a16:creationId xmlns:a16="http://schemas.microsoft.com/office/drawing/2014/main" id="{700134D7-62CC-511E-AB90-9AB5958E2C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2075" y="2619375"/>
            <a:ext cx="866775" cy="13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whitened (pad  2)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328" name="Picture 232">
            <a:extLst>
              <a:ext uri="{FF2B5EF4-FFF2-40B4-BE49-F238E27FC236}">
                <a16:creationId xmlns:a16="http://schemas.microsoft.com/office/drawing/2014/main" id="{293EF591-D90B-5A17-D73D-6861603005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750" y="2751138"/>
            <a:ext cx="1122363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15" name="Line 233">
            <a:extLst>
              <a:ext uri="{FF2B5EF4-FFF2-40B4-BE49-F238E27FC236}">
                <a16:creationId xmlns:a16="http://schemas.microsoft.com/office/drawing/2014/main" id="{19D7DF7E-4831-AD0C-60E1-A466944109C0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4750" y="3871913"/>
            <a:ext cx="112236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16" name="Line 234">
            <a:extLst>
              <a:ext uri="{FF2B5EF4-FFF2-40B4-BE49-F238E27FC236}">
                <a16:creationId xmlns:a16="http://schemas.microsoft.com/office/drawing/2014/main" id="{531DD976-B40F-F586-CE7C-F4AEAD455F24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4750" y="2747963"/>
            <a:ext cx="112236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17" name="Line 235">
            <a:extLst>
              <a:ext uri="{FF2B5EF4-FFF2-40B4-BE49-F238E27FC236}">
                <a16:creationId xmlns:a16="http://schemas.microsoft.com/office/drawing/2014/main" id="{23443297-4BCA-8CBC-2C3A-329205C2F53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40663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18" name="Line 236">
            <a:extLst>
              <a:ext uri="{FF2B5EF4-FFF2-40B4-BE49-F238E27FC236}">
                <a16:creationId xmlns:a16="http://schemas.microsoft.com/office/drawing/2014/main" id="{0F0E955E-622A-9565-B723-0EDD20C3062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91500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19" name="Line 237">
            <a:extLst>
              <a:ext uri="{FF2B5EF4-FFF2-40B4-BE49-F238E27FC236}">
                <a16:creationId xmlns:a16="http://schemas.microsoft.com/office/drawing/2014/main" id="{FA87C161-6AEF-8305-FCA7-E69907F3C7A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42338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20" name="Line 238">
            <a:extLst>
              <a:ext uri="{FF2B5EF4-FFF2-40B4-BE49-F238E27FC236}">
                <a16:creationId xmlns:a16="http://schemas.microsoft.com/office/drawing/2014/main" id="{8DC813D2-F8F6-CEE3-1CE7-751DDFDEC517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0663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21" name="Line 239">
            <a:extLst>
              <a:ext uri="{FF2B5EF4-FFF2-40B4-BE49-F238E27FC236}">
                <a16:creationId xmlns:a16="http://schemas.microsoft.com/office/drawing/2014/main" id="{BD149588-402D-543E-93E5-E9D999891618}"/>
              </a:ext>
            </a:extLst>
          </p:cNvPr>
          <p:cNvSpPr>
            <a:spLocks noChangeShapeType="1"/>
          </p:cNvSpPr>
          <p:nvPr/>
        </p:nvSpPr>
        <p:spPr bwMode="auto">
          <a:xfrm>
            <a:off x="8191500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22" name="Line 240">
            <a:extLst>
              <a:ext uri="{FF2B5EF4-FFF2-40B4-BE49-F238E27FC236}">
                <a16:creationId xmlns:a16="http://schemas.microsoft.com/office/drawing/2014/main" id="{5E4017C3-5478-24FC-D550-6A6763F0F495}"/>
              </a:ext>
            </a:extLst>
          </p:cNvPr>
          <p:cNvSpPr>
            <a:spLocks noChangeShapeType="1"/>
          </p:cNvSpPr>
          <p:nvPr/>
        </p:nvSpPr>
        <p:spPr bwMode="auto">
          <a:xfrm>
            <a:off x="8542338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24" name="Rectangle 241">
            <a:extLst>
              <a:ext uri="{FF2B5EF4-FFF2-40B4-BE49-F238E27FC236}">
                <a16:creationId xmlns:a16="http://schemas.microsoft.com/office/drawing/2014/main" id="{3945399D-314B-E4A9-8FE7-008A44E9AC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2088" y="3917950"/>
            <a:ext cx="873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625" name="Rectangle 242">
            <a:extLst>
              <a:ext uri="{FF2B5EF4-FFF2-40B4-BE49-F238E27FC236}">
                <a16:creationId xmlns:a16="http://schemas.microsoft.com/office/drawing/2014/main" id="{3B360CC8-8BD0-1014-EA5B-E59F96F2CC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5463" y="39179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626" name="Rectangle 243">
            <a:extLst>
              <a:ext uri="{FF2B5EF4-FFF2-40B4-BE49-F238E27FC236}">
                <a16:creationId xmlns:a16="http://schemas.microsoft.com/office/drawing/2014/main" id="{E0A89A73-7511-C8E1-66BA-5D4D4E4F22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6300" y="39179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627" name="Line 244">
            <a:extLst>
              <a:ext uri="{FF2B5EF4-FFF2-40B4-BE49-F238E27FC236}">
                <a16:creationId xmlns:a16="http://schemas.microsoft.com/office/drawing/2014/main" id="{2FB1B4CE-1357-C63D-81E9-32849A3ED15A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4750" y="2747963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28" name="Line 245">
            <a:extLst>
              <a:ext uri="{FF2B5EF4-FFF2-40B4-BE49-F238E27FC236}">
                <a16:creationId xmlns:a16="http://schemas.microsoft.com/office/drawing/2014/main" id="{1B39F6AA-BD09-9B15-0EE5-B2353437457E}"/>
              </a:ext>
            </a:extLst>
          </p:cNvPr>
          <p:cNvSpPr>
            <a:spLocks noChangeShapeType="1"/>
          </p:cNvSpPr>
          <p:nvPr/>
        </p:nvSpPr>
        <p:spPr bwMode="auto">
          <a:xfrm>
            <a:off x="8647113" y="2747963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29" name="Line 246">
            <a:extLst>
              <a:ext uri="{FF2B5EF4-FFF2-40B4-BE49-F238E27FC236}">
                <a16:creationId xmlns:a16="http://schemas.microsoft.com/office/drawing/2014/main" id="{AD8C564B-6F2E-0E08-7F01-655A8B9E5DD4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4750" y="306387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30" name="Line 247">
            <a:extLst>
              <a:ext uri="{FF2B5EF4-FFF2-40B4-BE49-F238E27FC236}">
                <a16:creationId xmlns:a16="http://schemas.microsoft.com/office/drawing/2014/main" id="{54C9B046-59A8-D62F-3BCA-2BEE2F834666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4750" y="34147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31" name="Line 248">
            <a:extLst>
              <a:ext uri="{FF2B5EF4-FFF2-40B4-BE49-F238E27FC236}">
                <a16:creationId xmlns:a16="http://schemas.microsoft.com/office/drawing/2014/main" id="{8ABB1895-FA8E-B80A-B9E0-D02630EBB1BF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4750" y="37671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32" name="Line 249">
            <a:extLst>
              <a:ext uri="{FF2B5EF4-FFF2-40B4-BE49-F238E27FC236}">
                <a16:creationId xmlns:a16="http://schemas.microsoft.com/office/drawing/2014/main" id="{41ED4F53-D018-6246-75C5-2BFBD0237FF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636000" y="306387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33" name="Line 250">
            <a:extLst>
              <a:ext uri="{FF2B5EF4-FFF2-40B4-BE49-F238E27FC236}">
                <a16:creationId xmlns:a16="http://schemas.microsoft.com/office/drawing/2014/main" id="{B138CB63-C787-C20F-71B7-17939B7C93A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636000" y="34147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34" name="Line 251">
            <a:extLst>
              <a:ext uri="{FF2B5EF4-FFF2-40B4-BE49-F238E27FC236}">
                <a16:creationId xmlns:a16="http://schemas.microsoft.com/office/drawing/2014/main" id="{1F6F8BFF-41F3-78CE-567B-22BD5726396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636000" y="37671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35" name="Rectangle 252">
            <a:extLst>
              <a:ext uri="{FF2B5EF4-FFF2-40B4-BE49-F238E27FC236}">
                <a16:creationId xmlns:a16="http://schemas.microsoft.com/office/drawing/2014/main" id="{DADA9E38-BEB9-803B-8133-76D3162425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2200" y="3019425"/>
            <a:ext cx="873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636" name="Rectangle 253">
            <a:extLst>
              <a:ext uri="{FF2B5EF4-FFF2-40B4-BE49-F238E27FC236}">
                <a16:creationId xmlns:a16="http://schemas.microsoft.com/office/drawing/2014/main" id="{66857BE4-5EE7-ACAD-6237-80A9C9143E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9338" y="33718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637" name="Rectangle 254">
            <a:extLst>
              <a:ext uri="{FF2B5EF4-FFF2-40B4-BE49-F238E27FC236}">
                <a16:creationId xmlns:a16="http://schemas.microsoft.com/office/drawing/2014/main" id="{1A28207A-D795-B9C2-27A8-3E8A7DF3EB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9338" y="3722688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638" name="Line 255">
            <a:extLst>
              <a:ext uri="{FF2B5EF4-FFF2-40B4-BE49-F238E27FC236}">
                <a16:creationId xmlns:a16="http://schemas.microsoft.com/office/drawing/2014/main" id="{3E3BB513-4861-B67C-860E-67CD2377BFA2}"/>
              </a:ext>
            </a:extLst>
          </p:cNvPr>
          <p:cNvSpPr>
            <a:spLocks noChangeShapeType="1"/>
          </p:cNvSpPr>
          <p:nvPr/>
        </p:nvSpPr>
        <p:spPr bwMode="auto">
          <a:xfrm>
            <a:off x="8716963" y="386873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39" name="Line 256">
            <a:extLst>
              <a:ext uri="{FF2B5EF4-FFF2-40B4-BE49-F238E27FC236}">
                <a16:creationId xmlns:a16="http://schemas.microsoft.com/office/drawing/2014/main" id="{FFD46D5D-006C-9EC0-BD13-58CC4F7B2D13}"/>
              </a:ext>
            </a:extLst>
          </p:cNvPr>
          <p:cNvSpPr>
            <a:spLocks noChangeShapeType="1"/>
          </p:cNvSpPr>
          <p:nvPr/>
        </p:nvSpPr>
        <p:spPr bwMode="auto">
          <a:xfrm>
            <a:off x="8716963" y="274478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40" name="Line 257">
            <a:extLst>
              <a:ext uri="{FF2B5EF4-FFF2-40B4-BE49-F238E27FC236}">
                <a16:creationId xmlns:a16="http://schemas.microsoft.com/office/drawing/2014/main" id="{94CC71A5-EA13-8C9C-5C5E-22AC2316884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716963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41" name="Line 258">
            <a:extLst>
              <a:ext uri="{FF2B5EF4-FFF2-40B4-BE49-F238E27FC236}">
                <a16:creationId xmlns:a16="http://schemas.microsoft.com/office/drawing/2014/main" id="{208043D4-B62C-6D40-E310-20281EEF49E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29675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355" name="Picture 259">
            <a:extLst>
              <a:ext uri="{FF2B5EF4-FFF2-40B4-BE49-F238E27FC236}">
                <a16:creationId xmlns:a16="http://schemas.microsoft.com/office/drawing/2014/main" id="{219EF64B-FF20-CCB4-DDC7-2081F2A91D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6963" y="2744788"/>
            <a:ext cx="112713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42" name="Line 260">
            <a:extLst>
              <a:ext uri="{FF2B5EF4-FFF2-40B4-BE49-F238E27FC236}">
                <a16:creationId xmlns:a16="http://schemas.microsoft.com/office/drawing/2014/main" id="{3248B0AA-EE54-5CBB-CE19-1197F93DEB0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29675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43" name="Line 261">
            <a:extLst>
              <a:ext uri="{FF2B5EF4-FFF2-40B4-BE49-F238E27FC236}">
                <a16:creationId xmlns:a16="http://schemas.microsoft.com/office/drawing/2014/main" id="{E12DCBAD-E0C3-1C70-CC0C-4079DE83980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818563" y="37131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44" name="Line 262">
            <a:extLst>
              <a:ext uri="{FF2B5EF4-FFF2-40B4-BE49-F238E27FC236}">
                <a16:creationId xmlns:a16="http://schemas.microsoft.com/office/drawing/2014/main" id="{74834ED0-5B10-7697-FB4C-1C35B55E054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818563" y="34845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45" name="Line 263">
            <a:extLst>
              <a:ext uri="{FF2B5EF4-FFF2-40B4-BE49-F238E27FC236}">
                <a16:creationId xmlns:a16="http://schemas.microsoft.com/office/drawing/2014/main" id="{40FEF22A-F84B-D2ED-C948-F68C203AC0C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818563" y="32575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46" name="Line 264">
            <a:extLst>
              <a:ext uri="{FF2B5EF4-FFF2-40B4-BE49-F238E27FC236}">
                <a16:creationId xmlns:a16="http://schemas.microsoft.com/office/drawing/2014/main" id="{62411078-2DB8-C827-D111-011BD1054BD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818563" y="30305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47" name="Line 265">
            <a:extLst>
              <a:ext uri="{FF2B5EF4-FFF2-40B4-BE49-F238E27FC236}">
                <a16:creationId xmlns:a16="http://schemas.microsoft.com/office/drawing/2014/main" id="{37AB8CEC-499D-C037-AD39-5AABD80D18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818563" y="28035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48" name="Rectangle 266">
            <a:extLst>
              <a:ext uri="{FF2B5EF4-FFF2-40B4-BE49-F238E27FC236}">
                <a16:creationId xmlns:a16="http://schemas.microsoft.com/office/drawing/2014/main" id="{50A20617-9EC4-30C4-092F-E8102D843B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1425" y="3673475"/>
            <a:ext cx="1381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-40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649" name="Rectangle 267">
            <a:extLst>
              <a:ext uri="{FF2B5EF4-FFF2-40B4-BE49-F238E27FC236}">
                <a16:creationId xmlns:a16="http://schemas.microsoft.com/office/drawing/2014/main" id="{4E67558E-B91C-3467-4100-30DD77C0C7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1425" y="3446463"/>
            <a:ext cx="1381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-20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651" name="Rectangle 268">
            <a:extLst>
              <a:ext uri="{FF2B5EF4-FFF2-40B4-BE49-F238E27FC236}">
                <a16:creationId xmlns:a16="http://schemas.microsoft.com/office/drawing/2014/main" id="{9DA62361-A1AF-E6F8-B2E5-C623F365FD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1425" y="3221038"/>
            <a:ext cx="746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652" name="Rectangle 269">
            <a:extLst>
              <a:ext uri="{FF2B5EF4-FFF2-40B4-BE49-F238E27FC236}">
                <a16:creationId xmlns:a16="http://schemas.microsoft.com/office/drawing/2014/main" id="{280786B2-E2DC-7307-0C68-0EE98F308B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1425" y="2989263"/>
            <a:ext cx="1127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653" name="Rectangle 270">
            <a:extLst>
              <a:ext uri="{FF2B5EF4-FFF2-40B4-BE49-F238E27FC236}">
                <a16:creationId xmlns:a16="http://schemas.microsoft.com/office/drawing/2014/main" id="{29D5455E-1110-6370-549F-C88FD3CC23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1425" y="2762250"/>
            <a:ext cx="1127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654" name="Line 271">
            <a:extLst>
              <a:ext uri="{FF2B5EF4-FFF2-40B4-BE49-F238E27FC236}">
                <a16:creationId xmlns:a16="http://schemas.microsoft.com/office/drawing/2014/main" id="{A10CF685-24A6-DCAD-6DD8-00AF105DC921}"/>
              </a:ext>
            </a:extLst>
          </p:cNvPr>
          <p:cNvSpPr>
            <a:spLocks noChangeShapeType="1"/>
          </p:cNvSpPr>
          <p:nvPr/>
        </p:nvSpPr>
        <p:spPr bwMode="auto">
          <a:xfrm>
            <a:off x="8716963" y="274478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55" name="Line 272">
            <a:extLst>
              <a:ext uri="{FF2B5EF4-FFF2-40B4-BE49-F238E27FC236}">
                <a16:creationId xmlns:a16="http://schemas.microsoft.com/office/drawing/2014/main" id="{59CA3150-5CCD-CCF4-0CD1-610C5584592C}"/>
              </a:ext>
            </a:extLst>
          </p:cNvPr>
          <p:cNvSpPr>
            <a:spLocks noChangeShapeType="1"/>
          </p:cNvSpPr>
          <p:nvPr/>
        </p:nvSpPr>
        <p:spPr bwMode="auto">
          <a:xfrm>
            <a:off x="8716963" y="386873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56" name="Line 273">
            <a:extLst>
              <a:ext uri="{FF2B5EF4-FFF2-40B4-BE49-F238E27FC236}">
                <a16:creationId xmlns:a16="http://schemas.microsoft.com/office/drawing/2014/main" id="{3289F9A3-1728-7492-7A27-2D74523E8D8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716963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57" name="Line 274">
            <a:extLst>
              <a:ext uri="{FF2B5EF4-FFF2-40B4-BE49-F238E27FC236}">
                <a16:creationId xmlns:a16="http://schemas.microsoft.com/office/drawing/2014/main" id="{4B96C81C-E0EA-2216-8DD7-5B5CC5AD1EC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29675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58" name="Rectangle 275">
            <a:extLst>
              <a:ext uri="{FF2B5EF4-FFF2-40B4-BE49-F238E27FC236}">
                <a16:creationId xmlns:a16="http://schemas.microsoft.com/office/drawing/2014/main" id="{3C07BFA5-2141-70BF-9D7E-43FC8B0CB8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88488" y="2747963"/>
            <a:ext cx="1123950" cy="11239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59" name="Rectangle 276">
            <a:extLst>
              <a:ext uri="{FF2B5EF4-FFF2-40B4-BE49-F238E27FC236}">
                <a16:creationId xmlns:a16="http://schemas.microsoft.com/office/drawing/2014/main" id="{767AB983-4D91-4373-665C-3194EB433F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53613" y="2619375"/>
            <a:ext cx="488950" cy="13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binarized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373" name="Picture 277">
            <a:extLst>
              <a:ext uri="{FF2B5EF4-FFF2-40B4-BE49-F238E27FC236}">
                <a16:creationId xmlns:a16="http://schemas.microsoft.com/office/drawing/2014/main" id="{0A40364D-7A16-71F0-7DA8-F4D8D7458E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8488" y="2751138"/>
            <a:ext cx="1123950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60" name="Line 278">
            <a:extLst>
              <a:ext uri="{FF2B5EF4-FFF2-40B4-BE49-F238E27FC236}">
                <a16:creationId xmlns:a16="http://schemas.microsoft.com/office/drawing/2014/main" id="{E4E4C362-0B53-9D9A-D9FB-05DC0465C562}"/>
              </a:ext>
            </a:extLst>
          </p:cNvPr>
          <p:cNvSpPr>
            <a:spLocks noChangeShapeType="1"/>
          </p:cNvSpPr>
          <p:nvPr/>
        </p:nvSpPr>
        <p:spPr bwMode="auto">
          <a:xfrm>
            <a:off x="9488488" y="3871913"/>
            <a:ext cx="1123950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61" name="Line 279">
            <a:extLst>
              <a:ext uri="{FF2B5EF4-FFF2-40B4-BE49-F238E27FC236}">
                <a16:creationId xmlns:a16="http://schemas.microsoft.com/office/drawing/2014/main" id="{4A206198-72A5-CE88-69F6-928568123B8F}"/>
              </a:ext>
            </a:extLst>
          </p:cNvPr>
          <p:cNvSpPr>
            <a:spLocks noChangeShapeType="1"/>
          </p:cNvSpPr>
          <p:nvPr/>
        </p:nvSpPr>
        <p:spPr bwMode="auto">
          <a:xfrm>
            <a:off x="9488488" y="2747963"/>
            <a:ext cx="1123950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62" name="Line 280">
            <a:extLst>
              <a:ext uri="{FF2B5EF4-FFF2-40B4-BE49-F238E27FC236}">
                <a16:creationId xmlns:a16="http://schemas.microsoft.com/office/drawing/2014/main" id="{3C763CFC-2A7C-4193-CFDB-7E3674B1866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804400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63" name="Line 281">
            <a:extLst>
              <a:ext uri="{FF2B5EF4-FFF2-40B4-BE49-F238E27FC236}">
                <a16:creationId xmlns:a16="http://schemas.microsoft.com/office/drawing/2014/main" id="{C1CC04DF-6092-8934-B43C-1EA86F8AAB4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156825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64" name="Line 282">
            <a:extLst>
              <a:ext uri="{FF2B5EF4-FFF2-40B4-BE49-F238E27FC236}">
                <a16:creationId xmlns:a16="http://schemas.microsoft.com/office/drawing/2014/main" id="{F14E26E1-E10C-314D-564A-E60976FDE06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507663" y="3860800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65" name="Line 283">
            <a:extLst>
              <a:ext uri="{FF2B5EF4-FFF2-40B4-BE49-F238E27FC236}">
                <a16:creationId xmlns:a16="http://schemas.microsoft.com/office/drawing/2014/main" id="{FAA1A044-AA51-9E47-DA84-F335E996903C}"/>
              </a:ext>
            </a:extLst>
          </p:cNvPr>
          <p:cNvSpPr>
            <a:spLocks noChangeShapeType="1"/>
          </p:cNvSpPr>
          <p:nvPr/>
        </p:nvSpPr>
        <p:spPr bwMode="auto">
          <a:xfrm>
            <a:off x="9804400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66" name="Line 284">
            <a:extLst>
              <a:ext uri="{FF2B5EF4-FFF2-40B4-BE49-F238E27FC236}">
                <a16:creationId xmlns:a16="http://schemas.microsoft.com/office/drawing/2014/main" id="{A78FB706-7647-D86D-82C9-D531FBF92AF3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56825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67" name="Line 285">
            <a:extLst>
              <a:ext uri="{FF2B5EF4-FFF2-40B4-BE49-F238E27FC236}">
                <a16:creationId xmlns:a16="http://schemas.microsoft.com/office/drawing/2014/main" id="{6852E5FE-1447-1A88-381E-3E4DA3B1F3F7}"/>
              </a:ext>
            </a:extLst>
          </p:cNvPr>
          <p:cNvSpPr>
            <a:spLocks noChangeShapeType="1"/>
          </p:cNvSpPr>
          <p:nvPr/>
        </p:nvSpPr>
        <p:spPr bwMode="auto">
          <a:xfrm>
            <a:off x="10507663" y="2747963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68" name="Rectangle 286">
            <a:extLst>
              <a:ext uri="{FF2B5EF4-FFF2-40B4-BE49-F238E27FC236}">
                <a16:creationId xmlns:a16="http://schemas.microsoft.com/office/drawing/2014/main" id="{487C9988-C233-A75D-DFF5-4518A6C913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77413" y="3917950"/>
            <a:ext cx="873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669" name="Rectangle 287">
            <a:extLst>
              <a:ext uri="{FF2B5EF4-FFF2-40B4-BE49-F238E27FC236}">
                <a16:creationId xmlns:a16="http://schemas.microsoft.com/office/drawing/2014/main" id="{D4D2780C-6F12-F2A3-0FAC-5D74381EBA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10788" y="39179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670" name="Rectangle 288">
            <a:extLst>
              <a:ext uri="{FF2B5EF4-FFF2-40B4-BE49-F238E27FC236}">
                <a16:creationId xmlns:a16="http://schemas.microsoft.com/office/drawing/2014/main" id="{D6AFCC7F-95DC-773A-2711-35BA2506AF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61625" y="39179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671" name="Line 289">
            <a:extLst>
              <a:ext uri="{FF2B5EF4-FFF2-40B4-BE49-F238E27FC236}">
                <a16:creationId xmlns:a16="http://schemas.microsoft.com/office/drawing/2014/main" id="{196C92C2-577A-5FF3-DA45-114385163DA7}"/>
              </a:ext>
            </a:extLst>
          </p:cNvPr>
          <p:cNvSpPr>
            <a:spLocks noChangeShapeType="1"/>
          </p:cNvSpPr>
          <p:nvPr/>
        </p:nvSpPr>
        <p:spPr bwMode="auto">
          <a:xfrm>
            <a:off x="9488488" y="2747963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88" name="Line 290">
            <a:extLst>
              <a:ext uri="{FF2B5EF4-FFF2-40B4-BE49-F238E27FC236}">
                <a16:creationId xmlns:a16="http://schemas.microsoft.com/office/drawing/2014/main" id="{AA4AE5D2-2ADC-424A-DE83-8C3CE22421DB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12438" y="2747963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89" name="Line 291">
            <a:extLst>
              <a:ext uri="{FF2B5EF4-FFF2-40B4-BE49-F238E27FC236}">
                <a16:creationId xmlns:a16="http://schemas.microsoft.com/office/drawing/2014/main" id="{04B7BA78-979D-0ACB-2D74-27CC0CAFDA77}"/>
              </a:ext>
            </a:extLst>
          </p:cNvPr>
          <p:cNvSpPr>
            <a:spLocks noChangeShapeType="1"/>
          </p:cNvSpPr>
          <p:nvPr/>
        </p:nvSpPr>
        <p:spPr bwMode="auto">
          <a:xfrm>
            <a:off x="9488488" y="306387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90" name="Line 292">
            <a:extLst>
              <a:ext uri="{FF2B5EF4-FFF2-40B4-BE49-F238E27FC236}">
                <a16:creationId xmlns:a16="http://schemas.microsoft.com/office/drawing/2014/main" id="{D7BE62F4-8449-F573-769D-EFC3D4AB1BB8}"/>
              </a:ext>
            </a:extLst>
          </p:cNvPr>
          <p:cNvSpPr>
            <a:spLocks noChangeShapeType="1"/>
          </p:cNvSpPr>
          <p:nvPr/>
        </p:nvSpPr>
        <p:spPr bwMode="auto">
          <a:xfrm>
            <a:off x="9488488" y="34147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91" name="Line 293">
            <a:extLst>
              <a:ext uri="{FF2B5EF4-FFF2-40B4-BE49-F238E27FC236}">
                <a16:creationId xmlns:a16="http://schemas.microsoft.com/office/drawing/2014/main" id="{73AC6169-8071-F37E-7E11-6742462E5DA4}"/>
              </a:ext>
            </a:extLst>
          </p:cNvPr>
          <p:cNvSpPr>
            <a:spLocks noChangeShapeType="1"/>
          </p:cNvSpPr>
          <p:nvPr/>
        </p:nvSpPr>
        <p:spPr bwMode="auto">
          <a:xfrm>
            <a:off x="9488488" y="37671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92" name="Line 294">
            <a:extLst>
              <a:ext uri="{FF2B5EF4-FFF2-40B4-BE49-F238E27FC236}">
                <a16:creationId xmlns:a16="http://schemas.microsoft.com/office/drawing/2014/main" id="{ED53488F-CBF2-B44C-242D-4B3DFF0C307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01325" y="306387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93" name="Line 295">
            <a:extLst>
              <a:ext uri="{FF2B5EF4-FFF2-40B4-BE49-F238E27FC236}">
                <a16:creationId xmlns:a16="http://schemas.microsoft.com/office/drawing/2014/main" id="{FFD9FB37-BB93-72C3-923F-76BBDA90CD8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01325" y="34147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94" name="Line 296">
            <a:extLst>
              <a:ext uri="{FF2B5EF4-FFF2-40B4-BE49-F238E27FC236}">
                <a16:creationId xmlns:a16="http://schemas.microsoft.com/office/drawing/2014/main" id="{BADED1B7-0678-AE52-8B32-479D4E97403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01325" y="37671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95" name="Rectangle 297">
            <a:extLst>
              <a:ext uri="{FF2B5EF4-FFF2-40B4-BE49-F238E27FC236}">
                <a16:creationId xmlns:a16="http://schemas.microsoft.com/office/drawing/2014/main" id="{0F6CD89F-3F72-66AC-79B0-D943EDE65F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07525" y="3019425"/>
            <a:ext cx="873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96" name="Rectangle 298">
            <a:extLst>
              <a:ext uri="{FF2B5EF4-FFF2-40B4-BE49-F238E27FC236}">
                <a16:creationId xmlns:a16="http://schemas.microsoft.com/office/drawing/2014/main" id="{1477AF1B-803F-A1A8-C605-352FD5DFAD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3075" y="33718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97" name="Rectangle 299">
            <a:extLst>
              <a:ext uri="{FF2B5EF4-FFF2-40B4-BE49-F238E27FC236}">
                <a16:creationId xmlns:a16="http://schemas.microsoft.com/office/drawing/2014/main" id="{CE92A5E2-35F2-2C08-A0DB-F9EBECCB44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3075" y="3722688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98" name="Line 300">
            <a:extLst>
              <a:ext uri="{FF2B5EF4-FFF2-40B4-BE49-F238E27FC236}">
                <a16:creationId xmlns:a16="http://schemas.microsoft.com/office/drawing/2014/main" id="{A4F1B9F3-1A14-2461-0B87-BEED9E0B1C9A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82288" y="386873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99" name="Line 301">
            <a:extLst>
              <a:ext uri="{FF2B5EF4-FFF2-40B4-BE49-F238E27FC236}">
                <a16:creationId xmlns:a16="http://schemas.microsoft.com/office/drawing/2014/main" id="{D2525C95-2730-9DAC-94A6-964460A5A73A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82288" y="274478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00" name="Line 302">
            <a:extLst>
              <a:ext uri="{FF2B5EF4-FFF2-40B4-BE49-F238E27FC236}">
                <a16:creationId xmlns:a16="http://schemas.microsoft.com/office/drawing/2014/main" id="{413EF058-E59B-B242-AF90-234440ADB7B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682288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01" name="Line 303">
            <a:extLst>
              <a:ext uri="{FF2B5EF4-FFF2-40B4-BE49-F238E27FC236}">
                <a16:creationId xmlns:a16="http://schemas.microsoft.com/office/drawing/2014/main" id="{96D81651-8BA8-2BAF-D325-5DCD21E9B9D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795000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400" name="Picture 304">
            <a:extLst>
              <a:ext uri="{FF2B5EF4-FFF2-40B4-BE49-F238E27FC236}">
                <a16:creationId xmlns:a16="http://schemas.microsoft.com/office/drawing/2014/main" id="{152C7D5C-9596-DB4D-EBE7-9EEDF27B39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2288" y="2744788"/>
            <a:ext cx="112713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2" name="Line 305">
            <a:extLst>
              <a:ext uri="{FF2B5EF4-FFF2-40B4-BE49-F238E27FC236}">
                <a16:creationId xmlns:a16="http://schemas.microsoft.com/office/drawing/2014/main" id="{CA5DE400-1B3E-920A-3AE9-D262E4E6112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795000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03" name="Line 306">
            <a:extLst>
              <a:ext uri="{FF2B5EF4-FFF2-40B4-BE49-F238E27FC236}">
                <a16:creationId xmlns:a16="http://schemas.microsoft.com/office/drawing/2014/main" id="{CD172D5D-AE00-61C3-3B9C-772471B873A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783888" y="386873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04" name="Line 307">
            <a:extLst>
              <a:ext uri="{FF2B5EF4-FFF2-40B4-BE49-F238E27FC236}">
                <a16:creationId xmlns:a16="http://schemas.microsoft.com/office/drawing/2014/main" id="{5ED73CB9-48FA-A377-B4EA-4902A95E273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783888" y="36449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05" name="Line 308">
            <a:extLst>
              <a:ext uri="{FF2B5EF4-FFF2-40B4-BE49-F238E27FC236}">
                <a16:creationId xmlns:a16="http://schemas.microsoft.com/office/drawing/2014/main" id="{FDEC998D-1C0B-4105-73F1-5069083DA23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783888" y="341947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06" name="Line 309">
            <a:extLst>
              <a:ext uri="{FF2B5EF4-FFF2-40B4-BE49-F238E27FC236}">
                <a16:creationId xmlns:a16="http://schemas.microsoft.com/office/drawing/2014/main" id="{952096DA-3723-A229-3026-4C27B8B0D29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783888" y="31940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07" name="Line 310">
            <a:extLst>
              <a:ext uri="{FF2B5EF4-FFF2-40B4-BE49-F238E27FC236}">
                <a16:creationId xmlns:a16="http://schemas.microsoft.com/office/drawing/2014/main" id="{37742802-FB7A-320B-CB70-01A7BE879AB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783888" y="29686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08" name="Line 311">
            <a:extLst>
              <a:ext uri="{FF2B5EF4-FFF2-40B4-BE49-F238E27FC236}">
                <a16:creationId xmlns:a16="http://schemas.microsoft.com/office/drawing/2014/main" id="{F45F956E-174A-A5FE-05DB-87050A5FE92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783888" y="27447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09" name="Rectangle 312">
            <a:extLst>
              <a:ext uri="{FF2B5EF4-FFF2-40B4-BE49-F238E27FC236}">
                <a16:creationId xmlns:a16="http://schemas.microsoft.com/office/drawing/2014/main" id="{361F8C24-CB17-9BE7-7A9B-80EA1F7087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5163" y="3830638"/>
            <a:ext cx="746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311" name="Rectangle 313">
            <a:extLst>
              <a:ext uri="{FF2B5EF4-FFF2-40B4-BE49-F238E27FC236}">
                <a16:creationId xmlns:a16="http://schemas.microsoft.com/office/drawing/2014/main" id="{A16F1B85-9C10-163D-F19E-8B0FEE9EC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5163" y="3603625"/>
            <a:ext cx="1317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0.2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312" name="Rectangle 314">
            <a:extLst>
              <a:ext uri="{FF2B5EF4-FFF2-40B4-BE49-F238E27FC236}">
                <a16:creationId xmlns:a16="http://schemas.microsoft.com/office/drawing/2014/main" id="{161E38CA-4022-94AB-B4F5-9B5E9050AF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5163" y="3378200"/>
            <a:ext cx="1317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0.4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313" name="Rectangle 315">
            <a:extLst>
              <a:ext uri="{FF2B5EF4-FFF2-40B4-BE49-F238E27FC236}">
                <a16:creationId xmlns:a16="http://schemas.microsoft.com/office/drawing/2014/main" id="{D7ACD4B6-09BD-E125-A34B-3EEF97B653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5163" y="3157538"/>
            <a:ext cx="1317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0.6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314" name="Rectangle 316">
            <a:extLst>
              <a:ext uri="{FF2B5EF4-FFF2-40B4-BE49-F238E27FC236}">
                <a16:creationId xmlns:a16="http://schemas.microsoft.com/office/drawing/2014/main" id="{BAE9E976-27AC-8377-3D1B-44164E0797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5163" y="2932113"/>
            <a:ext cx="1317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0.8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315" name="Rectangle 317">
            <a:extLst>
              <a:ext uri="{FF2B5EF4-FFF2-40B4-BE49-F238E27FC236}">
                <a16:creationId xmlns:a16="http://schemas.microsoft.com/office/drawing/2014/main" id="{42AF548B-7068-A802-EE0D-0B34D48914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5163" y="2706688"/>
            <a:ext cx="746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316" name="Line 318">
            <a:extLst>
              <a:ext uri="{FF2B5EF4-FFF2-40B4-BE49-F238E27FC236}">
                <a16:creationId xmlns:a16="http://schemas.microsoft.com/office/drawing/2014/main" id="{D8643E03-A5F7-803F-9B44-469CA3C2A011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82288" y="274478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17" name="Line 319">
            <a:extLst>
              <a:ext uri="{FF2B5EF4-FFF2-40B4-BE49-F238E27FC236}">
                <a16:creationId xmlns:a16="http://schemas.microsoft.com/office/drawing/2014/main" id="{860B6DC3-1D0A-C1EA-0385-B07BAC3C80E8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82288" y="3868738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18" name="Line 320">
            <a:extLst>
              <a:ext uri="{FF2B5EF4-FFF2-40B4-BE49-F238E27FC236}">
                <a16:creationId xmlns:a16="http://schemas.microsoft.com/office/drawing/2014/main" id="{3544FC7D-9A8E-576C-BE1F-36A69B29C0E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682288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19" name="Line 321">
            <a:extLst>
              <a:ext uri="{FF2B5EF4-FFF2-40B4-BE49-F238E27FC236}">
                <a16:creationId xmlns:a16="http://schemas.microsoft.com/office/drawing/2014/main" id="{C9E30B43-F539-4085-9F3D-90A56BBD2F1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795000" y="2744788"/>
            <a:ext cx="0" cy="112395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20" name="Rectangle 322">
            <a:extLst>
              <a:ext uri="{FF2B5EF4-FFF2-40B4-BE49-F238E27FC236}">
                <a16:creationId xmlns:a16="http://schemas.microsoft.com/office/drawing/2014/main" id="{41D6D6B2-845B-C957-77E4-8EF327C7B3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3063" y="4806950"/>
            <a:ext cx="1122363" cy="11255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21" name="Rectangle 323">
            <a:extLst>
              <a:ext uri="{FF2B5EF4-FFF2-40B4-BE49-F238E27FC236}">
                <a16:creationId xmlns:a16="http://schemas.microsoft.com/office/drawing/2014/main" id="{24CD0730-F7DB-C30C-0DF9-832601D128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7538" y="4679950"/>
            <a:ext cx="754063" cy="13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last patch ( 84)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420" name="Picture 324">
            <a:extLst>
              <a:ext uri="{FF2B5EF4-FFF2-40B4-BE49-F238E27FC236}">
                <a16:creationId xmlns:a16="http://schemas.microsoft.com/office/drawing/2014/main" id="{B1E2E0ED-9113-9196-C890-99455D894F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063" y="4810125"/>
            <a:ext cx="1122363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22" name="Line 325">
            <a:extLst>
              <a:ext uri="{FF2B5EF4-FFF2-40B4-BE49-F238E27FC236}">
                <a16:creationId xmlns:a16="http://schemas.microsoft.com/office/drawing/2014/main" id="{C7C068A5-577B-BE7F-2D60-81DE5C4D358D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5932488"/>
            <a:ext cx="112236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23" name="Line 326">
            <a:extLst>
              <a:ext uri="{FF2B5EF4-FFF2-40B4-BE49-F238E27FC236}">
                <a16:creationId xmlns:a16="http://schemas.microsoft.com/office/drawing/2014/main" id="{5CCA5745-5211-B4E0-E996-E56EE43D35F2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4806950"/>
            <a:ext cx="112236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24" name="Line 327">
            <a:extLst>
              <a:ext uri="{FF2B5EF4-FFF2-40B4-BE49-F238E27FC236}">
                <a16:creationId xmlns:a16="http://schemas.microsoft.com/office/drawing/2014/main" id="{16AFC755-E308-543D-2E26-1AF2528FB85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14513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25" name="Line 328">
            <a:extLst>
              <a:ext uri="{FF2B5EF4-FFF2-40B4-BE49-F238E27FC236}">
                <a16:creationId xmlns:a16="http://schemas.microsoft.com/office/drawing/2014/main" id="{F248B1B6-C940-F03A-838E-4C71B6B6A16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89138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26" name="Line 329">
            <a:extLst>
              <a:ext uri="{FF2B5EF4-FFF2-40B4-BE49-F238E27FC236}">
                <a16:creationId xmlns:a16="http://schemas.microsoft.com/office/drawing/2014/main" id="{DE75FC32-26CA-570D-7ABE-1DD69E5AB5E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65350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27" name="Line 330">
            <a:extLst>
              <a:ext uri="{FF2B5EF4-FFF2-40B4-BE49-F238E27FC236}">
                <a16:creationId xmlns:a16="http://schemas.microsoft.com/office/drawing/2014/main" id="{ACC76F9A-A1B9-1C86-1547-B1FE5594E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39975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29" name="Line 331">
            <a:extLst>
              <a:ext uri="{FF2B5EF4-FFF2-40B4-BE49-F238E27FC236}">
                <a16:creationId xmlns:a16="http://schemas.microsoft.com/office/drawing/2014/main" id="{7C9A92DC-3A56-63E0-40E6-825903DF4AC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16188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30" name="Line 332">
            <a:extLst>
              <a:ext uri="{FF2B5EF4-FFF2-40B4-BE49-F238E27FC236}">
                <a16:creationId xmlns:a16="http://schemas.microsoft.com/office/drawing/2014/main" id="{F45035AC-431B-3CCB-6542-290FE520150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90813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31" name="Line 333">
            <a:extLst>
              <a:ext uri="{FF2B5EF4-FFF2-40B4-BE49-F238E27FC236}">
                <a16:creationId xmlns:a16="http://schemas.microsoft.com/office/drawing/2014/main" id="{23B434CE-E0EC-74EB-6A5A-16C4D42B1F3F}"/>
              </a:ext>
            </a:extLst>
          </p:cNvPr>
          <p:cNvSpPr>
            <a:spLocks noChangeShapeType="1"/>
          </p:cNvSpPr>
          <p:nvPr/>
        </p:nvSpPr>
        <p:spPr bwMode="auto">
          <a:xfrm>
            <a:off x="1814513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32" name="Line 334">
            <a:extLst>
              <a:ext uri="{FF2B5EF4-FFF2-40B4-BE49-F238E27FC236}">
                <a16:creationId xmlns:a16="http://schemas.microsoft.com/office/drawing/2014/main" id="{BC390CE3-1678-A12B-8CE7-A92918FF9B97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9138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33" name="Line 335">
            <a:extLst>
              <a:ext uri="{FF2B5EF4-FFF2-40B4-BE49-F238E27FC236}">
                <a16:creationId xmlns:a16="http://schemas.microsoft.com/office/drawing/2014/main" id="{A45667BE-27AC-AAA9-EABC-9E441C317FDF}"/>
              </a:ext>
            </a:extLst>
          </p:cNvPr>
          <p:cNvSpPr>
            <a:spLocks noChangeShapeType="1"/>
          </p:cNvSpPr>
          <p:nvPr/>
        </p:nvSpPr>
        <p:spPr bwMode="auto">
          <a:xfrm>
            <a:off x="2165350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34" name="Line 336">
            <a:extLst>
              <a:ext uri="{FF2B5EF4-FFF2-40B4-BE49-F238E27FC236}">
                <a16:creationId xmlns:a16="http://schemas.microsoft.com/office/drawing/2014/main" id="{E4F3CAA8-F2C7-4A34-D98B-7B5B6A22DB51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9975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35" name="Line 337">
            <a:extLst>
              <a:ext uri="{FF2B5EF4-FFF2-40B4-BE49-F238E27FC236}">
                <a16:creationId xmlns:a16="http://schemas.microsoft.com/office/drawing/2014/main" id="{A2CA063F-28F9-4A07-1A41-0D71C18B7628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6188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36" name="Line 338">
            <a:extLst>
              <a:ext uri="{FF2B5EF4-FFF2-40B4-BE49-F238E27FC236}">
                <a16:creationId xmlns:a16="http://schemas.microsoft.com/office/drawing/2014/main" id="{09A99270-FB51-D0CB-55BD-AFAF4424D67C}"/>
              </a:ext>
            </a:extLst>
          </p:cNvPr>
          <p:cNvSpPr>
            <a:spLocks noChangeShapeType="1"/>
          </p:cNvSpPr>
          <p:nvPr/>
        </p:nvSpPr>
        <p:spPr bwMode="auto">
          <a:xfrm>
            <a:off x="2690813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37" name="Rectangle 339">
            <a:extLst>
              <a:ext uri="{FF2B5EF4-FFF2-40B4-BE49-F238E27FC236}">
                <a16:creationId xmlns:a16="http://schemas.microsoft.com/office/drawing/2014/main" id="{0939EC81-13C2-6028-CA44-B74B5F230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8475" y="59785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338" name="Rectangle 340">
            <a:extLst>
              <a:ext uri="{FF2B5EF4-FFF2-40B4-BE49-F238E27FC236}">
                <a16:creationId xmlns:a16="http://schemas.microsoft.com/office/drawing/2014/main" id="{306B2D43-99D4-D989-7E62-85D287A8E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3100" y="59785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339" name="Rectangle 341">
            <a:extLst>
              <a:ext uri="{FF2B5EF4-FFF2-40B4-BE49-F238E27FC236}">
                <a16:creationId xmlns:a16="http://schemas.microsoft.com/office/drawing/2014/main" id="{8BDFD975-3305-B82E-1360-8B2361D636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9313" y="59785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60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340" name="Rectangle 342">
            <a:extLst>
              <a:ext uri="{FF2B5EF4-FFF2-40B4-BE49-F238E27FC236}">
                <a16:creationId xmlns:a16="http://schemas.microsoft.com/office/drawing/2014/main" id="{93DBAD4A-52E4-FBE5-77A1-0B219E8261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5525" y="59785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80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341" name="Rectangle 343">
            <a:extLst>
              <a:ext uri="{FF2B5EF4-FFF2-40B4-BE49-F238E27FC236}">
                <a16:creationId xmlns:a16="http://schemas.microsoft.com/office/drawing/2014/main" id="{ED8F1739-87E8-360B-B1E1-7134E27924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6338" y="5978525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342" name="Rectangle 344">
            <a:extLst>
              <a:ext uri="{FF2B5EF4-FFF2-40B4-BE49-F238E27FC236}">
                <a16:creationId xmlns:a16="http://schemas.microsoft.com/office/drawing/2014/main" id="{6B9DD0AF-94AE-51C4-C0F5-CC32AB34BC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0963" y="5978525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343" name="Line 345">
            <a:extLst>
              <a:ext uri="{FF2B5EF4-FFF2-40B4-BE49-F238E27FC236}">
                <a16:creationId xmlns:a16="http://schemas.microsoft.com/office/drawing/2014/main" id="{4CCD8AD4-E000-A1D3-EE27-812BEAEB2945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4806950"/>
            <a:ext cx="0" cy="1125538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44" name="Line 346">
            <a:extLst>
              <a:ext uri="{FF2B5EF4-FFF2-40B4-BE49-F238E27FC236}">
                <a16:creationId xmlns:a16="http://schemas.microsoft.com/office/drawing/2014/main" id="{B91A9C4D-A367-D1E4-03C5-8D3D843670B6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5425" y="4806950"/>
            <a:ext cx="0" cy="1125538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45" name="Line 347">
            <a:extLst>
              <a:ext uri="{FF2B5EF4-FFF2-40B4-BE49-F238E27FC236}">
                <a16:creationId xmlns:a16="http://schemas.microsoft.com/office/drawing/2014/main" id="{10265A71-B123-1299-D4E5-89C92FCDF60A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49784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46" name="Line 348">
            <a:extLst>
              <a:ext uri="{FF2B5EF4-FFF2-40B4-BE49-F238E27FC236}">
                <a16:creationId xmlns:a16="http://schemas.microsoft.com/office/drawing/2014/main" id="{5744B2FA-3B02-B6EE-D552-308C0ECBDF53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51546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47" name="Line 349">
            <a:extLst>
              <a:ext uri="{FF2B5EF4-FFF2-40B4-BE49-F238E27FC236}">
                <a16:creationId xmlns:a16="http://schemas.microsoft.com/office/drawing/2014/main" id="{7D8F4462-8C55-3F2B-A725-FFB4E47C5E29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53308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48" name="Line 350">
            <a:extLst>
              <a:ext uri="{FF2B5EF4-FFF2-40B4-BE49-F238E27FC236}">
                <a16:creationId xmlns:a16="http://schemas.microsoft.com/office/drawing/2014/main" id="{BF106ED7-F508-2759-9553-DC69705B839C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55054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49" name="Line 351">
            <a:extLst>
              <a:ext uri="{FF2B5EF4-FFF2-40B4-BE49-F238E27FC236}">
                <a16:creationId xmlns:a16="http://schemas.microsoft.com/office/drawing/2014/main" id="{00F358CA-F5CA-BB95-FE94-3856249DBC3D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56816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50" name="Line 352">
            <a:extLst>
              <a:ext uri="{FF2B5EF4-FFF2-40B4-BE49-F238E27FC236}">
                <a16:creationId xmlns:a16="http://schemas.microsoft.com/office/drawing/2014/main" id="{3087C163-72AF-0128-48FD-3C47FBDE708A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585787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51" name="Line 353">
            <a:extLst>
              <a:ext uri="{FF2B5EF4-FFF2-40B4-BE49-F238E27FC236}">
                <a16:creationId xmlns:a16="http://schemas.microsoft.com/office/drawing/2014/main" id="{72961BDB-FEE7-5116-F825-3D73880A462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4313" y="49784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52" name="Line 354">
            <a:extLst>
              <a:ext uri="{FF2B5EF4-FFF2-40B4-BE49-F238E27FC236}">
                <a16:creationId xmlns:a16="http://schemas.microsoft.com/office/drawing/2014/main" id="{18678217-A2CE-5D01-9B87-14CFF265A47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4313" y="51546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53" name="Line 355">
            <a:extLst>
              <a:ext uri="{FF2B5EF4-FFF2-40B4-BE49-F238E27FC236}">
                <a16:creationId xmlns:a16="http://schemas.microsoft.com/office/drawing/2014/main" id="{E16AB43C-B185-3355-ECCB-CEFCF85ACD2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4313" y="53308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54" name="Line 356">
            <a:extLst>
              <a:ext uri="{FF2B5EF4-FFF2-40B4-BE49-F238E27FC236}">
                <a16:creationId xmlns:a16="http://schemas.microsoft.com/office/drawing/2014/main" id="{76871795-5694-33D6-03B6-66C61A88E7B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4313" y="55054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56" name="Line 357">
            <a:extLst>
              <a:ext uri="{FF2B5EF4-FFF2-40B4-BE49-F238E27FC236}">
                <a16:creationId xmlns:a16="http://schemas.microsoft.com/office/drawing/2014/main" id="{3AE42578-7980-8347-0D25-289B6204CBD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4313" y="56816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57" name="Line 358">
            <a:extLst>
              <a:ext uri="{FF2B5EF4-FFF2-40B4-BE49-F238E27FC236}">
                <a16:creationId xmlns:a16="http://schemas.microsoft.com/office/drawing/2014/main" id="{D1D3633B-EF3F-4764-CAD3-F266154F80C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4313" y="585787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58" name="Rectangle 359">
            <a:extLst>
              <a:ext uri="{FF2B5EF4-FFF2-40B4-BE49-F238E27FC236}">
                <a16:creationId xmlns:a16="http://schemas.microsoft.com/office/drawing/2014/main" id="{653B500A-69DC-DB13-4239-35462333F3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063" y="4935538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359" name="Rectangle 360">
            <a:extLst>
              <a:ext uri="{FF2B5EF4-FFF2-40B4-BE49-F238E27FC236}">
                <a16:creationId xmlns:a16="http://schemas.microsoft.com/office/drawing/2014/main" id="{3DD47CDB-FF07-E8D2-6251-034DDB4B45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063" y="5111750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360" name="Rectangle 361">
            <a:extLst>
              <a:ext uri="{FF2B5EF4-FFF2-40B4-BE49-F238E27FC236}">
                <a16:creationId xmlns:a16="http://schemas.microsoft.com/office/drawing/2014/main" id="{AE130E0F-38F3-6992-E45E-C2124DD1CD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063" y="528637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60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361" name="Rectangle 362">
            <a:extLst>
              <a:ext uri="{FF2B5EF4-FFF2-40B4-BE49-F238E27FC236}">
                <a16:creationId xmlns:a16="http://schemas.microsoft.com/office/drawing/2014/main" id="{CCD64B26-24B9-7A57-C788-2D716CA4B7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063" y="5462588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80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362" name="Rectangle 363">
            <a:extLst>
              <a:ext uri="{FF2B5EF4-FFF2-40B4-BE49-F238E27FC236}">
                <a16:creationId xmlns:a16="http://schemas.microsoft.com/office/drawing/2014/main" id="{1C715037-57F5-7E3D-B268-D09DFDA7BE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6850" y="5638800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363" name="Rectangle 364">
            <a:extLst>
              <a:ext uri="{FF2B5EF4-FFF2-40B4-BE49-F238E27FC236}">
                <a16:creationId xmlns:a16="http://schemas.microsoft.com/office/drawing/2014/main" id="{29840139-AB72-3961-AAD4-A55D20DF81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6850" y="5815013"/>
            <a:ext cx="1889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364" name="Line 365">
            <a:extLst>
              <a:ext uri="{FF2B5EF4-FFF2-40B4-BE49-F238E27FC236}">
                <a16:creationId xmlns:a16="http://schemas.microsoft.com/office/drawing/2014/main" id="{CE100FD3-F088-93A5-4994-C3D976FB74DD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275" y="59340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65" name="Line 366">
            <a:extLst>
              <a:ext uri="{FF2B5EF4-FFF2-40B4-BE49-F238E27FC236}">
                <a16:creationId xmlns:a16="http://schemas.microsoft.com/office/drawing/2014/main" id="{B0858CC3-C5B7-0BC2-049C-87B53562D472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275" y="48037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66" name="Line 367">
            <a:extLst>
              <a:ext uri="{FF2B5EF4-FFF2-40B4-BE49-F238E27FC236}">
                <a16:creationId xmlns:a16="http://schemas.microsoft.com/office/drawing/2014/main" id="{35E329B1-95A4-2639-74E7-BC008580D2D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35275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67" name="Line 368">
            <a:extLst>
              <a:ext uri="{FF2B5EF4-FFF2-40B4-BE49-F238E27FC236}">
                <a16:creationId xmlns:a16="http://schemas.microsoft.com/office/drawing/2014/main" id="{F0242D9B-E08B-D6D5-86DA-7FC96A05D2D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47988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465" name="Picture 369">
            <a:extLst>
              <a:ext uri="{FF2B5EF4-FFF2-40B4-BE49-F238E27FC236}">
                <a16:creationId xmlns:a16="http://schemas.microsoft.com/office/drawing/2014/main" id="{B6368C02-7C9B-3F7B-22F8-CFE071219A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5275" y="4803775"/>
            <a:ext cx="112713" cy="113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68" name="Line 370">
            <a:extLst>
              <a:ext uri="{FF2B5EF4-FFF2-40B4-BE49-F238E27FC236}">
                <a16:creationId xmlns:a16="http://schemas.microsoft.com/office/drawing/2014/main" id="{3B9742FD-78CD-4A4B-7549-6547C5B1245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47988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69" name="Line 371">
            <a:extLst>
              <a:ext uri="{FF2B5EF4-FFF2-40B4-BE49-F238E27FC236}">
                <a16:creationId xmlns:a16="http://schemas.microsoft.com/office/drawing/2014/main" id="{B6A002BC-616E-C14D-61F8-3588C96AA8E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6875" y="593407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70" name="Line 372">
            <a:extLst>
              <a:ext uri="{FF2B5EF4-FFF2-40B4-BE49-F238E27FC236}">
                <a16:creationId xmlns:a16="http://schemas.microsoft.com/office/drawing/2014/main" id="{A3B45CD7-2B86-FC0E-F2AE-9F6BFF872BB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6875" y="57150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71" name="Line 373">
            <a:extLst>
              <a:ext uri="{FF2B5EF4-FFF2-40B4-BE49-F238E27FC236}">
                <a16:creationId xmlns:a16="http://schemas.microsoft.com/office/drawing/2014/main" id="{2D4B633C-1386-37E6-F4E0-C5989C7171D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6875" y="54927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72" name="Line 374">
            <a:extLst>
              <a:ext uri="{FF2B5EF4-FFF2-40B4-BE49-F238E27FC236}">
                <a16:creationId xmlns:a16="http://schemas.microsoft.com/office/drawing/2014/main" id="{EA9A6B72-3B8E-8CE2-3B3D-46F6A2F310E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6875" y="52720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74" name="Line 375">
            <a:extLst>
              <a:ext uri="{FF2B5EF4-FFF2-40B4-BE49-F238E27FC236}">
                <a16:creationId xmlns:a16="http://schemas.microsoft.com/office/drawing/2014/main" id="{EDC937A0-7FED-0FBE-6947-8F83FAB60D8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6875" y="50514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75" name="Line 376">
            <a:extLst>
              <a:ext uri="{FF2B5EF4-FFF2-40B4-BE49-F238E27FC236}">
                <a16:creationId xmlns:a16="http://schemas.microsoft.com/office/drawing/2014/main" id="{A52C42E2-EBCC-9999-7E85-70844DD8091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6875" y="48307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76" name="Rectangle 377">
            <a:extLst>
              <a:ext uri="{FF2B5EF4-FFF2-40B4-BE49-F238E27FC236}">
                <a16:creationId xmlns:a16="http://schemas.microsoft.com/office/drawing/2014/main" id="{A0319124-E61D-4C35-C3ED-5FF9FBB1D7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5895975"/>
            <a:ext cx="746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377" name="Rectangle 378">
            <a:extLst>
              <a:ext uri="{FF2B5EF4-FFF2-40B4-BE49-F238E27FC236}">
                <a16:creationId xmlns:a16="http://schemas.microsoft.com/office/drawing/2014/main" id="{2390E57A-7ED0-1E21-4D07-CE97F8DD81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5676900"/>
            <a:ext cx="1127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50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378" name="Rectangle 379">
            <a:extLst>
              <a:ext uri="{FF2B5EF4-FFF2-40B4-BE49-F238E27FC236}">
                <a16:creationId xmlns:a16="http://schemas.microsoft.com/office/drawing/2014/main" id="{AA5F16AF-FB22-BCCA-6BF1-F78AC4BCB3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5456238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379" name="Rectangle 380">
            <a:extLst>
              <a:ext uri="{FF2B5EF4-FFF2-40B4-BE49-F238E27FC236}">
                <a16:creationId xmlns:a16="http://schemas.microsoft.com/office/drawing/2014/main" id="{DA3CDA76-1184-728E-8436-ADAB4F2D57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5237163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150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380" name="Rectangle 381">
            <a:extLst>
              <a:ext uri="{FF2B5EF4-FFF2-40B4-BE49-F238E27FC236}">
                <a16:creationId xmlns:a16="http://schemas.microsoft.com/office/drawing/2014/main" id="{C11BE315-0B12-A9F6-D2E0-844610D3D9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5010150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381" name="Rectangle 382">
            <a:extLst>
              <a:ext uri="{FF2B5EF4-FFF2-40B4-BE49-F238E27FC236}">
                <a16:creationId xmlns:a16="http://schemas.microsoft.com/office/drawing/2014/main" id="{95F58324-92A8-73BF-E9F8-AC868AEA4D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4791075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250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382" name="Line 383">
            <a:extLst>
              <a:ext uri="{FF2B5EF4-FFF2-40B4-BE49-F238E27FC236}">
                <a16:creationId xmlns:a16="http://schemas.microsoft.com/office/drawing/2014/main" id="{808ECCEB-85D0-340A-B18D-338CC3C1933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275" y="48037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83" name="Line 384">
            <a:extLst>
              <a:ext uri="{FF2B5EF4-FFF2-40B4-BE49-F238E27FC236}">
                <a16:creationId xmlns:a16="http://schemas.microsoft.com/office/drawing/2014/main" id="{72385204-25C2-7170-1BD5-7B9046FF66CC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5275" y="59340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84" name="Line 385">
            <a:extLst>
              <a:ext uri="{FF2B5EF4-FFF2-40B4-BE49-F238E27FC236}">
                <a16:creationId xmlns:a16="http://schemas.microsoft.com/office/drawing/2014/main" id="{67E26939-1F6B-E6FB-2F39-A6E7FE53D36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35275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85" name="Line 386">
            <a:extLst>
              <a:ext uri="{FF2B5EF4-FFF2-40B4-BE49-F238E27FC236}">
                <a16:creationId xmlns:a16="http://schemas.microsoft.com/office/drawing/2014/main" id="{ED624531-0ECD-A2A7-CB09-288450D8F22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47988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86" name="Rectangle 387">
            <a:extLst>
              <a:ext uri="{FF2B5EF4-FFF2-40B4-BE49-F238E27FC236}">
                <a16:creationId xmlns:a16="http://schemas.microsoft.com/office/drawing/2014/main" id="{62451830-A47B-D39D-2268-529F8DF801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0450" y="4806950"/>
            <a:ext cx="1123950" cy="11255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87" name="Rectangle 388">
            <a:extLst>
              <a:ext uri="{FF2B5EF4-FFF2-40B4-BE49-F238E27FC236}">
                <a16:creationId xmlns:a16="http://schemas.microsoft.com/office/drawing/2014/main" id="{DEC24504-FC05-A2EA-205A-838B44A86B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8563" y="4679950"/>
            <a:ext cx="966788" cy="13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downsampled by  8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388" name="Picture 389">
            <a:extLst>
              <a:ext uri="{FF2B5EF4-FFF2-40B4-BE49-F238E27FC236}">
                <a16:creationId xmlns:a16="http://schemas.microsoft.com/office/drawing/2014/main" id="{9DE874E1-B8D1-B139-12EA-DBC4E3212B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0450" y="4810125"/>
            <a:ext cx="1123950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89" name="Line 390">
            <a:extLst>
              <a:ext uri="{FF2B5EF4-FFF2-40B4-BE49-F238E27FC236}">
                <a16:creationId xmlns:a16="http://schemas.microsoft.com/office/drawing/2014/main" id="{8967DFDD-D509-F9D3-2B71-46B5CA72C6CB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0450" y="5932488"/>
            <a:ext cx="1123950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90" name="Line 391">
            <a:extLst>
              <a:ext uri="{FF2B5EF4-FFF2-40B4-BE49-F238E27FC236}">
                <a16:creationId xmlns:a16="http://schemas.microsoft.com/office/drawing/2014/main" id="{0CD989DB-8ACE-0B2B-6035-2AC71243823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0450" y="4806950"/>
            <a:ext cx="1123950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91" name="Line 392">
            <a:extLst>
              <a:ext uri="{FF2B5EF4-FFF2-40B4-BE49-F238E27FC236}">
                <a16:creationId xmlns:a16="http://schemas.microsoft.com/office/drawing/2014/main" id="{0356B587-D279-AF6C-62AD-ABC7A9B2235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16363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92" name="Line 393">
            <a:extLst>
              <a:ext uri="{FF2B5EF4-FFF2-40B4-BE49-F238E27FC236}">
                <a16:creationId xmlns:a16="http://schemas.microsoft.com/office/drawing/2014/main" id="{897948C2-5E72-146F-6F7F-065DA8E0360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68788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93" name="Line 394">
            <a:extLst>
              <a:ext uri="{FF2B5EF4-FFF2-40B4-BE49-F238E27FC236}">
                <a16:creationId xmlns:a16="http://schemas.microsoft.com/office/drawing/2014/main" id="{9BE218C0-E1D4-0BD1-12CA-26A508617BB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19625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94" name="Line 395">
            <a:extLst>
              <a:ext uri="{FF2B5EF4-FFF2-40B4-BE49-F238E27FC236}">
                <a16:creationId xmlns:a16="http://schemas.microsoft.com/office/drawing/2014/main" id="{32698672-D1EF-C6DA-B553-173B78BFF3C1}"/>
              </a:ext>
            </a:extLst>
          </p:cNvPr>
          <p:cNvSpPr>
            <a:spLocks noChangeShapeType="1"/>
          </p:cNvSpPr>
          <p:nvPr/>
        </p:nvSpPr>
        <p:spPr bwMode="auto">
          <a:xfrm>
            <a:off x="3916363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95" name="Line 396">
            <a:extLst>
              <a:ext uri="{FF2B5EF4-FFF2-40B4-BE49-F238E27FC236}">
                <a16:creationId xmlns:a16="http://schemas.microsoft.com/office/drawing/2014/main" id="{563A9777-CB05-29B9-E9D0-0C164FA918B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8788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96" name="Line 397">
            <a:extLst>
              <a:ext uri="{FF2B5EF4-FFF2-40B4-BE49-F238E27FC236}">
                <a16:creationId xmlns:a16="http://schemas.microsoft.com/office/drawing/2014/main" id="{4619CB2C-BBFB-1849-EB82-AB8E90FED18C}"/>
              </a:ext>
            </a:extLst>
          </p:cNvPr>
          <p:cNvSpPr>
            <a:spLocks noChangeShapeType="1"/>
          </p:cNvSpPr>
          <p:nvPr/>
        </p:nvSpPr>
        <p:spPr bwMode="auto">
          <a:xfrm>
            <a:off x="4619625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97" name="Rectangle 398">
            <a:extLst>
              <a:ext uri="{FF2B5EF4-FFF2-40B4-BE49-F238E27FC236}">
                <a16:creationId xmlns:a16="http://schemas.microsoft.com/office/drawing/2014/main" id="{EF3CC917-F574-7BC5-F6BA-3543B2EDC7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9375" y="5978525"/>
            <a:ext cx="873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398" name="Rectangle 399">
            <a:extLst>
              <a:ext uri="{FF2B5EF4-FFF2-40B4-BE49-F238E27FC236}">
                <a16:creationId xmlns:a16="http://schemas.microsoft.com/office/drawing/2014/main" id="{31F8AC27-9BAF-DC2C-1927-8AAD47CF2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2750" y="59785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399" name="Rectangle 400">
            <a:extLst>
              <a:ext uri="{FF2B5EF4-FFF2-40B4-BE49-F238E27FC236}">
                <a16:creationId xmlns:a16="http://schemas.microsoft.com/office/drawing/2014/main" id="{293D7C04-8B9C-6646-830B-0F56B35BA9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3588" y="59785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401" name="Line 401">
            <a:extLst>
              <a:ext uri="{FF2B5EF4-FFF2-40B4-BE49-F238E27FC236}">
                <a16:creationId xmlns:a16="http://schemas.microsoft.com/office/drawing/2014/main" id="{14A97146-1BDD-9032-27C1-D1EF3E75488D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0450" y="4806950"/>
            <a:ext cx="0" cy="1125538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402" name="Line 402">
            <a:extLst>
              <a:ext uri="{FF2B5EF4-FFF2-40B4-BE49-F238E27FC236}">
                <a16:creationId xmlns:a16="http://schemas.microsoft.com/office/drawing/2014/main" id="{4CFB4DCF-7BBE-A12C-C042-98F5CFD832B0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4806950"/>
            <a:ext cx="0" cy="1125538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403" name="Line 403">
            <a:extLst>
              <a:ext uri="{FF2B5EF4-FFF2-40B4-BE49-F238E27FC236}">
                <a16:creationId xmlns:a16="http://schemas.microsoft.com/office/drawing/2014/main" id="{67AE172C-F442-9F05-5922-96B6F3D44BFA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0450" y="51244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404" name="Line 404">
            <a:extLst>
              <a:ext uri="{FF2B5EF4-FFF2-40B4-BE49-F238E27FC236}">
                <a16:creationId xmlns:a16="http://schemas.microsoft.com/office/drawing/2014/main" id="{8856F17A-2A42-33B1-94DC-0AB463BE9AEA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0450" y="54752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405" name="Line 405">
            <a:extLst>
              <a:ext uri="{FF2B5EF4-FFF2-40B4-BE49-F238E27FC236}">
                <a16:creationId xmlns:a16="http://schemas.microsoft.com/office/drawing/2014/main" id="{ED366F94-7904-9422-4D82-4CBE8109C0A5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0450" y="58261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Line 407">
            <a:extLst>
              <a:ext uri="{FF2B5EF4-FFF2-40B4-BE49-F238E27FC236}">
                <a16:creationId xmlns:a16="http://schemas.microsoft.com/office/drawing/2014/main" id="{9B461F99-2B29-9302-0BEE-9DD9A4DE74A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13288" y="51244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Line 408">
            <a:extLst>
              <a:ext uri="{FF2B5EF4-FFF2-40B4-BE49-F238E27FC236}">
                <a16:creationId xmlns:a16="http://schemas.microsoft.com/office/drawing/2014/main" id="{F2DCE88D-32E2-CDA1-20EB-2B13DBB8060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13288" y="54752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Line 409">
            <a:extLst>
              <a:ext uri="{FF2B5EF4-FFF2-40B4-BE49-F238E27FC236}">
                <a16:creationId xmlns:a16="http://schemas.microsoft.com/office/drawing/2014/main" id="{F1CD8176-C89C-6FE3-4BC2-1EC8A3E1897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13288" y="58261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Rectangle 410">
            <a:extLst>
              <a:ext uri="{FF2B5EF4-FFF2-40B4-BE49-F238E27FC236}">
                <a16:creationId xmlns:a16="http://schemas.microsoft.com/office/drawing/2014/main" id="{15652C11-0039-35D0-8282-E119F15AB4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9488" y="5080000"/>
            <a:ext cx="873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411">
            <a:extLst>
              <a:ext uri="{FF2B5EF4-FFF2-40B4-BE49-F238E27FC236}">
                <a16:creationId xmlns:a16="http://schemas.microsoft.com/office/drawing/2014/main" id="{D20423A6-0BAF-7C7B-6535-CFC93A8192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5038" y="5430838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412">
            <a:extLst>
              <a:ext uri="{FF2B5EF4-FFF2-40B4-BE49-F238E27FC236}">
                <a16:creationId xmlns:a16="http://schemas.microsoft.com/office/drawing/2014/main" id="{8834FC6E-A532-66D1-AF79-17277A6781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5038" y="5783263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Line 413">
            <a:extLst>
              <a:ext uri="{FF2B5EF4-FFF2-40B4-BE49-F238E27FC236}">
                <a16:creationId xmlns:a16="http://schemas.microsoft.com/office/drawing/2014/main" id="{6765855D-261A-2A5D-A946-5F0EA1BC34BB}"/>
              </a:ext>
            </a:extLst>
          </p:cNvPr>
          <p:cNvSpPr>
            <a:spLocks noChangeShapeType="1"/>
          </p:cNvSpPr>
          <p:nvPr/>
        </p:nvSpPr>
        <p:spPr bwMode="auto">
          <a:xfrm>
            <a:off x="4794250" y="59340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Line 414">
            <a:extLst>
              <a:ext uri="{FF2B5EF4-FFF2-40B4-BE49-F238E27FC236}">
                <a16:creationId xmlns:a16="http://schemas.microsoft.com/office/drawing/2014/main" id="{ACF1963E-8062-4E6A-CDF3-019E905D69D1}"/>
              </a:ext>
            </a:extLst>
          </p:cNvPr>
          <p:cNvSpPr>
            <a:spLocks noChangeShapeType="1"/>
          </p:cNvSpPr>
          <p:nvPr/>
        </p:nvSpPr>
        <p:spPr bwMode="auto">
          <a:xfrm>
            <a:off x="4794250" y="48037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Line 415">
            <a:extLst>
              <a:ext uri="{FF2B5EF4-FFF2-40B4-BE49-F238E27FC236}">
                <a16:creationId xmlns:a16="http://schemas.microsoft.com/office/drawing/2014/main" id="{CE64063B-D321-0529-8418-16D33D58DE0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94250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Line 416">
            <a:extLst>
              <a:ext uri="{FF2B5EF4-FFF2-40B4-BE49-F238E27FC236}">
                <a16:creationId xmlns:a16="http://schemas.microsoft.com/office/drawing/2014/main" id="{6C53920E-B64F-C163-46A3-4B10729B6FA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06963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513" name="Picture 417">
            <a:extLst>
              <a:ext uri="{FF2B5EF4-FFF2-40B4-BE49-F238E27FC236}">
                <a16:creationId xmlns:a16="http://schemas.microsoft.com/office/drawing/2014/main" id="{90FAF4AD-D212-FF00-C63F-C95E0785BB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4250" y="4803775"/>
            <a:ext cx="112713" cy="113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Line 418">
            <a:extLst>
              <a:ext uri="{FF2B5EF4-FFF2-40B4-BE49-F238E27FC236}">
                <a16:creationId xmlns:a16="http://schemas.microsoft.com/office/drawing/2014/main" id="{D1F2E424-5037-705B-C292-184407C3E18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06963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Line 419">
            <a:extLst>
              <a:ext uri="{FF2B5EF4-FFF2-40B4-BE49-F238E27FC236}">
                <a16:creationId xmlns:a16="http://schemas.microsoft.com/office/drawing/2014/main" id="{085B8027-15B4-BEEC-EE5C-F53934D1812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95850" y="593407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Line 420">
            <a:extLst>
              <a:ext uri="{FF2B5EF4-FFF2-40B4-BE49-F238E27FC236}">
                <a16:creationId xmlns:a16="http://schemas.microsoft.com/office/drawing/2014/main" id="{4C91DF4F-72A0-22F7-B2F0-5036100398C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95850" y="57150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Line 421">
            <a:extLst>
              <a:ext uri="{FF2B5EF4-FFF2-40B4-BE49-F238E27FC236}">
                <a16:creationId xmlns:a16="http://schemas.microsoft.com/office/drawing/2014/main" id="{E315DB09-7B02-C1F8-F68B-B93E9A81C0C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95850" y="54927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Line 422">
            <a:extLst>
              <a:ext uri="{FF2B5EF4-FFF2-40B4-BE49-F238E27FC236}">
                <a16:creationId xmlns:a16="http://schemas.microsoft.com/office/drawing/2014/main" id="{07B36DE1-0E4D-E4D4-C5BE-048D8868E9D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95850" y="52720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Line 423">
            <a:extLst>
              <a:ext uri="{FF2B5EF4-FFF2-40B4-BE49-F238E27FC236}">
                <a16:creationId xmlns:a16="http://schemas.microsoft.com/office/drawing/2014/main" id="{420D15F4-7E5D-89D4-0748-E91C74B2A7C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95850" y="50514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" name="Line 424">
            <a:extLst>
              <a:ext uri="{FF2B5EF4-FFF2-40B4-BE49-F238E27FC236}">
                <a16:creationId xmlns:a16="http://schemas.microsoft.com/office/drawing/2014/main" id="{0F53CD3F-1BAE-D2E3-6532-9C426074C3F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95850" y="483076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" name="Rectangle 425">
            <a:extLst>
              <a:ext uri="{FF2B5EF4-FFF2-40B4-BE49-F238E27FC236}">
                <a16:creationId xmlns:a16="http://schemas.microsoft.com/office/drawing/2014/main" id="{47559D3E-D85E-C411-CAB6-7677642022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125" y="5895975"/>
            <a:ext cx="746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Rectangle 426">
            <a:extLst>
              <a:ext uri="{FF2B5EF4-FFF2-40B4-BE49-F238E27FC236}">
                <a16:creationId xmlns:a16="http://schemas.microsoft.com/office/drawing/2014/main" id="{97D960E7-1EC3-4E7C-8214-338BE16E30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125" y="5676900"/>
            <a:ext cx="1127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50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" name="Rectangle 427">
            <a:extLst>
              <a:ext uri="{FF2B5EF4-FFF2-40B4-BE49-F238E27FC236}">
                <a16:creationId xmlns:a16="http://schemas.microsoft.com/office/drawing/2014/main" id="{3D20B0D4-EC0F-E330-58D8-5476EE28DE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125" y="5456238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0" name="Rectangle 428">
            <a:extLst>
              <a:ext uri="{FF2B5EF4-FFF2-40B4-BE49-F238E27FC236}">
                <a16:creationId xmlns:a16="http://schemas.microsoft.com/office/drawing/2014/main" id="{208E5339-8566-0758-C766-F89460DDF5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125" y="5237163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150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" name="Rectangle 429">
            <a:extLst>
              <a:ext uri="{FF2B5EF4-FFF2-40B4-BE49-F238E27FC236}">
                <a16:creationId xmlns:a16="http://schemas.microsoft.com/office/drawing/2014/main" id="{4F3F481C-D32F-DAC2-14AE-E03D861FA7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125" y="5010150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2" name="Rectangle 430">
            <a:extLst>
              <a:ext uri="{FF2B5EF4-FFF2-40B4-BE49-F238E27FC236}">
                <a16:creationId xmlns:a16="http://schemas.microsoft.com/office/drawing/2014/main" id="{73FFED04-12F6-4AD6-9679-B7B808AFBC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125" y="4791075"/>
            <a:ext cx="1571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250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3" name="Line 431">
            <a:extLst>
              <a:ext uri="{FF2B5EF4-FFF2-40B4-BE49-F238E27FC236}">
                <a16:creationId xmlns:a16="http://schemas.microsoft.com/office/drawing/2014/main" id="{AA9A99D8-A8E6-B765-9080-ED23AA34D5B2}"/>
              </a:ext>
            </a:extLst>
          </p:cNvPr>
          <p:cNvSpPr>
            <a:spLocks noChangeShapeType="1"/>
          </p:cNvSpPr>
          <p:nvPr/>
        </p:nvSpPr>
        <p:spPr bwMode="auto">
          <a:xfrm>
            <a:off x="4794250" y="48037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" name="Line 432">
            <a:extLst>
              <a:ext uri="{FF2B5EF4-FFF2-40B4-BE49-F238E27FC236}">
                <a16:creationId xmlns:a16="http://schemas.microsoft.com/office/drawing/2014/main" id="{4964DA95-58DC-1977-D9EB-C228EDBFFF34}"/>
              </a:ext>
            </a:extLst>
          </p:cNvPr>
          <p:cNvSpPr>
            <a:spLocks noChangeShapeType="1"/>
          </p:cNvSpPr>
          <p:nvPr/>
        </p:nvSpPr>
        <p:spPr bwMode="auto">
          <a:xfrm>
            <a:off x="4794250" y="59340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" name="Line 433">
            <a:extLst>
              <a:ext uri="{FF2B5EF4-FFF2-40B4-BE49-F238E27FC236}">
                <a16:creationId xmlns:a16="http://schemas.microsoft.com/office/drawing/2014/main" id="{ADCB096E-FC11-C14E-C7DE-B17139A6A68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94250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" name="Line 434">
            <a:extLst>
              <a:ext uri="{FF2B5EF4-FFF2-40B4-BE49-F238E27FC236}">
                <a16:creationId xmlns:a16="http://schemas.microsoft.com/office/drawing/2014/main" id="{5CD14AD4-7F22-FD00-96F1-F82B9B282FA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06963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7" name="Rectangle 435">
            <a:extLst>
              <a:ext uri="{FF2B5EF4-FFF2-40B4-BE49-F238E27FC236}">
                <a16:creationId xmlns:a16="http://schemas.microsoft.com/office/drawing/2014/main" id="{3D9A4BAB-0A2F-C03A-45E7-92F502923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5775" y="4806950"/>
            <a:ext cx="1123950" cy="11255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8" name="Rectangle 436">
            <a:extLst>
              <a:ext uri="{FF2B5EF4-FFF2-40B4-BE49-F238E27FC236}">
                <a16:creationId xmlns:a16="http://schemas.microsoft.com/office/drawing/2014/main" id="{5C807607-2FED-9414-F18A-F6AE5843A6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4688" y="4679950"/>
            <a:ext cx="860425" cy="13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windowed (none)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533" name="Picture 437">
            <a:extLst>
              <a:ext uri="{FF2B5EF4-FFF2-40B4-BE49-F238E27FC236}">
                <a16:creationId xmlns:a16="http://schemas.microsoft.com/office/drawing/2014/main" id="{CA80462E-D92F-1A43-CECD-5EE8C13713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5775" y="4810125"/>
            <a:ext cx="1123950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" name="Line 438">
            <a:extLst>
              <a:ext uri="{FF2B5EF4-FFF2-40B4-BE49-F238E27FC236}">
                <a16:creationId xmlns:a16="http://schemas.microsoft.com/office/drawing/2014/main" id="{C85983A5-642D-CDFC-C753-6B4DCFFF4062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5775" y="5932488"/>
            <a:ext cx="1123950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0" name="Line 439">
            <a:extLst>
              <a:ext uri="{FF2B5EF4-FFF2-40B4-BE49-F238E27FC236}">
                <a16:creationId xmlns:a16="http://schemas.microsoft.com/office/drawing/2014/main" id="{981F5212-8AC2-4A3B-1F46-68923E22CBE2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5775" y="4806950"/>
            <a:ext cx="1123950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" name="Line 440">
            <a:extLst>
              <a:ext uri="{FF2B5EF4-FFF2-40B4-BE49-F238E27FC236}">
                <a16:creationId xmlns:a16="http://schemas.microsoft.com/office/drawing/2014/main" id="{9C1348DE-65E6-F677-AB53-5C622B6C5F2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81688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" name="Line 441">
            <a:extLst>
              <a:ext uri="{FF2B5EF4-FFF2-40B4-BE49-F238E27FC236}">
                <a16:creationId xmlns:a16="http://schemas.microsoft.com/office/drawing/2014/main" id="{7FF3E4B2-05D8-7217-C9FB-E10B9C89824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32525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" name="Line 442">
            <a:extLst>
              <a:ext uri="{FF2B5EF4-FFF2-40B4-BE49-F238E27FC236}">
                <a16:creationId xmlns:a16="http://schemas.microsoft.com/office/drawing/2014/main" id="{938212B3-AD13-A0A2-E2B1-4F1164E5A0F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83363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4" name="Line 443">
            <a:extLst>
              <a:ext uri="{FF2B5EF4-FFF2-40B4-BE49-F238E27FC236}">
                <a16:creationId xmlns:a16="http://schemas.microsoft.com/office/drawing/2014/main" id="{46D0FFF0-8F56-CE0D-08C4-42FFD2C6D901}"/>
              </a:ext>
            </a:extLst>
          </p:cNvPr>
          <p:cNvSpPr>
            <a:spLocks noChangeShapeType="1"/>
          </p:cNvSpPr>
          <p:nvPr/>
        </p:nvSpPr>
        <p:spPr bwMode="auto">
          <a:xfrm>
            <a:off x="5881688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Line 444">
            <a:extLst>
              <a:ext uri="{FF2B5EF4-FFF2-40B4-BE49-F238E27FC236}">
                <a16:creationId xmlns:a16="http://schemas.microsoft.com/office/drawing/2014/main" id="{73514903-CF15-6CD4-9961-5296EBAF4CDE}"/>
              </a:ext>
            </a:extLst>
          </p:cNvPr>
          <p:cNvSpPr>
            <a:spLocks noChangeShapeType="1"/>
          </p:cNvSpPr>
          <p:nvPr/>
        </p:nvSpPr>
        <p:spPr bwMode="auto">
          <a:xfrm>
            <a:off x="6232525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" name="Line 445">
            <a:extLst>
              <a:ext uri="{FF2B5EF4-FFF2-40B4-BE49-F238E27FC236}">
                <a16:creationId xmlns:a16="http://schemas.microsoft.com/office/drawing/2014/main" id="{2CE26F32-443D-5D9A-E9C2-C7766AE1E203}"/>
              </a:ext>
            </a:extLst>
          </p:cNvPr>
          <p:cNvSpPr>
            <a:spLocks noChangeShapeType="1"/>
          </p:cNvSpPr>
          <p:nvPr/>
        </p:nvSpPr>
        <p:spPr bwMode="auto">
          <a:xfrm>
            <a:off x="6583363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" name="Rectangle 446">
            <a:extLst>
              <a:ext uri="{FF2B5EF4-FFF2-40B4-BE49-F238E27FC236}">
                <a16:creationId xmlns:a16="http://schemas.microsoft.com/office/drawing/2014/main" id="{B397665C-9129-2A50-F82D-78D0FEFEF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4700" y="5978525"/>
            <a:ext cx="873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8" name="Rectangle 447">
            <a:extLst>
              <a:ext uri="{FF2B5EF4-FFF2-40B4-BE49-F238E27FC236}">
                <a16:creationId xmlns:a16="http://schemas.microsoft.com/office/drawing/2014/main" id="{7AEE0341-E7DD-071C-0A5B-48A1235BD5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488" y="59785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9" name="Rectangle 448">
            <a:extLst>
              <a:ext uri="{FF2B5EF4-FFF2-40B4-BE49-F238E27FC236}">
                <a16:creationId xmlns:a16="http://schemas.microsoft.com/office/drawing/2014/main" id="{3248D500-765E-5AE5-9584-C23CAEF27A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8913" y="59785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0" name="Line 449">
            <a:extLst>
              <a:ext uri="{FF2B5EF4-FFF2-40B4-BE49-F238E27FC236}">
                <a16:creationId xmlns:a16="http://schemas.microsoft.com/office/drawing/2014/main" id="{52F63E1C-665B-7FE5-2F85-B327E8EDC1D9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5775" y="4806950"/>
            <a:ext cx="0" cy="1125538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1" name="Line 450">
            <a:extLst>
              <a:ext uri="{FF2B5EF4-FFF2-40B4-BE49-F238E27FC236}">
                <a16:creationId xmlns:a16="http://schemas.microsoft.com/office/drawing/2014/main" id="{ADCC1FB4-EB5F-65A6-0A8B-2345E10D6E44}"/>
              </a:ext>
            </a:extLst>
          </p:cNvPr>
          <p:cNvSpPr>
            <a:spLocks noChangeShapeType="1"/>
          </p:cNvSpPr>
          <p:nvPr/>
        </p:nvSpPr>
        <p:spPr bwMode="auto">
          <a:xfrm>
            <a:off x="6689725" y="4806950"/>
            <a:ext cx="0" cy="1125538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Line 451">
            <a:extLst>
              <a:ext uri="{FF2B5EF4-FFF2-40B4-BE49-F238E27FC236}">
                <a16:creationId xmlns:a16="http://schemas.microsoft.com/office/drawing/2014/main" id="{92811BA1-2FC7-19F6-7B75-CCE5C72F203B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5775" y="51244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Line 452">
            <a:extLst>
              <a:ext uri="{FF2B5EF4-FFF2-40B4-BE49-F238E27FC236}">
                <a16:creationId xmlns:a16="http://schemas.microsoft.com/office/drawing/2014/main" id="{CC7682EE-B4C6-35CC-AC62-28F49561E274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5775" y="54752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4" name="Line 453">
            <a:extLst>
              <a:ext uri="{FF2B5EF4-FFF2-40B4-BE49-F238E27FC236}">
                <a16:creationId xmlns:a16="http://schemas.microsoft.com/office/drawing/2014/main" id="{02D1F3ED-9BCD-72F3-A3E0-D8A134DD62AE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5775" y="58261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5" name="Line 454">
            <a:extLst>
              <a:ext uri="{FF2B5EF4-FFF2-40B4-BE49-F238E27FC236}">
                <a16:creationId xmlns:a16="http://schemas.microsoft.com/office/drawing/2014/main" id="{E769B1C6-DF1A-1EAC-F335-9D386876E8D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78613" y="51244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6" name="Line 455">
            <a:extLst>
              <a:ext uri="{FF2B5EF4-FFF2-40B4-BE49-F238E27FC236}">
                <a16:creationId xmlns:a16="http://schemas.microsoft.com/office/drawing/2014/main" id="{C5156FFB-5A09-8808-667C-73C2C02B4B9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78613" y="54752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7" name="Line 456">
            <a:extLst>
              <a:ext uri="{FF2B5EF4-FFF2-40B4-BE49-F238E27FC236}">
                <a16:creationId xmlns:a16="http://schemas.microsoft.com/office/drawing/2014/main" id="{1FB78795-09A6-9A3E-D9CF-10AAD8A8299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78613" y="58261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Rectangle 457">
            <a:extLst>
              <a:ext uri="{FF2B5EF4-FFF2-40B4-BE49-F238E27FC236}">
                <a16:creationId xmlns:a16="http://schemas.microsoft.com/office/drawing/2014/main" id="{8AC3F116-9554-5C3A-DB17-A1B302514D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4813" y="5080000"/>
            <a:ext cx="873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9" name="Rectangle 458">
            <a:extLst>
              <a:ext uri="{FF2B5EF4-FFF2-40B4-BE49-F238E27FC236}">
                <a16:creationId xmlns:a16="http://schemas.microsoft.com/office/drawing/2014/main" id="{5DF4D0C3-8D99-DA74-DA84-245DCE965B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0363" y="5430838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0" name="Rectangle 459">
            <a:extLst>
              <a:ext uri="{FF2B5EF4-FFF2-40B4-BE49-F238E27FC236}">
                <a16:creationId xmlns:a16="http://schemas.microsoft.com/office/drawing/2014/main" id="{0DC7A6EA-ADFF-B1FE-8B08-5ADE6BE0BF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0363" y="5783263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1" name="Line 460">
            <a:extLst>
              <a:ext uri="{FF2B5EF4-FFF2-40B4-BE49-F238E27FC236}">
                <a16:creationId xmlns:a16="http://schemas.microsoft.com/office/drawing/2014/main" id="{4C640157-D3AE-00A4-17D6-E85338577ACD}"/>
              </a:ext>
            </a:extLst>
          </p:cNvPr>
          <p:cNvSpPr>
            <a:spLocks noChangeShapeType="1"/>
          </p:cNvSpPr>
          <p:nvPr/>
        </p:nvSpPr>
        <p:spPr bwMode="auto">
          <a:xfrm>
            <a:off x="6757988" y="59340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2" name="Line 461">
            <a:extLst>
              <a:ext uri="{FF2B5EF4-FFF2-40B4-BE49-F238E27FC236}">
                <a16:creationId xmlns:a16="http://schemas.microsoft.com/office/drawing/2014/main" id="{4FEF6601-E6F8-FE45-F724-9BB0A16B711B}"/>
              </a:ext>
            </a:extLst>
          </p:cNvPr>
          <p:cNvSpPr>
            <a:spLocks noChangeShapeType="1"/>
          </p:cNvSpPr>
          <p:nvPr/>
        </p:nvSpPr>
        <p:spPr bwMode="auto">
          <a:xfrm>
            <a:off x="6757988" y="48037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3" name="Line 462">
            <a:extLst>
              <a:ext uri="{FF2B5EF4-FFF2-40B4-BE49-F238E27FC236}">
                <a16:creationId xmlns:a16="http://schemas.microsoft.com/office/drawing/2014/main" id="{8290DAEC-21F2-E4C2-63FB-4DA72135D43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57988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480" name="Line 463">
            <a:extLst>
              <a:ext uri="{FF2B5EF4-FFF2-40B4-BE49-F238E27FC236}">
                <a16:creationId xmlns:a16="http://schemas.microsoft.com/office/drawing/2014/main" id="{142ED0EA-3FE3-136E-DB16-E587F635B8C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70700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560" name="Picture 464">
            <a:extLst>
              <a:ext uri="{FF2B5EF4-FFF2-40B4-BE49-F238E27FC236}">
                <a16:creationId xmlns:a16="http://schemas.microsoft.com/office/drawing/2014/main" id="{0DF3DF55-1736-0614-63F8-E6C8565CEC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7988" y="4803775"/>
            <a:ext cx="112713" cy="113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81" name="Line 465">
            <a:extLst>
              <a:ext uri="{FF2B5EF4-FFF2-40B4-BE49-F238E27FC236}">
                <a16:creationId xmlns:a16="http://schemas.microsoft.com/office/drawing/2014/main" id="{E0D69005-DD10-E980-AC99-D9A41998FD9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70700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482" name="Line 466">
            <a:extLst>
              <a:ext uri="{FF2B5EF4-FFF2-40B4-BE49-F238E27FC236}">
                <a16:creationId xmlns:a16="http://schemas.microsoft.com/office/drawing/2014/main" id="{57624D44-DD73-94A8-DB0F-5030B7803DF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59588" y="57785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483" name="Line 467">
            <a:extLst>
              <a:ext uri="{FF2B5EF4-FFF2-40B4-BE49-F238E27FC236}">
                <a16:creationId xmlns:a16="http://schemas.microsoft.com/office/drawing/2014/main" id="{275026C8-8872-2F70-22BF-C8A32C2EE13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59588" y="55499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484" name="Line 468">
            <a:extLst>
              <a:ext uri="{FF2B5EF4-FFF2-40B4-BE49-F238E27FC236}">
                <a16:creationId xmlns:a16="http://schemas.microsoft.com/office/drawing/2014/main" id="{73101FEF-630A-2236-7724-4898A80E166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59588" y="53213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485" name="Line 469">
            <a:extLst>
              <a:ext uri="{FF2B5EF4-FFF2-40B4-BE49-F238E27FC236}">
                <a16:creationId xmlns:a16="http://schemas.microsoft.com/office/drawing/2014/main" id="{D73402C3-15A5-B8E9-F16B-F9B243F0846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59588" y="50911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486" name="Line 470">
            <a:extLst>
              <a:ext uri="{FF2B5EF4-FFF2-40B4-BE49-F238E27FC236}">
                <a16:creationId xmlns:a16="http://schemas.microsoft.com/office/drawing/2014/main" id="{9FFC64EC-4582-3424-08DA-D95BB1DBB3E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59588" y="48625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487" name="Rectangle 471">
            <a:extLst>
              <a:ext uri="{FF2B5EF4-FFF2-40B4-BE49-F238E27FC236}">
                <a16:creationId xmlns:a16="http://schemas.microsoft.com/office/drawing/2014/main" id="{CCB5798B-83C0-C46F-0CAF-F739593BB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2450" y="5738813"/>
            <a:ext cx="1381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-40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488" name="Rectangle 472">
            <a:extLst>
              <a:ext uri="{FF2B5EF4-FFF2-40B4-BE49-F238E27FC236}">
                <a16:creationId xmlns:a16="http://schemas.microsoft.com/office/drawing/2014/main" id="{2D8AF029-2AF2-F1D4-4459-5DFD165B5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2450" y="5513388"/>
            <a:ext cx="1381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-20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489" name="Rectangle 473">
            <a:extLst>
              <a:ext uri="{FF2B5EF4-FFF2-40B4-BE49-F238E27FC236}">
                <a16:creationId xmlns:a16="http://schemas.microsoft.com/office/drawing/2014/main" id="{24D4982E-8E09-40C2-0D26-35D26A5A1C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2450" y="5281613"/>
            <a:ext cx="746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490" name="Rectangle 474">
            <a:extLst>
              <a:ext uri="{FF2B5EF4-FFF2-40B4-BE49-F238E27FC236}">
                <a16:creationId xmlns:a16="http://schemas.microsoft.com/office/drawing/2014/main" id="{18D78328-B04A-268A-9BC8-493A966172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2450" y="5054600"/>
            <a:ext cx="1127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491" name="Rectangle 475">
            <a:extLst>
              <a:ext uri="{FF2B5EF4-FFF2-40B4-BE49-F238E27FC236}">
                <a16:creationId xmlns:a16="http://schemas.microsoft.com/office/drawing/2014/main" id="{17DCAFEA-BC0F-B390-DA9E-5D6B04F446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2450" y="4822825"/>
            <a:ext cx="1127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492" name="Line 476">
            <a:extLst>
              <a:ext uri="{FF2B5EF4-FFF2-40B4-BE49-F238E27FC236}">
                <a16:creationId xmlns:a16="http://schemas.microsoft.com/office/drawing/2014/main" id="{B7D2BF41-6911-6423-1484-EC5E14B11AB2}"/>
              </a:ext>
            </a:extLst>
          </p:cNvPr>
          <p:cNvSpPr>
            <a:spLocks noChangeShapeType="1"/>
          </p:cNvSpPr>
          <p:nvPr/>
        </p:nvSpPr>
        <p:spPr bwMode="auto">
          <a:xfrm>
            <a:off x="6757988" y="48037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493" name="Line 477">
            <a:extLst>
              <a:ext uri="{FF2B5EF4-FFF2-40B4-BE49-F238E27FC236}">
                <a16:creationId xmlns:a16="http://schemas.microsoft.com/office/drawing/2014/main" id="{F8E038C7-9CC1-4A6D-DEAF-584AFD093697}"/>
              </a:ext>
            </a:extLst>
          </p:cNvPr>
          <p:cNvSpPr>
            <a:spLocks noChangeShapeType="1"/>
          </p:cNvSpPr>
          <p:nvPr/>
        </p:nvSpPr>
        <p:spPr bwMode="auto">
          <a:xfrm>
            <a:off x="6757988" y="59340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494" name="Line 478">
            <a:extLst>
              <a:ext uri="{FF2B5EF4-FFF2-40B4-BE49-F238E27FC236}">
                <a16:creationId xmlns:a16="http://schemas.microsoft.com/office/drawing/2014/main" id="{77D2E278-153E-A870-7C9E-FBA1CF2990D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57988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495" name="Line 479">
            <a:extLst>
              <a:ext uri="{FF2B5EF4-FFF2-40B4-BE49-F238E27FC236}">
                <a16:creationId xmlns:a16="http://schemas.microsoft.com/office/drawing/2014/main" id="{2A523D94-FD9B-6C00-0BA0-33FDA9DB0E7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70700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496" name="Rectangle 480">
            <a:extLst>
              <a:ext uri="{FF2B5EF4-FFF2-40B4-BE49-F238E27FC236}">
                <a16:creationId xmlns:a16="http://schemas.microsoft.com/office/drawing/2014/main" id="{5758D41A-5620-FA7D-F235-2E0417A429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4750" y="4806950"/>
            <a:ext cx="1122363" cy="11255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497" name="Rectangle 481">
            <a:extLst>
              <a:ext uri="{FF2B5EF4-FFF2-40B4-BE49-F238E27FC236}">
                <a16:creationId xmlns:a16="http://schemas.microsoft.com/office/drawing/2014/main" id="{759A17F0-8C91-8478-857D-34448C2272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2075" y="4679950"/>
            <a:ext cx="866775" cy="13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whitened (pad  2)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578" name="Picture 482">
            <a:extLst>
              <a:ext uri="{FF2B5EF4-FFF2-40B4-BE49-F238E27FC236}">
                <a16:creationId xmlns:a16="http://schemas.microsoft.com/office/drawing/2014/main" id="{54DD90B7-4634-C2CF-4148-A2967EDB5C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750" y="4810125"/>
            <a:ext cx="1122363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98" name="Line 483">
            <a:extLst>
              <a:ext uri="{FF2B5EF4-FFF2-40B4-BE49-F238E27FC236}">
                <a16:creationId xmlns:a16="http://schemas.microsoft.com/office/drawing/2014/main" id="{F8F910A8-3000-17EE-6AD2-239CA283D778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4750" y="5932488"/>
            <a:ext cx="112236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499" name="Line 484">
            <a:extLst>
              <a:ext uri="{FF2B5EF4-FFF2-40B4-BE49-F238E27FC236}">
                <a16:creationId xmlns:a16="http://schemas.microsoft.com/office/drawing/2014/main" id="{E20E3CE5-2C8B-BCF3-87F9-867519A14E42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4750" y="4806950"/>
            <a:ext cx="112236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00" name="Line 485">
            <a:extLst>
              <a:ext uri="{FF2B5EF4-FFF2-40B4-BE49-F238E27FC236}">
                <a16:creationId xmlns:a16="http://schemas.microsoft.com/office/drawing/2014/main" id="{B19AE4F1-A119-BCDC-A7E7-EDFADFE0913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40663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01" name="Line 486">
            <a:extLst>
              <a:ext uri="{FF2B5EF4-FFF2-40B4-BE49-F238E27FC236}">
                <a16:creationId xmlns:a16="http://schemas.microsoft.com/office/drawing/2014/main" id="{97518DC2-BE2F-1051-4A52-BEED255A205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91500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02" name="Line 487">
            <a:extLst>
              <a:ext uri="{FF2B5EF4-FFF2-40B4-BE49-F238E27FC236}">
                <a16:creationId xmlns:a16="http://schemas.microsoft.com/office/drawing/2014/main" id="{CE32BAF9-BCA6-5B0F-148F-90622C1E79F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42338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03" name="Line 488">
            <a:extLst>
              <a:ext uri="{FF2B5EF4-FFF2-40B4-BE49-F238E27FC236}">
                <a16:creationId xmlns:a16="http://schemas.microsoft.com/office/drawing/2014/main" id="{82464396-15EC-4D75-84AF-5902577107F3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0663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04" name="Line 489">
            <a:extLst>
              <a:ext uri="{FF2B5EF4-FFF2-40B4-BE49-F238E27FC236}">
                <a16:creationId xmlns:a16="http://schemas.microsoft.com/office/drawing/2014/main" id="{8C598C21-80E2-305E-157F-8E780AE29A12}"/>
              </a:ext>
            </a:extLst>
          </p:cNvPr>
          <p:cNvSpPr>
            <a:spLocks noChangeShapeType="1"/>
          </p:cNvSpPr>
          <p:nvPr/>
        </p:nvSpPr>
        <p:spPr bwMode="auto">
          <a:xfrm>
            <a:off x="8191500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05" name="Line 490">
            <a:extLst>
              <a:ext uri="{FF2B5EF4-FFF2-40B4-BE49-F238E27FC236}">
                <a16:creationId xmlns:a16="http://schemas.microsoft.com/office/drawing/2014/main" id="{F12E0ADF-5BE0-2DA7-5310-D6C0FF2C5EC3}"/>
              </a:ext>
            </a:extLst>
          </p:cNvPr>
          <p:cNvSpPr>
            <a:spLocks noChangeShapeType="1"/>
          </p:cNvSpPr>
          <p:nvPr/>
        </p:nvSpPr>
        <p:spPr bwMode="auto">
          <a:xfrm>
            <a:off x="8542338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06" name="Rectangle 491">
            <a:extLst>
              <a:ext uri="{FF2B5EF4-FFF2-40B4-BE49-F238E27FC236}">
                <a16:creationId xmlns:a16="http://schemas.microsoft.com/office/drawing/2014/main" id="{00410246-D9AF-3731-17C2-56F28FD317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2088" y="5978525"/>
            <a:ext cx="873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507" name="Rectangle 492">
            <a:extLst>
              <a:ext uri="{FF2B5EF4-FFF2-40B4-BE49-F238E27FC236}">
                <a16:creationId xmlns:a16="http://schemas.microsoft.com/office/drawing/2014/main" id="{FB3B8E56-6699-AA80-003A-3EBBB918BA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5463" y="59785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508" name="Rectangle 493">
            <a:extLst>
              <a:ext uri="{FF2B5EF4-FFF2-40B4-BE49-F238E27FC236}">
                <a16:creationId xmlns:a16="http://schemas.microsoft.com/office/drawing/2014/main" id="{6954457C-B076-0B94-3656-803021646B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6300" y="59785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509" name="Line 494">
            <a:extLst>
              <a:ext uri="{FF2B5EF4-FFF2-40B4-BE49-F238E27FC236}">
                <a16:creationId xmlns:a16="http://schemas.microsoft.com/office/drawing/2014/main" id="{011B09F8-0F62-2210-403F-09A5DC3F35FF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4750" y="4806950"/>
            <a:ext cx="0" cy="1125538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10" name="Line 495">
            <a:extLst>
              <a:ext uri="{FF2B5EF4-FFF2-40B4-BE49-F238E27FC236}">
                <a16:creationId xmlns:a16="http://schemas.microsoft.com/office/drawing/2014/main" id="{6796FA22-0E65-1C03-BA04-7F7A8F8EC6C4}"/>
              </a:ext>
            </a:extLst>
          </p:cNvPr>
          <p:cNvSpPr>
            <a:spLocks noChangeShapeType="1"/>
          </p:cNvSpPr>
          <p:nvPr/>
        </p:nvSpPr>
        <p:spPr bwMode="auto">
          <a:xfrm>
            <a:off x="8647113" y="4806950"/>
            <a:ext cx="0" cy="1125538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11" name="Line 496">
            <a:extLst>
              <a:ext uri="{FF2B5EF4-FFF2-40B4-BE49-F238E27FC236}">
                <a16:creationId xmlns:a16="http://schemas.microsoft.com/office/drawing/2014/main" id="{64BE52FD-9126-5E2D-313E-7BF42C9CFC93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4750" y="51244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12" name="Line 497">
            <a:extLst>
              <a:ext uri="{FF2B5EF4-FFF2-40B4-BE49-F238E27FC236}">
                <a16:creationId xmlns:a16="http://schemas.microsoft.com/office/drawing/2014/main" id="{578F3139-DF95-BF5E-8D8C-8694C9B55863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4750" y="54752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14" name="Line 498">
            <a:extLst>
              <a:ext uri="{FF2B5EF4-FFF2-40B4-BE49-F238E27FC236}">
                <a16:creationId xmlns:a16="http://schemas.microsoft.com/office/drawing/2014/main" id="{A70A91C4-50EF-1D5A-E66D-4D3C028C08FB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4750" y="58261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15" name="Line 499">
            <a:extLst>
              <a:ext uri="{FF2B5EF4-FFF2-40B4-BE49-F238E27FC236}">
                <a16:creationId xmlns:a16="http://schemas.microsoft.com/office/drawing/2014/main" id="{E9386E3E-872C-6314-4E82-6F8AA8AD166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636000" y="51244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16" name="Line 500">
            <a:extLst>
              <a:ext uri="{FF2B5EF4-FFF2-40B4-BE49-F238E27FC236}">
                <a16:creationId xmlns:a16="http://schemas.microsoft.com/office/drawing/2014/main" id="{CBF7C90C-DEE0-8F60-FA09-E4B1A4789EA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636000" y="54752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17" name="Line 501">
            <a:extLst>
              <a:ext uri="{FF2B5EF4-FFF2-40B4-BE49-F238E27FC236}">
                <a16:creationId xmlns:a16="http://schemas.microsoft.com/office/drawing/2014/main" id="{966B015F-2BD1-D153-748B-97551E48F02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636000" y="58261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18" name="Rectangle 502">
            <a:extLst>
              <a:ext uri="{FF2B5EF4-FFF2-40B4-BE49-F238E27FC236}">
                <a16:creationId xmlns:a16="http://schemas.microsoft.com/office/drawing/2014/main" id="{96F962F4-ACF3-9921-6DA8-07A896285D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2200" y="5080000"/>
            <a:ext cx="873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519" name="Rectangle 503">
            <a:extLst>
              <a:ext uri="{FF2B5EF4-FFF2-40B4-BE49-F238E27FC236}">
                <a16:creationId xmlns:a16="http://schemas.microsoft.com/office/drawing/2014/main" id="{085FB9AB-8A87-82C9-E8A8-A5BB1CEA8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9338" y="5430838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520" name="Rectangle 504">
            <a:extLst>
              <a:ext uri="{FF2B5EF4-FFF2-40B4-BE49-F238E27FC236}">
                <a16:creationId xmlns:a16="http://schemas.microsoft.com/office/drawing/2014/main" id="{D6C609DF-E225-91A8-2273-8D7582BFB5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9338" y="5783263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521" name="Line 505">
            <a:extLst>
              <a:ext uri="{FF2B5EF4-FFF2-40B4-BE49-F238E27FC236}">
                <a16:creationId xmlns:a16="http://schemas.microsoft.com/office/drawing/2014/main" id="{6F76A7B0-644A-1AB0-B0FF-09BB908D05DE}"/>
              </a:ext>
            </a:extLst>
          </p:cNvPr>
          <p:cNvSpPr>
            <a:spLocks noChangeShapeType="1"/>
          </p:cNvSpPr>
          <p:nvPr/>
        </p:nvSpPr>
        <p:spPr bwMode="auto">
          <a:xfrm>
            <a:off x="8716963" y="59340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22" name="Line 506">
            <a:extLst>
              <a:ext uri="{FF2B5EF4-FFF2-40B4-BE49-F238E27FC236}">
                <a16:creationId xmlns:a16="http://schemas.microsoft.com/office/drawing/2014/main" id="{FD3463E0-B0CC-6645-3EAE-E7E845DC1199}"/>
              </a:ext>
            </a:extLst>
          </p:cNvPr>
          <p:cNvSpPr>
            <a:spLocks noChangeShapeType="1"/>
          </p:cNvSpPr>
          <p:nvPr/>
        </p:nvSpPr>
        <p:spPr bwMode="auto">
          <a:xfrm>
            <a:off x="8716963" y="48037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23" name="Line 507">
            <a:extLst>
              <a:ext uri="{FF2B5EF4-FFF2-40B4-BE49-F238E27FC236}">
                <a16:creationId xmlns:a16="http://schemas.microsoft.com/office/drawing/2014/main" id="{00F5470E-4619-108C-B82D-44069811D85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716963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24" name="Line 508">
            <a:extLst>
              <a:ext uri="{FF2B5EF4-FFF2-40B4-BE49-F238E27FC236}">
                <a16:creationId xmlns:a16="http://schemas.microsoft.com/office/drawing/2014/main" id="{322DC374-D53C-A71A-3038-902B4B8CA48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29675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605" name="Picture 509">
            <a:extLst>
              <a:ext uri="{FF2B5EF4-FFF2-40B4-BE49-F238E27FC236}">
                <a16:creationId xmlns:a16="http://schemas.microsoft.com/office/drawing/2014/main" id="{68A51B88-D9DA-6EC3-4A63-F9C0CC1050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6963" y="4803775"/>
            <a:ext cx="112713" cy="113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25" name="Line 510">
            <a:extLst>
              <a:ext uri="{FF2B5EF4-FFF2-40B4-BE49-F238E27FC236}">
                <a16:creationId xmlns:a16="http://schemas.microsoft.com/office/drawing/2014/main" id="{AD8EAAE5-0701-5AAD-DA3C-768A10A22C7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29675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26" name="Line 511">
            <a:extLst>
              <a:ext uri="{FF2B5EF4-FFF2-40B4-BE49-F238E27FC236}">
                <a16:creationId xmlns:a16="http://schemas.microsoft.com/office/drawing/2014/main" id="{A8D0FA0D-E995-1FC8-66AE-6663056E7BE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818563" y="57785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27" name="Line 512">
            <a:extLst>
              <a:ext uri="{FF2B5EF4-FFF2-40B4-BE49-F238E27FC236}">
                <a16:creationId xmlns:a16="http://schemas.microsoft.com/office/drawing/2014/main" id="{4951128A-FC1A-2701-97B8-195F5AAE8BC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818563" y="55499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28" name="Line 513">
            <a:extLst>
              <a:ext uri="{FF2B5EF4-FFF2-40B4-BE49-F238E27FC236}">
                <a16:creationId xmlns:a16="http://schemas.microsoft.com/office/drawing/2014/main" id="{2532BCE7-1195-A4AB-3A9F-0F12763DF77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818563" y="532130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29" name="Line 514">
            <a:extLst>
              <a:ext uri="{FF2B5EF4-FFF2-40B4-BE49-F238E27FC236}">
                <a16:creationId xmlns:a16="http://schemas.microsoft.com/office/drawing/2014/main" id="{9E7481DC-89B5-6EF9-0256-0F9E72BA144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818563" y="50911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30" name="Line 515">
            <a:extLst>
              <a:ext uri="{FF2B5EF4-FFF2-40B4-BE49-F238E27FC236}">
                <a16:creationId xmlns:a16="http://schemas.microsoft.com/office/drawing/2014/main" id="{21859D2E-CDEC-2EB2-4729-0A826749448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818563" y="48625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31" name="Rectangle 516">
            <a:extLst>
              <a:ext uri="{FF2B5EF4-FFF2-40B4-BE49-F238E27FC236}">
                <a16:creationId xmlns:a16="http://schemas.microsoft.com/office/drawing/2014/main" id="{5DA8B8FD-A9C0-7EFE-E72B-B9AE936433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1425" y="5738813"/>
            <a:ext cx="1381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-40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532" name="Rectangle 517">
            <a:extLst>
              <a:ext uri="{FF2B5EF4-FFF2-40B4-BE49-F238E27FC236}">
                <a16:creationId xmlns:a16="http://schemas.microsoft.com/office/drawing/2014/main" id="{D70E056F-1D56-53F1-C7C4-F1BF84042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1425" y="5513388"/>
            <a:ext cx="1381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-20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534" name="Rectangle 518">
            <a:extLst>
              <a:ext uri="{FF2B5EF4-FFF2-40B4-BE49-F238E27FC236}">
                <a16:creationId xmlns:a16="http://schemas.microsoft.com/office/drawing/2014/main" id="{7C6AA781-A9F8-ABFB-5DE1-CEB18D3AD7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1425" y="5281613"/>
            <a:ext cx="746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535" name="Rectangle 519">
            <a:extLst>
              <a:ext uri="{FF2B5EF4-FFF2-40B4-BE49-F238E27FC236}">
                <a16:creationId xmlns:a16="http://schemas.microsoft.com/office/drawing/2014/main" id="{C513A49E-34BB-5E73-FBFA-BE8D76053A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1425" y="5054600"/>
            <a:ext cx="1127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536" name="Rectangle 520">
            <a:extLst>
              <a:ext uri="{FF2B5EF4-FFF2-40B4-BE49-F238E27FC236}">
                <a16:creationId xmlns:a16="http://schemas.microsoft.com/office/drawing/2014/main" id="{9FE7FB6C-7F0F-593B-F938-88BA2AD503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1425" y="4822825"/>
            <a:ext cx="1127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40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537" name="Line 521">
            <a:extLst>
              <a:ext uri="{FF2B5EF4-FFF2-40B4-BE49-F238E27FC236}">
                <a16:creationId xmlns:a16="http://schemas.microsoft.com/office/drawing/2014/main" id="{F9B606A2-28E4-A06E-6E36-B0B1C58030FF}"/>
              </a:ext>
            </a:extLst>
          </p:cNvPr>
          <p:cNvSpPr>
            <a:spLocks noChangeShapeType="1"/>
          </p:cNvSpPr>
          <p:nvPr/>
        </p:nvSpPr>
        <p:spPr bwMode="auto">
          <a:xfrm>
            <a:off x="8716963" y="48037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38" name="Line 522">
            <a:extLst>
              <a:ext uri="{FF2B5EF4-FFF2-40B4-BE49-F238E27FC236}">
                <a16:creationId xmlns:a16="http://schemas.microsoft.com/office/drawing/2014/main" id="{658BA746-B834-E4CC-C3C5-6336D5C7D944}"/>
              </a:ext>
            </a:extLst>
          </p:cNvPr>
          <p:cNvSpPr>
            <a:spLocks noChangeShapeType="1"/>
          </p:cNvSpPr>
          <p:nvPr/>
        </p:nvSpPr>
        <p:spPr bwMode="auto">
          <a:xfrm>
            <a:off x="8716963" y="59340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39" name="Line 523">
            <a:extLst>
              <a:ext uri="{FF2B5EF4-FFF2-40B4-BE49-F238E27FC236}">
                <a16:creationId xmlns:a16="http://schemas.microsoft.com/office/drawing/2014/main" id="{71190CF3-EC32-A7E1-FA0F-9E83EB223EA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716963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40" name="Line 524">
            <a:extLst>
              <a:ext uri="{FF2B5EF4-FFF2-40B4-BE49-F238E27FC236}">
                <a16:creationId xmlns:a16="http://schemas.microsoft.com/office/drawing/2014/main" id="{CA6599A9-B6D5-EA7E-534D-06EDA5D8258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29675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41" name="Rectangle 525">
            <a:extLst>
              <a:ext uri="{FF2B5EF4-FFF2-40B4-BE49-F238E27FC236}">
                <a16:creationId xmlns:a16="http://schemas.microsoft.com/office/drawing/2014/main" id="{CD6693A2-0F97-43F1-5DE5-621A76AE19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88488" y="4806950"/>
            <a:ext cx="1123950" cy="11255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42" name="Rectangle 526">
            <a:extLst>
              <a:ext uri="{FF2B5EF4-FFF2-40B4-BE49-F238E27FC236}">
                <a16:creationId xmlns:a16="http://schemas.microsoft.com/office/drawing/2014/main" id="{C6F3A33A-A6E2-C334-BCFB-3E9CD9D6BE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53613" y="4679950"/>
            <a:ext cx="488950" cy="13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binarized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623" name="Picture 527">
            <a:extLst>
              <a:ext uri="{FF2B5EF4-FFF2-40B4-BE49-F238E27FC236}">
                <a16:creationId xmlns:a16="http://schemas.microsoft.com/office/drawing/2014/main" id="{EFA4CB12-9291-3BC4-288E-52A5959F63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8488" y="4810125"/>
            <a:ext cx="1123950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43" name="Line 528">
            <a:extLst>
              <a:ext uri="{FF2B5EF4-FFF2-40B4-BE49-F238E27FC236}">
                <a16:creationId xmlns:a16="http://schemas.microsoft.com/office/drawing/2014/main" id="{14C0F468-B373-6FFB-1956-80EBA7740498}"/>
              </a:ext>
            </a:extLst>
          </p:cNvPr>
          <p:cNvSpPr>
            <a:spLocks noChangeShapeType="1"/>
          </p:cNvSpPr>
          <p:nvPr/>
        </p:nvSpPr>
        <p:spPr bwMode="auto">
          <a:xfrm>
            <a:off x="9488488" y="5932488"/>
            <a:ext cx="1123950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44" name="Line 529">
            <a:extLst>
              <a:ext uri="{FF2B5EF4-FFF2-40B4-BE49-F238E27FC236}">
                <a16:creationId xmlns:a16="http://schemas.microsoft.com/office/drawing/2014/main" id="{0FC9C644-F305-7A1B-D75E-35E411BCD478}"/>
              </a:ext>
            </a:extLst>
          </p:cNvPr>
          <p:cNvSpPr>
            <a:spLocks noChangeShapeType="1"/>
          </p:cNvSpPr>
          <p:nvPr/>
        </p:nvSpPr>
        <p:spPr bwMode="auto">
          <a:xfrm>
            <a:off x="9488488" y="4806950"/>
            <a:ext cx="1123950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45" name="Line 530">
            <a:extLst>
              <a:ext uri="{FF2B5EF4-FFF2-40B4-BE49-F238E27FC236}">
                <a16:creationId xmlns:a16="http://schemas.microsoft.com/office/drawing/2014/main" id="{78CEAEDB-BBF5-40C2-CE00-3584832BF2C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804400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46" name="Line 531">
            <a:extLst>
              <a:ext uri="{FF2B5EF4-FFF2-40B4-BE49-F238E27FC236}">
                <a16:creationId xmlns:a16="http://schemas.microsoft.com/office/drawing/2014/main" id="{9F81F423-15E4-5D76-AD82-E73F61D2EE1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156825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47" name="Line 532">
            <a:extLst>
              <a:ext uri="{FF2B5EF4-FFF2-40B4-BE49-F238E27FC236}">
                <a16:creationId xmlns:a16="http://schemas.microsoft.com/office/drawing/2014/main" id="{67F94B85-B382-8948-4C74-DBF6C12E6A0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507663" y="5921375"/>
            <a:ext cx="0" cy="11113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48" name="Line 533">
            <a:extLst>
              <a:ext uri="{FF2B5EF4-FFF2-40B4-BE49-F238E27FC236}">
                <a16:creationId xmlns:a16="http://schemas.microsoft.com/office/drawing/2014/main" id="{319CA70D-F6D2-EEA0-571A-175285A5750C}"/>
              </a:ext>
            </a:extLst>
          </p:cNvPr>
          <p:cNvSpPr>
            <a:spLocks noChangeShapeType="1"/>
          </p:cNvSpPr>
          <p:nvPr/>
        </p:nvSpPr>
        <p:spPr bwMode="auto">
          <a:xfrm>
            <a:off x="9804400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49" name="Line 534">
            <a:extLst>
              <a:ext uri="{FF2B5EF4-FFF2-40B4-BE49-F238E27FC236}">
                <a16:creationId xmlns:a16="http://schemas.microsoft.com/office/drawing/2014/main" id="{950BDF72-A137-E0B9-CB02-B1A46173CB81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56825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50" name="Line 535">
            <a:extLst>
              <a:ext uri="{FF2B5EF4-FFF2-40B4-BE49-F238E27FC236}">
                <a16:creationId xmlns:a16="http://schemas.microsoft.com/office/drawing/2014/main" id="{7E2F77AA-563F-5F87-CBB9-2414EF9C24E2}"/>
              </a:ext>
            </a:extLst>
          </p:cNvPr>
          <p:cNvSpPr>
            <a:spLocks noChangeShapeType="1"/>
          </p:cNvSpPr>
          <p:nvPr/>
        </p:nvSpPr>
        <p:spPr bwMode="auto">
          <a:xfrm>
            <a:off x="10507663" y="4806950"/>
            <a:ext cx="0" cy="127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51" name="Rectangle 536">
            <a:extLst>
              <a:ext uri="{FF2B5EF4-FFF2-40B4-BE49-F238E27FC236}">
                <a16:creationId xmlns:a16="http://schemas.microsoft.com/office/drawing/2014/main" id="{921E6FD9-D96B-A351-BB1D-4BE3D85A85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77413" y="5978525"/>
            <a:ext cx="873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552" name="Rectangle 537">
            <a:extLst>
              <a:ext uri="{FF2B5EF4-FFF2-40B4-BE49-F238E27FC236}">
                <a16:creationId xmlns:a16="http://schemas.microsoft.com/office/drawing/2014/main" id="{6544532F-C718-F164-7478-CFD8C7C786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10788" y="59785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553" name="Rectangle 538">
            <a:extLst>
              <a:ext uri="{FF2B5EF4-FFF2-40B4-BE49-F238E27FC236}">
                <a16:creationId xmlns:a16="http://schemas.microsoft.com/office/drawing/2014/main" id="{F4869D35-E62C-905B-7871-F61E11F4D9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61625" y="5978525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554" name="Line 539">
            <a:extLst>
              <a:ext uri="{FF2B5EF4-FFF2-40B4-BE49-F238E27FC236}">
                <a16:creationId xmlns:a16="http://schemas.microsoft.com/office/drawing/2014/main" id="{6639C6DE-84F3-EF7C-5AEF-38B44A763ED6}"/>
              </a:ext>
            </a:extLst>
          </p:cNvPr>
          <p:cNvSpPr>
            <a:spLocks noChangeShapeType="1"/>
          </p:cNvSpPr>
          <p:nvPr/>
        </p:nvSpPr>
        <p:spPr bwMode="auto">
          <a:xfrm>
            <a:off x="9488488" y="4806950"/>
            <a:ext cx="0" cy="1125538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55" name="Line 540">
            <a:extLst>
              <a:ext uri="{FF2B5EF4-FFF2-40B4-BE49-F238E27FC236}">
                <a16:creationId xmlns:a16="http://schemas.microsoft.com/office/drawing/2014/main" id="{6947B7D1-430D-C32C-29E2-5BB2E46CA3C3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12438" y="4806950"/>
            <a:ext cx="0" cy="1125538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56" name="Line 541">
            <a:extLst>
              <a:ext uri="{FF2B5EF4-FFF2-40B4-BE49-F238E27FC236}">
                <a16:creationId xmlns:a16="http://schemas.microsoft.com/office/drawing/2014/main" id="{0C51F7D7-A2CB-BE3C-7294-723AD2ABB158}"/>
              </a:ext>
            </a:extLst>
          </p:cNvPr>
          <p:cNvSpPr>
            <a:spLocks noChangeShapeType="1"/>
          </p:cNvSpPr>
          <p:nvPr/>
        </p:nvSpPr>
        <p:spPr bwMode="auto">
          <a:xfrm>
            <a:off x="9488488" y="51244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57" name="Line 542">
            <a:extLst>
              <a:ext uri="{FF2B5EF4-FFF2-40B4-BE49-F238E27FC236}">
                <a16:creationId xmlns:a16="http://schemas.microsoft.com/office/drawing/2014/main" id="{2D88EE66-2765-8E37-886B-AE505E96A630}"/>
              </a:ext>
            </a:extLst>
          </p:cNvPr>
          <p:cNvSpPr>
            <a:spLocks noChangeShapeType="1"/>
          </p:cNvSpPr>
          <p:nvPr/>
        </p:nvSpPr>
        <p:spPr bwMode="auto">
          <a:xfrm>
            <a:off x="9488488" y="54752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58" name="Line 543">
            <a:extLst>
              <a:ext uri="{FF2B5EF4-FFF2-40B4-BE49-F238E27FC236}">
                <a16:creationId xmlns:a16="http://schemas.microsoft.com/office/drawing/2014/main" id="{4D22068E-64EE-8A76-52C4-A7D988C66A3C}"/>
              </a:ext>
            </a:extLst>
          </p:cNvPr>
          <p:cNvSpPr>
            <a:spLocks noChangeShapeType="1"/>
          </p:cNvSpPr>
          <p:nvPr/>
        </p:nvSpPr>
        <p:spPr bwMode="auto">
          <a:xfrm>
            <a:off x="9488488" y="58261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59" name="Line 544">
            <a:extLst>
              <a:ext uri="{FF2B5EF4-FFF2-40B4-BE49-F238E27FC236}">
                <a16:creationId xmlns:a16="http://schemas.microsoft.com/office/drawing/2014/main" id="{510F5D4A-B073-CF81-3536-34EC497E4A7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01325" y="51244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61" name="Line 545">
            <a:extLst>
              <a:ext uri="{FF2B5EF4-FFF2-40B4-BE49-F238E27FC236}">
                <a16:creationId xmlns:a16="http://schemas.microsoft.com/office/drawing/2014/main" id="{E46A438A-F101-9E19-9E06-3A4961B5760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01325" y="54752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62" name="Line 546">
            <a:extLst>
              <a:ext uri="{FF2B5EF4-FFF2-40B4-BE49-F238E27FC236}">
                <a16:creationId xmlns:a16="http://schemas.microsoft.com/office/drawing/2014/main" id="{765FA5A7-69DF-5762-1074-2BF7A9602AB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01325" y="58261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63" name="Rectangle 547">
            <a:extLst>
              <a:ext uri="{FF2B5EF4-FFF2-40B4-BE49-F238E27FC236}">
                <a16:creationId xmlns:a16="http://schemas.microsoft.com/office/drawing/2014/main" id="{51782937-3778-056C-5A1C-2CFD0EA20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07525" y="5080000"/>
            <a:ext cx="873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564" name="Rectangle 548">
            <a:extLst>
              <a:ext uri="{FF2B5EF4-FFF2-40B4-BE49-F238E27FC236}">
                <a16:creationId xmlns:a16="http://schemas.microsoft.com/office/drawing/2014/main" id="{27290DB8-E5F1-F9CE-EBBF-C020A64590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3075" y="5430838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565" name="Rectangle 549">
            <a:extLst>
              <a:ext uri="{FF2B5EF4-FFF2-40B4-BE49-F238E27FC236}">
                <a16:creationId xmlns:a16="http://schemas.microsoft.com/office/drawing/2014/main" id="{36F1A92E-7DE9-7F2E-5B8D-63CB9B61F9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3075" y="5783263"/>
            <a:ext cx="138113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566" name="Line 550">
            <a:extLst>
              <a:ext uri="{FF2B5EF4-FFF2-40B4-BE49-F238E27FC236}">
                <a16:creationId xmlns:a16="http://schemas.microsoft.com/office/drawing/2014/main" id="{99C611D9-937E-7AE8-2F03-9705EB0F21E8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82288" y="59340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67" name="Line 551">
            <a:extLst>
              <a:ext uri="{FF2B5EF4-FFF2-40B4-BE49-F238E27FC236}">
                <a16:creationId xmlns:a16="http://schemas.microsoft.com/office/drawing/2014/main" id="{2FE327DE-CB2B-C150-32D6-36A2A069EDA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82288" y="48037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68" name="Line 552">
            <a:extLst>
              <a:ext uri="{FF2B5EF4-FFF2-40B4-BE49-F238E27FC236}">
                <a16:creationId xmlns:a16="http://schemas.microsoft.com/office/drawing/2014/main" id="{DB5C8817-00B5-1FB8-5BB4-D438A4CC07A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682288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69" name="Line 553">
            <a:extLst>
              <a:ext uri="{FF2B5EF4-FFF2-40B4-BE49-F238E27FC236}">
                <a16:creationId xmlns:a16="http://schemas.microsoft.com/office/drawing/2014/main" id="{2463F9CB-7045-E7D3-7387-DCEF796911E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795000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650" name="Picture 554">
            <a:extLst>
              <a:ext uri="{FF2B5EF4-FFF2-40B4-BE49-F238E27FC236}">
                <a16:creationId xmlns:a16="http://schemas.microsoft.com/office/drawing/2014/main" id="{51ED7068-6C26-CB96-A2E8-FED2859D37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2288" y="4803775"/>
            <a:ext cx="112713" cy="113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70" name="Line 555">
            <a:extLst>
              <a:ext uri="{FF2B5EF4-FFF2-40B4-BE49-F238E27FC236}">
                <a16:creationId xmlns:a16="http://schemas.microsoft.com/office/drawing/2014/main" id="{39931EEE-0B57-973B-B145-C372D63FB62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795000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71" name="Line 556">
            <a:extLst>
              <a:ext uri="{FF2B5EF4-FFF2-40B4-BE49-F238E27FC236}">
                <a16:creationId xmlns:a16="http://schemas.microsoft.com/office/drawing/2014/main" id="{28A4C43D-6D8E-008D-6D89-13F875A4F9E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783888" y="593407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72" name="Line 557">
            <a:extLst>
              <a:ext uri="{FF2B5EF4-FFF2-40B4-BE49-F238E27FC236}">
                <a16:creationId xmlns:a16="http://schemas.microsoft.com/office/drawing/2014/main" id="{1CDFDA9B-9BF5-B26E-46DB-0069573C17D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783888" y="5708650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73" name="Line 558">
            <a:extLst>
              <a:ext uri="{FF2B5EF4-FFF2-40B4-BE49-F238E27FC236}">
                <a16:creationId xmlns:a16="http://schemas.microsoft.com/office/drawing/2014/main" id="{A556AF95-D282-CE3C-ADC7-699780CBB8F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783888" y="548322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74" name="Line 559">
            <a:extLst>
              <a:ext uri="{FF2B5EF4-FFF2-40B4-BE49-F238E27FC236}">
                <a16:creationId xmlns:a16="http://schemas.microsoft.com/office/drawing/2014/main" id="{F9F2E485-BF69-D751-0F52-935915C7524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783888" y="5256213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75" name="Line 560">
            <a:extLst>
              <a:ext uri="{FF2B5EF4-FFF2-40B4-BE49-F238E27FC236}">
                <a16:creationId xmlns:a16="http://schemas.microsoft.com/office/drawing/2014/main" id="{BFA4798E-2882-E2D3-783C-BE6F9E399E4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783888" y="5030788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76" name="Line 561">
            <a:extLst>
              <a:ext uri="{FF2B5EF4-FFF2-40B4-BE49-F238E27FC236}">
                <a16:creationId xmlns:a16="http://schemas.microsoft.com/office/drawing/2014/main" id="{3ED29192-EF28-78AF-D316-7EA6DD946EC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783888" y="4803775"/>
            <a:ext cx="111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77" name="Rectangle 562">
            <a:extLst>
              <a:ext uri="{FF2B5EF4-FFF2-40B4-BE49-F238E27FC236}">
                <a16:creationId xmlns:a16="http://schemas.microsoft.com/office/drawing/2014/main" id="{B62EC7E3-A00E-F2FC-8F9A-8D4031DB87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5163" y="5895975"/>
            <a:ext cx="746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579" name="Rectangle 563">
            <a:extLst>
              <a:ext uri="{FF2B5EF4-FFF2-40B4-BE49-F238E27FC236}">
                <a16:creationId xmlns:a16="http://schemas.microsoft.com/office/drawing/2014/main" id="{71C472C6-666C-D5C2-3671-5C636012A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5163" y="5670550"/>
            <a:ext cx="1317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0.2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580" name="Rectangle 564">
            <a:extLst>
              <a:ext uri="{FF2B5EF4-FFF2-40B4-BE49-F238E27FC236}">
                <a16:creationId xmlns:a16="http://schemas.microsoft.com/office/drawing/2014/main" id="{EFB86420-784C-5A3A-E2AA-5524BD3938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5163" y="5443538"/>
            <a:ext cx="1317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0.4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581" name="Rectangle 565">
            <a:extLst>
              <a:ext uri="{FF2B5EF4-FFF2-40B4-BE49-F238E27FC236}">
                <a16:creationId xmlns:a16="http://schemas.microsoft.com/office/drawing/2014/main" id="{797E5D65-B155-4660-61B3-9698AD5AB4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5163" y="5218113"/>
            <a:ext cx="1317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0.6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582" name="Rectangle 566">
            <a:extLst>
              <a:ext uri="{FF2B5EF4-FFF2-40B4-BE49-F238E27FC236}">
                <a16:creationId xmlns:a16="http://schemas.microsoft.com/office/drawing/2014/main" id="{46363443-2D1B-0267-0E19-B9C86887DB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5163" y="4992688"/>
            <a:ext cx="13176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0.8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583" name="Rectangle 567">
            <a:extLst>
              <a:ext uri="{FF2B5EF4-FFF2-40B4-BE49-F238E27FC236}">
                <a16:creationId xmlns:a16="http://schemas.microsoft.com/office/drawing/2014/main" id="{ADBA9EB5-C78B-8629-6B5C-5792CE7E7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5163" y="4765675"/>
            <a:ext cx="74613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584" name="Line 568">
            <a:extLst>
              <a:ext uri="{FF2B5EF4-FFF2-40B4-BE49-F238E27FC236}">
                <a16:creationId xmlns:a16="http://schemas.microsoft.com/office/drawing/2014/main" id="{314A4DDB-E02F-4037-F251-BD3AC8CDD784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82288" y="48037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85" name="Line 569">
            <a:extLst>
              <a:ext uri="{FF2B5EF4-FFF2-40B4-BE49-F238E27FC236}">
                <a16:creationId xmlns:a16="http://schemas.microsoft.com/office/drawing/2014/main" id="{0EBED18F-953E-B43E-6F65-9533506E4B02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82288" y="5934075"/>
            <a:ext cx="112713" cy="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86" name="Line 570">
            <a:extLst>
              <a:ext uri="{FF2B5EF4-FFF2-40B4-BE49-F238E27FC236}">
                <a16:creationId xmlns:a16="http://schemas.microsoft.com/office/drawing/2014/main" id="{70A64740-42EB-90C6-ED7B-CF13F57676B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682288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87" name="Line 571">
            <a:extLst>
              <a:ext uri="{FF2B5EF4-FFF2-40B4-BE49-F238E27FC236}">
                <a16:creationId xmlns:a16="http://schemas.microsoft.com/office/drawing/2014/main" id="{8F6FBEDE-D418-E9ED-462C-0161C637369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795000" y="4803775"/>
            <a:ext cx="0" cy="1130300"/>
          </a:xfrm>
          <a:prstGeom prst="line">
            <a:avLst/>
          </a:prstGeom>
          <a:noFill/>
          <a:ln w="4763" cap="flat">
            <a:solidFill>
              <a:srgbClr val="262626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88" name="Rectangle 572">
            <a:extLst>
              <a:ext uri="{FF2B5EF4-FFF2-40B4-BE49-F238E27FC236}">
                <a16:creationId xmlns:a16="http://schemas.microsoft.com/office/drawing/2014/main" id="{CBADB8E7-31F5-98DE-2AED-7351ECFA68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150" y="6681788"/>
            <a:ext cx="2598738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bigpatch  84 from roi   5 from image synpic45593.jpg N= 8 R=  16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9611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20F0027-0BAB-5C80-E8E9-5B95308992BC}"/>
              </a:ext>
            </a:extLst>
          </p:cNvPr>
          <p:cNvGrpSpPr/>
          <p:nvPr/>
        </p:nvGrpSpPr>
        <p:grpSpPr>
          <a:xfrm>
            <a:off x="1530986" y="1269841"/>
            <a:ext cx="1368425" cy="1417638"/>
            <a:chOff x="3425825" y="2619375"/>
            <a:chExt cx="1368425" cy="1417638"/>
          </a:xfrm>
        </p:grpSpPr>
        <p:sp>
          <p:nvSpPr>
            <p:cNvPr id="1050" name="Rectangle 137">
              <a:extLst>
                <a:ext uri="{FF2B5EF4-FFF2-40B4-BE49-F238E27FC236}">
                  <a16:creationId xmlns:a16="http://schemas.microsoft.com/office/drawing/2014/main" id="{E2B5260C-2497-ABFA-FD89-09035179F2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450" y="2747963"/>
              <a:ext cx="1123950" cy="11239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1" name="Rectangle 138">
              <a:extLst>
                <a:ext uri="{FF2B5EF4-FFF2-40B4-BE49-F238E27FC236}">
                  <a16:creationId xmlns:a16="http://schemas.microsoft.com/office/drawing/2014/main" id="{BAA4AA88-2269-9101-B3F9-FD94F9CAE5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8563" y="2619375"/>
              <a:ext cx="113814" cy="1077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N1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pic>
          <p:nvPicPr>
            <p:cNvPr id="1163" name="Picture 139">
              <a:extLst>
                <a:ext uri="{FF2B5EF4-FFF2-40B4-BE49-F238E27FC236}">
                  <a16:creationId xmlns:a16="http://schemas.microsoft.com/office/drawing/2014/main" id="{EDF2F76A-4E42-0693-06DE-03A3C2277F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00450" y="2751138"/>
              <a:ext cx="1123950" cy="1123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52" name="Line 140">
              <a:extLst>
                <a:ext uri="{FF2B5EF4-FFF2-40B4-BE49-F238E27FC236}">
                  <a16:creationId xmlns:a16="http://schemas.microsoft.com/office/drawing/2014/main" id="{83081316-44BA-727A-5EC5-3B4052003D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450" y="3871913"/>
              <a:ext cx="1123950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3" name="Line 141">
              <a:extLst>
                <a:ext uri="{FF2B5EF4-FFF2-40B4-BE49-F238E27FC236}">
                  <a16:creationId xmlns:a16="http://schemas.microsoft.com/office/drawing/2014/main" id="{36B3E135-FF39-DC22-3632-2515C3E0DB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450" y="2747963"/>
              <a:ext cx="1123950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4" name="Line 142">
              <a:extLst>
                <a:ext uri="{FF2B5EF4-FFF2-40B4-BE49-F238E27FC236}">
                  <a16:creationId xmlns:a16="http://schemas.microsoft.com/office/drawing/2014/main" id="{069B4050-0A1F-64A0-6E4E-CCF6E35C01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71900" y="3860800"/>
              <a:ext cx="0" cy="11113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5" name="Line 143">
              <a:extLst>
                <a:ext uri="{FF2B5EF4-FFF2-40B4-BE49-F238E27FC236}">
                  <a16:creationId xmlns:a16="http://schemas.microsoft.com/office/drawing/2014/main" id="{F1A35610-8116-FB60-8531-0B17CE7282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48113" y="3860800"/>
              <a:ext cx="0" cy="11113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6" name="Line 144">
              <a:extLst>
                <a:ext uri="{FF2B5EF4-FFF2-40B4-BE49-F238E27FC236}">
                  <a16:creationId xmlns:a16="http://schemas.microsoft.com/office/drawing/2014/main" id="{182EFDD4-AAC3-24F9-8484-86B90353CE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22738" y="3860800"/>
              <a:ext cx="0" cy="11113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7" name="Line 145">
              <a:extLst>
                <a:ext uri="{FF2B5EF4-FFF2-40B4-BE49-F238E27FC236}">
                  <a16:creationId xmlns:a16="http://schemas.microsoft.com/office/drawing/2014/main" id="{A7F9B18E-E1AB-B9A8-E9E9-603B6E9004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98950" y="3860800"/>
              <a:ext cx="0" cy="11113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8" name="Line 146">
              <a:extLst>
                <a:ext uri="{FF2B5EF4-FFF2-40B4-BE49-F238E27FC236}">
                  <a16:creationId xmlns:a16="http://schemas.microsoft.com/office/drawing/2014/main" id="{956E9B2A-B0DF-7F08-BB6C-A87B57DEE0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75163" y="3860800"/>
              <a:ext cx="0" cy="11113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9" name="Line 147">
              <a:extLst>
                <a:ext uri="{FF2B5EF4-FFF2-40B4-BE49-F238E27FC236}">
                  <a16:creationId xmlns:a16="http://schemas.microsoft.com/office/drawing/2014/main" id="{110E8F7A-F3A7-F37B-891A-8E20674B65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49788" y="3860800"/>
              <a:ext cx="0" cy="11113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0" name="Line 148">
              <a:extLst>
                <a:ext uri="{FF2B5EF4-FFF2-40B4-BE49-F238E27FC236}">
                  <a16:creationId xmlns:a16="http://schemas.microsoft.com/office/drawing/2014/main" id="{361D2778-AF4D-3FD1-E4BF-58A3646521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1900" y="2747963"/>
              <a:ext cx="0" cy="11113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1" name="Line 149">
              <a:extLst>
                <a:ext uri="{FF2B5EF4-FFF2-40B4-BE49-F238E27FC236}">
                  <a16:creationId xmlns:a16="http://schemas.microsoft.com/office/drawing/2014/main" id="{7DA3053D-56D1-610E-395E-DE5915A657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8113" y="2747963"/>
              <a:ext cx="0" cy="11113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2" name="Line 150">
              <a:extLst>
                <a:ext uri="{FF2B5EF4-FFF2-40B4-BE49-F238E27FC236}">
                  <a16:creationId xmlns:a16="http://schemas.microsoft.com/office/drawing/2014/main" id="{B91D5C24-3429-611A-E78D-DDDF67C3CC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2738" y="2747963"/>
              <a:ext cx="0" cy="11113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3" name="Line 151">
              <a:extLst>
                <a:ext uri="{FF2B5EF4-FFF2-40B4-BE49-F238E27FC236}">
                  <a16:creationId xmlns:a16="http://schemas.microsoft.com/office/drawing/2014/main" id="{0224EAD9-ED85-18A8-ABC8-9DBFF3C691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8950" y="2747963"/>
              <a:ext cx="0" cy="11113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4" name="Line 152">
              <a:extLst>
                <a:ext uri="{FF2B5EF4-FFF2-40B4-BE49-F238E27FC236}">
                  <a16:creationId xmlns:a16="http://schemas.microsoft.com/office/drawing/2014/main" id="{5937BCC5-FD77-F9E1-2B6F-FEEFA14364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5163" y="2747963"/>
              <a:ext cx="0" cy="11113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5" name="Line 153">
              <a:extLst>
                <a:ext uri="{FF2B5EF4-FFF2-40B4-BE49-F238E27FC236}">
                  <a16:creationId xmlns:a16="http://schemas.microsoft.com/office/drawing/2014/main" id="{CD674513-9D32-54B9-3C97-30F94A971A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9788" y="2747963"/>
              <a:ext cx="0" cy="11113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6" name="Rectangle 154">
              <a:extLst>
                <a:ext uri="{FF2B5EF4-FFF2-40B4-BE49-F238E27FC236}">
                  <a16:creationId xmlns:a16="http://schemas.microsoft.com/office/drawing/2014/main" id="{2632CE2B-BB43-5C4F-2ABE-71E3CC2A81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5863" y="3917950"/>
              <a:ext cx="138113" cy="119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6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20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67" name="Rectangle 155">
              <a:extLst>
                <a:ext uri="{FF2B5EF4-FFF2-40B4-BE49-F238E27FC236}">
                  <a16:creationId xmlns:a16="http://schemas.microsoft.com/office/drawing/2014/main" id="{BA03A873-1671-4A21-B354-33D6082090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2075" y="3917950"/>
              <a:ext cx="138113" cy="119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6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40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68" name="Rectangle 156">
              <a:extLst>
                <a:ext uri="{FF2B5EF4-FFF2-40B4-BE49-F238E27FC236}">
                  <a16:creationId xmlns:a16="http://schemas.microsoft.com/office/drawing/2014/main" id="{536382B0-7841-2594-B9E2-DF8077EBB7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8288" y="3917950"/>
              <a:ext cx="138113" cy="119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6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60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69" name="Rectangle 157">
              <a:extLst>
                <a:ext uri="{FF2B5EF4-FFF2-40B4-BE49-F238E27FC236}">
                  <a16:creationId xmlns:a16="http://schemas.microsoft.com/office/drawing/2014/main" id="{B0E3D6D9-5401-1DB2-F657-287A42B391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2913" y="3917950"/>
              <a:ext cx="138113" cy="119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6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80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70" name="Rectangle 158">
              <a:extLst>
                <a:ext uri="{FF2B5EF4-FFF2-40B4-BE49-F238E27FC236}">
                  <a16:creationId xmlns:a16="http://schemas.microsoft.com/office/drawing/2014/main" id="{C5307DDC-211E-7667-E672-6AB4BB9370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3725" y="3917950"/>
              <a:ext cx="188913" cy="119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6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71" name="Rectangle 159">
              <a:extLst>
                <a:ext uri="{FF2B5EF4-FFF2-40B4-BE49-F238E27FC236}">
                  <a16:creationId xmlns:a16="http://schemas.microsoft.com/office/drawing/2014/main" id="{7660153A-15CF-63DF-958C-CD909FB65B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9938" y="3917950"/>
              <a:ext cx="188913" cy="119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6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120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72" name="Line 160">
              <a:extLst>
                <a:ext uri="{FF2B5EF4-FFF2-40B4-BE49-F238E27FC236}">
                  <a16:creationId xmlns:a16="http://schemas.microsoft.com/office/drawing/2014/main" id="{C4E5B80E-735F-88AE-2482-EA784D9CC9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450" y="2747963"/>
              <a:ext cx="0" cy="112395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3" name="Line 161">
              <a:extLst>
                <a:ext uri="{FF2B5EF4-FFF2-40B4-BE49-F238E27FC236}">
                  <a16:creationId xmlns:a16="http://schemas.microsoft.com/office/drawing/2014/main" id="{305AAC7C-D5F7-2B97-4F58-60BB350F8F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24400" y="2747963"/>
              <a:ext cx="0" cy="112395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4" name="Line 162">
              <a:extLst>
                <a:ext uri="{FF2B5EF4-FFF2-40B4-BE49-F238E27FC236}">
                  <a16:creationId xmlns:a16="http://schemas.microsoft.com/office/drawing/2014/main" id="{B6ADDFA6-87DE-23F2-61B2-EDD80EBE1D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450" y="2919413"/>
              <a:ext cx="11113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5" name="Line 163">
              <a:extLst>
                <a:ext uri="{FF2B5EF4-FFF2-40B4-BE49-F238E27FC236}">
                  <a16:creationId xmlns:a16="http://schemas.microsoft.com/office/drawing/2014/main" id="{058A415D-1288-EE0B-15B6-F293AFA3D4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450" y="3094038"/>
              <a:ext cx="11113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6" name="Line 164">
              <a:extLst>
                <a:ext uri="{FF2B5EF4-FFF2-40B4-BE49-F238E27FC236}">
                  <a16:creationId xmlns:a16="http://schemas.microsoft.com/office/drawing/2014/main" id="{624CD106-B696-8A02-CB4C-13ADBAC6ED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450" y="3270250"/>
              <a:ext cx="11113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7" name="Line 165">
              <a:extLst>
                <a:ext uri="{FF2B5EF4-FFF2-40B4-BE49-F238E27FC236}">
                  <a16:creationId xmlns:a16="http://schemas.microsoft.com/office/drawing/2014/main" id="{D523A992-8265-AE28-57DF-F3AA9EA3BD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450" y="3446463"/>
              <a:ext cx="11113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9" name="Line 166">
              <a:extLst>
                <a:ext uri="{FF2B5EF4-FFF2-40B4-BE49-F238E27FC236}">
                  <a16:creationId xmlns:a16="http://schemas.microsoft.com/office/drawing/2014/main" id="{B5C506B9-9E7A-83AF-D1EB-6993C5835D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450" y="3621088"/>
              <a:ext cx="11113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0" name="Line 167">
              <a:extLst>
                <a:ext uri="{FF2B5EF4-FFF2-40B4-BE49-F238E27FC236}">
                  <a16:creationId xmlns:a16="http://schemas.microsoft.com/office/drawing/2014/main" id="{ADF15D76-6F99-8B04-5551-F6CCFF2878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450" y="3797300"/>
              <a:ext cx="11113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1" name="Line 168">
              <a:extLst>
                <a:ext uri="{FF2B5EF4-FFF2-40B4-BE49-F238E27FC236}">
                  <a16:creationId xmlns:a16="http://schemas.microsoft.com/office/drawing/2014/main" id="{A9552C65-FFD0-4C82-E600-CD97ACDEC9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13288" y="2919413"/>
              <a:ext cx="11113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2" name="Line 169">
              <a:extLst>
                <a:ext uri="{FF2B5EF4-FFF2-40B4-BE49-F238E27FC236}">
                  <a16:creationId xmlns:a16="http://schemas.microsoft.com/office/drawing/2014/main" id="{A3B73915-390B-184D-D60C-B15F3D1BC7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13288" y="3094038"/>
              <a:ext cx="11113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3" name="Line 170">
              <a:extLst>
                <a:ext uri="{FF2B5EF4-FFF2-40B4-BE49-F238E27FC236}">
                  <a16:creationId xmlns:a16="http://schemas.microsoft.com/office/drawing/2014/main" id="{95CAE2EF-15C9-AE9B-90B3-77505953A5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13288" y="3270250"/>
              <a:ext cx="11113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4" name="Line 171">
              <a:extLst>
                <a:ext uri="{FF2B5EF4-FFF2-40B4-BE49-F238E27FC236}">
                  <a16:creationId xmlns:a16="http://schemas.microsoft.com/office/drawing/2014/main" id="{66B90E67-7F98-39A0-A7EF-2FFEBB7A9B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13288" y="3446463"/>
              <a:ext cx="11113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5" name="Line 172">
              <a:extLst>
                <a:ext uri="{FF2B5EF4-FFF2-40B4-BE49-F238E27FC236}">
                  <a16:creationId xmlns:a16="http://schemas.microsoft.com/office/drawing/2014/main" id="{D5CA8C63-3BF8-3E8A-F5DA-BF1A4D620D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13288" y="3621088"/>
              <a:ext cx="11113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6" name="Line 173">
              <a:extLst>
                <a:ext uri="{FF2B5EF4-FFF2-40B4-BE49-F238E27FC236}">
                  <a16:creationId xmlns:a16="http://schemas.microsoft.com/office/drawing/2014/main" id="{645982B5-E1CF-00D8-7068-04758295C7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13288" y="3797300"/>
              <a:ext cx="11113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7" name="Rectangle 174">
              <a:extLst>
                <a:ext uri="{FF2B5EF4-FFF2-40B4-BE49-F238E27FC236}">
                  <a16:creationId xmlns:a16="http://schemas.microsoft.com/office/drawing/2014/main" id="{665A7634-AE6A-9B4C-0DEB-F4B699BC5B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5038" y="2874963"/>
              <a:ext cx="138113" cy="119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6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20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88" name="Rectangle 175">
              <a:extLst>
                <a:ext uri="{FF2B5EF4-FFF2-40B4-BE49-F238E27FC236}">
                  <a16:creationId xmlns:a16="http://schemas.microsoft.com/office/drawing/2014/main" id="{FC92D1AC-FBD3-467A-8637-B191D78C18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5038" y="3051175"/>
              <a:ext cx="138113" cy="119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6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40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89" name="Rectangle 176">
              <a:extLst>
                <a:ext uri="{FF2B5EF4-FFF2-40B4-BE49-F238E27FC236}">
                  <a16:creationId xmlns:a16="http://schemas.microsoft.com/office/drawing/2014/main" id="{4681B6F7-500D-38B9-192D-8A944C2791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5038" y="3227388"/>
              <a:ext cx="138113" cy="119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6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60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90" name="Rectangle 177">
              <a:extLst>
                <a:ext uri="{FF2B5EF4-FFF2-40B4-BE49-F238E27FC236}">
                  <a16:creationId xmlns:a16="http://schemas.microsoft.com/office/drawing/2014/main" id="{3556EB87-24A8-9FE9-D96B-334BE24C01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5038" y="3403600"/>
              <a:ext cx="138113" cy="119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6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80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91" name="Rectangle 178">
              <a:extLst>
                <a:ext uri="{FF2B5EF4-FFF2-40B4-BE49-F238E27FC236}">
                  <a16:creationId xmlns:a16="http://schemas.microsoft.com/office/drawing/2014/main" id="{C76005FE-38C9-D957-86A9-DA3A73D28C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5825" y="3578225"/>
              <a:ext cx="188913" cy="119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6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92" name="Rectangle 179">
              <a:extLst>
                <a:ext uri="{FF2B5EF4-FFF2-40B4-BE49-F238E27FC236}">
                  <a16:creationId xmlns:a16="http://schemas.microsoft.com/office/drawing/2014/main" id="{A61736F1-711B-FF16-41F8-075731568C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5825" y="3754438"/>
              <a:ext cx="188913" cy="119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6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120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95" name="Line 182">
              <a:extLst>
                <a:ext uri="{FF2B5EF4-FFF2-40B4-BE49-F238E27FC236}">
                  <a16:creationId xmlns:a16="http://schemas.microsoft.com/office/drawing/2014/main" id="{E7DA9E81-16C5-EC17-BBF4-F89EE4A2FD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94250" y="2744788"/>
              <a:ext cx="0" cy="112395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3" name="Line 200">
              <a:extLst>
                <a:ext uri="{FF2B5EF4-FFF2-40B4-BE49-F238E27FC236}">
                  <a16:creationId xmlns:a16="http://schemas.microsoft.com/office/drawing/2014/main" id="{FAB8DF61-0636-7D38-3569-F395F8D9B9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94250" y="2744788"/>
              <a:ext cx="0" cy="112395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735" name="Rectangle 733">
            <a:extLst>
              <a:ext uri="{FF2B5EF4-FFF2-40B4-BE49-F238E27FC236}">
                <a16:creationId xmlns:a16="http://schemas.microsoft.com/office/drawing/2014/main" id="{331A1610-DA2E-38D0-7906-8FEAD3856C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150" y="6681788"/>
            <a:ext cx="2624138" cy="11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bigpatch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 84 from </a:t>
            </a:r>
            <a:r>
              <a:rPr kumimoji="0" lang="en-US" altLang="en-US" sz="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roi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  5 from image synpic45593.jpg N= 1 R= 128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139">
            <a:extLst>
              <a:ext uri="{FF2B5EF4-FFF2-40B4-BE49-F238E27FC236}">
                <a16:creationId xmlns:a16="http://schemas.microsoft.com/office/drawing/2014/main" id="{6B1BA48E-0A21-3D61-9C29-CA9BD60279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4119" y="1434942"/>
            <a:ext cx="1123950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139">
            <a:extLst>
              <a:ext uri="{FF2B5EF4-FFF2-40B4-BE49-F238E27FC236}">
                <a16:creationId xmlns:a16="http://schemas.microsoft.com/office/drawing/2014/main" id="{A22CA047-250A-64FA-C486-E1B885C43A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6407" y="1461384"/>
            <a:ext cx="1123950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39">
            <a:extLst>
              <a:ext uri="{FF2B5EF4-FFF2-40B4-BE49-F238E27FC236}">
                <a16:creationId xmlns:a16="http://schemas.microsoft.com/office/drawing/2014/main" id="{34C18502-91B9-FEA0-4DAA-AEC83F11BA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1869" y="1339217"/>
            <a:ext cx="1123950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79E577-D287-2352-E616-E69321B22A83}"/>
              </a:ext>
            </a:extLst>
          </p:cNvPr>
          <p:cNvSpPr txBox="1"/>
          <p:nvPr/>
        </p:nvSpPr>
        <p:spPr>
          <a:xfrm>
            <a:off x="4538458" y="625231"/>
            <a:ext cx="1557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downsampling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0BDBB2-BFF0-28F0-3031-767CC498143F}"/>
              </a:ext>
            </a:extLst>
          </p:cNvPr>
          <p:cNvSpPr txBox="1"/>
          <p:nvPr/>
        </p:nvSpPr>
        <p:spPr>
          <a:xfrm>
            <a:off x="2252268" y="699176"/>
            <a:ext cx="566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N=1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E2F36D-CAC8-485F-96F5-D89E316F7CB1}"/>
              </a:ext>
            </a:extLst>
          </p:cNvPr>
          <p:cNvSpPr txBox="1"/>
          <p:nvPr/>
        </p:nvSpPr>
        <p:spPr>
          <a:xfrm>
            <a:off x="3849191" y="882219"/>
            <a:ext cx="566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N=2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DECB93-929D-15B6-77C9-CDF1FCBA7C69}"/>
              </a:ext>
            </a:extLst>
          </p:cNvPr>
          <p:cNvSpPr txBox="1"/>
          <p:nvPr/>
        </p:nvSpPr>
        <p:spPr>
          <a:xfrm>
            <a:off x="7532918" y="851576"/>
            <a:ext cx="566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N=8</a:t>
            </a:r>
          </a:p>
        </p:txBody>
      </p:sp>
      <p:pic>
        <p:nvPicPr>
          <p:cNvPr id="10" name="Picture 195">
            <a:extLst>
              <a:ext uri="{FF2B5EF4-FFF2-40B4-BE49-F238E27FC236}">
                <a16:creationId xmlns:a16="http://schemas.microsoft.com/office/drawing/2014/main" id="{59AE5BD7-B31C-61BE-5A92-9AF5290949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4119" y="2903546"/>
            <a:ext cx="1123950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18" name="Picture 252">
            <a:extLst>
              <a:ext uri="{FF2B5EF4-FFF2-40B4-BE49-F238E27FC236}">
                <a16:creationId xmlns:a16="http://schemas.microsoft.com/office/drawing/2014/main" id="{D0D9FDD8-09A4-A492-0F73-ACC54FD0E9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9506" y="4403021"/>
            <a:ext cx="1122363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19" name="Picture 308">
            <a:extLst>
              <a:ext uri="{FF2B5EF4-FFF2-40B4-BE49-F238E27FC236}">
                <a16:creationId xmlns:a16="http://schemas.microsoft.com/office/drawing/2014/main" id="{28D6C188-603E-7028-58F9-337A400E7D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9099" y="5617369"/>
            <a:ext cx="1123950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0" name="TextBox 1119">
            <a:extLst>
              <a:ext uri="{FF2B5EF4-FFF2-40B4-BE49-F238E27FC236}">
                <a16:creationId xmlns:a16="http://schemas.microsoft.com/office/drawing/2014/main" id="{1BF23D2D-FDD4-E425-7131-67EDFA237986}"/>
              </a:ext>
            </a:extLst>
          </p:cNvPr>
          <p:cNvSpPr txBox="1"/>
          <p:nvPr/>
        </p:nvSpPr>
        <p:spPr>
          <a:xfrm>
            <a:off x="5033107" y="3244334"/>
            <a:ext cx="1681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Windowing,</a:t>
            </a:r>
          </a:p>
        </p:txBody>
      </p:sp>
      <p:sp>
        <p:nvSpPr>
          <p:cNvPr id="1123" name="Arrow: Down 1122">
            <a:extLst>
              <a:ext uri="{FF2B5EF4-FFF2-40B4-BE49-F238E27FC236}">
                <a16:creationId xmlns:a16="http://schemas.microsoft.com/office/drawing/2014/main" id="{4046A5D9-617E-18C4-E0E4-A8D4A8D07585}"/>
              </a:ext>
            </a:extLst>
          </p:cNvPr>
          <p:cNvSpPr/>
          <p:nvPr/>
        </p:nvSpPr>
        <p:spPr>
          <a:xfrm rot="3452909">
            <a:off x="3023924" y="3665917"/>
            <a:ext cx="552450" cy="59849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4" name="Arrow: Down 1123">
            <a:extLst>
              <a:ext uri="{FF2B5EF4-FFF2-40B4-BE49-F238E27FC236}">
                <a16:creationId xmlns:a16="http://schemas.microsoft.com/office/drawing/2014/main" id="{05725E3C-3EFF-5E3F-9AF0-689839D9B306}"/>
              </a:ext>
            </a:extLst>
          </p:cNvPr>
          <p:cNvSpPr/>
          <p:nvPr/>
        </p:nvSpPr>
        <p:spPr>
          <a:xfrm rot="18701145">
            <a:off x="5567456" y="3895201"/>
            <a:ext cx="552450" cy="59849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6" name="TextBox 1125">
            <a:extLst>
              <a:ext uri="{FF2B5EF4-FFF2-40B4-BE49-F238E27FC236}">
                <a16:creationId xmlns:a16="http://schemas.microsoft.com/office/drawing/2014/main" id="{F8CF7268-5A1F-6890-6CEA-80B5CAFFCAA3}"/>
              </a:ext>
            </a:extLst>
          </p:cNvPr>
          <p:cNvSpPr txBox="1"/>
          <p:nvPr/>
        </p:nvSpPr>
        <p:spPr>
          <a:xfrm>
            <a:off x="7258426" y="3839638"/>
            <a:ext cx="1681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whiting,</a:t>
            </a:r>
          </a:p>
        </p:txBody>
      </p:sp>
      <p:sp>
        <p:nvSpPr>
          <p:cNvPr id="1127" name="TextBox 1126">
            <a:extLst>
              <a:ext uri="{FF2B5EF4-FFF2-40B4-BE49-F238E27FC236}">
                <a16:creationId xmlns:a16="http://schemas.microsoft.com/office/drawing/2014/main" id="{1854B9FD-9495-6F8B-8219-4F56B966183B}"/>
              </a:ext>
            </a:extLst>
          </p:cNvPr>
          <p:cNvSpPr txBox="1"/>
          <p:nvPr/>
        </p:nvSpPr>
        <p:spPr>
          <a:xfrm>
            <a:off x="8531675" y="4432215"/>
            <a:ext cx="1681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binarize</a:t>
            </a:r>
          </a:p>
        </p:txBody>
      </p:sp>
    </p:spTree>
    <p:extLst>
      <p:ext uri="{BB962C8B-B14F-4D97-AF65-F5344CB8AC3E}">
        <p14:creationId xmlns:p14="http://schemas.microsoft.com/office/powerpoint/2010/main" val="2179698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998</Words>
  <Application>Microsoft Office PowerPoint</Application>
  <PresentationFormat>Widescreen</PresentationFormat>
  <Paragraphs>762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D Victor</dc:creator>
  <cp:lastModifiedBy>Jonathan D Victor</cp:lastModifiedBy>
  <cp:revision>4</cp:revision>
  <dcterms:created xsi:type="dcterms:W3CDTF">2023-04-11T22:11:14Z</dcterms:created>
  <dcterms:modified xsi:type="dcterms:W3CDTF">2023-04-11T22:36:44Z</dcterms:modified>
</cp:coreProperties>
</file>