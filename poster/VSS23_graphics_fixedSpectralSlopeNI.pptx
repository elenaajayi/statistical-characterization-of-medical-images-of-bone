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65" autoAdjust="0"/>
    <p:restoredTop sz="86358" autoAdjust="0"/>
  </p:normalViewPr>
  <p:slideViewPr>
    <p:cSldViewPr snapToGrid="0">
      <p:cViewPr varScale="1">
        <p:scale>
          <a:sx n="108" d="100"/>
          <a:sy n="108" d="100"/>
        </p:scale>
        <p:origin x="144" y="22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5EC58-7948-7C4C-8CC6-ED56203CBB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72FD35-F142-C94A-B42F-B7DF5A2EC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45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BC192-991A-E011-5570-3601B66C1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16202-32DB-04D7-4D4B-40FB7FC53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342C5-63F3-493C-8536-9B0765D6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BBA7D-3D11-8ECA-CE96-608C7880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12064-E53D-29A8-FD71-D4E40E54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526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F317-3F01-5180-2EE9-4A505E11D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7367A-9088-A960-E216-1BBBD0073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99F09-0AD6-D1AC-A46E-9DE1E9CEE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B44D2-27FD-898C-A0BA-E078728C2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950E5-3037-5E02-2BA6-07EE47608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5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13D2F-B2F9-38C2-1A4F-F4607531C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0CB7E-B2CC-7FF5-56F0-D37479361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F094F-A60C-2545-315B-0762A260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6C953-278C-6837-F979-F93BBAB5D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15E34-0917-9A47-DEF6-9897C23D8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866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181E3-898F-F9C2-2256-B84612B71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792AC-BDDD-49A1-C2BD-DCCB9FAF7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A4C89-7925-C377-CB0E-0A37060E5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D0547-9EDB-89E2-7644-930126950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700A0-BA06-0193-942A-87751992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8CD62-5656-E58A-BCDF-5992A2C7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031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673E3-CB3F-4DD7-93F0-DD4B371BC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1883E-E804-015A-2A8C-07B6D9180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3DBB-D058-F783-A1DC-5F26826DB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D08AE-6C15-4087-41D7-5E43268BD6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B3C54C-6B04-FB9E-46B6-32316B9FF3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ECD98-3A24-0593-D310-0258EC0A7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D6BCE3-F15D-A484-8477-D18006739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90DA9-88C2-2FC7-7F73-D6F06AA30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9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0DDC8-CE4C-3F67-8BB0-09428C4C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8F7B6E-FC7D-1FF5-E22C-F2A41EC6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72F66D-DC4F-CB97-3AEC-C0C9E79A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C60181-FEF4-2956-1909-234E506CC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737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AD2A5-6AE5-417E-B3C5-DB708255B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2DF789-3CAC-D554-A604-1BD5059EA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FCA4D-A58B-9701-E928-00146255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67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C1657-1863-0BB9-117B-C14FE0D61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7923C-86F8-70BD-2089-684BBC0E4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0B649-836F-A341-8E5E-11D93A575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B6F78-4754-48D4-3DDF-DD08A524B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0634D-C5F5-58AD-3F08-6686F5DD3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63453-8C4A-59C4-52B1-1F61F91BB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23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3BDF2-7601-33E6-8BA9-1C51D456A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A41A9B-68CC-74A0-2D39-300DD48ABD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A4DC97-0E1A-0E5C-E515-9C0710243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6F779-D163-3A68-F849-AAFA9099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C6170-4A09-09B3-4FA8-EB16A68C9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11C8B-B110-39D9-AA58-AF293066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1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2D3CD-B23F-DCF2-98CC-F1673BB36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1B731-8FD6-80C5-212F-FE39FF8E0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5DB6F-F251-6A6C-F348-BDF1BA16A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FD937-BBD9-1AB6-0CB4-8FB338CE5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E017B-C21B-0E46-0B00-13E026D9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1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7CC8A4-19A1-D5D3-014E-04DE86A901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150046-4E19-DC88-258C-825A6CB37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FAB8F-1A08-6A8C-7441-EA7DE2BE4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49C86-BA9A-7828-C32F-636873D95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CE8C1-56CC-3F15-13DF-B826492E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47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4F251-8157-9829-D941-689247460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52C88-FB1F-CE47-53DA-1AC374651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B66B3-92D4-6E7F-76CD-A331EBD2A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04D1A-F9AC-9D30-E318-935F4E8344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9383E-B7BD-BBFC-105E-B7E228FF8C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93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2" name="TextBox 2861">
            <a:extLst>
              <a:ext uri="{FF2B5EF4-FFF2-40B4-BE49-F238E27FC236}">
                <a16:creationId xmlns:a16="http://schemas.microsoft.com/office/drawing/2014/main" id="{11B38BAE-555B-AA0A-A9C4-DA0E2005F2BB}"/>
              </a:ext>
            </a:extLst>
          </p:cNvPr>
          <p:cNvSpPr txBox="1"/>
          <p:nvPr/>
        </p:nvSpPr>
        <p:spPr>
          <a:xfrm>
            <a:off x="2487160" y="762363"/>
            <a:ext cx="11448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FIXED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D0430-FD88-406B-AB97-58D53124578F}"/>
              </a:ext>
            </a:extLst>
          </p:cNvPr>
          <p:cNvSpPr txBox="1"/>
          <p:nvPr/>
        </p:nvSpPr>
        <p:spPr>
          <a:xfrm>
            <a:off x="304544" y="165354"/>
            <a:ext cx="6377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nimg_spec_n2_r64_20Apr2020_dotplot_tweaked_fixed.emf</a:t>
            </a:r>
          </a:p>
        </p:txBody>
      </p:sp>
      <p:grpSp>
        <p:nvGrpSpPr>
          <p:cNvPr id="6702" name="Group 6701">
            <a:extLst>
              <a:ext uri="{FF2B5EF4-FFF2-40B4-BE49-F238E27FC236}">
                <a16:creationId xmlns:a16="http://schemas.microsoft.com/office/drawing/2014/main" id="{B36865EC-BBFD-F3FA-D225-D1BA3686CFDA}"/>
              </a:ext>
            </a:extLst>
          </p:cNvPr>
          <p:cNvGrpSpPr/>
          <p:nvPr/>
        </p:nvGrpSpPr>
        <p:grpSpPr>
          <a:xfrm>
            <a:off x="6752253" y="2498726"/>
            <a:ext cx="3717925" cy="3862388"/>
            <a:chOff x="8247063" y="3467100"/>
            <a:chExt cx="3717925" cy="3862388"/>
          </a:xfrm>
        </p:grpSpPr>
        <p:sp>
          <p:nvSpPr>
            <p:cNvPr id="6505" name="Line 91">
              <a:extLst>
                <a:ext uri="{FF2B5EF4-FFF2-40B4-BE49-F238E27FC236}">
                  <a16:creationId xmlns:a16="http://schemas.microsoft.com/office/drawing/2014/main" id="{4A54AA9B-6C0E-46A1-228F-E51D286CC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915150"/>
              <a:ext cx="32607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6" name="Line 92">
              <a:extLst>
                <a:ext uri="{FF2B5EF4-FFF2-40B4-BE49-F238E27FC236}">
                  <a16:creationId xmlns:a16="http://schemas.microsoft.com/office/drawing/2014/main" id="{0E71EDD3-4D2F-5EC0-B18C-77779DFF4D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467100"/>
              <a:ext cx="32607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7" name="Line 93">
              <a:extLst>
                <a:ext uri="{FF2B5EF4-FFF2-40B4-BE49-F238E27FC236}">
                  <a16:creationId xmlns:a16="http://schemas.microsoft.com/office/drawing/2014/main" id="{A59F05F4-DE98-70CA-E88B-78EC64543A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64700" y="6880225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8" name="Line 94">
              <a:extLst>
                <a:ext uri="{FF2B5EF4-FFF2-40B4-BE49-F238E27FC236}">
                  <a16:creationId xmlns:a16="http://schemas.microsoft.com/office/drawing/2014/main" id="{9BD36D51-E1F6-3AAF-294C-0A59EB91D6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18838" y="6880225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9" name="Line 95">
              <a:extLst>
                <a:ext uri="{FF2B5EF4-FFF2-40B4-BE49-F238E27FC236}">
                  <a16:creationId xmlns:a16="http://schemas.microsoft.com/office/drawing/2014/main" id="{C6178599-5D26-3686-8B60-FCBD3ECF6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64700" y="3467100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0" name="Line 96">
              <a:extLst>
                <a:ext uri="{FF2B5EF4-FFF2-40B4-BE49-F238E27FC236}">
                  <a16:creationId xmlns:a16="http://schemas.microsoft.com/office/drawing/2014/main" id="{9DBF6880-1198-5857-E560-ADBF003CBE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18838" y="3467100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1" name="Line 97">
              <a:extLst>
                <a:ext uri="{FF2B5EF4-FFF2-40B4-BE49-F238E27FC236}">
                  <a16:creationId xmlns:a16="http://schemas.microsoft.com/office/drawing/2014/main" id="{1176C4EE-33A3-A591-CA7E-FB5AFB9D07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18550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2" name="Line 98">
              <a:extLst>
                <a:ext uri="{FF2B5EF4-FFF2-40B4-BE49-F238E27FC236}">
                  <a16:creationId xmlns:a16="http://schemas.microsoft.com/office/drawing/2014/main" id="{E097D640-45C4-96A8-92AD-3B45AA19CF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56675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3" name="Line 99">
              <a:extLst>
                <a:ext uri="{FF2B5EF4-FFF2-40B4-BE49-F238E27FC236}">
                  <a16:creationId xmlns:a16="http://schemas.microsoft.com/office/drawing/2014/main" id="{5AE605D9-38CA-9B7F-A66A-5F171B907A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6538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4" name="Line 100">
              <a:extLst>
                <a:ext uri="{FF2B5EF4-FFF2-40B4-BE49-F238E27FC236}">
                  <a16:creationId xmlns:a16="http://schemas.microsoft.com/office/drawing/2014/main" id="{7CE70637-677F-B5A0-CF83-B733D5BFD6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58300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5" name="Line 101">
              <a:extLst>
                <a:ext uri="{FF2B5EF4-FFF2-40B4-BE49-F238E27FC236}">
                  <a16:creationId xmlns:a16="http://schemas.microsoft.com/office/drawing/2014/main" id="{54E8A365-4BC1-5A3C-4E53-698A7BA1F3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64663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6" name="Line 102">
              <a:extLst>
                <a:ext uri="{FF2B5EF4-FFF2-40B4-BE49-F238E27FC236}">
                  <a16:creationId xmlns:a16="http://schemas.microsoft.com/office/drawing/2014/main" id="{340E387F-B7D9-7451-E013-DC3F4AC628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55150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7" name="Line 103">
              <a:extLst>
                <a:ext uri="{FF2B5EF4-FFF2-40B4-BE49-F238E27FC236}">
                  <a16:creationId xmlns:a16="http://schemas.microsoft.com/office/drawing/2014/main" id="{56335ADA-6F2A-C25D-4A0B-20960F864A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34525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8" name="Line 104">
              <a:extLst>
                <a:ext uri="{FF2B5EF4-FFF2-40B4-BE49-F238E27FC236}">
                  <a16:creationId xmlns:a16="http://schemas.microsoft.com/office/drawing/2014/main" id="{5CA265E0-AC97-3409-2452-F57B5F64EE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2788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9" name="Line 105">
              <a:extLst>
                <a:ext uri="{FF2B5EF4-FFF2-40B4-BE49-F238E27FC236}">
                  <a16:creationId xmlns:a16="http://schemas.microsoft.com/office/drawing/2014/main" id="{FAE78623-D9F2-9195-A0CD-91073BFA91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64700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0" name="Line 106">
              <a:extLst>
                <a:ext uri="{FF2B5EF4-FFF2-40B4-BE49-F238E27FC236}">
                  <a16:creationId xmlns:a16="http://schemas.microsoft.com/office/drawing/2014/main" id="{30325546-2C13-C62C-7E40-B58A77F50B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72688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1" name="Line 107">
              <a:extLst>
                <a:ext uri="{FF2B5EF4-FFF2-40B4-BE49-F238E27FC236}">
                  <a16:creationId xmlns:a16="http://schemas.microsoft.com/office/drawing/2014/main" id="{4C68ECB5-D036-5FE3-9B4E-B9740FF25D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310813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2" name="Line 108">
              <a:extLst>
                <a:ext uri="{FF2B5EF4-FFF2-40B4-BE49-F238E27FC236}">
                  <a16:creationId xmlns:a16="http://schemas.microsoft.com/office/drawing/2014/main" id="{A30EEB4C-6C47-8954-D015-D8A9D71F3E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80675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3" name="Line 109">
              <a:extLst>
                <a:ext uri="{FF2B5EF4-FFF2-40B4-BE49-F238E27FC236}">
                  <a16:creationId xmlns:a16="http://schemas.microsoft.com/office/drawing/2014/main" id="{0C87B18B-428A-10F5-27A0-83F072A828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10850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4" name="Line 110">
              <a:extLst>
                <a:ext uri="{FF2B5EF4-FFF2-40B4-BE49-F238E27FC236}">
                  <a16:creationId xmlns:a16="http://schemas.microsoft.com/office/drawing/2014/main" id="{70B91C13-59E0-8EC0-005F-B30915F00C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18800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5" name="Line 111">
              <a:extLst>
                <a:ext uri="{FF2B5EF4-FFF2-40B4-BE49-F238E27FC236}">
                  <a16:creationId xmlns:a16="http://schemas.microsoft.com/office/drawing/2014/main" id="{EF2F73DA-9F08-E3C2-87E1-1603152469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09288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6" name="Line 112">
              <a:extLst>
                <a:ext uri="{FF2B5EF4-FFF2-40B4-BE49-F238E27FC236}">
                  <a16:creationId xmlns:a16="http://schemas.microsoft.com/office/drawing/2014/main" id="{7DD20D1E-352B-783A-994F-1D7A2329B2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87075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7" name="Line 113">
              <a:extLst>
                <a:ext uri="{FF2B5EF4-FFF2-40B4-BE49-F238E27FC236}">
                  <a16:creationId xmlns:a16="http://schemas.microsoft.com/office/drawing/2014/main" id="{D23A2879-CE9E-20AB-E259-4B453BB5D8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56925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8" name="Line 114">
              <a:extLst>
                <a:ext uri="{FF2B5EF4-FFF2-40B4-BE49-F238E27FC236}">
                  <a16:creationId xmlns:a16="http://schemas.microsoft.com/office/drawing/2014/main" id="{EA632713-1E93-EE9D-FB5D-DFF9F3887B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18838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9" name="Line 115">
              <a:extLst>
                <a:ext uri="{FF2B5EF4-FFF2-40B4-BE49-F238E27FC236}">
                  <a16:creationId xmlns:a16="http://schemas.microsoft.com/office/drawing/2014/main" id="{8D490D43-7418-9008-8D2D-36CA010051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26825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0" name="Line 116">
              <a:extLst>
                <a:ext uri="{FF2B5EF4-FFF2-40B4-BE49-F238E27FC236}">
                  <a16:creationId xmlns:a16="http://schemas.microsoft.com/office/drawing/2014/main" id="{8B0644F4-8715-1160-5853-450BD5169C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664950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1" name="Line 117">
              <a:extLst>
                <a:ext uri="{FF2B5EF4-FFF2-40B4-BE49-F238E27FC236}">
                  <a16:creationId xmlns:a16="http://schemas.microsoft.com/office/drawing/2014/main" id="{774A2171-DE5C-088F-2718-9132147019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833225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2" name="Line 118">
              <a:extLst>
                <a:ext uri="{FF2B5EF4-FFF2-40B4-BE49-F238E27FC236}">
                  <a16:creationId xmlns:a16="http://schemas.microsoft.com/office/drawing/2014/main" id="{2F31A10E-67F4-5725-381D-D0B0984FCB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964988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3" name="Line 119">
              <a:extLst>
                <a:ext uri="{FF2B5EF4-FFF2-40B4-BE49-F238E27FC236}">
                  <a16:creationId xmlns:a16="http://schemas.microsoft.com/office/drawing/2014/main" id="{A0B84228-B67C-D59B-3E7C-4ED6CF376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8550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4" name="Line 120">
              <a:extLst>
                <a:ext uri="{FF2B5EF4-FFF2-40B4-BE49-F238E27FC236}">
                  <a16:creationId xmlns:a16="http://schemas.microsoft.com/office/drawing/2014/main" id="{83758A90-D19A-5E50-8C6F-E6E9F951D2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56675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5" name="Line 121">
              <a:extLst>
                <a:ext uri="{FF2B5EF4-FFF2-40B4-BE49-F238E27FC236}">
                  <a16:creationId xmlns:a16="http://schemas.microsoft.com/office/drawing/2014/main" id="{CFEEE258-A77E-7406-968F-E63810E644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6538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6" name="Line 122">
              <a:extLst>
                <a:ext uri="{FF2B5EF4-FFF2-40B4-BE49-F238E27FC236}">
                  <a16:creationId xmlns:a16="http://schemas.microsoft.com/office/drawing/2014/main" id="{5BD09823-F005-1183-114F-275929BAD5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58300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7" name="Line 123">
              <a:extLst>
                <a:ext uri="{FF2B5EF4-FFF2-40B4-BE49-F238E27FC236}">
                  <a16:creationId xmlns:a16="http://schemas.microsoft.com/office/drawing/2014/main" id="{173DBB0E-A719-5F4B-1B39-A9923A31CA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64663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8" name="Line 124">
              <a:extLst>
                <a:ext uri="{FF2B5EF4-FFF2-40B4-BE49-F238E27FC236}">
                  <a16:creationId xmlns:a16="http://schemas.microsoft.com/office/drawing/2014/main" id="{BA4A661E-5EB8-635B-1CB4-19EC49BCF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5150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9" name="Line 125">
              <a:extLst>
                <a:ext uri="{FF2B5EF4-FFF2-40B4-BE49-F238E27FC236}">
                  <a16:creationId xmlns:a16="http://schemas.microsoft.com/office/drawing/2014/main" id="{A54B8BCD-3415-8061-1E7E-ED2508589F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34525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0" name="Line 126">
              <a:extLst>
                <a:ext uri="{FF2B5EF4-FFF2-40B4-BE49-F238E27FC236}">
                  <a16:creationId xmlns:a16="http://schemas.microsoft.com/office/drawing/2014/main" id="{9278C5F2-EE8A-28F1-38B2-86B4EE8F37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2788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1" name="Line 127">
              <a:extLst>
                <a:ext uri="{FF2B5EF4-FFF2-40B4-BE49-F238E27FC236}">
                  <a16:creationId xmlns:a16="http://schemas.microsoft.com/office/drawing/2014/main" id="{BAA3396B-73DE-878A-C2B7-7C9D124E5C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64700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2" name="Line 128">
              <a:extLst>
                <a:ext uri="{FF2B5EF4-FFF2-40B4-BE49-F238E27FC236}">
                  <a16:creationId xmlns:a16="http://schemas.microsoft.com/office/drawing/2014/main" id="{C15D4F56-3165-CA6D-F679-94A8E6CE6F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2688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3" name="Line 129">
              <a:extLst>
                <a:ext uri="{FF2B5EF4-FFF2-40B4-BE49-F238E27FC236}">
                  <a16:creationId xmlns:a16="http://schemas.microsoft.com/office/drawing/2014/main" id="{4AAFB37B-752F-6F23-6E8E-317BCBA2F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10813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4" name="Line 130">
              <a:extLst>
                <a:ext uri="{FF2B5EF4-FFF2-40B4-BE49-F238E27FC236}">
                  <a16:creationId xmlns:a16="http://schemas.microsoft.com/office/drawing/2014/main" id="{5E22D200-15D6-0535-9BAF-53391DF1DC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80675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5" name="Line 131">
              <a:extLst>
                <a:ext uri="{FF2B5EF4-FFF2-40B4-BE49-F238E27FC236}">
                  <a16:creationId xmlns:a16="http://schemas.microsoft.com/office/drawing/2014/main" id="{DD5FCE11-A975-C3D9-AC51-92214A097C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10850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6" name="Line 132">
              <a:extLst>
                <a:ext uri="{FF2B5EF4-FFF2-40B4-BE49-F238E27FC236}">
                  <a16:creationId xmlns:a16="http://schemas.microsoft.com/office/drawing/2014/main" id="{B9392725-65EF-E3D7-E78E-E3E7DEF84E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18800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7" name="Line 133">
              <a:extLst>
                <a:ext uri="{FF2B5EF4-FFF2-40B4-BE49-F238E27FC236}">
                  <a16:creationId xmlns:a16="http://schemas.microsoft.com/office/drawing/2014/main" id="{16A0B326-495B-26A1-6E4E-C781219FBA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9288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8" name="Line 134">
              <a:extLst>
                <a:ext uri="{FF2B5EF4-FFF2-40B4-BE49-F238E27FC236}">
                  <a16:creationId xmlns:a16="http://schemas.microsoft.com/office/drawing/2014/main" id="{5A7DFB1C-4BCC-C287-C24F-B1C4563D9B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7075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9" name="Line 135">
              <a:extLst>
                <a:ext uri="{FF2B5EF4-FFF2-40B4-BE49-F238E27FC236}">
                  <a16:creationId xmlns:a16="http://schemas.microsoft.com/office/drawing/2014/main" id="{3DE1AEEC-DE15-ADB6-3AF3-C50ECCE1E6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56925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0" name="Line 136">
              <a:extLst>
                <a:ext uri="{FF2B5EF4-FFF2-40B4-BE49-F238E27FC236}">
                  <a16:creationId xmlns:a16="http://schemas.microsoft.com/office/drawing/2014/main" id="{A18C32BB-5DEB-CF31-6206-F6B42B735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18838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1" name="Line 137">
              <a:extLst>
                <a:ext uri="{FF2B5EF4-FFF2-40B4-BE49-F238E27FC236}">
                  <a16:creationId xmlns:a16="http://schemas.microsoft.com/office/drawing/2014/main" id="{C049E7F7-FA6A-F459-4822-7C7EA1D65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825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2" name="Line 138">
              <a:extLst>
                <a:ext uri="{FF2B5EF4-FFF2-40B4-BE49-F238E27FC236}">
                  <a16:creationId xmlns:a16="http://schemas.microsoft.com/office/drawing/2014/main" id="{7A391E0C-7294-5418-47AA-1AB8BC41F2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64950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3" name="Line 139">
              <a:extLst>
                <a:ext uri="{FF2B5EF4-FFF2-40B4-BE49-F238E27FC236}">
                  <a16:creationId xmlns:a16="http://schemas.microsoft.com/office/drawing/2014/main" id="{EF491AA6-FF55-F5B6-E1A0-E609A413B3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33225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4" name="Line 140">
              <a:extLst>
                <a:ext uri="{FF2B5EF4-FFF2-40B4-BE49-F238E27FC236}">
                  <a16:creationId xmlns:a16="http://schemas.microsoft.com/office/drawing/2014/main" id="{667D67E9-103E-686B-B6BF-640595E5BE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64988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5" name="Rectangle 141">
              <a:extLst>
                <a:ext uri="{FF2B5EF4-FFF2-40B4-BE49-F238E27FC236}">
                  <a16:creationId xmlns:a16="http://schemas.microsoft.com/office/drawing/2014/main" id="{0FB0C0B7-C4C5-A203-17CB-FA8D93E29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1200" y="6962775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56" name="Rectangle 142">
              <a:extLst>
                <a:ext uri="{FF2B5EF4-FFF2-40B4-BE49-F238E27FC236}">
                  <a16:creationId xmlns:a16="http://schemas.microsoft.com/office/drawing/2014/main" id="{EABEC823-C5AB-AA7F-F9E1-BEA89B973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2638" y="6943725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57" name="Rectangle 143">
              <a:extLst>
                <a:ext uri="{FF2B5EF4-FFF2-40B4-BE49-F238E27FC236}">
                  <a16:creationId xmlns:a16="http://schemas.microsoft.com/office/drawing/2014/main" id="{2EA1C1B8-5D07-EB17-8FA6-A1AA6E65F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5338" y="6962775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58" name="Rectangle 144">
              <a:extLst>
                <a:ext uri="{FF2B5EF4-FFF2-40B4-BE49-F238E27FC236}">
                  <a16:creationId xmlns:a16="http://schemas.microsoft.com/office/drawing/2014/main" id="{D5655D9F-C726-342B-EB2D-5EC27882E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6775" y="6943725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59" name="Rectangle 145">
              <a:extLst>
                <a:ext uri="{FF2B5EF4-FFF2-40B4-BE49-F238E27FC236}">
                  <a16:creationId xmlns:a16="http://schemas.microsoft.com/office/drawing/2014/main" id="{77DD7FD2-A671-C857-A5EF-470647AB9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29825" y="7053263"/>
              <a:ext cx="728662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cycles per pixel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60" name="Line 146">
              <a:extLst>
                <a:ext uri="{FF2B5EF4-FFF2-40B4-BE49-F238E27FC236}">
                  <a16:creationId xmlns:a16="http://schemas.microsoft.com/office/drawing/2014/main" id="{8ADA4C8C-D82F-E514-EBED-74F27EA95B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04263" y="3467100"/>
              <a:ext cx="0" cy="34480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1" name="Line 147">
              <a:extLst>
                <a:ext uri="{FF2B5EF4-FFF2-40B4-BE49-F238E27FC236}">
                  <a16:creationId xmlns:a16="http://schemas.microsoft.com/office/drawing/2014/main" id="{C2D7A2C1-F71D-80C3-D79C-9C7444FC4A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964988" y="3467100"/>
              <a:ext cx="0" cy="34480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2" name="Line 148">
              <a:extLst>
                <a:ext uri="{FF2B5EF4-FFF2-40B4-BE49-F238E27FC236}">
                  <a16:creationId xmlns:a16="http://schemas.microsoft.com/office/drawing/2014/main" id="{CF359E49-490B-55C3-F793-EA268C0B78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91515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3" name="Line 149">
              <a:extLst>
                <a:ext uri="{FF2B5EF4-FFF2-40B4-BE49-F238E27FC236}">
                  <a16:creationId xmlns:a16="http://schemas.microsoft.com/office/drawing/2014/main" id="{09711F52-1E54-745D-8339-995E553CAA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28808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4" name="Line 150">
              <a:extLst>
                <a:ext uri="{FF2B5EF4-FFF2-40B4-BE49-F238E27FC236}">
                  <a16:creationId xmlns:a16="http://schemas.microsoft.com/office/drawing/2014/main" id="{444FA104-4BF9-B6AD-9087-5A29095406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66102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5" name="Line 151">
              <a:extLst>
                <a:ext uri="{FF2B5EF4-FFF2-40B4-BE49-F238E27FC236}">
                  <a16:creationId xmlns:a16="http://schemas.microsoft.com/office/drawing/2014/main" id="{8CE437C9-86B7-B66B-CC67-BE4BBCB5AA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03396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6" name="Line 152">
              <a:extLst>
                <a:ext uri="{FF2B5EF4-FFF2-40B4-BE49-F238E27FC236}">
                  <a16:creationId xmlns:a16="http://schemas.microsoft.com/office/drawing/2014/main" id="{2C1BC88F-47C7-ECA6-2E00-4D90C18608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40690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7" name="Line 153">
              <a:extLst>
                <a:ext uri="{FF2B5EF4-FFF2-40B4-BE49-F238E27FC236}">
                  <a16:creationId xmlns:a16="http://schemas.microsoft.com/office/drawing/2014/main" id="{1D8F9A93-2E61-3436-E401-187A68FC6C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78142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8" name="Line 154">
              <a:extLst>
                <a:ext uri="{FF2B5EF4-FFF2-40B4-BE49-F238E27FC236}">
                  <a16:creationId xmlns:a16="http://schemas.microsoft.com/office/drawing/2014/main" id="{B8C14D6A-D17E-002E-5422-73A081C544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30063" y="691515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9" name="Line 155">
              <a:extLst>
                <a:ext uri="{FF2B5EF4-FFF2-40B4-BE49-F238E27FC236}">
                  <a16:creationId xmlns:a16="http://schemas.microsoft.com/office/drawing/2014/main" id="{D222EE70-0673-95B5-A9E6-2AF9526509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30063" y="628808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0" name="Line 156">
              <a:extLst>
                <a:ext uri="{FF2B5EF4-FFF2-40B4-BE49-F238E27FC236}">
                  <a16:creationId xmlns:a16="http://schemas.microsoft.com/office/drawing/2014/main" id="{EC7C238A-78DF-11A1-6C4E-E9EDEF2D22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30063" y="566102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1" name="Line 157">
              <a:extLst>
                <a:ext uri="{FF2B5EF4-FFF2-40B4-BE49-F238E27FC236}">
                  <a16:creationId xmlns:a16="http://schemas.microsoft.com/office/drawing/2014/main" id="{4F1B08DF-8D2B-3777-EC04-857F2DFB24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30063" y="503396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2" name="Line 158">
              <a:extLst>
                <a:ext uri="{FF2B5EF4-FFF2-40B4-BE49-F238E27FC236}">
                  <a16:creationId xmlns:a16="http://schemas.microsoft.com/office/drawing/2014/main" id="{E61A7165-62E6-502C-5D35-A1259C15C0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30063" y="440690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3" name="Line 159">
              <a:extLst>
                <a:ext uri="{FF2B5EF4-FFF2-40B4-BE49-F238E27FC236}">
                  <a16:creationId xmlns:a16="http://schemas.microsoft.com/office/drawing/2014/main" id="{BBD1AC3B-DD3D-4503-B722-2E449B0C09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30063" y="378142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4" name="Line 160">
              <a:extLst>
                <a:ext uri="{FF2B5EF4-FFF2-40B4-BE49-F238E27FC236}">
                  <a16:creationId xmlns:a16="http://schemas.microsoft.com/office/drawing/2014/main" id="{6CDED5AD-BF78-E5E0-0E6E-7668C7522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9151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5" name="Line 161">
              <a:extLst>
                <a:ext uri="{FF2B5EF4-FFF2-40B4-BE49-F238E27FC236}">
                  <a16:creationId xmlns:a16="http://schemas.microsoft.com/office/drawing/2014/main" id="{C0BE1436-FAEE-D262-248A-F045436B88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7262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6" name="Line 162">
              <a:extLst>
                <a:ext uri="{FF2B5EF4-FFF2-40B4-BE49-F238E27FC236}">
                  <a16:creationId xmlns:a16="http://schemas.microsoft.com/office/drawing/2014/main" id="{D9286B11-3282-C073-519D-BBFC7755A4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6151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7" name="Line 163">
              <a:extLst>
                <a:ext uri="{FF2B5EF4-FFF2-40B4-BE49-F238E27FC236}">
                  <a16:creationId xmlns:a16="http://schemas.microsoft.com/office/drawing/2014/main" id="{021B1C0D-DBC0-86FC-1E4D-7CF7493541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5373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8" name="Line 164">
              <a:extLst>
                <a:ext uri="{FF2B5EF4-FFF2-40B4-BE49-F238E27FC236}">
                  <a16:creationId xmlns:a16="http://schemas.microsoft.com/office/drawing/2014/main" id="{AB246776-1B80-73B8-D373-35F39FB7EA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4770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9" name="Line 165">
              <a:extLst>
                <a:ext uri="{FF2B5EF4-FFF2-40B4-BE49-F238E27FC236}">
                  <a16:creationId xmlns:a16="http://schemas.microsoft.com/office/drawing/2014/main" id="{BA0A3903-C90A-945A-0560-F027ECF9B7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4277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0" name="Line 166">
              <a:extLst>
                <a:ext uri="{FF2B5EF4-FFF2-40B4-BE49-F238E27FC236}">
                  <a16:creationId xmlns:a16="http://schemas.microsoft.com/office/drawing/2014/main" id="{9B7B9F71-7E36-EF73-50A0-F7D6800B0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3849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1" name="Line 167">
              <a:extLst>
                <a:ext uri="{FF2B5EF4-FFF2-40B4-BE49-F238E27FC236}">
                  <a16:creationId xmlns:a16="http://schemas.microsoft.com/office/drawing/2014/main" id="{2037CFAD-3044-759C-4B15-19133C620F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3484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2" name="Line 168">
              <a:extLst>
                <a:ext uri="{FF2B5EF4-FFF2-40B4-BE49-F238E27FC236}">
                  <a16:creationId xmlns:a16="http://schemas.microsoft.com/office/drawing/2014/main" id="{E4589F97-A972-6828-D202-052AC5CC1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316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3" name="Line 169">
              <a:extLst>
                <a:ext uri="{FF2B5EF4-FFF2-40B4-BE49-F238E27FC236}">
                  <a16:creationId xmlns:a16="http://schemas.microsoft.com/office/drawing/2014/main" id="{5E2B9354-FD8F-438C-9FCF-3F48DD7BF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2880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4" name="Line 170">
              <a:extLst>
                <a:ext uri="{FF2B5EF4-FFF2-40B4-BE49-F238E27FC236}">
                  <a16:creationId xmlns:a16="http://schemas.microsoft.com/office/drawing/2014/main" id="{1589A64E-48DC-5831-87FD-2386D682BC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0991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5" name="Line 171">
              <a:extLst>
                <a:ext uri="{FF2B5EF4-FFF2-40B4-BE49-F238E27FC236}">
                  <a16:creationId xmlns:a16="http://schemas.microsoft.com/office/drawing/2014/main" id="{5F9DD16D-8557-A660-22DB-AE389B2933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9896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6" name="Line 172">
              <a:extLst>
                <a:ext uri="{FF2B5EF4-FFF2-40B4-BE49-F238E27FC236}">
                  <a16:creationId xmlns:a16="http://schemas.microsoft.com/office/drawing/2014/main" id="{0CE964A5-C387-0C8B-D360-63BF77ACCD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9102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7" name="Line 173">
              <a:extLst>
                <a:ext uri="{FF2B5EF4-FFF2-40B4-BE49-F238E27FC236}">
                  <a16:creationId xmlns:a16="http://schemas.microsoft.com/office/drawing/2014/main" id="{49BB7F68-53AF-F0D5-BED0-F8E997B750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8499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8" name="Line 174">
              <a:extLst>
                <a:ext uri="{FF2B5EF4-FFF2-40B4-BE49-F238E27FC236}">
                  <a16:creationId xmlns:a16="http://schemas.microsoft.com/office/drawing/2014/main" id="{289D0011-9BBE-9C2E-0819-40AD48CEC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8007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9" name="Line 175">
              <a:extLst>
                <a:ext uri="{FF2B5EF4-FFF2-40B4-BE49-F238E27FC236}">
                  <a16:creationId xmlns:a16="http://schemas.microsoft.com/office/drawing/2014/main" id="{A43AF46F-8650-34A1-1AA9-9AD878F431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7578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0" name="Line 176">
              <a:extLst>
                <a:ext uri="{FF2B5EF4-FFF2-40B4-BE49-F238E27FC236}">
                  <a16:creationId xmlns:a16="http://schemas.microsoft.com/office/drawing/2014/main" id="{E4816FB1-FE29-A5D4-C1C9-6E5E48A1F7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7213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1" name="Line 177">
              <a:extLst>
                <a:ext uri="{FF2B5EF4-FFF2-40B4-BE49-F238E27FC236}">
                  <a16:creationId xmlns:a16="http://schemas.microsoft.com/office/drawing/2014/main" id="{4E799313-1DE0-6156-9223-6A0B01381A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689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2" name="Line 178">
              <a:extLst>
                <a:ext uri="{FF2B5EF4-FFF2-40B4-BE49-F238E27FC236}">
                  <a16:creationId xmlns:a16="http://schemas.microsoft.com/office/drawing/2014/main" id="{80DB3049-F5F0-7B7C-38A0-8D30A72F94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6610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3" name="Line 179">
              <a:extLst>
                <a:ext uri="{FF2B5EF4-FFF2-40B4-BE49-F238E27FC236}">
                  <a16:creationId xmlns:a16="http://schemas.microsoft.com/office/drawing/2014/main" id="{24C168C1-C166-BE31-65CB-730789981D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4721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4" name="Line 180">
              <a:extLst>
                <a:ext uri="{FF2B5EF4-FFF2-40B4-BE49-F238E27FC236}">
                  <a16:creationId xmlns:a16="http://schemas.microsoft.com/office/drawing/2014/main" id="{FA73BE10-E668-5FE2-6994-484C04958B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3625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5" name="Line 181">
              <a:extLst>
                <a:ext uri="{FF2B5EF4-FFF2-40B4-BE49-F238E27FC236}">
                  <a16:creationId xmlns:a16="http://schemas.microsoft.com/office/drawing/2014/main" id="{0160AA8B-E19B-83DA-3CBC-91C05B576B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2847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6" name="Line 182">
              <a:extLst>
                <a:ext uri="{FF2B5EF4-FFF2-40B4-BE49-F238E27FC236}">
                  <a16:creationId xmlns:a16="http://schemas.microsoft.com/office/drawing/2014/main" id="{7F6B6E37-0EC1-4249-89F3-A5572FA94A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2228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7" name="Line 183">
              <a:extLst>
                <a:ext uri="{FF2B5EF4-FFF2-40B4-BE49-F238E27FC236}">
                  <a16:creationId xmlns:a16="http://schemas.microsoft.com/office/drawing/2014/main" id="{2C4EC447-0F4C-768F-3935-586BC7770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173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8" name="Line 184">
              <a:extLst>
                <a:ext uri="{FF2B5EF4-FFF2-40B4-BE49-F238E27FC236}">
                  <a16:creationId xmlns:a16="http://schemas.microsoft.com/office/drawing/2014/main" id="{6EEF4DC9-DA61-79BE-980B-AD34F68AE2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1308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9" name="Line 185">
              <a:extLst>
                <a:ext uri="{FF2B5EF4-FFF2-40B4-BE49-F238E27FC236}">
                  <a16:creationId xmlns:a16="http://schemas.microsoft.com/office/drawing/2014/main" id="{882269C4-E69C-CCC2-858B-1BB684D937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0958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0" name="Line 186">
              <a:extLst>
                <a:ext uri="{FF2B5EF4-FFF2-40B4-BE49-F238E27FC236}">
                  <a16:creationId xmlns:a16="http://schemas.microsoft.com/office/drawing/2014/main" id="{E891189D-31F0-4156-4BDD-18778DF437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0625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1" name="Line 187">
              <a:extLst>
                <a:ext uri="{FF2B5EF4-FFF2-40B4-BE49-F238E27FC236}">
                  <a16:creationId xmlns:a16="http://schemas.microsoft.com/office/drawing/2014/main" id="{DE7F0D89-877F-342B-4A73-28D9662FF3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0339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2" name="Line 188">
              <a:extLst>
                <a:ext uri="{FF2B5EF4-FFF2-40B4-BE49-F238E27FC236}">
                  <a16:creationId xmlns:a16="http://schemas.microsoft.com/office/drawing/2014/main" id="{83DB7E7D-D720-09B7-7256-060753E6B9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8466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3" name="Line 189">
              <a:extLst>
                <a:ext uri="{FF2B5EF4-FFF2-40B4-BE49-F238E27FC236}">
                  <a16:creationId xmlns:a16="http://schemas.microsoft.com/office/drawing/2014/main" id="{AE10249D-2286-9E45-A8D2-2BF2471378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7355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4" name="Line 190">
              <a:extLst>
                <a:ext uri="{FF2B5EF4-FFF2-40B4-BE49-F238E27FC236}">
                  <a16:creationId xmlns:a16="http://schemas.microsoft.com/office/drawing/2014/main" id="{FB0F9996-B0C6-7DDC-32D6-2309B4CD6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6577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5" name="Line 191">
              <a:extLst>
                <a:ext uri="{FF2B5EF4-FFF2-40B4-BE49-F238E27FC236}">
                  <a16:creationId xmlns:a16="http://schemas.microsoft.com/office/drawing/2014/main" id="{5D782DC2-E56C-E895-995C-531191FC7A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5958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6" name="Line 192">
              <a:extLst>
                <a:ext uri="{FF2B5EF4-FFF2-40B4-BE49-F238E27FC236}">
                  <a16:creationId xmlns:a16="http://schemas.microsoft.com/office/drawing/2014/main" id="{8367146F-E3FD-65D5-A6FF-CEF6ABB1CF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546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7" name="Line 193">
              <a:extLst>
                <a:ext uri="{FF2B5EF4-FFF2-40B4-BE49-F238E27FC236}">
                  <a16:creationId xmlns:a16="http://schemas.microsoft.com/office/drawing/2014/main" id="{333E508A-0CFB-F64C-EB7A-DE56F1405E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5053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8" name="Line 194">
              <a:extLst>
                <a:ext uri="{FF2B5EF4-FFF2-40B4-BE49-F238E27FC236}">
                  <a16:creationId xmlns:a16="http://schemas.microsoft.com/office/drawing/2014/main" id="{C26EE8BD-49F9-7D79-6F28-8ED6DE11F8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4688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9" name="Line 195">
              <a:extLst>
                <a:ext uri="{FF2B5EF4-FFF2-40B4-BE49-F238E27FC236}">
                  <a16:creationId xmlns:a16="http://schemas.microsoft.com/office/drawing/2014/main" id="{EB341995-BB0B-F966-E709-5CA20B2A63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4370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0" name="Line 196">
              <a:extLst>
                <a:ext uri="{FF2B5EF4-FFF2-40B4-BE49-F238E27FC236}">
                  <a16:creationId xmlns:a16="http://schemas.microsoft.com/office/drawing/2014/main" id="{39F2FD8C-A307-469C-2C49-A2ED96D2DB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4069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1" name="Line 197">
              <a:extLst>
                <a:ext uri="{FF2B5EF4-FFF2-40B4-BE49-F238E27FC236}">
                  <a16:creationId xmlns:a16="http://schemas.microsoft.com/office/drawing/2014/main" id="{06372460-0A5B-C9C0-02FF-0BFB7EE06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4069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2" name="Line 198">
              <a:extLst>
                <a:ext uri="{FF2B5EF4-FFF2-40B4-BE49-F238E27FC236}">
                  <a16:creationId xmlns:a16="http://schemas.microsoft.com/office/drawing/2014/main" id="{A7E89BA2-8780-5999-9A9A-F13A1F1CFA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2195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3" name="Line 199">
              <a:extLst>
                <a:ext uri="{FF2B5EF4-FFF2-40B4-BE49-F238E27FC236}">
                  <a16:creationId xmlns:a16="http://schemas.microsoft.com/office/drawing/2014/main" id="{B14185E2-934A-CB10-15A1-C1D3B5CA57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1084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4" name="Line 200">
              <a:extLst>
                <a:ext uri="{FF2B5EF4-FFF2-40B4-BE49-F238E27FC236}">
                  <a16:creationId xmlns:a16="http://schemas.microsoft.com/office/drawing/2014/main" id="{3B54AAA8-E366-2FAD-3C35-D755AB4781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030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5" name="Line 201">
              <a:extLst>
                <a:ext uri="{FF2B5EF4-FFF2-40B4-BE49-F238E27FC236}">
                  <a16:creationId xmlns:a16="http://schemas.microsoft.com/office/drawing/2014/main" id="{5F2177CD-4BCF-484B-3522-DFFB89A15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968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6" name="Line 202">
              <a:extLst>
                <a:ext uri="{FF2B5EF4-FFF2-40B4-BE49-F238E27FC236}">
                  <a16:creationId xmlns:a16="http://schemas.microsoft.com/office/drawing/2014/main" id="{56542D23-CCAD-7993-EA04-A8CACF08F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9195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7" name="Line 203">
              <a:extLst>
                <a:ext uri="{FF2B5EF4-FFF2-40B4-BE49-F238E27FC236}">
                  <a16:creationId xmlns:a16="http://schemas.microsoft.com/office/drawing/2014/main" id="{F20649B1-6E45-660D-849A-56D4B38AD9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8782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8" name="Line 204">
              <a:extLst>
                <a:ext uri="{FF2B5EF4-FFF2-40B4-BE49-F238E27FC236}">
                  <a16:creationId xmlns:a16="http://schemas.microsoft.com/office/drawing/2014/main" id="{DABD9603-F08C-2D23-C7B8-D9C861B4B5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841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9" name="Line 205">
              <a:extLst>
                <a:ext uri="{FF2B5EF4-FFF2-40B4-BE49-F238E27FC236}">
                  <a16:creationId xmlns:a16="http://schemas.microsoft.com/office/drawing/2014/main" id="{72B6CBBB-0C3F-B4C1-3FC7-F75263C9C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8100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0" name="Line 206">
              <a:extLst>
                <a:ext uri="{FF2B5EF4-FFF2-40B4-BE49-F238E27FC236}">
                  <a16:creationId xmlns:a16="http://schemas.microsoft.com/office/drawing/2014/main" id="{46B2D8C4-AEED-599D-02FF-A7A1EA6919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7814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1" name="Line 207">
              <a:extLst>
                <a:ext uri="{FF2B5EF4-FFF2-40B4-BE49-F238E27FC236}">
                  <a16:creationId xmlns:a16="http://schemas.microsoft.com/office/drawing/2014/main" id="{AB0DBAEA-4B38-8192-9661-4D202C8A6F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5925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2" name="Line 208">
              <a:extLst>
                <a:ext uri="{FF2B5EF4-FFF2-40B4-BE49-F238E27FC236}">
                  <a16:creationId xmlns:a16="http://schemas.microsoft.com/office/drawing/2014/main" id="{7A806F80-089F-9D93-F301-C82F185917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4813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3" name="Line 209">
              <a:extLst>
                <a:ext uri="{FF2B5EF4-FFF2-40B4-BE49-F238E27FC236}">
                  <a16:creationId xmlns:a16="http://schemas.microsoft.com/office/drawing/2014/main" id="{377CED3F-C5CD-6BE0-A3BC-3F79DA978C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9151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4" name="Line 210">
              <a:extLst>
                <a:ext uri="{FF2B5EF4-FFF2-40B4-BE49-F238E27FC236}">
                  <a16:creationId xmlns:a16="http://schemas.microsoft.com/office/drawing/2014/main" id="{54B94C42-45C3-0EFC-4C11-B079F96761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7262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5" name="Line 211">
              <a:extLst>
                <a:ext uri="{FF2B5EF4-FFF2-40B4-BE49-F238E27FC236}">
                  <a16:creationId xmlns:a16="http://schemas.microsoft.com/office/drawing/2014/main" id="{6E063579-8AAE-18C8-9EDE-4F208A6A8B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6151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6" name="Line 212">
              <a:extLst>
                <a:ext uri="{FF2B5EF4-FFF2-40B4-BE49-F238E27FC236}">
                  <a16:creationId xmlns:a16="http://schemas.microsoft.com/office/drawing/2014/main" id="{B9D38274-09E1-9712-4F3A-5137737E30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5373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7" name="Line 213">
              <a:extLst>
                <a:ext uri="{FF2B5EF4-FFF2-40B4-BE49-F238E27FC236}">
                  <a16:creationId xmlns:a16="http://schemas.microsoft.com/office/drawing/2014/main" id="{1524599D-4A26-E799-F71B-EBD034126F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4770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8" name="Line 214">
              <a:extLst>
                <a:ext uri="{FF2B5EF4-FFF2-40B4-BE49-F238E27FC236}">
                  <a16:creationId xmlns:a16="http://schemas.microsoft.com/office/drawing/2014/main" id="{2F089A7B-8305-2E08-E5A6-7E9FF46C1E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4277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9" name="Line 215">
              <a:extLst>
                <a:ext uri="{FF2B5EF4-FFF2-40B4-BE49-F238E27FC236}">
                  <a16:creationId xmlns:a16="http://schemas.microsoft.com/office/drawing/2014/main" id="{A109A68C-D86B-AF0C-818C-C53B9ADE38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3849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0" name="Line 216">
              <a:extLst>
                <a:ext uri="{FF2B5EF4-FFF2-40B4-BE49-F238E27FC236}">
                  <a16:creationId xmlns:a16="http://schemas.microsoft.com/office/drawing/2014/main" id="{AE44486C-EEC9-C486-598C-38E949F0BA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3484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1" name="Line 217">
              <a:extLst>
                <a:ext uri="{FF2B5EF4-FFF2-40B4-BE49-F238E27FC236}">
                  <a16:creationId xmlns:a16="http://schemas.microsoft.com/office/drawing/2014/main" id="{297D76D4-A52F-F7C7-5BE3-F72C4F84FD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316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2" name="Line 218">
              <a:extLst>
                <a:ext uri="{FF2B5EF4-FFF2-40B4-BE49-F238E27FC236}">
                  <a16:creationId xmlns:a16="http://schemas.microsoft.com/office/drawing/2014/main" id="{4F645789-0DBC-146E-8AD2-74050F684E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2880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3" name="Line 219">
              <a:extLst>
                <a:ext uri="{FF2B5EF4-FFF2-40B4-BE49-F238E27FC236}">
                  <a16:creationId xmlns:a16="http://schemas.microsoft.com/office/drawing/2014/main" id="{F42B0D88-3DFE-3528-01DD-31D54CB3F8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0991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4" name="Line 220">
              <a:extLst>
                <a:ext uri="{FF2B5EF4-FFF2-40B4-BE49-F238E27FC236}">
                  <a16:creationId xmlns:a16="http://schemas.microsoft.com/office/drawing/2014/main" id="{1DCC31EB-D599-7C44-4004-D1D76DC8F0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9896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5" name="Line 221">
              <a:extLst>
                <a:ext uri="{FF2B5EF4-FFF2-40B4-BE49-F238E27FC236}">
                  <a16:creationId xmlns:a16="http://schemas.microsoft.com/office/drawing/2014/main" id="{24CAD073-64D8-55BF-3BB3-BE82C744CA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9102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6" name="Line 222">
              <a:extLst>
                <a:ext uri="{FF2B5EF4-FFF2-40B4-BE49-F238E27FC236}">
                  <a16:creationId xmlns:a16="http://schemas.microsoft.com/office/drawing/2014/main" id="{08AD2E82-43EB-CBF3-54BE-7BA04492C6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8499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7" name="Line 223">
              <a:extLst>
                <a:ext uri="{FF2B5EF4-FFF2-40B4-BE49-F238E27FC236}">
                  <a16:creationId xmlns:a16="http://schemas.microsoft.com/office/drawing/2014/main" id="{1F8B0426-6B27-F3C5-01FB-278AEACD00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8007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8" name="Line 224">
              <a:extLst>
                <a:ext uri="{FF2B5EF4-FFF2-40B4-BE49-F238E27FC236}">
                  <a16:creationId xmlns:a16="http://schemas.microsoft.com/office/drawing/2014/main" id="{5572C9A6-1FE2-F84D-4529-E4813E3599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7578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9" name="Line 225">
              <a:extLst>
                <a:ext uri="{FF2B5EF4-FFF2-40B4-BE49-F238E27FC236}">
                  <a16:creationId xmlns:a16="http://schemas.microsoft.com/office/drawing/2014/main" id="{E0EA5A56-717E-C336-1519-4D6F859F4F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7213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0" name="Line 226">
              <a:extLst>
                <a:ext uri="{FF2B5EF4-FFF2-40B4-BE49-F238E27FC236}">
                  <a16:creationId xmlns:a16="http://schemas.microsoft.com/office/drawing/2014/main" id="{14A88E2B-5F8B-2267-CE19-ADBB3F6A72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689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1" name="Line 227">
              <a:extLst>
                <a:ext uri="{FF2B5EF4-FFF2-40B4-BE49-F238E27FC236}">
                  <a16:creationId xmlns:a16="http://schemas.microsoft.com/office/drawing/2014/main" id="{7D6E6EC3-BC32-8FC3-99EF-C0C7C0CD53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6610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2" name="Line 228">
              <a:extLst>
                <a:ext uri="{FF2B5EF4-FFF2-40B4-BE49-F238E27FC236}">
                  <a16:creationId xmlns:a16="http://schemas.microsoft.com/office/drawing/2014/main" id="{8D6768E4-681B-D2C5-0A28-512FF8C78F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4721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3" name="Line 229">
              <a:extLst>
                <a:ext uri="{FF2B5EF4-FFF2-40B4-BE49-F238E27FC236}">
                  <a16:creationId xmlns:a16="http://schemas.microsoft.com/office/drawing/2014/main" id="{D2BF342B-C2DB-C7A8-0928-B54760876B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3625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4" name="Line 230">
              <a:extLst>
                <a:ext uri="{FF2B5EF4-FFF2-40B4-BE49-F238E27FC236}">
                  <a16:creationId xmlns:a16="http://schemas.microsoft.com/office/drawing/2014/main" id="{E3D3D846-60E8-FE66-07C6-E5B8FD4FC1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2847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5" name="Line 231">
              <a:extLst>
                <a:ext uri="{FF2B5EF4-FFF2-40B4-BE49-F238E27FC236}">
                  <a16:creationId xmlns:a16="http://schemas.microsoft.com/office/drawing/2014/main" id="{EA1E261B-2C33-3044-64BF-DE619F33F4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2228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6" name="Line 232">
              <a:extLst>
                <a:ext uri="{FF2B5EF4-FFF2-40B4-BE49-F238E27FC236}">
                  <a16:creationId xmlns:a16="http://schemas.microsoft.com/office/drawing/2014/main" id="{BBDDAE88-0B18-D987-0F79-5DC8CEE581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173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7" name="Line 233">
              <a:extLst>
                <a:ext uri="{FF2B5EF4-FFF2-40B4-BE49-F238E27FC236}">
                  <a16:creationId xmlns:a16="http://schemas.microsoft.com/office/drawing/2014/main" id="{7A5C0F5E-BC74-0033-0F36-F73494BB95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1308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8" name="Line 234">
              <a:extLst>
                <a:ext uri="{FF2B5EF4-FFF2-40B4-BE49-F238E27FC236}">
                  <a16:creationId xmlns:a16="http://schemas.microsoft.com/office/drawing/2014/main" id="{33EEC437-4BA1-12DE-9189-1F341A90E9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0958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9" name="Line 235">
              <a:extLst>
                <a:ext uri="{FF2B5EF4-FFF2-40B4-BE49-F238E27FC236}">
                  <a16:creationId xmlns:a16="http://schemas.microsoft.com/office/drawing/2014/main" id="{75D29387-702F-6539-33B9-444C7CCDC1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0625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0" name="Line 236">
              <a:extLst>
                <a:ext uri="{FF2B5EF4-FFF2-40B4-BE49-F238E27FC236}">
                  <a16:creationId xmlns:a16="http://schemas.microsoft.com/office/drawing/2014/main" id="{74AD0301-38EF-F103-B384-325057F201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0339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1" name="Line 237">
              <a:extLst>
                <a:ext uri="{FF2B5EF4-FFF2-40B4-BE49-F238E27FC236}">
                  <a16:creationId xmlns:a16="http://schemas.microsoft.com/office/drawing/2014/main" id="{19F6CA39-BA7C-3CBC-7358-21A09D3802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8466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2" name="Line 238">
              <a:extLst>
                <a:ext uri="{FF2B5EF4-FFF2-40B4-BE49-F238E27FC236}">
                  <a16:creationId xmlns:a16="http://schemas.microsoft.com/office/drawing/2014/main" id="{3B77D04D-0667-0696-BBA2-DC72B6B0C8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7355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3" name="Line 239">
              <a:extLst>
                <a:ext uri="{FF2B5EF4-FFF2-40B4-BE49-F238E27FC236}">
                  <a16:creationId xmlns:a16="http://schemas.microsoft.com/office/drawing/2014/main" id="{C1D91039-346F-7D3F-4CBF-FC664E4F9B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6577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4" name="Line 240">
              <a:extLst>
                <a:ext uri="{FF2B5EF4-FFF2-40B4-BE49-F238E27FC236}">
                  <a16:creationId xmlns:a16="http://schemas.microsoft.com/office/drawing/2014/main" id="{B8E10CE5-81F5-20AF-598C-0E0DB90636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5958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5" name="Line 241">
              <a:extLst>
                <a:ext uri="{FF2B5EF4-FFF2-40B4-BE49-F238E27FC236}">
                  <a16:creationId xmlns:a16="http://schemas.microsoft.com/office/drawing/2014/main" id="{27B24B6B-D2CF-6826-BEFC-20C47188F7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546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6" name="Line 242">
              <a:extLst>
                <a:ext uri="{FF2B5EF4-FFF2-40B4-BE49-F238E27FC236}">
                  <a16:creationId xmlns:a16="http://schemas.microsoft.com/office/drawing/2014/main" id="{D81DBBD6-1E1C-359A-5D1D-8CA76252DC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5053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7" name="Line 243">
              <a:extLst>
                <a:ext uri="{FF2B5EF4-FFF2-40B4-BE49-F238E27FC236}">
                  <a16:creationId xmlns:a16="http://schemas.microsoft.com/office/drawing/2014/main" id="{0B8D526B-7F02-1574-B385-E57CC3A155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4688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8" name="Line 244">
              <a:extLst>
                <a:ext uri="{FF2B5EF4-FFF2-40B4-BE49-F238E27FC236}">
                  <a16:creationId xmlns:a16="http://schemas.microsoft.com/office/drawing/2014/main" id="{FBABE3B1-EC1E-12E0-771F-E4B769D638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4370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9" name="Line 245">
              <a:extLst>
                <a:ext uri="{FF2B5EF4-FFF2-40B4-BE49-F238E27FC236}">
                  <a16:creationId xmlns:a16="http://schemas.microsoft.com/office/drawing/2014/main" id="{EF5FF93F-7E00-2F50-D922-BE8CB69C5F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4069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0" name="Line 246">
              <a:extLst>
                <a:ext uri="{FF2B5EF4-FFF2-40B4-BE49-F238E27FC236}">
                  <a16:creationId xmlns:a16="http://schemas.microsoft.com/office/drawing/2014/main" id="{E65DB65E-9A43-FEA7-C5A7-B5C736B385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4069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1" name="Line 247">
              <a:extLst>
                <a:ext uri="{FF2B5EF4-FFF2-40B4-BE49-F238E27FC236}">
                  <a16:creationId xmlns:a16="http://schemas.microsoft.com/office/drawing/2014/main" id="{06890E25-CB25-49F2-11C7-C565BBAF2C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2195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2" name="Line 248">
              <a:extLst>
                <a:ext uri="{FF2B5EF4-FFF2-40B4-BE49-F238E27FC236}">
                  <a16:creationId xmlns:a16="http://schemas.microsoft.com/office/drawing/2014/main" id="{FED72CF5-60D2-7D7A-507E-FB4343E84C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1084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3" name="Line 249">
              <a:extLst>
                <a:ext uri="{FF2B5EF4-FFF2-40B4-BE49-F238E27FC236}">
                  <a16:creationId xmlns:a16="http://schemas.microsoft.com/office/drawing/2014/main" id="{BC11417B-F7C4-5019-7CD3-258583EA21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030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4" name="Line 250">
              <a:extLst>
                <a:ext uri="{FF2B5EF4-FFF2-40B4-BE49-F238E27FC236}">
                  <a16:creationId xmlns:a16="http://schemas.microsoft.com/office/drawing/2014/main" id="{F67CED09-9915-726B-D19B-666A910CE2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968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5" name="Line 251">
              <a:extLst>
                <a:ext uri="{FF2B5EF4-FFF2-40B4-BE49-F238E27FC236}">
                  <a16:creationId xmlns:a16="http://schemas.microsoft.com/office/drawing/2014/main" id="{4541E823-573B-ACAC-738C-02E56DC96D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9195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6" name="Line 252">
              <a:extLst>
                <a:ext uri="{FF2B5EF4-FFF2-40B4-BE49-F238E27FC236}">
                  <a16:creationId xmlns:a16="http://schemas.microsoft.com/office/drawing/2014/main" id="{94F1C585-0479-50D4-C799-5C79C98E6F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8782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7" name="Line 253">
              <a:extLst>
                <a:ext uri="{FF2B5EF4-FFF2-40B4-BE49-F238E27FC236}">
                  <a16:creationId xmlns:a16="http://schemas.microsoft.com/office/drawing/2014/main" id="{09EBEC50-8B61-FFE6-0AD1-DB2A7F8FD9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841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8" name="Line 254">
              <a:extLst>
                <a:ext uri="{FF2B5EF4-FFF2-40B4-BE49-F238E27FC236}">
                  <a16:creationId xmlns:a16="http://schemas.microsoft.com/office/drawing/2014/main" id="{E29E97A1-D1B0-D6D0-0C69-19D3D6E47D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8100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9" name="Line 255">
              <a:extLst>
                <a:ext uri="{FF2B5EF4-FFF2-40B4-BE49-F238E27FC236}">
                  <a16:creationId xmlns:a16="http://schemas.microsoft.com/office/drawing/2014/main" id="{1067D17C-480E-D086-E456-589DD3F1FB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7814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70" name="Line 256">
              <a:extLst>
                <a:ext uri="{FF2B5EF4-FFF2-40B4-BE49-F238E27FC236}">
                  <a16:creationId xmlns:a16="http://schemas.microsoft.com/office/drawing/2014/main" id="{F5E8A766-3959-01BD-A92D-E69BE57346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5925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71" name="Line 257">
              <a:extLst>
                <a:ext uri="{FF2B5EF4-FFF2-40B4-BE49-F238E27FC236}">
                  <a16:creationId xmlns:a16="http://schemas.microsoft.com/office/drawing/2014/main" id="{83A6A102-FBAB-416B-C8CC-541057CE43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4813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72" name="Rectangle 258">
              <a:extLst>
                <a:ext uri="{FF2B5EF4-FFF2-40B4-BE49-F238E27FC236}">
                  <a16:creationId xmlns:a16="http://schemas.microsoft.com/office/drawing/2014/main" id="{051A00FB-FECF-BE49-7158-EF2FC114F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1388" y="6891338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73" name="Rectangle 259">
              <a:extLst>
                <a:ext uri="{FF2B5EF4-FFF2-40B4-BE49-F238E27FC236}">
                  <a16:creationId xmlns:a16="http://schemas.microsoft.com/office/drawing/2014/main" id="{51906375-345E-196F-4B36-0D8F45BAF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2825" y="6872288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-8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74" name="Rectangle 260">
              <a:extLst>
                <a:ext uri="{FF2B5EF4-FFF2-40B4-BE49-F238E27FC236}">
                  <a16:creationId xmlns:a16="http://schemas.microsoft.com/office/drawing/2014/main" id="{EC203E22-9C47-E66B-9E0B-9D1448BC7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1388" y="6265863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75" name="Rectangle 261">
              <a:extLst>
                <a:ext uri="{FF2B5EF4-FFF2-40B4-BE49-F238E27FC236}">
                  <a16:creationId xmlns:a16="http://schemas.microsoft.com/office/drawing/2014/main" id="{0CD7FF08-5094-81AB-E7DD-FDDBC4678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2825" y="6246813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-7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76" name="Rectangle 262">
              <a:extLst>
                <a:ext uri="{FF2B5EF4-FFF2-40B4-BE49-F238E27FC236}">
                  <a16:creationId xmlns:a16="http://schemas.microsoft.com/office/drawing/2014/main" id="{EC4CE1CB-FB6F-6F44-D4F1-CF6867542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1388" y="5637213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77" name="Rectangle 263">
              <a:extLst>
                <a:ext uri="{FF2B5EF4-FFF2-40B4-BE49-F238E27FC236}">
                  <a16:creationId xmlns:a16="http://schemas.microsoft.com/office/drawing/2014/main" id="{9E8AF1A0-B660-2CC3-F9E5-62795674A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2825" y="5618163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-6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78" name="Rectangle 264">
              <a:extLst>
                <a:ext uri="{FF2B5EF4-FFF2-40B4-BE49-F238E27FC236}">
                  <a16:creationId xmlns:a16="http://schemas.microsoft.com/office/drawing/2014/main" id="{6B5D403B-23F9-3546-DC7D-1E29BF46B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1388" y="5011738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79" name="Rectangle 265">
              <a:extLst>
                <a:ext uri="{FF2B5EF4-FFF2-40B4-BE49-F238E27FC236}">
                  <a16:creationId xmlns:a16="http://schemas.microsoft.com/office/drawing/2014/main" id="{76DA82CD-1FF8-8AC9-A11D-5535F142C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2825" y="4992688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0" name="Rectangle 266">
              <a:extLst>
                <a:ext uri="{FF2B5EF4-FFF2-40B4-BE49-F238E27FC236}">
                  <a16:creationId xmlns:a16="http://schemas.microsoft.com/office/drawing/2014/main" id="{A1480834-4B94-019C-EEE1-685735F23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1388" y="4383088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1" name="Rectangle 267">
              <a:extLst>
                <a:ext uri="{FF2B5EF4-FFF2-40B4-BE49-F238E27FC236}">
                  <a16:creationId xmlns:a16="http://schemas.microsoft.com/office/drawing/2014/main" id="{8DA078CD-9DCB-D03A-7553-77375C71F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2825" y="4364038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2" name="Rectangle 268">
              <a:extLst>
                <a:ext uri="{FF2B5EF4-FFF2-40B4-BE49-F238E27FC236}">
                  <a16:creationId xmlns:a16="http://schemas.microsoft.com/office/drawing/2014/main" id="{379A3079-E71C-6A3F-917B-BD5426432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1388" y="3757613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3" name="Rectangle 269">
              <a:extLst>
                <a:ext uri="{FF2B5EF4-FFF2-40B4-BE49-F238E27FC236}">
                  <a16:creationId xmlns:a16="http://schemas.microsoft.com/office/drawing/2014/main" id="{951B5373-064A-B52D-0F64-619CE828B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2825" y="3738563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4" name="Rectangle 270">
              <a:extLst>
                <a:ext uri="{FF2B5EF4-FFF2-40B4-BE49-F238E27FC236}">
                  <a16:creationId xmlns:a16="http://schemas.microsoft.com/office/drawing/2014/main" id="{40DD0988-6DBB-D506-99C8-1140BA9A9D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451850" y="5191125"/>
              <a:ext cx="100013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5" name="Rectangle 271">
              <a:extLst>
                <a:ext uri="{FF2B5EF4-FFF2-40B4-BE49-F238E27FC236}">
                  <a16:creationId xmlns:a16="http://schemas.microsoft.com/office/drawing/2014/main" id="{64646E15-095E-B868-608F-A5E3697FA7B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451850" y="5138738"/>
              <a:ext cx="100013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o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6" name="Rectangle 272">
              <a:extLst>
                <a:ext uri="{FF2B5EF4-FFF2-40B4-BE49-F238E27FC236}">
                  <a16:creationId xmlns:a16="http://schemas.microsoft.com/office/drawing/2014/main" id="{113806C9-3862-971A-DBF0-E6530860A94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447088" y="5080000"/>
              <a:ext cx="109538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7" name="Rectangle 273">
              <a:extLst>
                <a:ext uri="{FF2B5EF4-FFF2-40B4-BE49-F238E27FC236}">
                  <a16:creationId xmlns:a16="http://schemas.microsoft.com/office/drawing/2014/main" id="{D78F46D7-39FB-4A20-FF7C-AFE601E5BC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451850" y="5022850"/>
              <a:ext cx="100013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8" name="Rectangle 274">
              <a:extLst>
                <a:ext uri="{FF2B5EF4-FFF2-40B4-BE49-F238E27FC236}">
                  <a16:creationId xmlns:a16="http://schemas.microsoft.com/office/drawing/2014/main" id="{3688D70D-24E5-6BA7-D822-3C6DA00DDF2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464550" y="4987925"/>
              <a:ext cx="76200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9" name="Oval 275">
              <a:extLst>
                <a:ext uri="{FF2B5EF4-FFF2-40B4-BE49-F238E27FC236}">
                  <a16:creationId xmlns:a16="http://schemas.microsoft.com/office/drawing/2014/main" id="{31498927-65A3-D8D3-24E8-6C85213E7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3888" y="4845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0" name="Oval 276">
              <a:extLst>
                <a:ext uri="{FF2B5EF4-FFF2-40B4-BE49-F238E27FC236}">
                  <a16:creationId xmlns:a16="http://schemas.microsoft.com/office/drawing/2014/main" id="{FDE80FA9-803C-8AB8-2E60-8AD96360D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1875" y="5148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1" name="Oval 277">
              <a:extLst>
                <a:ext uri="{FF2B5EF4-FFF2-40B4-BE49-F238E27FC236}">
                  <a16:creationId xmlns:a16="http://schemas.microsoft.com/office/drawing/2014/main" id="{51E0A762-908E-BF67-2E68-FA71EDC40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0000" y="5468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2" name="Oval 278">
              <a:extLst>
                <a:ext uri="{FF2B5EF4-FFF2-40B4-BE49-F238E27FC236}">
                  <a16:creationId xmlns:a16="http://schemas.microsoft.com/office/drawing/2014/main" id="{67EE8ACD-F8B6-A85F-D6BF-A1F182172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8275" y="5659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3" name="Oval 279">
              <a:extLst>
                <a:ext uri="{FF2B5EF4-FFF2-40B4-BE49-F238E27FC236}">
                  <a16:creationId xmlns:a16="http://schemas.microsoft.com/office/drawing/2014/main" id="{86C516A0-B487-1D6D-EA84-8A5799BAB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800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4" name="Oval 280">
              <a:extLst>
                <a:ext uri="{FF2B5EF4-FFF2-40B4-BE49-F238E27FC236}">
                  <a16:creationId xmlns:a16="http://schemas.microsoft.com/office/drawing/2014/main" id="{F55BC146-651B-B5EF-E23F-8A3904D37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6400" y="59118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5" name="Oval 281">
              <a:extLst>
                <a:ext uri="{FF2B5EF4-FFF2-40B4-BE49-F238E27FC236}">
                  <a16:creationId xmlns:a16="http://schemas.microsoft.com/office/drawing/2014/main" id="{52968BD1-1742-8076-5927-4E0B53F72D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8475" y="601027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6" name="Oval 282">
              <a:extLst>
                <a:ext uri="{FF2B5EF4-FFF2-40B4-BE49-F238E27FC236}">
                  <a16:creationId xmlns:a16="http://schemas.microsoft.com/office/drawing/2014/main" id="{AC92C7BA-0B61-A456-AE78-DE24A05A7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6263" y="6108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7" name="Oval 283">
              <a:extLst>
                <a:ext uri="{FF2B5EF4-FFF2-40B4-BE49-F238E27FC236}">
                  <a16:creationId xmlns:a16="http://schemas.microsoft.com/office/drawing/2014/main" id="{3E60FEBD-1AF4-8062-9C7B-ECA590B6A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3" y="6181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8" name="Oval 284">
              <a:extLst>
                <a:ext uri="{FF2B5EF4-FFF2-40B4-BE49-F238E27FC236}">
                  <a16:creationId xmlns:a16="http://schemas.microsoft.com/office/drawing/2014/main" id="{2C50EB47-693C-8AD2-5C17-95B2FFCF9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2499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9" name="Oval 285">
              <a:extLst>
                <a:ext uri="{FF2B5EF4-FFF2-40B4-BE49-F238E27FC236}">
                  <a16:creationId xmlns:a16="http://schemas.microsoft.com/office/drawing/2014/main" id="{4240BF22-2E8C-1D97-0AB2-204EF0866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3588" y="6315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0" name="Oval 286">
              <a:extLst>
                <a:ext uri="{FF2B5EF4-FFF2-40B4-BE49-F238E27FC236}">
                  <a16:creationId xmlns:a16="http://schemas.microsoft.com/office/drawing/2014/main" id="{34F0F94C-848B-42A3-7422-34C8499C9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4388" y="6378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1" name="Oval 287">
              <a:extLst>
                <a:ext uri="{FF2B5EF4-FFF2-40B4-BE49-F238E27FC236}">
                  <a16:creationId xmlns:a16="http://schemas.microsoft.com/office/drawing/2014/main" id="{7DCC9CCE-DE76-6EB9-736E-D8C48D559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435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2" name="Oval 289">
              <a:extLst>
                <a:ext uri="{FF2B5EF4-FFF2-40B4-BE49-F238E27FC236}">
                  <a16:creationId xmlns:a16="http://schemas.microsoft.com/office/drawing/2014/main" id="{6BA73395-2158-1428-1681-E4D96421B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75" y="6484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3" name="Oval 290">
              <a:extLst>
                <a:ext uri="{FF2B5EF4-FFF2-40B4-BE49-F238E27FC236}">
                  <a16:creationId xmlns:a16="http://schemas.microsoft.com/office/drawing/2014/main" id="{0EE094B5-E634-2B14-5B56-6B0421CF1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0" y="6540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4" name="Oval 291">
              <a:extLst>
                <a:ext uri="{FF2B5EF4-FFF2-40B4-BE49-F238E27FC236}">
                  <a16:creationId xmlns:a16="http://schemas.microsoft.com/office/drawing/2014/main" id="{97F2D13E-7668-9B39-C9F3-DEA6A6A0F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0" y="6594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5" name="Oval 292">
              <a:extLst>
                <a:ext uri="{FF2B5EF4-FFF2-40B4-BE49-F238E27FC236}">
                  <a16:creationId xmlns:a16="http://schemas.microsoft.com/office/drawing/2014/main" id="{F0318EEC-D67C-407B-FB47-631A75037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5" y="6634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6" name="Oval 293">
              <a:extLst>
                <a:ext uri="{FF2B5EF4-FFF2-40B4-BE49-F238E27FC236}">
                  <a16:creationId xmlns:a16="http://schemas.microsoft.com/office/drawing/2014/main" id="{BB339085-CBE7-ACDA-5561-CCEF70FC89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2513" y="6683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7" name="Oval 294">
              <a:extLst>
                <a:ext uri="{FF2B5EF4-FFF2-40B4-BE49-F238E27FC236}">
                  <a16:creationId xmlns:a16="http://schemas.microsoft.com/office/drawing/2014/main" id="{D857B46C-655A-C69A-6C34-3F11656A5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724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8" name="Oval 295">
              <a:extLst>
                <a:ext uri="{FF2B5EF4-FFF2-40B4-BE49-F238E27FC236}">
                  <a16:creationId xmlns:a16="http://schemas.microsoft.com/office/drawing/2014/main" id="{A6F73753-B5F4-4F11-49A3-959FC2EC3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5" y="6778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9" name="Oval 296">
              <a:extLst>
                <a:ext uri="{FF2B5EF4-FFF2-40B4-BE49-F238E27FC236}">
                  <a16:creationId xmlns:a16="http://schemas.microsoft.com/office/drawing/2014/main" id="{979EBC8C-00F2-57B3-997D-3162436EB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3000" y="6821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0" name="Oval 297">
              <a:extLst>
                <a:ext uri="{FF2B5EF4-FFF2-40B4-BE49-F238E27FC236}">
                  <a16:creationId xmlns:a16="http://schemas.microsoft.com/office/drawing/2014/main" id="{908037E4-EEFF-F8FC-4813-8BC769C64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848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1" name="Oval 298">
              <a:extLst>
                <a:ext uri="{FF2B5EF4-FFF2-40B4-BE49-F238E27FC236}">
                  <a16:creationId xmlns:a16="http://schemas.microsoft.com/office/drawing/2014/main" id="{F68A5175-3FD1-9A01-360D-5C79D658F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900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2" name="Oval 299">
              <a:extLst>
                <a:ext uri="{FF2B5EF4-FFF2-40B4-BE49-F238E27FC236}">
                  <a16:creationId xmlns:a16="http://schemas.microsoft.com/office/drawing/2014/main" id="{D7B8BE68-A345-29FE-2E28-7F26D95CD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3888" y="4811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3" name="Oval 300">
              <a:extLst>
                <a:ext uri="{FF2B5EF4-FFF2-40B4-BE49-F238E27FC236}">
                  <a16:creationId xmlns:a16="http://schemas.microsoft.com/office/drawing/2014/main" id="{3C7513DE-0154-192D-B6E6-1FEA63255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7088" y="4921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4" name="Oval 301">
              <a:extLst>
                <a:ext uri="{FF2B5EF4-FFF2-40B4-BE49-F238E27FC236}">
                  <a16:creationId xmlns:a16="http://schemas.microsoft.com/office/drawing/2014/main" id="{BF4BD212-93A7-F766-C336-AF6C4B54A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6963" y="52451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5" name="Oval 302">
              <a:extLst>
                <a:ext uri="{FF2B5EF4-FFF2-40B4-BE49-F238E27FC236}">
                  <a16:creationId xmlns:a16="http://schemas.microsoft.com/office/drawing/2014/main" id="{59C67343-2BAC-C5B1-C9E3-79B4D32C1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0163" y="5508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6" name="Oval 303">
              <a:extLst>
                <a:ext uri="{FF2B5EF4-FFF2-40B4-BE49-F238E27FC236}">
                  <a16:creationId xmlns:a16="http://schemas.microsoft.com/office/drawing/2014/main" id="{C41AD318-9EB5-B2EC-7E21-2B466BCF7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7325" y="5692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7" name="Oval 304">
              <a:extLst>
                <a:ext uri="{FF2B5EF4-FFF2-40B4-BE49-F238E27FC236}">
                  <a16:creationId xmlns:a16="http://schemas.microsoft.com/office/drawing/2014/main" id="{61833E31-FF76-4BC2-12D7-F4F3DEA10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1150" y="5832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8" name="Oval 305">
              <a:extLst>
                <a:ext uri="{FF2B5EF4-FFF2-40B4-BE49-F238E27FC236}">
                  <a16:creationId xmlns:a16="http://schemas.microsoft.com/office/drawing/2014/main" id="{ADD762FD-95CD-0607-545E-20CB6C66C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74338" y="593090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9" name="Oval 306">
              <a:extLst>
                <a:ext uri="{FF2B5EF4-FFF2-40B4-BE49-F238E27FC236}">
                  <a16:creationId xmlns:a16="http://schemas.microsoft.com/office/drawing/2014/main" id="{79ACA944-9F3B-E4CF-9730-6063D1D5E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3238" y="6026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0" name="Oval 307">
              <a:extLst>
                <a:ext uri="{FF2B5EF4-FFF2-40B4-BE49-F238E27FC236}">
                  <a16:creationId xmlns:a16="http://schemas.microsoft.com/office/drawing/2014/main" id="{6A9D45FD-F55A-3A42-24AD-CCCBC5AC9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6111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1" name="Oval 308">
              <a:extLst>
                <a:ext uri="{FF2B5EF4-FFF2-40B4-BE49-F238E27FC236}">
                  <a16:creationId xmlns:a16="http://schemas.microsoft.com/office/drawing/2014/main" id="{9873B1A6-7F31-05A7-9818-6B80B5F0D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9288" y="6178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2" name="Oval 309">
              <a:extLst>
                <a:ext uri="{FF2B5EF4-FFF2-40B4-BE49-F238E27FC236}">
                  <a16:creationId xmlns:a16="http://schemas.microsoft.com/office/drawing/2014/main" id="{C7B1FA8C-33AB-8037-AB48-310D1F74E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9613" y="6256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3" name="Oval 310">
              <a:extLst>
                <a:ext uri="{FF2B5EF4-FFF2-40B4-BE49-F238E27FC236}">
                  <a16:creationId xmlns:a16="http://schemas.microsoft.com/office/drawing/2014/main" id="{6E6D7F50-0A06-7239-75F0-1079637807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5175" y="631825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4" name="Oval 311">
              <a:extLst>
                <a:ext uri="{FF2B5EF4-FFF2-40B4-BE49-F238E27FC236}">
                  <a16:creationId xmlns:a16="http://schemas.microsoft.com/office/drawing/2014/main" id="{577B7359-E223-5817-50C0-28B7A46D3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5" y="6384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5" name="Oval 312">
              <a:extLst>
                <a:ext uri="{FF2B5EF4-FFF2-40B4-BE49-F238E27FC236}">
                  <a16:creationId xmlns:a16="http://schemas.microsoft.com/office/drawing/2014/main" id="{43DC83D7-D513-8258-C5D3-3A6919A48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6445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6" name="Oval 313">
              <a:extLst>
                <a:ext uri="{FF2B5EF4-FFF2-40B4-BE49-F238E27FC236}">
                  <a16:creationId xmlns:a16="http://schemas.microsoft.com/office/drawing/2014/main" id="{E24D0593-ACCF-21D3-C38E-78B73047B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6463" y="6484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7" name="Oval 314">
              <a:extLst>
                <a:ext uri="{FF2B5EF4-FFF2-40B4-BE49-F238E27FC236}">
                  <a16:creationId xmlns:a16="http://schemas.microsoft.com/office/drawing/2014/main" id="{C149098A-6517-AC95-A37A-1875E82CB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7738" y="6537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8" name="Oval 315">
              <a:extLst>
                <a:ext uri="{FF2B5EF4-FFF2-40B4-BE49-F238E27FC236}">
                  <a16:creationId xmlns:a16="http://schemas.microsoft.com/office/drawing/2014/main" id="{295F8206-1DD2-96ED-2C6C-8C3740C7A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0" y="6592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9" name="Oval 316">
              <a:extLst>
                <a:ext uri="{FF2B5EF4-FFF2-40B4-BE49-F238E27FC236}">
                  <a16:creationId xmlns:a16="http://schemas.microsoft.com/office/drawing/2014/main" id="{C174A4B8-8B52-25C5-6301-6CDFF4F5E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3" y="6638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0" name="Oval 317">
              <a:extLst>
                <a:ext uri="{FF2B5EF4-FFF2-40B4-BE49-F238E27FC236}">
                  <a16:creationId xmlns:a16="http://schemas.microsoft.com/office/drawing/2014/main" id="{AFA94EF2-C723-E064-79E4-1C0D36D78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689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1" name="Oval 318">
              <a:extLst>
                <a:ext uri="{FF2B5EF4-FFF2-40B4-BE49-F238E27FC236}">
                  <a16:creationId xmlns:a16="http://schemas.microsoft.com/office/drawing/2014/main" id="{81D0F348-623D-D952-8A48-493E51D7E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5850" y="6738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2" name="Oval 319">
              <a:extLst>
                <a:ext uri="{FF2B5EF4-FFF2-40B4-BE49-F238E27FC236}">
                  <a16:creationId xmlns:a16="http://schemas.microsoft.com/office/drawing/2014/main" id="{83000C3A-5600-FA10-61CD-D7B0FAD14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6013" y="6778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3" name="Oval 320">
              <a:extLst>
                <a:ext uri="{FF2B5EF4-FFF2-40B4-BE49-F238E27FC236}">
                  <a16:creationId xmlns:a16="http://schemas.microsoft.com/office/drawing/2014/main" id="{C21067D4-78C9-5931-AB48-D4B9CF4DF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8" y="6810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4" name="Oval 321">
              <a:extLst>
                <a:ext uri="{FF2B5EF4-FFF2-40B4-BE49-F238E27FC236}">
                  <a16:creationId xmlns:a16="http://schemas.microsoft.com/office/drawing/2014/main" id="{C93B2665-03E0-FEAC-A615-4B4A4D5B2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846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5" name="Oval 322">
              <a:extLst>
                <a:ext uri="{FF2B5EF4-FFF2-40B4-BE49-F238E27FC236}">
                  <a16:creationId xmlns:a16="http://schemas.microsoft.com/office/drawing/2014/main" id="{61BF524D-E2E5-E0FA-B93E-8B534EE92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899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6" name="Oval 323">
              <a:extLst>
                <a:ext uri="{FF2B5EF4-FFF2-40B4-BE49-F238E27FC236}">
                  <a16:creationId xmlns:a16="http://schemas.microsoft.com/office/drawing/2014/main" id="{085CE324-991B-EDF7-6EC0-3B4C46390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1875" y="5053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7" name="Oval 324">
              <a:extLst>
                <a:ext uri="{FF2B5EF4-FFF2-40B4-BE49-F238E27FC236}">
                  <a16:creationId xmlns:a16="http://schemas.microsoft.com/office/drawing/2014/main" id="{8C6FF655-E7A8-79E8-EAC5-05EF76086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6963" y="518318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8" name="Oval 325">
              <a:extLst>
                <a:ext uri="{FF2B5EF4-FFF2-40B4-BE49-F238E27FC236}">
                  <a16:creationId xmlns:a16="http://schemas.microsoft.com/office/drawing/2014/main" id="{414C3E8C-B159-0589-12CD-15F2C3D67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25075" y="5402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9" name="Oval 326">
              <a:extLst>
                <a:ext uri="{FF2B5EF4-FFF2-40B4-BE49-F238E27FC236}">
                  <a16:creationId xmlns:a16="http://schemas.microsoft.com/office/drawing/2014/main" id="{9C8B938C-3726-C5D3-19B2-6FCBC0BD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7950" y="5584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0" name="Oval 327">
              <a:extLst>
                <a:ext uri="{FF2B5EF4-FFF2-40B4-BE49-F238E27FC236}">
                  <a16:creationId xmlns:a16="http://schemas.microsoft.com/office/drawing/2014/main" id="{F69D37C1-6226-B8FA-55A5-03AACC4C6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4950" y="5740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1" name="Oval 328">
              <a:extLst>
                <a:ext uri="{FF2B5EF4-FFF2-40B4-BE49-F238E27FC236}">
                  <a16:creationId xmlns:a16="http://schemas.microsoft.com/office/drawing/2014/main" id="{3B23F367-E6F1-92FD-B2BA-94B089B87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2900" y="5867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2" name="Oval 329">
              <a:extLst>
                <a:ext uri="{FF2B5EF4-FFF2-40B4-BE49-F238E27FC236}">
                  <a16:creationId xmlns:a16="http://schemas.microsoft.com/office/drawing/2014/main" id="{4EDD079A-A7E5-CFF6-870B-A92730262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8150" y="5953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3" name="Oval 330">
              <a:extLst>
                <a:ext uri="{FF2B5EF4-FFF2-40B4-BE49-F238E27FC236}">
                  <a16:creationId xmlns:a16="http://schemas.microsoft.com/office/drawing/2014/main" id="{55CBB717-25D5-9508-183C-23ED93541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0700" y="6035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4" name="Oval 331">
              <a:extLst>
                <a:ext uri="{FF2B5EF4-FFF2-40B4-BE49-F238E27FC236}">
                  <a16:creationId xmlns:a16="http://schemas.microsoft.com/office/drawing/2014/main" id="{9E8E95B8-F325-C439-9D3D-477904A99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3725" y="6111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5" name="Oval 332">
              <a:extLst>
                <a:ext uri="{FF2B5EF4-FFF2-40B4-BE49-F238E27FC236}">
                  <a16:creationId xmlns:a16="http://schemas.microsoft.com/office/drawing/2014/main" id="{70C08B25-D511-BA9E-1C63-A832F9B97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0" y="6192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6" name="Oval 333">
              <a:extLst>
                <a:ext uri="{FF2B5EF4-FFF2-40B4-BE49-F238E27FC236}">
                  <a16:creationId xmlns:a16="http://schemas.microsoft.com/office/drawing/2014/main" id="{E973CC63-CFDB-136A-60BA-F97DB82DE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9138" y="6265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7" name="Oval 334">
              <a:extLst>
                <a:ext uri="{FF2B5EF4-FFF2-40B4-BE49-F238E27FC236}">
                  <a16:creationId xmlns:a16="http://schemas.microsoft.com/office/drawing/2014/main" id="{06AA24E8-D352-A923-F00D-655285DC9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3" y="6330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8" name="Oval 335">
              <a:extLst>
                <a:ext uri="{FF2B5EF4-FFF2-40B4-BE49-F238E27FC236}">
                  <a16:creationId xmlns:a16="http://schemas.microsoft.com/office/drawing/2014/main" id="{96934CE0-9E35-2E36-901D-0F7868041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2325" y="6391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9" name="Oval 336">
              <a:extLst>
                <a:ext uri="{FF2B5EF4-FFF2-40B4-BE49-F238E27FC236}">
                  <a16:creationId xmlns:a16="http://schemas.microsoft.com/office/drawing/2014/main" id="{1133FD12-0D99-9373-9201-C889F31A2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8363" y="6453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0" name="Oval 337">
              <a:extLst>
                <a:ext uri="{FF2B5EF4-FFF2-40B4-BE49-F238E27FC236}">
                  <a16:creationId xmlns:a16="http://schemas.microsoft.com/office/drawing/2014/main" id="{C73C592E-314C-57F6-3FEE-CFE992BD5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225" y="6510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1" name="Oval 338">
              <a:extLst>
                <a:ext uri="{FF2B5EF4-FFF2-40B4-BE49-F238E27FC236}">
                  <a16:creationId xmlns:a16="http://schemas.microsoft.com/office/drawing/2014/main" id="{3DAAE41A-4DE8-F795-4C50-F21E2E194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0913" y="6556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2" name="Oval 339">
              <a:extLst>
                <a:ext uri="{FF2B5EF4-FFF2-40B4-BE49-F238E27FC236}">
                  <a16:creationId xmlns:a16="http://schemas.microsoft.com/office/drawing/2014/main" id="{DE81A00E-BDA8-81D6-9F8D-BC349B2FE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5" y="659923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3" name="Oval 340">
              <a:extLst>
                <a:ext uri="{FF2B5EF4-FFF2-40B4-BE49-F238E27FC236}">
                  <a16:creationId xmlns:a16="http://schemas.microsoft.com/office/drawing/2014/main" id="{7CB1E39D-4128-9756-6A5B-B3BAE1E17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3938" y="6662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4" name="Oval 341">
              <a:extLst>
                <a:ext uri="{FF2B5EF4-FFF2-40B4-BE49-F238E27FC236}">
                  <a16:creationId xmlns:a16="http://schemas.microsoft.com/office/drawing/2014/main" id="{5D74D65F-D4B5-9CF8-0BD4-CE9C99841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7275" y="6697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5" name="Oval 342">
              <a:extLst>
                <a:ext uri="{FF2B5EF4-FFF2-40B4-BE49-F238E27FC236}">
                  <a16:creationId xmlns:a16="http://schemas.microsoft.com/office/drawing/2014/main" id="{88480C2A-287A-D123-481A-50FC2866A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8" y="6743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6" name="Oval 343">
              <a:extLst>
                <a:ext uri="{FF2B5EF4-FFF2-40B4-BE49-F238E27FC236}">
                  <a16:creationId xmlns:a16="http://schemas.microsoft.com/office/drawing/2014/main" id="{4C147708-7EB0-EB35-7041-C1119D0B5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7600" y="6775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7" name="Oval 344">
              <a:extLst>
                <a:ext uri="{FF2B5EF4-FFF2-40B4-BE49-F238E27FC236}">
                  <a16:creationId xmlns:a16="http://schemas.microsoft.com/office/drawing/2014/main" id="{5366C166-927C-BF1B-B828-9A1875576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5" y="6818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8" name="Oval 345">
              <a:extLst>
                <a:ext uri="{FF2B5EF4-FFF2-40B4-BE49-F238E27FC236}">
                  <a16:creationId xmlns:a16="http://schemas.microsoft.com/office/drawing/2014/main" id="{43CAE917-B3D2-8B39-8157-730A19836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3163" y="6864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9" name="Oval 346">
              <a:extLst>
                <a:ext uri="{FF2B5EF4-FFF2-40B4-BE49-F238E27FC236}">
                  <a16:creationId xmlns:a16="http://schemas.microsoft.com/office/drawing/2014/main" id="{FF46AA14-10DC-CFBF-7C3A-ACC851597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8945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0" name="Oval 347">
              <a:extLst>
                <a:ext uri="{FF2B5EF4-FFF2-40B4-BE49-F238E27FC236}">
                  <a16:creationId xmlns:a16="http://schemas.microsoft.com/office/drawing/2014/main" id="{BA8E8128-9DD6-1698-CAD6-C14E15D78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0000" y="5330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1" name="Oval 348">
              <a:extLst>
                <a:ext uri="{FF2B5EF4-FFF2-40B4-BE49-F238E27FC236}">
                  <a16:creationId xmlns:a16="http://schemas.microsoft.com/office/drawing/2014/main" id="{B73C3FA6-CDEE-36D8-19D5-A6F7460EA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0163" y="5402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2" name="Oval 349">
              <a:extLst>
                <a:ext uri="{FF2B5EF4-FFF2-40B4-BE49-F238E27FC236}">
                  <a16:creationId xmlns:a16="http://schemas.microsoft.com/office/drawing/2014/main" id="{624E919C-1563-D4AF-FD50-83B16302D3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7950" y="5534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3" name="Oval 350">
              <a:extLst>
                <a:ext uri="{FF2B5EF4-FFF2-40B4-BE49-F238E27FC236}">
                  <a16:creationId xmlns:a16="http://schemas.microsoft.com/office/drawing/2014/main" id="{8EE127ED-37A3-5F7F-F2AB-34E77B31B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3200" y="5665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4" name="Oval 351">
              <a:extLst>
                <a:ext uri="{FF2B5EF4-FFF2-40B4-BE49-F238E27FC236}">
                  <a16:creationId xmlns:a16="http://schemas.microsoft.com/office/drawing/2014/main" id="{42712BD3-2FC7-7771-0F4D-C92DF36F1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788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5" name="Oval 352">
              <a:extLst>
                <a:ext uri="{FF2B5EF4-FFF2-40B4-BE49-F238E27FC236}">
                  <a16:creationId xmlns:a16="http://schemas.microsoft.com/office/drawing/2014/main" id="{5A8DEAD3-FB6F-93B1-4F56-58CBD1D64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0525" y="5888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6" name="Oval 353">
              <a:extLst>
                <a:ext uri="{FF2B5EF4-FFF2-40B4-BE49-F238E27FC236}">
                  <a16:creationId xmlns:a16="http://schemas.microsoft.com/office/drawing/2014/main" id="{5FB286EE-2D7E-F384-A47E-0D3A468CD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3075" y="5978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7" name="Oval 354">
              <a:extLst>
                <a:ext uri="{FF2B5EF4-FFF2-40B4-BE49-F238E27FC236}">
                  <a16:creationId xmlns:a16="http://schemas.microsoft.com/office/drawing/2014/main" id="{B4E4DF97-FC4D-F085-FD6A-8703F5BE5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7688" y="6065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8" name="Oval 355">
              <a:extLst>
                <a:ext uri="{FF2B5EF4-FFF2-40B4-BE49-F238E27FC236}">
                  <a16:creationId xmlns:a16="http://schemas.microsoft.com/office/drawing/2014/main" id="{A574766B-D66F-3B51-0485-17942B456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4363" y="6143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9" name="Oval 356">
              <a:extLst>
                <a:ext uri="{FF2B5EF4-FFF2-40B4-BE49-F238E27FC236}">
                  <a16:creationId xmlns:a16="http://schemas.microsoft.com/office/drawing/2014/main" id="{795C0DC4-5377-55C9-9049-0FA896C0B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6275" y="6205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0" name="Oval 357">
              <a:extLst>
                <a:ext uri="{FF2B5EF4-FFF2-40B4-BE49-F238E27FC236}">
                  <a16:creationId xmlns:a16="http://schemas.microsoft.com/office/drawing/2014/main" id="{66644D48-7CA2-5870-C3C7-A3867B3C7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3425" y="6270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1" name="Oval 358">
              <a:extLst>
                <a:ext uri="{FF2B5EF4-FFF2-40B4-BE49-F238E27FC236}">
                  <a16:creationId xmlns:a16="http://schemas.microsoft.com/office/drawing/2014/main" id="{C987681E-0916-7A2D-CAEA-68E71F4E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5" y="6340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2" name="Oval 359">
              <a:extLst>
                <a:ext uri="{FF2B5EF4-FFF2-40B4-BE49-F238E27FC236}">
                  <a16:creationId xmlns:a16="http://schemas.microsoft.com/office/drawing/2014/main" id="{81FF11E0-4EF3-7E72-C00E-032CFDBEE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1850" y="6391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3" name="Oval 360">
              <a:extLst>
                <a:ext uri="{FF2B5EF4-FFF2-40B4-BE49-F238E27FC236}">
                  <a16:creationId xmlns:a16="http://schemas.microsoft.com/office/drawing/2014/main" id="{D752EB2A-DA2E-8F45-CC8F-14D80CB2A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0" y="6443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4" name="Oval 361">
              <a:extLst>
                <a:ext uri="{FF2B5EF4-FFF2-40B4-BE49-F238E27FC236}">
                  <a16:creationId xmlns:a16="http://schemas.microsoft.com/office/drawing/2014/main" id="{033EFD55-113A-ABED-2484-3F55DB275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3" y="6511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5" name="Oval 362">
              <a:extLst>
                <a:ext uri="{FF2B5EF4-FFF2-40B4-BE49-F238E27FC236}">
                  <a16:creationId xmlns:a16="http://schemas.microsoft.com/office/drawing/2014/main" id="{68B8B034-065A-893A-6B8E-0F03BA99B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263" y="6561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6" name="Oval 363">
              <a:extLst>
                <a:ext uri="{FF2B5EF4-FFF2-40B4-BE49-F238E27FC236}">
                  <a16:creationId xmlns:a16="http://schemas.microsoft.com/office/drawing/2014/main" id="{6DEDAB8B-1026-BCF7-948A-AB2D61D61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5" y="6605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7" name="Oval 364">
              <a:extLst>
                <a:ext uri="{FF2B5EF4-FFF2-40B4-BE49-F238E27FC236}">
                  <a16:creationId xmlns:a16="http://schemas.microsoft.com/office/drawing/2014/main" id="{2BF97C05-29F0-BB75-3F3A-DD19AA96DB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8700" y="6650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8" name="Oval 365">
              <a:extLst>
                <a:ext uri="{FF2B5EF4-FFF2-40B4-BE49-F238E27FC236}">
                  <a16:creationId xmlns:a16="http://schemas.microsoft.com/office/drawing/2014/main" id="{511D6C88-1834-7C82-3FB6-4A6B6EC3B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0450" y="6696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9" name="Oval 366">
              <a:extLst>
                <a:ext uri="{FF2B5EF4-FFF2-40B4-BE49-F238E27FC236}">
                  <a16:creationId xmlns:a16="http://schemas.microsoft.com/office/drawing/2014/main" id="{78F39AC8-7D1B-8399-9633-AEC01B8FF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0" y="6740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0" name="Oval 367">
              <a:extLst>
                <a:ext uri="{FF2B5EF4-FFF2-40B4-BE49-F238E27FC236}">
                  <a16:creationId xmlns:a16="http://schemas.microsoft.com/office/drawing/2014/main" id="{AA17A5FA-0A01-F61C-26C4-42CF8A99B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0775" y="6778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1" name="Oval 368">
              <a:extLst>
                <a:ext uri="{FF2B5EF4-FFF2-40B4-BE49-F238E27FC236}">
                  <a16:creationId xmlns:a16="http://schemas.microsoft.com/office/drawing/2014/main" id="{F3B33589-2853-E627-4F34-C29E5694C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823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2" name="Oval 369">
              <a:extLst>
                <a:ext uri="{FF2B5EF4-FFF2-40B4-BE49-F238E27FC236}">
                  <a16:creationId xmlns:a16="http://schemas.microsoft.com/office/drawing/2014/main" id="{DBCF6FBB-D2ED-6CE4-CB72-94C096496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8" y="6875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3" name="Oval 370">
              <a:extLst>
                <a:ext uri="{FF2B5EF4-FFF2-40B4-BE49-F238E27FC236}">
                  <a16:creationId xmlns:a16="http://schemas.microsoft.com/office/drawing/2014/main" id="{EA693783-857B-46C8-7DC6-5E16E7012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1738" y="6897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4" name="Oval 371">
              <a:extLst>
                <a:ext uri="{FF2B5EF4-FFF2-40B4-BE49-F238E27FC236}">
                  <a16:creationId xmlns:a16="http://schemas.microsoft.com/office/drawing/2014/main" id="{45E2F1EE-123C-56C7-A0A7-FFFC4474F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8275" y="5505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5" name="Oval 372">
              <a:extLst>
                <a:ext uri="{FF2B5EF4-FFF2-40B4-BE49-F238E27FC236}">
                  <a16:creationId xmlns:a16="http://schemas.microsoft.com/office/drawing/2014/main" id="{3B44924C-4FAA-2EBC-4685-979292A3C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7325" y="555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6" name="Oval 373">
              <a:extLst>
                <a:ext uri="{FF2B5EF4-FFF2-40B4-BE49-F238E27FC236}">
                  <a16:creationId xmlns:a16="http://schemas.microsoft.com/office/drawing/2014/main" id="{12ADA199-AD7A-88C1-0815-9B0CE1230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4950" y="5645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7" name="Oval 374">
              <a:extLst>
                <a:ext uri="{FF2B5EF4-FFF2-40B4-BE49-F238E27FC236}">
                  <a16:creationId xmlns:a16="http://schemas.microsoft.com/office/drawing/2014/main" id="{CA3BB684-954F-1C8E-B1A5-63F410121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74992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8" name="Oval 375">
              <a:extLst>
                <a:ext uri="{FF2B5EF4-FFF2-40B4-BE49-F238E27FC236}">
                  <a16:creationId xmlns:a16="http://schemas.microsoft.com/office/drawing/2014/main" id="{B9780E8A-60AA-8104-C647-22B73BDAA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33063" y="5843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9" name="Oval 376">
              <a:extLst>
                <a:ext uri="{FF2B5EF4-FFF2-40B4-BE49-F238E27FC236}">
                  <a16:creationId xmlns:a16="http://schemas.microsoft.com/office/drawing/2014/main" id="{AF91B447-CE39-6A6C-EB8E-8C567EA2B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6088" y="594042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0" name="Oval 377">
              <a:extLst>
                <a:ext uri="{FF2B5EF4-FFF2-40B4-BE49-F238E27FC236}">
                  <a16:creationId xmlns:a16="http://schemas.microsoft.com/office/drawing/2014/main" id="{A44B4AF8-4DF4-66CC-F1EA-B23DB213A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4350" y="6029326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1" name="Oval 378">
              <a:extLst>
                <a:ext uri="{FF2B5EF4-FFF2-40B4-BE49-F238E27FC236}">
                  <a16:creationId xmlns:a16="http://schemas.microsoft.com/office/drawing/2014/main" id="{D69FC89A-D205-6EDA-F273-D65ADAEE4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60912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2" name="Oval 379">
              <a:extLst>
                <a:ext uri="{FF2B5EF4-FFF2-40B4-BE49-F238E27FC236}">
                  <a16:creationId xmlns:a16="http://schemas.microsoft.com/office/drawing/2014/main" id="{2B0C7525-3ECF-5A1E-A772-B99BCC67A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350" y="6164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3" name="Oval 380">
              <a:extLst>
                <a:ext uri="{FF2B5EF4-FFF2-40B4-BE49-F238E27FC236}">
                  <a16:creationId xmlns:a16="http://schemas.microsoft.com/office/drawing/2014/main" id="{FBCEF461-90DB-42FA-9AFF-A6C805C81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8500" y="6226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4" name="Oval 381">
              <a:extLst>
                <a:ext uri="{FF2B5EF4-FFF2-40B4-BE49-F238E27FC236}">
                  <a16:creationId xmlns:a16="http://schemas.microsoft.com/office/drawing/2014/main" id="{F1760627-AF65-7B42-0157-603665EAB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0888" y="6283326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5" name="Oval 382">
              <a:extLst>
                <a:ext uri="{FF2B5EF4-FFF2-40B4-BE49-F238E27FC236}">
                  <a16:creationId xmlns:a16="http://schemas.microsoft.com/office/drawing/2014/main" id="{69F34961-2B1A-D8D2-64ED-1A3DAEB59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0100" y="6345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6" name="Oval 383">
              <a:extLst>
                <a:ext uri="{FF2B5EF4-FFF2-40B4-BE49-F238E27FC236}">
                  <a16:creationId xmlns:a16="http://schemas.microsoft.com/office/drawing/2014/main" id="{8A45FECC-8D87-300C-AA90-7CE826782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6138" y="63960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7" name="Oval 384">
              <a:extLst>
                <a:ext uri="{FF2B5EF4-FFF2-40B4-BE49-F238E27FC236}">
                  <a16:creationId xmlns:a16="http://schemas.microsoft.com/office/drawing/2014/main" id="{2A93A636-7A75-B8F2-39EC-27647E656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6457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8" name="Oval 385">
              <a:extLst>
                <a:ext uri="{FF2B5EF4-FFF2-40B4-BE49-F238E27FC236}">
                  <a16:creationId xmlns:a16="http://schemas.microsoft.com/office/drawing/2014/main" id="{4E715943-FC99-3D62-D9A4-10FFD8C00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8688" y="6516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9" name="Oval 386">
              <a:extLst>
                <a:ext uri="{FF2B5EF4-FFF2-40B4-BE49-F238E27FC236}">
                  <a16:creationId xmlns:a16="http://schemas.microsoft.com/office/drawing/2014/main" id="{688540B5-5D2C-7B9C-FE4E-9B78A36F4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6788" y="6556376"/>
              <a:ext cx="11112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0" name="Oval 387">
              <a:extLst>
                <a:ext uri="{FF2B5EF4-FFF2-40B4-BE49-F238E27FC236}">
                  <a16:creationId xmlns:a16="http://schemas.microsoft.com/office/drawing/2014/main" id="{46052959-4219-12C7-A48B-DA7EFBE3F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1713" y="6607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1" name="Oval 388">
              <a:extLst>
                <a:ext uri="{FF2B5EF4-FFF2-40B4-BE49-F238E27FC236}">
                  <a16:creationId xmlns:a16="http://schemas.microsoft.com/office/drawing/2014/main" id="{BBEAE535-779A-7AFC-6FD6-5316AA3F3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0" y="6650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2" name="Oval 389">
              <a:extLst>
                <a:ext uri="{FF2B5EF4-FFF2-40B4-BE49-F238E27FC236}">
                  <a16:creationId xmlns:a16="http://schemas.microsoft.com/office/drawing/2014/main" id="{233C3BEF-F6DD-2E6B-E88B-829C21613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0" y="670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3" name="Oval 390">
              <a:extLst>
                <a:ext uri="{FF2B5EF4-FFF2-40B4-BE49-F238E27FC236}">
                  <a16:creationId xmlns:a16="http://schemas.microsoft.com/office/drawing/2014/main" id="{F98902A4-8CBE-22C8-4C7C-1791B2DB4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3" y="6748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4" name="Oval 391">
              <a:extLst>
                <a:ext uri="{FF2B5EF4-FFF2-40B4-BE49-F238E27FC236}">
                  <a16:creationId xmlns:a16="http://schemas.microsoft.com/office/drawing/2014/main" id="{33639892-487D-B50E-DB53-E82E2C008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7125" y="6791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5" name="Oval 392">
              <a:extLst>
                <a:ext uri="{FF2B5EF4-FFF2-40B4-BE49-F238E27FC236}">
                  <a16:creationId xmlns:a16="http://schemas.microsoft.com/office/drawing/2014/main" id="{51C424A5-6958-4E85-D733-8BEE26730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3" y="6831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6" name="Oval 393">
              <a:extLst>
                <a:ext uri="{FF2B5EF4-FFF2-40B4-BE49-F238E27FC236}">
                  <a16:creationId xmlns:a16="http://schemas.microsoft.com/office/drawing/2014/main" id="{D7B0CC10-18C2-BEF0-37D5-6B53C21A8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0" y="6869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7" name="Oval 394">
              <a:extLst>
                <a:ext uri="{FF2B5EF4-FFF2-40B4-BE49-F238E27FC236}">
                  <a16:creationId xmlns:a16="http://schemas.microsoft.com/office/drawing/2014/main" id="{88D47A61-62D2-D4AB-C570-D65FE7512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6500" y="6900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8" name="Oval 395">
              <a:extLst>
                <a:ext uri="{FF2B5EF4-FFF2-40B4-BE49-F238E27FC236}">
                  <a16:creationId xmlns:a16="http://schemas.microsoft.com/office/drawing/2014/main" id="{77179FF8-EE06-F753-7843-5E930B8CC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646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9" name="Oval 396">
              <a:extLst>
                <a:ext uri="{FF2B5EF4-FFF2-40B4-BE49-F238E27FC236}">
                  <a16:creationId xmlns:a16="http://schemas.microsoft.com/office/drawing/2014/main" id="{D7117339-0B48-09B8-3F63-A4387506F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1150" y="5681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0" name="Oval 397">
              <a:extLst>
                <a:ext uri="{FF2B5EF4-FFF2-40B4-BE49-F238E27FC236}">
                  <a16:creationId xmlns:a16="http://schemas.microsoft.com/office/drawing/2014/main" id="{DAF86F35-88A7-F796-B0C9-A152C1F64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2900" y="5748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1" name="Oval 398">
              <a:extLst>
                <a:ext uri="{FF2B5EF4-FFF2-40B4-BE49-F238E27FC236}">
                  <a16:creationId xmlns:a16="http://schemas.microsoft.com/office/drawing/2014/main" id="{972DD4CD-1D0F-87D2-E24D-C0121E9AC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0525" y="5834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2" name="Oval 399">
              <a:extLst>
                <a:ext uri="{FF2B5EF4-FFF2-40B4-BE49-F238E27FC236}">
                  <a16:creationId xmlns:a16="http://schemas.microsoft.com/office/drawing/2014/main" id="{75381218-CBFA-141E-1800-04A97A815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6088" y="5905501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3" name="Oval 400">
              <a:extLst>
                <a:ext uri="{FF2B5EF4-FFF2-40B4-BE49-F238E27FC236}">
                  <a16:creationId xmlns:a16="http://schemas.microsoft.com/office/drawing/2014/main" id="{59D6984D-38AD-9628-F595-83AE89CDA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3238" y="5986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4" name="Oval 401">
              <a:extLst>
                <a:ext uri="{FF2B5EF4-FFF2-40B4-BE49-F238E27FC236}">
                  <a16:creationId xmlns:a16="http://schemas.microsoft.com/office/drawing/2014/main" id="{B1111AEB-1612-D037-28C3-976209A80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1975" y="6072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5" name="Oval 402">
              <a:extLst>
                <a:ext uri="{FF2B5EF4-FFF2-40B4-BE49-F238E27FC236}">
                  <a16:creationId xmlns:a16="http://schemas.microsoft.com/office/drawing/2014/main" id="{E8E0D067-6AAD-194A-07A3-E15F685F1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9125" y="6138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6" name="Oval 403">
              <a:extLst>
                <a:ext uri="{FF2B5EF4-FFF2-40B4-BE49-F238E27FC236}">
                  <a16:creationId xmlns:a16="http://schemas.microsoft.com/office/drawing/2014/main" id="{C2BF47AB-6BA0-9F70-957F-328470B42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3100" y="6196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7" name="Oval 404">
              <a:extLst>
                <a:ext uri="{FF2B5EF4-FFF2-40B4-BE49-F238E27FC236}">
                  <a16:creationId xmlns:a16="http://schemas.microsoft.com/office/drawing/2014/main" id="{F556408E-41FA-37AF-28D4-C096CD37D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3900" y="6249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8" name="Oval 405">
              <a:extLst>
                <a:ext uri="{FF2B5EF4-FFF2-40B4-BE49-F238E27FC236}">
                  <a16:creationId xmlns:a16="http://schemas.microsoft.com/office/drawing/2014/main" id="{C53F73B5-E0EA-6687-72AC-B41B08988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3" y="62992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9" name="Oval 406">
              <a:extLst>
                <a:ext uri="{FF2B5EF4-FFF2-40B4-BE49-F238E27FC236}">
                  <a16:creationId xmlns:a16="http://schemas.microsoft.com/office/drawing/2014/main" id="{87AF2518-F8EC-78A8-AD43-F4752A821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9150" y="6348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0" name="Oval 407">
              <a:extLst>
                <a:ext uri="{FF2B5EF4-FFF2-40B4-BE49-F238E27FC236}">
                  <a16:creationId xmlns:a16="http://schemas.microsoft.com/office/drawing/2014/main" id="{68B77B9C-6AF8-2B81-C768-534D77699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415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1" name="Oval 408">
              <a:extLst>
                <a:ext uri="{FF2B5EF4-FFF2-40B4-BE49-F238E27FC236}">
                  <a16:creationId xmlns:a16="http://schemas.microsoft.com/office/drawing/2014/main" id="{1D22FB6F-D4CE-C568-EC09-22D89A928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1700" y="6470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2" name="Oval 409">
              <a:extLst>
                <a:ext uri="{FF2B5EF4-FFF2-40B4-BE49-F238E27FC236}">
                  <a16:creationId xmlns:a16="http://schemas.microsoft.com/office/drawing/2014/main" id="{4DD0F9D3-B26A-174A-4DFA-87F746603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0" y="65198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3" name="Oval 410">
              <a:extLst>
                <a:ext uri="{FF2B5EF4-FFF2-40B4-BE49-F238E27FC236}">
                  <a16:creationId xmlns:a16="http://schemas.microsoft.com/office/drawing/2014/main" id="{826E4714-A0B0-5771-BC19-082804407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3" y="6570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4" name="Oval 411">
              <a:extLst>
                <a:ext uri="{FF2B5EF4-FFF2-40B4-BE49-F238E27FC236}">
                  <a16:creationId xmlns:a16="http://schemas.microsoft.com/office/drawing/2014/main" id="{710E64AF-C08A-2611-774C-CFC1A1470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1238" y="6619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5" name="Oval 412">
              <a:extLst>
                <a:ext uri="{FF2B5EF4-FFF2-40B4-BE49-F238E27FC236}">
                  <a16:creationId xmlns:a16="http://schemas.microsoft.com/office/drawing/2014/main" id="{C93EB6D3-0B9C-B060-26AD-4FE4BB295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4575" y="666908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6" name="Oval 413">
              <a:extLst>
                <a:ext uri="{FF2B5EF4-FFF2-40B4-BE49-F238E27FC236}">
                  <a16:creationId xmlns:a16="http://schemas.microsoft.com/office/drawing/2014/main" id="{7EDA7579-40DE-FBE7-DBB1-549D89115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4738" y="6704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7" name="Oval 414">
              <a:extLst>
                <a:ext uri="{FF2B5EF4-FFF2-40B4-BE49-F238E27FC236}">
                  <a16:creationId xmlns:a16="http://schemas.microsoft.com/office/drawing/2014/main" id="{888A0160-37B7-AEE5-646D-62DC98AA0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4900" y="6751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8" name="Oval 415">
              <a:extLst>
                <a:ext uri="{FF2B5EF4-FFF2-40B4-BE49-F238E27FC236}">
                  <a16:creationId xmlns:a16="http://schemas.microsoft.com/office/drawing/2014/main" id="{9069C3A7-4D66-3790-6529-DF4901C52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796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9" name="Oval 416">
              <a:extLst>
                <a:ext uri="{FF2B5EF4-FFF2-40B4-BE49-F238E27FC236}">
                  <a16:creationId xmlns:a16="http://schemas.microsoft.com/office/drawing/2014/main" id="{887EB000-D9E9-0891-DE5D-DE68DBC27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3" y="6827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0" name="Oval 417">
              <a:extLst>
                <a:ext uri="{FF2B5EF4-FFF2-40B4-BE49-F238E27FC236}">
                  <a16:creationId xmlns:a16="http://schemas.microsoft.com/office/drawing/2014/main" id="{33C8D684-B9C2-6138-8D41-C4952852D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5863" y="687228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1" name="Oval 418">
              <a:extLst>
                <a:ext uri="{FF2B5EF4-FFF2-40B4-BE49-F238E27FC236}">
                  <a16:creationId xmlns:a16="http://schemas.microsoft.com/office/drawing/2014/main" id="{59D810F8-D553-D93E-B1DE-F62EC8272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6400" y="5759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2" name="Oval 419">
              <a:extLst>
                <a:ext uri="{FF2B5EF4-FFF2-40B4-BE49-F238E27FC236}">
                  <a16:creationId xmlns:a16="http://schemas.microsoft.com/office/drawing/2014/main" id="{2E47FE95-92A3-CD2E-4155-2BFDE3A3E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74338" y="577850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3" name="Oval 420">
              <a:extLst>
                <a:ext uri="{FF2B5EF4-FFF2-40B4-BE49-F238E27FC236}">
                  <a16:creationId xmlns:a16="http://schemas.microsoft.com/office/drawing/2014/main" id="{838E080A-212A-2D5C-2989-D3E8B4DD6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8150" y="5830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4" name="Oval 421">
              <a:extLst>
                <a:ext uri="{FF2B5EF4-FFF2-40B4-BE49-F238E27FC236}">
                  <a16:creationId xmlns:a16="http://schemas.microsoft.com/office/drawing/2014/main" id="{E39F0225-ADBF-B3EE-E7FD-74C7D2A81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3075" y="5902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5" name="Oval 422">
              <a:extLst>
                <a:ext uri="{FF2B5EF4-FFF2-40B4-BE49-F238E27FC236}">
                  <a16:creationId xmlns:a16="http://schemas.microsoft.com/office/drawing/2014/main" id="{6A009068-37B8-7394-A659-1C03B7EB6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4350" y="596265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6" name="Oval 423">
              <a:extLst>
                <a:ext uri="{FF2B5EF4-FFF2-40B4-BE49-F238E27FC236}">
                  <a16:creationId xmlns:a16="http://schemas.microsoft.com/office/drawing/2014/main" id="{E2F5DDDF-77D2-66E2-A6B8-0436B059F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1975" y="6026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7" name="Oval 424">
              <a:extLst>
                <a:ext uri="{FF2B5EF4-FFF2-40B4-BE49-F238E27FC236}">
                  <a16:creationId xmlns:a16="http://schemas.microsoft.com/office/drawing/2014/main" id="{1C055303-4EB7-06D9-3238-1F1A6E81CF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1188" y="6100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8" name="Oval 425">
              <a:extLst>
                <a:ext uri="{FF2B5EF4-FFF2-40B4-BE49-F238E27FC236}">
                  <a16:creationId xmlns:a16="http://schemas.microsoft.com/office/drawing/2014/main" id="{D37598AF-EBA0-62F6-F70A-C64909539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0" y="6165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9" name="Oval 426">
              <a:extLst>
                <a:ext uri="{FF2B5EF4-FFF2-40B4-BE49-F238E27FC236}">
                  <a16:creationId xmlns:a16="http://schemas.microsoft.com/office/drawing/2014/main" id="{5F0EF6CF-03CA-57C3-312D-66DE6DB4F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219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0" name="Oval 427">
              <a:extLst>
                <a:ext uri="{FF2B5EF4-FFF2-40B4-BE49-F238E27FC236}">
                  <a16:creationId xmlns:a16="http://schemas.microsoft.com/office/drawing/2014/main" id="{8DB70BEA-52F3-286E-20DE-E32B3CE7E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4063" y="6275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1" name="Oval 428">
              <a:extLst>
                <a:ext uri="{FF2B5EF4-FFF2-40B4-BE49-F238E27FC236}">
                  <a16:creationId xmlns:a16="http://schemas.microsoft.com/office/drawing/2014/main" id="{2700AAA1-1EBB-02E9-12E1-18E47AE71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8513" y="6326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2" name="Oval 429">
              <a:extLst>
                <a:ext uri="{FF2B5EF4-FFF2-40B4-BE49-F238E27FC236}">
                  <a16:creationId xmlns:a16="http://schemas.microsoft.com/office/drawing/2014/main" id="{DEE6BF37-180A-18A0-D3D5-9D1087968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9788" y="6365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3" name="Oval 430">
              <a:extLst>
                <a:ext uri="{FF2B5EF4-FFF2-40B4-BE49-F238E27FC236}">
                  <a16:creationId xmlns:a16="http://schemas.microsoft.com/office/drawing/2014/main" id="{D9BF3615-A0F8-F25E-87F1-96F24DCD3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3" y="64246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4" name="Oval 431">
              <a:extLst>
                <a:ext uri="{FF2B5EF4-FFF2-40B4-BE49-F238E27FC236}">
                  <a16:creationId xmlns:a16="http://schemas.microsoft.com/office/drawing/2014/main" id="{470B1BC1-93A1-03E5-B9A9-3D67A9CF7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3" y="6465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5" name="Oval 432">
              <a:extLst>
                <a:ext uri="{FF2B5EF4-FFF2-40B4-BE49-F238E27FC236}">
                  <a16:creationId xmlns:a16="http://schemas.microsoft.com/office/drawing/2014/main" id="{A859CD35-DC34-6730-BC76-5551C7094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4088" y="652780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6" name="Oval 433">
              <a:extLst>
                <a:ext uri="{FF2B5EF4-FFF2-40B4-BE49-F238E27FC236}">
                  <a16:creationId xmlns:a16="http://schemas.microsoft.com/office/drawing/2014/main" id="{D45EEBFA-53FF-E315-479E-976234034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9013" y="6583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7" name="Oval 434">
              <a:extLst>
                <a:ext uri="{FF2B5EF4-FFF2-40B4-BE49-F238E27FC236}">
                  <a16:creationId xmlns:a16="http://schemas.microsoft.com/office/drawing/2014/main" id="{BE5A62C1-AFE7-962D-67D2-71AE17E06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2350" y="6640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8" name="Oval 435">
              <a:extLst>
                <a:ext uri="{FF2B5EF4-FFF2-40B4-BE49-F238E27FC236}">
                  <a16:creationId xmlns:a16="http://schemas.microsoft.com/office/drawing/2014/main" id="{FA9FB5FB-DB15-67D5-E8F0-C8EAFDBA6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673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9" name="Oval 436">
              <a:extLst>
                <a:ext uri="{FF2B5EF4-FFF2-40B4-BE49-F238E27FC236}">
                  <a16:creationId xmlns:a16="http://schemas.microsoft.com/office/drawing/2014/main" id="{6C45D4C6-57C4-9853-248A-8B04F7B0C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70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0" name="Oval 437">
              <a:extLst>
                <a:ext uri="{FF2B5EF4-FFF2-40B4-BE49-F238E27FC236}">
                  <a16:creationId xmlns:a16="http://schemas.microsoft.com/office/drawing/2014/main" id="{6B86CFCE-578B-7C9F-9882-7335E6FD5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2838" y="6740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1" name="Oval 438">
              <a:extLst>
                <a:ext uri="{FF2B5EF4-FFF2-40B4-BE49-F238E27FC236}">
                  <a16:creationId xmlns:a16="http://schemas.microsoft.com/office/drawing/2014/main" id="{20B04ADE-869A-5E1D-12D9-8A9CD9002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9825" y="6789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2" name="Oval 439">
              <a:extLst>
                <a:ext uri="{FF2B5EF4-FFF2-40B4-BE49-F238E27FC236}">
                  <a16:creationId xmlns:a16="http://schemas.microsoft.com/office/drawing/2014/main" id="{9EF4FF2D-9A09-F3C6-93E4-BDCD40371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6813" y="6842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3" name="Oval 440">
              <a:extLst>
                <a:ext uri="{FF2B5EF4-FFF2-40B4-BE49-F238E27FC236}">
                  <a16:creationId xmlns:a16="http://schemas.microsoft.com/office/drawing/2014/main" id="{48978574-BF40-777F-9A11-A205DF445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8707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4" name="Oval 441">
              <a:extLst>
                <a:ext uri="{FF2B5EF4-FFF2-40B4-BE49-F238E27FC236}">
                  <a16:creationId xmlns:a16="http://schemas.microsoft.com/office/drawing/2014/main" id="{516BD445-658B-711B-FCD1-8AD18D4CC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6025" y="6905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5" name="Oval 442">
              <a:extLst>
                <a:ext uri="{FF2B5EF4-FFF2-40B4-BE49-F238E27FC236}">
                  <a16:creationId xmlns:a16="http://schemas.microsoft.com/office/drawing/2014/main" id="{A7C6038D-9B0D-8420-99F3-2911281AD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8475" y="5842001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6" name="Oval 443">
              <a:extLst>
                <a:ext uri="{FF2B5EF4-FFF2-40B4-BE49-F238E27FC236}">
                  <a16:creationId xmlns:a16="http://schemas.microsoft.com/office/drawing/2014/main" id="{D8895DC7-A4BF-E208-3BF0-ACA3DAD68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3238" y="5857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7" name="Oval 444">
              <a:extLst>
                <a:ext uri="{FF2B5EF4-FFF2-40B4-BE49-F238E27FC236}">
                  <a16:creationId xmlns:a16="http://schemas.microsoft.com/office/drawing/2014/main" id="{1CC7F43E-6AE6-6E29-B203-3C39D45C1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0700" y="5903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8" name="Oval 445">
              <a:extLst>
                <a:ext uri="{FF2B5EF4-FFF2-40B4-BE49-F238E27FC236}">
                  <a16:creationId xmlns:a16="http://schemas.microsoft.com/office/drawing/2014/main" id="{85A32D0E-C4CC-6DF9-D075-7C5BFF148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7688" y="5961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9" name="Oval 446">
              <a:extLst>
                <a:ext uri="{FF2B5EF4-FFF2-40B4-BE49-F238E27FC236}">
                  <a16:creationId xmlns:a16="http://schemas.microsoft.com/office/drawing/2014/main" id="{9607F91B-D6A1-53F9-9AD3-774089395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60198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0" name="Oval 447">
              <a:extLst>
                <a:ext uri="{FF2B5EF4-FFF2-40B4-BE49-F238E27FC236}">
                  <a16:creationId xmlns:a16="http://schemas.microsoft.com/office/drawing/2014/main" id="{11972055-AC2C-B2BF-1B4A-AE44439EA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9125" y="6084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1" name="Oval 448">
              <a:extLst>
                <a:ext uri="{FF2B5EF4-FFF2-40B4-BE49-F238E27FC236}">
                  <a16:creationId xmlns:a16="http://schemas.microsoft.com/office/drawing/2014/main" id="{AEA53722-2FF9-B842-45B0-35F5B892B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0" y="61468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2" name="Oval 449">
              <a:extLst>
                <a:ext uri="{FF2B5EF4-FFF2-40B4-BE49-F238E27FC236}">
                  <a16:creationId xmlns:a16="http://schemas.microsoft.com/office/drawing/2014/main" id="{7AC4AF27-3455-D81F-4D94-6C888273C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1675" y="62150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3" name="Oval 450">
              <a:extLst>
                <a:ext uri="{FF2B5EF4-FFF2-40B4-BE49-F238E27FC236}">
                  <a16:creationId xmlns:a16="http://schemas.microsoft.com/office/drawing/2014/main" id="{BF66F373-1792-8362-C1DA-C6363C8A1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2950" y="6257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4" name="Oval 451">
              <a:extLst>
                <a:ext uri="{FF2B5EF4-FFF2-40B4-BE49-F238E27FC236}">
                  <a16:creationId xmlns:a16="http://schemas.microsoft.com/office/drawing/2014/main" id="{8EACB1AD-3815-FC40-BB8B-9F4D8BBEA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5" y="6308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5" name="Oval 452">
              <a:extLst>
                <a:ext uri="{FF2B5EF4-FFF2-40B4-BE49-F238E27FC236}">
                  <a16:creationId xmlns:a16="http://schemas.microsoft.com/office/drawing/2014/main" id="{E5D79C3B-238F-621B-F07A-D96D4AA0D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3913" y="63674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6" name="Oval 453">
              <a:extLst>
                <a:ext uri="{FF2B5EF4-FFF2-40B4-BE49-F238E27FC236}">
                  <a16:creationId xmlns:a16="http://schemas.microsoft.com/office/drawing/2014/main" id="{78FD0415-FE3B-466B-CB00-CAEF81063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6403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7" name="Oval 454">
              <a:extLst>
                <a:ext uri="{FF2B5EF4-FFF2-40B4-BE49-F238E27FC236}">
                  <a16:creationId xmlns:a16="http://schemas.microsoft.com/office/drawing/2014/main" id="{0CAB48AE-783A-9FAC-119F-4197EEAD1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0113" y="6453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8" name="Oval 455">
              <a:extLst>
                <a:ext uri="{FF2B5EF4-FFF2-40B4-BE49-F238E27FC236}">
                  <a16:creationId xmlns:a16="http://schemas.microsoft.com/office/drawing/2014/main" id="{CC20B2BE-FCA4-B9B5-3457-CF4AF5507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6625" y="6503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9" name="Oval 456">
              <a:extLst>
                <a:ext uri="{FF2B5EF4-FFF2-40B4-BE49-F238E27FC236}">
                  <a16:creationId xmlns:a16="http://schemas.microsoft.com/office/drawing/2014/main" id="{2B0994EA-32B0-813F-004C-052172882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1550" y="6559551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0" name="Oval 457">
              <a:extLst>
                <a:ext uri="{FF2B5EF4-FFF2-40B4-BE49-F238E27FC236}">
                  <a16:creationId xmlns:a16="http://schemas.microsoft.com/office/drawing/2014/main" id="{AAD2727F-5C43-ADF5-F7E0-FABA4FC36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3300" y="6596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1" name="Oval 458">
              <a:extLst>
                <a:ext uri="{FF2B5EF4-FFF2-40B4-BE49-F238E27FC236}">
                  <a16:creationId xmlns:a16="http://schemas.microsoft.com/office/drawing/2014/main" id="{C6019880-358F-420D-4C13-A123F16E8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0" y="6646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2" name="Oval 459">
              <a:extLst>
                <a:ext uri="{FF2B5EF4-FFF2-40B4-BE49-F238E27FC236}">
                  <a16:creationId xmlns:a16="http://schemas.microsoft.com/office/drawing/2014/main" id="{D6D1A841-C376-5529-C1DF-D29C51E46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684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3" name="Oval 460">
              <a:extLst>
                <a:ext uri="{FF2B5EF4-FFF2-40B4-BE49-F238E27FC236}">
                  <a16:creationId xmlns:a16="http://schemas.microsoft.com/office/drawing/2014/main" id="{25812D11-58CC-71FE-12F8-6327681A3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3788" y="6723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4" name="Oval 461">
              <a:extLst>
                <a:ext uri="{FF2B5EF4-FFF2-40B4-BE49-F238E27FC236}">
                  <a16:creationId xmlns:a16="http://schemas.microsoft.com/office/drawing/2014/main" id="{7E83CE5D-6BB2-4058-14CA-B0CB6A846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3" y="6765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5" name="Oval 462">
              <a:extLst>
                <a:ext uri="{FF2B5EF4-FFF2-40B4-BE49-F238E27FC236}">
                  <a16:creationId xmlns:a16="http://schemas.microsoft.com/office/drawing/2014/main" id="{7C854CA8-3AAF-316D-0926-208BE8F17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800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6" name="Oval 463">
              <a:extLst>
                <a:ext uri="{FF2B5EF4-FFF2-40B4-BE49-F238E27FC236}">
                  <a16:creationId xmlns:a16="http://schemas.microsoft.com/office/drawing/2014/main" id="{29F74D32-C48A-30B2-47C3-2F699094A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4750" y="6854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7" name="Oval 464">
              <a:extLst>
                <a:ext uri="{FF2B5EF4-FFF2-40B4-BE49-F238E27FC236}">
                  <a16:creationId xmlns:a16="http://schemas.microsoft.com/office/drawing/2014/main" id="{C179520C-D158-EC5A-9092-AB569FFD7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88498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8" name="Oval 465">
              <a:extLst>
                <a:ext uri="{FF2B5EF4-FFF2-40B4-BE49-F238E27FC236}">
                  <a16:creationId xmlns:a16="http://schemas.microsoft.com/office/drawing/2014/main" id="{A269940E-FDD5-112B-E673-75A2F0E37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6263" y="5922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9" name="Oval 466">
              <a:extLst>
                <a:ext uri="{FF2B5EF4-FFF2-40B4-BE49-F238E27FC236}">
                  <a16:creationId xmlns:a16="http://schemas.microsoft.com/office/drawing/2014/main" id="{92C651A1-7EE8-3494-6997-D5B8A9E03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5953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0" name="Oval 467">
              <a:extLst>
                <a:ext uri="{FF2B5EF4-FFF2-40B4-BE49-F238E27FC236}">
                  <a16:creationId xmlns:a16="http://schemas.microsoft.com/office/drawing/2014/main" id="{5987C1F8-1E86-538A-C3F8-CA7109305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3725" y="59817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1" name="Oval 468">
              <a:extLst>
                <a:ext uri="{FF2B5EF4-FFF2-40B4-BE49-F238E27FC236}">
                  <a16:creationId xmlns:a16="http://schemas.microsoft.com/office/drawing/2014/main" id="{3B8C8E63-26B0-9E60-A0DC-A284BE81A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4363" y="6024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2" name="Oval 469">
              <a:extLst>
                <a:ext uri="{FF2B5EF4-FFF2-40B4-BE49-F238E27FC236}">
                  <a16:creationId xmlns:a16="http://schemas.microsoft.com/office/drawing/2014/main" id="{F1CFA69C-4E4B-278B-0E6C-01639D3CB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350" y="6080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3" name="Oval 470">
              <a:extLst>
                <a:ext uri="{FF2B5EF4-FFF2-40B4-BE49-F238E27FC236}">
                  <a16:creationId xmlns:a16="http://schemas.microsoft.com/office/drawing/2014/main" id="{B73D23FF-3531-CAF3-92DB-4F7E3C0BF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3100" y="6143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4" name="Oval 471">
              <a:extLst>
                <a:ext uri="{FF2B5EF4-FFF2-40B4-BE49-F238E27FC236}">
                  <a16:creationId xmlns:a16="http://schemas.microsoft.com/office/drawing/2014/main" id="{90D5688E-B4DC-8BDE-4F73-CC0A54062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192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5" name="Oval 472">
              <a:extLst>
                <a:ext uri="{FF2B5EF4-FFF2-40B4-BE49-F238E27FC236}">
                  <a16:creationId xmlns:a16="http://schemas.microsoft.com/office/drawing/2014/main" id="{8E9F708E-6FE0-3884-DB30-41C55059B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2950" y="6253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6" name="Oval 473">
              <a:extLst>
                <a:ext uri="{FF2B5EF4-FFF2-40B4-BE49-F238E27FC236}">
                  <a16:creationId xmlns:a16="http://schemas.microsoft.com/office/drawing/2014/main" id="{8CC1F2C7-20CF-DF28-97EB-BA8A82235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9463" y="6300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7" name="Oval 474">
              <a:extLst>
                <a:ext uri="{FF2B5EF4-FFF2-40B4-BE49-F238E27FC236}">
                  <a16:creationId xmlns:a16="http://schemas.microsoft.com/office/drawing/2014/main" id="{8BC2927F-BAD2-5076-2D42-BAC30379D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5" y="6337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8" name="Oval 475">
              <a:extLst>
                <a:ext uri="{FF2B5EF4-FFF2-40B4-BE49-F238E27FC236}">
                  <a16:creationId xmlns:a16="http://schemas.microsoft.com/office/drawing/2014/main" id="{DB5FA06A-6DB0-DA7C-B057-B45A9465F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2488" y="6392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9" name="Oval 476">
              <a:extLst>
                <a:ext uri="{FF2B5EF4-FFF2-40B4-BE49-F238E27FC236}">
                  <a16:creationId xmlns:a16="http://schemas.microsoft.com/office/drawing/2014/main" id="{BADDC306-4854-5C56-A59E-6DB99C189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6434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0" name="Oval 477">
              <a:extLst>
                <a:ext uri="{FF2B5EF4-FFF2-40B4-BE49-F238E27FC236}">
                  <a16:creationId xmlns:a16="http://schemas.microsoft.com/office/drawing/2014/main" id="{0113E6A3-083D-9897-79A5-80B481311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2338" y="6473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1" name="Oval 478">
              <a:extLst>
                <a:ext uri="{FF2B5EF4-FFF2-40B4-BE49-F238E27FC236}">
                  <a16:creationId xmlns:a16="http://schemas.microsoft.com/office/drawing/2014/main" id="{68F2C532-053F-B0D3-83CF-39E985B4B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5675" y="6519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2" name="Oval 479">
              <a:extLst>
                <a:ext uri="{FF2B5EF4-FFF2-40B4-BE49-F238E27FC236}">
                  <a16:creationId xmlns:a16="http://schemas.microsoft.com/office/drawing/2014/main" id="{42D9C581-7CC1-2C80-3F32-9C48C5DD0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5" y="6580188"/>
              <a:ext cx="14287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3" name="Oval 480">
              <a:extLst>
                <a:ext uri="{FF2B5EF4-FFF2-40B4-BE49-F238E27FC236}">
                  <a16:creationId xmlns:a16="http://schemas.microsoft.com/office/drawing/2014/main" id="{5DABDDEC-E818-9F81-0202-5D1952406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5" y="66040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4" name="Oval 481">
              <a:extLst>
                <a:ext uri="{FF2B5EF4-FFF2-40B4-BE49-F238E27FC236}">
                  <a16:creationId xmlns:a16="http://schemas.microsoft.com/office/drawing/2014/main" id="{5858A416-1169-D78C-121C-672C9132C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9338" y="6648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5" name="Oval 482">
              <a:extLst>
                <a:ext uri="{FF2B5EF4-FFF2-40B4-BE49-F238E27FC236}">
                  <a16:creationId xmlns:a16="http://schemas.microsoft.com/office/drawing/2014/main" id="{78C04DAB-69B5-0769-E1FC-1C7751B73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7913" y="6694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6" name="Oval 483">
              <a:extLst>
                <a:ext uri="{FF2B5EF4-FFF2-40B4-BE49-F238E27FC236}">
                  <a16:creationId xmlns:a16="http://schemas.microsoft.com/office/drawing/2014/main" id="{183C0BE6-5798-3021-1968-49122D950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8" y="6745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7" name="Oval 484">
              <a:extLst>
                <a:ext uri="{FF2B5EF4-FFF2-40B4-BE49-F238E27FC236}">
                  <a16:creationId xmlns:a16="http://schemas.microsoft.com/office/drawing/2014/main" id="{3CDCDD60-8D7E-DB13-19C5-A5D21C8D8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788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8" name="Oval 485">
              <a:extLst>
                <a:ext uri="{FF2B5EF4-FFF2-40B4-BE49-F238E27FC236}">
                  <a16:creationId xmlns:a16="http://schemas.microsoft.com/office/drawing/2014/main" id="{89D843A6-1C04-0C7A-01C7-897BC3AA1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8875" y="6808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9" name="Oval 486">
              <a:extLst>
                <a:ext uri="{FF2B5EF4-FFF2-40B4-BE49-F238E27FC236}">
                  <a16:creationId xmlns:a16="http://schemas.microsoft.com/office/drawing/2014/main" id="{8B50CDCC-A25A-4ED8-74C7-7518DE3EE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5" y="685006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0" name="Oval 487">
              <a:extLst>
                <a:ext uri="{FF2B5EF4-FFF2-40B4-BE49-F238E27FC236}">
                  <a16:creationId xmlns:a16="http://schemas.microsoft.com/office/drawing/2014/main" id="{45FC5DAE-4CEF-B6D1-9514-CE900A0D5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8088" y="6886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1" name="Oval 488">
              <a:extLst>
                <a:ext uri="{FF2B5EF4-FFF2-40B4-BE49-F238E27FC236}">
                  <a16:creationId xmlns:a16="http://schemas.microsoft.com/office/drawing/2014/main" id="{2ECC5831-56F8-BB7A-498C-150F5C740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3" y="5997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2" name="Oval 490">
              <a:extLst>
                <a:ext uri="{FF2B5EF4-FFF2-40B4-BE49-F238E27FC236}">
                  <a16:creationId xmlns:a16="http://schemas.microsoft.com/office/drawing/2014/main" id="{C882954F-2346-7F93-383B-2F4EA32F1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9288" y="6030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3" name="Oval 491">
              <a:extLst>
                <a:ext uri="{FF2B5EF4-FFF2-40B4-BE49-F238E27FC236}">
                  <a16:creationId xmlns:a16="http://schemas.microsoft.com/office/drawing/2014/main" id="{729430E8-5F5F-860C-504D-FE3447FA5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1" y="606107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4" name="Oval 492">
              <a:extLst>
                <a:ext uri="{FF2B5EF4-FFF2-40B4-BE49-F238E27FC236}">
                  <a16:creationId xmlns:a16="http://schemas.microsoft.com/office/drawing/2014/main" id="{C25E9F25-32E5-0636-2FDC-D1C9B5BF4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6276" y="6094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5" name="Oval 493">
              <a:extLst>
                <a:ext uri="{FF2B5EF4-FFF2-40B4-BE49-F238E27FC236}">
                  <a16:creationId xmlns:a16="http://schemas.microsoft.com/office/drawing/2014/main" id="{10FE36A9-BD1A-B04B-AEB6-B048E9D95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8501" y="6129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6" name="Oval 494">
              <a:extLst>
                <a:ext uri="{FF2B5EF4-FFF2-40B4-BE49-F238E27FC236}">
                  <a16:creationId xmlns:a16="http://schemas.microsoft.com/office/drawing/2014/main" id="{353461C7-A41E-E90F-D440-42FEF754C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3901" y="6191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7" name="Oval 495">
              <a:extLst>
                <a:ext uri="{FF2B5EF4-FFF2-40B4-BE49-F238E27FC236}">
                  <a16:creationId xmlns:a16="http://schemas.microsoft.com/office/drawing/2014/main" id="{AB2B4C49-6E6F-808E-B9F2-F91A31E47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4063" y="6238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8" name="Oval 496">
              <a:extLst>
                <a:ext uri="{FF2B5EF4-FFF2-40B4-BE49-F238E27FC236}">
                  <a16:creationId xmlns:a16="http://schemas.microsoft.com/office/drawing/2014/main" id="{75C93547-D0EC-9D5D-9F33-A48B3DBEA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6" y="6291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9" name="Oval 497">
              <a:extLst>
                <a:ext uri="{FF2B5EF4-FFF2-40B4-BE49-F238E27FC236}">
                  <a16:creationId xmlns:a16="http://schemas.microsoft.com/office/drawing/2014/main" id="{775B4A89-1489-567F-65AC-33057ABB7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6" y="6334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0" name="Oval 498">
              <a:extLst>
                <a:ext uri="{FF2B5EF4-FFF2-40B4-BE49-F238E27FC236}">
                  <a16:creationId xmlns:a16="http://schemas.microsoft.com/office/drawing/2014/main" id="{097A10AB-4DB6-5109-8C31-E28F9914E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9313" y="6369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1" name="Oval 499">
              <a:extLst>
                <a:ext uri="{FF2B5EF4-FFF2-40B4-BE49-F238E27FC236}">
                  <a16:creationId xmlns:a16="http://schemas.microsoft.com/office/drawing/2014/main" id="{5D956B09-CFFB-DBCE-4800-9A340D10D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3" y="6419851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2" name="Oval 500">
              <a:extLst>
                <a:ext uri="{FF2B5EF4-FFF2-40B4-BE49-F238E27FC236}">
                  <a16:creationId xmlns:a16="http://schemas.microsoft.com/office/drawing/2014/main" id="{3D916FAF-6418-A3A3-CA46-3A191EDB6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4401" y="6469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3" name="Oval 501">
              <a:extLst>
                <a:ext uri="{FF2B5EF4-FFF2-40B4-BE49-F238E27FC236}">
                  <a16:creationId xmlns:a16="http://schemas.microsoft.com/office/drawing/2014/main" id="{27122F60-7885-3B97-CD17-2824AD3D3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1" y="64976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4" name="Oval 502">
              <a:extLst>
                <a:ext uri="{FF2B5EF4-FFF2-40B4-BE49-F238E27FC236}">
                  <a16:creationId xmlns:a16="http://schemas.microsoft.com/office/drawing/2014/main" id="{FDCA550C-700C-E12F-2B89-37FF0C963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3" y="6534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5" name="Oval 503">
              <a:extLst>
                <a:ext uri="{FF2B5EF4-FFF2-40B4-BE49-F238E27FC236}">
                  <a16:creationId xmlns:a16="http://schemas.microsoft.com/office/drawing/2014/main" id="{ABF76E93-D2FD-3D98-C87E-14F8BB6C8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6476" y="6592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6" name="Oval 504">
              <a:extLst>
                <a:ext uri="{FF2B5EF4-FFF2-40B4-BE49-F238E27FC236}">
                  <a16:creationId xmlns:a16="http://schemas.microsoft.com/office/drawing/2014/main" id="{99E5E672-FEB3-6396-8E8A-09492650C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6638" y="66357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7" name="Oval 505">
              <a:extLst>
                <a:ext uri="{FF2B5EF4-FFF2-40B4-BE49-F238E27FC236}">
                  <a16:creationId xmlns:a16="http://schemas.microsoft.com/office/drawing/2014/main" id="{9490D57E-7CC0-0728-1364-9783102AE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673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8" name="Oval 506">
              <a:extLst>
                <a:ext uri="{FF2B5EF4-FFF2-40B4-BE49-F238E27FC236}">
                  <a16:creationId xmlns:a16="http://schemas.microsoft.com/office/drawing/2014/main" id="{A15EEC26-1FBE-B7A7-147A-3A5335AA2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1" y="6718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9" name="Oval 507">
              <a:extLst>
                <a:ext uri="{FF2B5EF4-FFF2-40B4-BE49-F238E27FC236}">
                  <a16:creationId xmlns:a16="http://schemas.microsoft.com/office/drawing/2014/main" id="{5B6CB2FF-1DB5-449A-5FDF-8E8FC27DA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9188" y="6750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0" name="Oval 508">
              <a:extLst>
                <a:ext uri="{FF2B5EF4-FFF2-40B4-BE49-F238E27FC236}">
                  <a16:creationId xmlns:a16="http://schemas.microsoft.com/office/drawing/2014/main" id="{8241E810-A3D3-C71A-74C2-66BDBC6AD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8" y="6789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1" name="Oval 509">
              <a:extLst>
                <a:ext uri="{FF2B5EF4-FFF2-40B4-BE49-F238E27FC236}">
                  <a16:creationId xmlns:a16="http://schemas.microsoft.com/office/drawing/2014/main" id="{E2A1AA92-F61F-EFD0-2752-F3E6B0632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8" y="6821488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2" name="Oval 510">
              <a:extLst>
                <a:ext uri="{FF2B5EF4-FFF2-40B4-BE49-F238E27FC236}">
                  <a16:creationId xmlns:a16="http://schemas.microsoft.com/office/drawing/2014/main" id="{25842FD8-DF4A-F19F-F3E9-766537ECB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3801" y="6858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3" name="Oval 511">
              <a:extLst>
                <a:ext uri="{FF2B5EF4-FFF2-40B4-BE49-F238E27FC236}">
                  <a16:creationId xmlns:a16="http://schemas.microsoft.com/office/drawing/2014/main" id="{AC957AC3-4229-98EA-29CD-EC2ABCB81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6026" y="6902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4" name="Oval 512">
              <a:extLst>
                <a:ext uri="{FF2B5EF4-FFF2-40B4-BE49-F238E27FC236}">
                  <a16:creationId xmlns:a16="http://schemas.microsoft.com/office/drawing/2014/main" id="{DFC249EB-1135-42DC-80ED-8CDB2FB78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6" y="6080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5" name="Oval 513">
              <a:extLst>
                <a:ext uri="{FF2B5EF4-FFF2-40B4-BE49-F238E27FC236}">
                  <a16:creationId xmlns:a16="http://schemas.microsoft.com/office/drawing/2014/main" id="{17FD42E8-F035-651C-156B-FB780D8D9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9613" y="6094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6" name="Oval 514">
              <a:extLst>
                <a:ext uri="{FF2B5EF4-FFF2-40B4-BE49-F238E27FC236}">
                  <a16:creationId xmlns:a16="http://schemas.microsoft.com/office/drawing/2014/main" id="{D0B324E3-178C-4653-4980-F9E3B8243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9138" y="6119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7" name="Oval 515">
              <a:extLst>
                <a:ext uri="{FF2B5EF4-FFF2-40B4-BE49-F238E27FC236}">
                  <a16:creationId xmlns:a16="http://schemas.microsoft.com/office/drawing/2014/main" id="{55514D97-D531-3C64-2734-51482AB9C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3426" y="6143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8" name="Oval 516">
              <a:extLst>
                <a:ext uri="{FF2B5EF4-FFF2-40B4-BE49-F238E27FC236}">
                  <a16:creationId xmlns:a16="http://schemas.microsoft.com/office/drawing/2014/main" id="{46461133-395E-6F6B-2361-174F0413B4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0888" y="6178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9" name="Oval 517">
              <a:extLst>
                <a:ext uri="{FF2B5EF4-FFF2-40B4-BE49-F238E27FC236}">
                  <a16:creationId xmlns:a16="http://schemas.microsoft.com/office/drawing/2014/main" id="{6F08746A-3413-A2AD-577A-C335C6633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3" y="62357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0" name="Oval 518">
              <a:extLst>
                <a:ext uri="{FF2B5EF4-FFF2-40B4-BE49-F238E27FC236}">
                  <a16:creationId xmlns:a16="http://schemas.microsoft.com/office/drawing/2014/main" id="{BBCFC2FB-83C1-7F17-997E-AD68BA328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8513" y="6286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1" name="Oval 519">
              <a:extLst>
                <a:ext uri="{FF2B5EF4-FFF2-40B4-BE49-F238E27FC236}">
                  <a16:creationId xmlns:a16="http://schemas.microsoft.com/office/drawing/2014/main" id="{5CBBDBF7-F0A0-D721-7809-D59D3D93F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3913" y="6337301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2" name="Oval 520">
              <a:extLst>
                <a:ext uri="{FF2B5EF4-FFF2-40B4-BE49-F238E27FC236}">
                  <a16:creationId xmlns:a16="http://schemas.microsoft.com/office/drawing/2014/main" id="{B1CD3788-CD1C-A3D6-B6F9-C54D87BDD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2488" y="6378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3" name="Oval 521">
              <a:extLst>
                <a:ext uri="{FF2B5EF4-FFF2-40B4-BE49-F238E27FC236}">
                  <a16:creationId xmlns:a16="http://schemas.microsoft.com/office/drawing/2014/main" id="{169E7933-E856-BDB2-7D48-F8F238CC4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3" y="641667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4" name="Oval 522">
              <a:extLst>
                <a:ext uri="{FF2B5EF4-FFF2-40B4-BE49-F238E27FC236}">
                  <a16:creationId xmlns:a16="http://schemas.microsoft.com/office/drawing/2014/main" id="{C2328612-2E82-E4FD-0966-FB22C0863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226" y="6464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5" name="Oval 523">
              <a:extLst>
                <a:ext uri="{FF2B5EF4-FFF2-40B4-BE49-F238E27FC236}">
                  <a16:creationId xmlns:a16="http://schemas.microsoft.com/office/drawing/2014/main" id="{21EDE4BB-781D-6CCE-7939-177DFDA9D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1" y="6503988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6" name="Oval 524">
              <a:extLst>
                <a:ext uri="{FF2B5EF4-FFF2-40B4-BE49-F238E27FC236}">
                  <a16:creationId xmlns:a16="http://schemas.microsoft.com/office/drawing/2014/main" id="{1AAE8684-5799-E0E1-98C0-A51F32751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9963" y="6543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7" name="Oval 525">
              <a:extLst>
                <a:ext uri="{FF2B5EF4-FFF2-40B4-BE49-F238E27FC236}">
                  <a16:creationId xmlns:a16="http://schemas.microsoft.com/office/drawing/2014/main" id="{11966328-E578-F5E7-3DB8-9D139777C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8538" y="6583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8" name="Oval 526">
              <a:extLst>
                <a:ext uri="{FF2B5EF4-FFF2-40B4-BE49-F238E27FC236}">
                  <a16:creationId xmlns:a16="http://schemas.microsoft.com/office/drawing/2014/main" id="{8299833C-0CEA-7E06-ABB6-3B84F1F95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7113" y="6618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9" name="Oval 527">
              <a:extLst>
                <a:ext uri="{FF2B5EF4-FFF2-40B4-BE49-F238E27FC236}">
                  <a16:creationId xmlns:a16="http://schemas.microsoft.com/office/drawing/2014/main" id="{23AC522B-A77B-4DC5-D2B8-262B859A9F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1" y="6661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0" name="Oval 528">
              <a:extLst>
                <a:ext uri="{FF2B5EF4-FFF2-40B4-BE49-F238E27FC236}">
                  <a16:creationId xmlns:a16="http://schemas.microsoft.com/office/drawing/2014/main" id="{BA95182A-A693-F9D3-E7CD-FD89475A2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1088" y="6696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1" name="Oval 529">
              <a:extLst>
                <a:ext uri="{FF2B5EF4-FFF2-40B4-BE49-F238E27FC236}">
                  <a16:creationId xmlns:a16="http://schemas.microsoft.com/office/drawing/2014/main" id="{6471E708-70BC-E8A1-858D-8F9996B7D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8" y="6731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2" name="Oval 530">
              <a:extLst>
                <a:ext uri="{FF2B5EF4-FFF2-40B4-BE49-F238E27FC236}">
                  <a16:creationId xmlns:a16="http://schemas.microsoft.com/office/drawing/2014/main" id="{5FDCBB58-CDD2-B797-8CA4-EEA976964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1888" y="6772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3" name="Oval 531">
              <a:extLst>
                <a:ext uri="{FF2B5EF4-FFF2-40B4-BE49-F238E27FC236}">
                  <a16:creationId xmlns:a16="http://schemas.microsoft.com/office/drawing/2014/main" id="{11DA572A-D72E-2327-FD54-DB51BFC25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7288" y="6811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4" name="Oval 532">
              <a:extLst>
                <a:ext uri="{FF2B5EF4-FFF2-40B4-BE49-F238E27FC236}">
                  <a16:creationId xmlns:a16="http://schemas.microsoft.com/office/drawing/2014/main" id="{5925CA46-D1FE-CA4D-A321-5C9E63010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1" y="6840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5" name="Oval 533">
              <a:extLst>
                <a:ext uri="{FF2B5EF4-FFF2-40B4-BE49-F238E27FC236}">
                  <a16:creationId xmlns:a16="http://schemas.microsoft.com/office/drawing/2014/main" id="{C241C988-F746-AE45-6629-AF41B2F3B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3326" y="6867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6" name="Oval 534">
              <a:extLst>
                <a:ext uri="{FF2B5EF4-FFF2-40B4-BE49-F238E27FC236}">
                  <a16:creationId xmlns:a16="http://schemas.microsoft.com/office/drawing/2014/main" id="{AF7E7768-687B-62A6-085F-954175E61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3588" y="6153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7" name="Oval 535">
              <a:extLst>
                <a:ext uri="{FF2B5EF4-FFF2-40B4-BE49-F238E27FC236}">
                  <a16:creationId xmlns:a16="http://schemas.microsoft.com/office/drawing/2014/main" id="{3917B358-14DA-8203-263E-39D3D6CB9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5176" y="6164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8" name="Oval 536">
              <a:extLst>
                <a:ext uri="{FF2B5EF4-FFF2-40B4-BE49-F238E27FC236}">
                  <a16:creationId xmlns:a16="http://schemas.microsoft.com/office/drawing/2014/main" id="{7BB07980-FF8C-F744-7667-3F2F36FCF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3" y="6178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9" name="Oval 537">
              <a:extLst>
                <a:ext uri="{FF2B5EF4-FFF2-40B4-BE49-F238E27FC236}">
                  <a16:creationId xmlns:a16="http://schemas.microsoft.com/office/drawing/2014/main" id="{FBDDB04A-7C68-F8A7-3E2A-00C240D60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6" y="6200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0" name="Oval 538">
              <a:extLst>
                <a:ext uri="{FF2B5EF4-FFF2-40B4-BE49-F238E27FC236}">
                  <a16:creationId xmlns:a16="http://schemas.microsoft.com/office/drawing/2014/main" id="{5658B11C-4F92-16B0-7AC9-E4CD5F1A9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0101" y="6237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1" name="Oval 539">
              <a:extLst>
                <a:ext uri="{FF2B5EF4-FFF2-40B4-BE49-F238E27FC236}">
                  <a16:creationId xmlns:a16="http://schemas.microsoft.com/office/drawing/2014/main" id="{221640F2-DC96-91D6-A7F5-D71D9315E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9151" y="6283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2" name="Oval 540">
              <a:extLst>
                <a:ext uri="{FF2B5EF4-FFF2-40B4-BE49-F238E27FC236}">
                  <a16:creationId xmlns:a16="http://schemas.microsoft.com/office/drawing/2014/main" id="{813B7D19-A661-3D8E-596F-C481334E0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9788" y="6324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3" name="Oval 541">
              <a:extLst>
                <a:ext uri="{FF2B5EF4-FFF2-40B4-BE49-F238E27FC236}">
                  <a16:creationId xmlns:a16="http://schemas.microsoft.com/office/drawing/2014/main" id="{E31FB053-D6F1-F096-897E-E577A11DA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1" y="6367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4" name="Oval 542">
              <a:extLst>
                <a:ext uri="{FF2B5EF4-FFF2-40B4-BE49-F238E27FC236}">
                  <a16:creationId xmlns:a16="http://schemas.microsoft.com/office/drawing/2014/main" id="{FE5425B5-DD15-E488-3982-109053598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1" y="6411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5" name="Oval 543">
              <a:extLst>
                <a:ext uri="{FF2B5EF4-FFF2-40B4-BE49-F238E27FC236}">
                  <a16:creationId xmlns:a16="http://schemas.microsoft.com/office/drawing/2014/main" id="{42D7F1CD-7A70-A112-3838-D2A6C99F0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4401" y="6450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6" name="Oval 544">
              <a:extLst>
                <a:ext uri="{FF2B5EF4-FFF2-40B4-BE49-F238E27FC236}">
                  <a16:creationId xmlns:a16="http://schemas.microsoft.com/office/drawing/2014/main" id="{7B6D7551-FD79-BF79-C935-DD09B0C94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1" y="6489701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7" name="Oval 545">
              <a:extLst>
                <a:ext uri="{FF2B5EF4-FFF2-40B4-BE49-F238E27FC236}">
                  <a16:creationId xmlns:a16="http://schemas.microsoft.com/office/drawing/2014/main" id="{CB2064B0-A2DB-6F46-7B91-2B2CD6E91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6788" y="6537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8" name="Oval 546">
              <a:extLst>
                <a:ext uri="{FF2B5EF4-FFF2-40B4-BE49-F238E27FC236}">
                  <a16:creationId xmlns:a16="http://schemas.microsoft.com/office/drawing/2014/main" id="{70B80D64-B11B-88CE-8179-9F0F0E872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6" y="6583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9" name="Oval 547">
              <a:extLst>
                <a:ext uri="{FF2B5EF4-FFF2-40B4-BE49-F238E27FC236}">
                  <a16:creationId xmlns:a16="http://schemas.microsoft.com/office/drawing/2014/main" id="{3C3F89D1-A9A5-9B4F-7BC2-4A0265550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3" y="6615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0" name="Oval 548">
              <a:extLst>
                <a:ext uri="{FF2B5EF4-FFF2-40B4-BE49-F238E27FC236}">
                  <a16:creationId xmlns:a16="http://schemas.microsoft.com/office/drawing/2014/main" id="{F63CAA4F-7739-6275-8270-5902226A4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6163" y="6645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1" name="Oval 549">
              <a:extLst>
                <a:ext uri="{FF2B5EF4-FFF2-40B4-BE49-F238E27FC236}">
                  <a16:creationId xmlns:a16="http://schemas.microsoft.com/office/drawing/2014/main" id="{82F4CA8C-505A-D9D9-5D04-7C5A19439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1563" y="6692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2" name="Oval 550">
              <a:extLst>
                <a:ext uri="{FF2B5EF4-FFF2-40B4-BE49-F238E27FC236}">
                  <a16:creationId xmlns:a16="http://schemas.microsoft.com/office/drawing/2014/main" id="{1A6D5A66-E5DF-44FE-2E1A-5291EE091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3" y="6721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3" name="Oval 551">
              <a:extLst>
                <a:ext uri="{FF2B5EF4-FFF2-40B4-BE49-F238E27FC236}">
                  <a16:creationId xmlns:a16="http://schemas.microsoft.com/office/drawing/2014/main" id="{D9518A9C-F30C-2B61-09F8-8CA062EEE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3" y="6746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4" name="Oval 552">
              <a:extLst>
                <a:ext uri="{FF2B5EF4-FFF2-40B4-BE49-F238E27FC236}">
                  <a16:creationId xmlns:a16="http://schemas.microsoft.com/office/drawing/2014/main" id="{3D0B6206-72C2-89B6-D085-A73A2E84B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6" y="6784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5" name="Oval 553">
              <a:extLst>
                <a:ext uri="{FF2B5EF4-FFF2-40B4-BE49-F238E27FC236}">
                  <a16:creationId xmlns:a16="http://schemas.microsoft.com/office/drawing/2014/main" id="{51E512A0-CEE0-6B73-3F90-BC7F7DC08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8" y="6829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6" name="Oval 554">
              <a:extLst>
                <a:ext uri="{FF2B5EF4-FFF2-40B4-BE49-F238E27FC236}">
                  <a16:creationId xmlns:a16="http://schemas.microsoft.com/office/drawing/2014/main" id="{9D42EBDD-68AA-8ADF-1350-C4D1C2B35B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864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7" name="Oval 555">
              <a:extLst>
                <a:ext uri="{FF2B5EF4-FFF2-40B4-BE49-F238E27FC236}">
                  <a16:creationId xmlns:a16="http://schemas.microsoft.com/office/drawing/2014/main" id="{2761C20D-5E8F-F9C9-EA7B-91D54A112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4438" y="6891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8" name="Oval 556">
              <a:extLst>
                <a:ext uri="{FF2B5EF4-FFF2-40B4-BE49-F238E27FC236}">
                  <a16:creationId xmlns:a16="http://schemas.microsoft.com/office/drawing/2014/main" id="{0FD0294C-84FC-8031-75B4-30B322668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4388" y="6211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9" name="Oval 557">
              <a:extLst>
                <a:ext uri="{FF2B5EF4-FFF2-40B4-BE49-F238E27FC236}">
                  <a16:creationId xmlns:a16="http://schemas.microsoft.com/office/drawing/2014/main" id="{BF057C11-093A-B0FA-7BB6-6B1948C10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6" y="6223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0" name="Oval 558">
              <a:extLst>
                <a:ext uri="{FF2B5EF4-FFF2-40B4-BE49-F238E27FC236}">
                  <a16:creationId xmlns:a16="http://schemas.microsoft.com/office/drawing/2014/main" id="{41311439-D7D6-1FA8-A6E7-6489A6C61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2326" y="6235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1" name="Oval 559">
              <a:extLst>
                <a:ext uri="{FF2B5EF4-FFF2-40B4-BE49-F238E27FC236}">
                  <a16:creationId xmlns:a16="http://schemas.microsoft.com/office/drawing/2014/main" id="{62AF2C18-2A98-514F-5715-D3E255D4A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1851" y="6264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2" name="Oval 560">
              <a:extLst>
                <a:ext uri="{FF2B5EF4-FFF2-40B4-BE49-F238E27FC236}">
                  <a16:creationId xmlns:a16="http://schemas.microsoft.com/office/drawing/2014/main" id="{7C00BE3B-29F4-96AC-3A10-CFF25F237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6138" y="6289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3" name="Oval 561">
              <a:extLst>
                <a:ext uri="{FF2B5EF4-FFF2-40B4-BE49-F238E27FC236}">
                  <a16:creationId xmlns:a16="http://schemas.microsoft.com/office/drawing/2014/main" id="{B07CBB43-176D-E7C4-2B09-4FEDDECA0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33095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4" name="Oval 562">
              <a:extLst>
                <a:ext uri="{FF2B5EF4-FFF2-40B4-BE49-F238E27FC236}">
                  <a16:creationId xmlns:a16="http://schemas.microsoft.com/office/drawing/2014/main" id="{5F85B539-30D1-63B7-4BAF-FF265EE57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3" y="6364288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5" name="Oval 563">
              <a:extLst>
                <a:ext uri="{FF2B5EF4-FFF2-40B4-BE49-F238E27FC236}">
                  <a16:creationId xmlns:a16="http://schemas.microsoft.com/office/drawing/2014/main" id="{359EA315-0C5B-A22C-AB8F-7EF4592E3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0113" y="6403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6" name="Oval 564">
              <a:extLst>
                <a:ext uri="{FF2B5EF4-FFF2-40B4-BE49-F238E27FC236}">
                  <a16:creationId xmlns:a16="http://schemas.microsoft.com/office/drawing/2014/main" id="{E1B8AEDA-4F95-36CC-88D5-18BD5BE06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2338" y="6446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7" name="Oval 565">
              <a:extLst>
                <a:ext uri="{FF2B5EF4-FFF2-40B4-BE49-F238E27FC236}">
                  <a16:creationId xmlns:a16="http://schemas.microsoft.com/office/drawing/2014/main" id="{4F7D8D97-3E42-A467-50DF-63CA67E58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1" y="6480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8" name="Oval 566">
              <a:extLst>
                <a:ext uri="{FF2B5EF4-FFF2-40B4-BE49-F238E27FC236}">
                  <a16:creationId xmlns:a16="http://schemas.microsoft.com/office/drawing/2014/main" id="{B02DF008-4107-B1BC-5CA5-05E747D64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9963" y="6516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9" name="Oval 567">
              <a:extLst>
                <a:ext uri="{FF2B5EF4-FFF2-40B4-BE49-F238E27FC236}">
                  <a16:creationId xmlns:a16="http://schemas.microsoft.com/office/drawing/2014/main" id="{9024160B-CF8C-C3CF-C5E1-B19B65E069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6" y="6554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0" name="Oval 568">
              <a:extLst>
                <a:ext uri="{FF2B5EF4-FFF2-40B4-BE49-F238E27FC236}">
                  <a16:creationId xmlns:a16="http://schemas.microsoft.com/office/drawing/2014/main" id="{80A197B2-32B8-6022-744A-9771A0959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7588" y="6596063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1" name="Oval 569">
              <a:extLst>
                <a:ext uri="{FF2B5EF4-FFF2-40B4-BE49-F238E27FC236}">
                  <a16:creationId xmlns:a16="http://schemas.microsoft.com/office/drawing/2014/main" id="{69F05FC7-2C51-1BD4-8802-22769CD7DD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2988" y="6629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2" name="Oval 570">
              <a:extLst>
                <a:ext uri="{FF2B5EF4-FFF2-40B4-BE49-F238E27FC236}">
                  <a16:creationId xmlns:a16="http://schemas.microsoft.com/office/drawing/2014/main" id="{17FA6C90-E867-FBA3-E188-65B909926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1" y="6664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3" name="Oval 571">
              <a:extLst>
                <a:ext uri="{FF2B5EF4-FFF2-40B4-BE49-F238E27FC236}">
                  <a16:creationId xmlns:a16="http://schemas.microsoft.com/office/drawing/2014/main" id="{77B4F4EC-BEEE-CE44-862A-16068A93E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0613" y="6711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4" name="Oval 572">
              <a:extLst>
                <a:ext uri="{FF2B5EF4-FFF2-40B4-BE49-F238E27FC236}">
                  <a16:creationId xmlns:a16="http://schemas.microsoft.com/office/drawing/2014/main" id="{06F1B2CC-9D71-2FF7-12FD-B2932017B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6" y="6748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5" name="Oval 573">
              <a:extLst>
                <a:ext uri="{FF2B5EF4-FFF2-40B4-BE49-F238E27FC236}">
                  <a16:creationId xmlns:a16="http://schemas.microsoft.com/office/drawing/2014/main" id="{B3705987-9775-4A82-364D-6772B9CCD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8238" y="6780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6" name="Oval 574">
              <a:extLst>
                <a:ext uri="{FF2B5EF4-FFF2-40B4-BE49-F238E27FC236}">
                  <a16:creationId xmlns:a16="http://schemas.microsoft.com/office/drawing/2014/main" id="{5B2480B8-3DC0-EE2E-D755-8CCF0FCBE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3" y="6816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7" name="Oval 575">
              <a:extLst>
                <a:ext uri="{FF2B5EF4-FFF2-40B4-BE49-F238E27FC236}">
                  <a16:creationId xmlns:a16="http://schemas.microsoft.com/office/drawing/2014/main" id="{834A6E05-7DB0-60E6-9899-C76779AC7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6" y="6848476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8" name="Oval 576">
              <a:extLst>
                <a:ext uri="{FF2B5EF4-FFF2-40B4-BE49-F238E27FC236}">
                  <a16:creationId xmlns:a16="http://schemas.microsoft.com/office/drawing/2014/main" id="{B7D6A954-8204-6E46-87EE-53752F2D8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4913" y="6873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9" name="Oval 577">
              <a:extLst>
                <a:ext uri="{FF2B5EF4-FFF2-40B4-BE49-F238E27FC236}">
                  <a16:creationId xmlns:a16="http://schemas.microsoft.com/office/drawing/2014/main" id="{2D336BC0-DB81-CB1C-85CB-03FCA7333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6905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0" name="Oval 578">
              <a:extLst>
                <a:ext uri="{FF2B5EF4-FFF2-40B4-BE49-F238E27FC236}">
                  <a16:creationId xmlns:a16="http://schemas.microsoft.com/office/drawing/2014/main" id="{FF25241E-9270-8C8B-62A2-8105484DA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267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1" name="Oval 579">
              <a:extLst>
                <a:ext uri="{FF2B5EF4-FFF2-40B4-BE49-F238E27FC236}">
                  <a16:creationId xmlns:a16="http://schemas.microsoft.com/office/drawing/2014/main" id="{F592F85C-76AA-10BF-B008-BB0E80C4F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1" y="6280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2" name="Oval 580">
              <a:extLst>
                <a:ext uri="{FF2B5EF4-FFF2-40B4-BE49-F238E27FC236}">
                  <a16:creationId xmlns:a16="http://schemas.microsoft.com/office/drawing/2014/main" id="{DBC416BD-458C-2F30-0D69-A3520C01D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8363" y="6288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3" name="Oval 581">
              <a:extLst>
                <a:ext uri="{FF2B5EF4-FFF2-40B4-BE49-F238E27FC236}">
                  <a16:creationId xmlns:a16="http://schemas.microsoft.com/office/drawing/2014/main" id="{EEB0594C-F6E7-E037-775A-CA0AE5373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1" y="63134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4" name="Oval 582">
              <a:extLst>
                <a:ext uri="{FF2B5EF4-FFF2-40B4-BE49-F238E27FC236}">
                  <a16:creationId xmlns:a16="http://schemas.microsoft.com/office/drawing/2014/main" id="{14A8133F-B64D-0ABB-6658-CD1B93DB0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1" y="63420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5" name="Oval 583">
              <a:extLst>
                <a:ext uri="{FF2B5EF4-FFF2-40B4-BE49-F238E27FC236}">
                  <a16:creationId xmlns:a16="http://schemas.microsoft.com/office/drawing/2014/main" id="{9273CAC4-9AC2-104E-1E6C-AC1B64E1D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1701" y="6375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6" name="Oval 584">
              <a:extLst>
                <a:ext uri="{FF2B5EF4-FFF2-40B4-BE49-F238E27FC236}">
                  <a16:creationId xmlns:a16="http://schemas.microsoft.com/office/drawing/2014/main" id="{71879393-DDCE-893C-F411-55E104829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3" y="6411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7" name="Oval 585">
              <a:extLst>
                <a:ext uri="{FF2B5EF4-FFF2-40B4-BE49-F238E27FC236}">
                  <a16:creationId xmlns:a16="http://schemas.microsoft.com/office/drawing/2014/main" id="{ECA06E62-1E2B-EE90-90B5-D6E916C78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6626" y="6448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8" name="Oval 586">
              <a:extLst>
                <a:ext uri="{FF2B5EF4-FFF2-40B4-BE49-F238E27FC236}">
                  <a16:creationId xmlns:a16="http://schemas.microsoft.com/office/drawing/2014/main" id="{1C12C43C-958C-DAC1-4393-FF589E2F8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5676" y="6481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9" name="Oval 587">
              <a:extLst>
                <a:ext uri="{FF2B5EF4-FFF2-40B4-BE49-F238E27FC236}">
                  <a16:creationId xmlns:a16="http://schemas.microsoft.com/office/drawing/2014/main" id="{E071F846-2CF2-7206-F429-775819D211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3" y="6515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0" name="Oval 588">
              <a:extLst>
                <a:ext uri="{FF2B5EF4-FFF2-40B4-BE49-F238E27FC236}">
                  <a16:creationId xmlns:a16="http://schemas.microsoft.com/office/drawing/2014/main" id="{8552D4E8-4FF3-DAC6-DFDA-6CD505A60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8538" y="6538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1" name="Oval 589">
              <a:extLst>
                <a:ext uri="{FF2B5EF4-FFF2-40B4-BE49-F238E27FC236}">
                  <a16:creationId xmlns:a16="http://schemas.microsoft.com/office/drawing/2014/main" id="{6DB1E558-5BC0-6635-6397-BE42AAA74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3" y="6562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2" name="Oval 590">
              <a:extLst>
                <a:ext uri="{FF2B5EF4-FFF2-40B4-BE49-F238E27FC236}">
                  <a16:creationId xmlns:a16="http://schemas.microsoft.com/office/drawing/2014/main" id="{F2E27DD2-A590-26E6-FB20-B8289B18E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2988" y="6604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3" name="Oval 591">
              <a:extLst>
                <a:ext uri="{FF2B5EF4-FFF2-40B4-BE49-F238E27FC236}">
                  <a16:creationId xmlns:a16="http://schemas.microsoft.com/office/drawing/2014/main" id="{D0042A47-78BF-64DC-DBD5-241F94196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653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4" name="Oval 592">
              <a:extLst>
                <a:ext uri="{FF2B5EF4-FFF2-40B4-BE49-F238E27FC236}">
                  <a16:creationId xmlns:a16="http://schemas.microsoft.com/office/drawing/2014/main" id="{6D2C3FD7-81A5-3A39-634B-E0C364630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8" y="6692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5" name="Oval 593">
              <a:extLst>
                <a:ext uri="{FF2B5EF4-FFF2-40B4-BE49-F238E27FC236}">
                  <a16:creationId xmlns:a16="http://schemas.microsoft.com/office/drawing/2014/main" id="{CB8658F4-CB07-E2C1-2182-587050FCE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1" y="6731001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6" name="Oval 594">
              <a:extLst>
                <a:ext uri="{FF2B5EF4-FFF2-40B4-BE49-F238E27FC236}">
                  <a16:creationId xmlns:a16="http://schemas.microsoft.com/office/drawing/2014/main" id="{336B49CE-E5DA-87E9-2332-6E6DDF2BD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6" y="6767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7" name="Oval 595">
              <a:extLst>
                <a:ext uri="{FF2B5EF4-FFF2-40B4-BE49-F238E27FC236}">
                  <a16:creationId xmlns:a16="http://schemas.microsoft.com/office/drawing/2014/main" id="{DAD6CC44-3405-3334-47A2-67C917A80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3" y="67929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8" name="Oval 596">
              <a:extLst>
                <a:ext uri="{FF2B5EF4-FFF2-40B4-BE49-F238E27FC236}">
                  <a16:creationId xmlns:a16="http://schemas.microsoft.com/office/drawing/2014/main" id="{BE6A19A1-2DF2-01F6-E91A-1C6A0C073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8" y="6837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9" name="Oval 597">
              <a:extLst>
                <a:ext uri="{FF2B5EF4-FFF2-40B4-BE49-F238E27FC236}">
                  <a16:creationId xmlns:a16="http://schemas.microsoft.com/office/drawing/2014/main" id="{323E251F-54D0-6191-2A3A-CC4AE86B5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6" y="6873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0" name="Oval 598">
              <a:extLst>
                <a:ext uri="{FF2B5EF4-FFF2-40B4-BE49-F238E27FC236}">
                  <a16:creationId xmlns:a16="http://schemas.microsoft.com/office/drawing/2014/main" id="{88AD3EE0-7C59-CEDA-7914-7A0B2DBA2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9201" y="6897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1" name="Oval 599">
              <a:extLst>
                <a:ext uri="{FF2B5EF4-FFF2-40B4-BE49-F238E27FC236}">
                  <a16:creationId xmlns:a16="http://schemas.microsoft.com/office/drawing/2014/main" id="{F95EC13B-E6BB-C66C-7FDF-0715D29D0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76" y="6329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2" name="Oval 600">
              <a:extLst>
                <a:ext uri="{FF2B5EF4-FFF2-40B4-BE49-F238E27FC236}">
                  <a16:creationId xmlns:a16="http://schemas.microsoft.com/office/drawing/2014/main" id="{37A6B8F5-EC05-A987-54C1-17F43ADA1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6463" y="6334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3" name="Oval 601">
              <a:extLst>
                <a:ext uri="{FF2B5EF4-FFF2-40B4-BE49-F238E27FC236}">
                  <a16:creationId xmlns:a16="http://schemas.microsoft.com/office/drawing/2014/main" id="{AC40A02C-37BE-64FA-F8EF-C943CC746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226" y="6340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4" name="Oval 602">
              <a:extLst>
                <a:ext uri="{FF2B5EF4-FFF2-40B4-BE49-F238E27FC236}">
                  <a16:creationId xmlns:a16="http://schemas.microsoft.com/office/drawing/2014/main" id="{F70F1ED5-2A8A-5946-4EE3-CB93907FC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3" y="6364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5" name="Oval 603">
              <a:extLst>
                <a:ext uri="{FF2B5EF4-FFF2-40B4-BE49-F238E27FC236}">
                  <a16:creationId xmlns:a16="http://schemas.microsoft.com/office/drawing/2014/main" id="{B8AA3C54-D903-DAD6-5A78-EC806E5D6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8688" y="6383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6" name="Oval 604">
              <a:extLst>
                <a:ext uri="{FF2B5EF4-FFF2-40B4-BE49-F238E27FC236}">
                  <a16:creationId xmlns:a16="http://schemas.microsoft.com/office/drawing/2014/main" id="{A7DEAD03-8249-D06F-960E-0EFD4695A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1" y="6419851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7" name="Oval 605">
              <a:extLst>
                <a:ext uri="{FF2B5EF4-FFF2-40B4-BE49-F238E27FC236}">
                  <a16:creationId xmlns:a16="http://schemas.microsoft.com/office/drawing/2014/main" id="{19554ED8-04A5-D2CA-6879-7960C9C64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4088" y="644207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8" name="Oval 606">
              <a:extLst>
                <a:ext uri="{FF2B5EF4-FFF2-40B4-BE49-F238E27FC236}">
                  <a16:creationId xmlns:a16="http://schemas.microsoft.com/office/drawing/2014/main" id="{E3A56E12-7E70-4788-007B-99F840B6D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1551" y="6483351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9" name="Oval 607">
              <a:extLst>
                <a:ext uri="{FF2B5EF4-FFF2-40B4-BE49-F238E27FC236}">
                  <a16:creationId xmlns:a16="http://schemas.microsoft.com/office/drawing/2014/main" id="{AEB3AECC-7F8A-33EF-2819-6BC7A7900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6" y="651827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0" name="Oval 608">
              <a:extLst>
                <a:ext uri="{FF2B5EF4-FFF2-40B4-BE49-F238E27FC236}">
                  <a16:creationId xmlns:a16="http://schemas.microsoft.com/office/drawing/2014/main" id="{60B5734F-B53D-16DB-8928-CD4442BFF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6476" y="6546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1" name="Oval 609">
              <a:extLst>
                <a:ext uri="{FF2B5EF4-FFF2-40B4-BE49-F238E27FC236}">
                  <a16:creationId xmlns:a16="http://schemas.microsoft.com/office/drawing/2014/main" id="{7D0C519B-9582-CC6F-2F81-4D9141523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7113" y="6578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2" name="Oval 610">
              <a:extLst>
                <a:ext uri="{FF2B5EF4-FFF2-40B4-BE49-F238E27FC236}">
                  <a16:creationId xmlns:a16="http://schemas.microsoft.com/office/drawing/2014/main" id="{5A5E009F-AE82-D47E-3D13-F51F9CAF0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6163" y="6602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3" name="Oval 611">
              <a:extLst>
                <a:ext uri="{FF2B5EF4-FFF2-40B4-BE49-F238E27FC236}">
                  <a16:creationId xmlns:a16="http://schemas.microsoft.com/office/drawing/2014/main" id="{9C6E0AAC-48A0-0924-03AA-537E9DEF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1" y="6634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4" name="Oval 612">
              <a:extLst>
                <a:ext uri="{FF2B5EF4-FFF2-40B4-BE49-F238E27FC236}">
                  <a16:creationId xmlns:a16="http://schemas.microsoft.com/office/drawing/2014/main" id="{36B80A31-B368-0991-7C29-E2F71038B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8" y="6683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5" name="Oval 613">
              <a:extLst>
                <a:ext uri="{FF2B5EF4-FFF2-40B4-BE49-F238E27FC236}">
                  <a16:creationId xmlns:a16="http://schemas.microsoft.com/office/drawing/2014/main" id="{CD362B75-5DD8-D511-F2E9-F75BB0855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9663" y="6719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6" name="Oval 614">
              <a:extLst>
                <a:ext uri="{FF2B5EF4-FFF2-40B4-BE49-F238E27FC236}">
                  <a16:creationId xmlns:a16="http://schemas.microsoft.com/office/drawing/2014/main" id="{71455378-8204-6605-3D26-93B23C016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0301" y="6750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7" name="Oval 615">
              <a:extLst>
                <a:ext uri="{FF2B5EF4-FFF2-40B4-BE49-F238E27FC236}">
                  <a16:creationId xmlns:a16="http://schemas.microsoft.com/office/drawing/2014/main" id="{6E808359-FA59-D3A9-0EFE-E4D859683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938" y="6783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8" name="Oval 616">
              <a:extLst>
                <a:ext uri="{FF2B5EF4-FFF2-40B4-BE49-F238E27FC236}">
                  <a16:creationId xmlns:a16="http://schemas.microsoft.com/office/drawing/2014/main" id="{DA931345-D2B6-F0AA-5C68-9AE6098E5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6" y="6810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9" name="Oval 617">
              <a:extLst>
                <a:ext uri="{FF2B5EF4-FFF2-40B4-BE49-F238E27FC236}">
                  <a16:creationId xmlns:a16="http://schemas.microsoft.com/office/drawing/2014/main" id="{DD84538F-F326-D44A-46C9-C31516BB4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846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0" name="Oval 618">
              <a:extLst>
                <a:ext uri="{FF2B5EF4-FFF2-40B4-BE49-F238E27FC236}">
                  <a16:creationId xmlns:a16="http://schemas.microsoft.com/office/drawing/2014/main" id="{9EB3A96B-04F3-2DD4-342A-71100F8AD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2851" y="6888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1" name="Oval 619">
              <a:extLst>
                <a:ext uri="{FF2B5EF4-FFF2-40B4-BE49-F238E27FC236}">
                  <a16:creationId xmlns:a16="http://schemas.microsoft.com/office/drawing/2014/main" id="{F830EC3C-24F6-2E29-E2C9-0F9A9D4DC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1" y="6380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2" name="Oval 620">
              <a:extLst>
                <a:ext uri="{FF2B5EF4-FFF2-40B4-BE49-F238E27FC236}">
                  <a16:creationId xmlns:a16="http://schemas.microsoft.com/office/drawing/2014/main" id="{111AB6D0-76A7-61BE-2A29-8638DD0B6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7738" y="63817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3" name="Oval 621">
              <a:extLst>
                <a:ext uri="{FF2B5EF4-FFF2-40B4-BE49-F238E27FC236}">
                  <a16:creationId xmlns:a16="http://schemas.microsoft.com/office/drawing/2014/main" id="{E94A6475-3A68-BCE5-A11F-50054D33C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0913" y="6392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4" name="Oval 622">
              <a:extLst>
                <a:ext uri="{FF2B5EF4-FFF2-40B4-BE49-F238E27FC236}">
                  <a16:creationId xmlns:a16="http://schemas.microsoft.com/office/drawing/2014/main" id="{670EC891-2D0C-A464-BCF1-52CAE7B1D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263" y="6413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5" name="Oval 623">
              <a:extLst>
                <a:ext uri="{FF2B5EF4-FFF2-40B4-BE49-F238E27FC236}">
                  <a16:creationId xmlns:a16="http://schemas.microsoft.com/office/drawing/2014/main" id="{66997E40-84BE-ACB2-198D-068E3D8A7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6788" y="6430963"/>
              <a:ext cx="11113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6" name="Oval 624">
              <a:extLst>
                <a:ext uri="{FF2B5EF4-FFF2-40B4-BE49-F238E27FC236}">
                  <a16:creationId xmlns:a16="http://schemas.microsoft.com/office/drawing/2014/main" id="{9FF82DBD-3269-D04E-E2E3-932906B2C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3" y="645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7" name="Oval 625">
              <a:extLst>
                <a:ext uri="{FF2B5EF4-FFF2-40B4-BE49-F238E27FC236}">
                  <a16:creationId xmlns:a16="http://schemas.microsoft.com/office/drawing/2014/main" id="{D82A960E-F50B-F250-9F39-A47048EF5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9013" y="6481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8" name="Oval 626">
              <a:extLst>
                <a:ext uri="{FF2B5EF4-FFF2-40B4-BE49-F238E27FC236}">
                  <a16:creationId xmlns:a16="http://schemas.microsoft.com/office/drawing/2014/main" id="{49BF3E1A-45A0-6FA3-BC51-D105E0193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3301" y="6519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9" name="Oval 627">
              <a:extLst>
                <a:ext uri="{FF2B5EF4-FFF2-40B4-BE49-F238E27FC236}">
                  <a16:creationId xmlns:a16="http://schemas.microsoft.com/office/drawing/2014/main" id="{91752412-6AF5-CFE2-F5C0-AAF6986BB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6" y="6554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0" name="Oval 628">
              <a:extLst>
                <a:ext uri="{FF2B5EF4-FFF2-40B4-BE49-F238E27FC236}">
                  <a16:creationId xmlns:a16="http://schemas.microsoft.com/office/drawing/2014/main" id="{5F5E2750-30F1-70F7-63B7-FFBE59A2F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6638" y="6586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1" name="Oval 629">
              <a:extLst>
                <a:ext uri="{FF2B5EF4-FFF2-40B4-BE49-F238E27FC236}">
                  <a16:creationId xmlns:a16="http://schemas.microsoft.com/office/drawing/2014/main" id="{2A4FB530-F1BA-AA9C-312E-48BB15F34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1" y="66087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2" name="Oval 630">
              <a:extLst>
                <a:ext uri="{FF2B5EF4-FFF2-40B4-BE49-F238E27FC236}">
                  <a16:creationId xmlns:a16="http://schemas.microsoft.com/office/drawing/2014/main" id="{CBDCC7AC-71B4-850D-431A-B5A458570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1563" y="66373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3" name="Oval 631">
              <a:extLst>
                <a:ext uri="{FF2B5EF4-FFF2-40B4-BE49-F238E27FC236}">
                  <a16:creationId xmlns:a16="http://schemas.microsoft.com/office/drawing/2014/main" id="{6E8B6A80-77E1-1A07-D110-399CECD1E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0613" y="6665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4" name="Oval 632">
              <a:extLst>
                <a:ext uri="{FF2B5EF4-FFF2-40B4-BE49-F238E27FC236}">
                  <a16:creationId xmlns:a16="http://schemas.microsoft.com/office/drawing/2014/main" id="{9190E16D-67C5-046F-3D5C-DFBBF9BA8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1" y="6705601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5" name="Oval 633">
              <a:extLst>
                <a:ext uri="{FF2B5EF4-FFF2-40B4-BE49-F238E27FC236}">
                  <a16:creationId xmlns:a16="http://schemas.microsoft.com/office/drawing/2014/main" id="{A41E442D-4BA1-B1FF-1E12-4651E444C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0301" y="674052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6" name="Oval 634">
              <a:extLst>
                <a:ext uri="{FF2B5EF4-FFF2-40B4-BE49-F238E27FC236}">
                  <a16:creationId xmlns:a16="http://schemas.microsoft.com/office/drawing/2014/main" id="{4FBA532C-0ED1-7743-9EBA-6768D6466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1" y="6772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7" name="Oval 635">
              <a:extLst>
                <a:ext uri="{FF2B5EF4-FFF2-40B4-BE49-F238E27FC236}">
                  <a16:creationId xmlns:a16="http://schemas.microsoft.com/office/drawing/2014/main" id="{A99C2DC7-A3B0-4F97-5F80-462842515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8" y="6800851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8" name="Oval 636">
              <a:extLst>
                <a:ext uri="{FF2B5EF4-FFF2-40B4-BE49-F238E27FC236}">
                  <a16:creationId xmlns:a16="http://schemas.microsoft.com/office/drawing/2014/main" id="{32BBAB14-F396-B32E-CD18-B3FA826A8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9038" y="6842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9" name="Oval 637">
              <a:extLst>
                <a:ext uri="{FF2B5EF4-FFF2-40B4-BE49-F238E27FC236}">
                  <a16:creationId xmlns:a16="http://schemas.microsoft.com/office/drawing/2014/main" id="{0B2D0BD7-84E5-D023-0A9D-60D4782EE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8088" y="6869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0" name="Oval 638">
              <a:extLst>
                <a:ext uri="{FF2B5EF4-FFF2-40B4-BE49-F238E27FC236}">
                  <a16:creationId xmlns:a16="http://schemas.microsoft.com/office/drawing/2014/main" id="{A8A0C79B-BD9B-26A2-05B1-E034AB929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6899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1" name="Oval 639">
              <a:extLst>
                <a:ext uri="{FF2B5EF4-FFF2-40B4-BE49-F238E27FC236}">
                  <a16:creationId xmlns:a16="http://schemas.microsoft.com/office/drawing/2014/main" id="{73A85372-25E6-686F-2FA1-890FB1BAF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1" y="6429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2" name="Oval 640">
              <a:extLst>
                <a:ext uri="{FF2B5EF4-FFF2-40B4-BE49-F238E27FC236}">
                  <a16:creationId xmlns:a16="http://schemas.microsoft.com/office/drawing/2014/main" id="{A5B07BAA-2864-65B2-7A0B-00F194DEB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1" y="6426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3" name="Oval 641">
              <a:extLst>
                <a:ext uri="{FF2B5EF4-FFF2-40B4-BE49-F238E27FC236}">
                  <a16:creationId xmlns:a16="http://schemas.microsoft.com/office/drawing/2014/main" id="{E767F156-259D-8149-97CB-A85A72D85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6" y="644207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4" name="Oval 642">
              <a:extLst>
                <a:ext uri="{FF2B5EF4-FFF2-40B4-BE49-F238E27FC236}">
                  <a16:creationId xmlns:a16="http://schemas.microsoft.com/office/drawing/2014/main" id="{1B9F23B5-7E71-F0B8-D131-450CA5E24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6" y="6451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5" name="Oval 643">
              <a:extLst>
                <a:ext uri="{FF2B5EF4-FFF2-40B4-BE49-F238E27FC236}">
                  <a16:creationId xmlns:a16="http://schemas.microsoft.com/office/drawing/2014/main" id="{FCC21327-9C2B-C343-2F8C-BD92D0C14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1713" y="6473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6" name="Oval 644">
              <a:extLst>
                <a:ext uri="{FF2B5EF4-FFF2-40B4-BE49-F238E27FC236}">
                  <a16:creationId xmlns:a16="http://schemas.microsoft.com/office/drawing/2014/main" id="{749CC2DF-AD9D-485B-D5B5-044A10771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1238" y="6503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7" name="Oval 645">
              <a:extLst>
                <a:ext uri="{FF2B5EF4-FFF2-40B4-BE49-F238E27FC236}">
                  <a16:creationId xmlns:a16="http://schemas.microsoft.com/office/drawing/2014/main" id="{9A025CE0-44C4-65A0-62F9-BD1C1DB23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2351" y="6529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8" name="Oval 646">
              <a:extLst>
                <a:ext uri="{FF2B5EF4-FFF2-40B4-BE49-F238E27FC236}">
                  <a16:creationId xmlns:a16="http://schemas.microsoft.com/office/drawing/2014/main" id="{411EC447-EB6C-DB80-6C1D-61C184563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1" y="6561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9" name="Oval 647">
              <a:extLst>
                <a:ext uri="{FF2B5EF4-FFF2-40B4-BE49-F238E27FC236}">
                  <a16:creationId xmlns:a16="http://schemas.microsoft.com/office/drawing/2014/main" id="{32CDB8C1-7CE9-45B6-F64F-4F7FC62AB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9338" y="6584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0" name="Oval 648">
              <a:extLst>
                <a:ext uri="{FF2B5EF4-FFF2-40B4-BE49-F238E27FC236}">
                  <a16:creationId xmlns:a16="http://schemas.microsoft.com/office/drawing/2014/main" id="{E2D28D34-4BCD-0A95-CAA9-F27975CC0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613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1" name="Oval 649">
              <a:extLst>
                <a:ext uri="{FF2B5EF4-FFF2-40B4-BE49-F238E27FC236}">
                  <a16:creationId xmlns:a16="http://schemas.microsoft.com/office/drawing/2014/main" id="{E076D708-C8F8-D6ED-1430-77BD0AA1A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1088" y="6643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2" name="Oval 650">
              <a:extLst>
                <a:ext uri="{FF2B5EF4-FFF2-40B4-BE49-F238E27FC236}">
                  <a16:creationId xmlns:a16="http://schemas.microsoft.com/office/drawing/2014/main" id="{238A724E-7D12-193D-9591-EF29CD170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3" y="666750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3" name="Oval 651">
              <a:extLst>
                <a:ext uri="{FF2B5EF4-FFF2-40B4-BE49-F238E27FC236}">
                  <a16:creationId xmlns:a16="http://schemas.microsoft.com/office/drawing/2014/main" id="{A86516D9-6625-9468-3635-84BA4AC48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6" y="6699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4" name="Oval 652">
              <a:extLst>
                <a:ext uri="{FF2B5EF4-FFF2-40B4-BE49-F238E27FC236}">
                  <a16:creationId xmlns:a16="http://schemas.microsoft.com/office/drawing/2014/main" id="{4B7C1440-8D78-1E2B-1B31-B1C22CD26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6" y="6724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5" name="Oval 653">
              <a:extLst>
                <a:ext uri="{FF2B5EF4-FFF2-40B4-BE49-F238E27FC236}">
                  <a16:creationId xmlns:a16="http://schemas.microsoft.com/office/drawing/2014/main" id="{716F41AE-7CEC-0A23-95EE-BFE5B2E4C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938" y="6754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6" name="Oval 654">
              <a:extLst>
                <a:ext uri="{FF2B5EF4-FFF2-40B4-BE49-F238E27FC236}">
                  <a16:creationId xmlns:a16="http://schemas.microsoft.com/office/drawing/2014/main" id="{9B657698-4446-0748-327E-F99A31C77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8" y="6786563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7" name="Oval 655">
              <a:extLst>
                <a:ext uri="{FF2B5EF4-FFF2-40B4-BE49-F238E27FC236}">
                  <a16:creationId xmlns:a16="http://schemas.microsoft.com/office/drawing/2014/main" id="{F2BB3088-7BAA-6373-05F1-E26334014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7451" y="6821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8" name="Oval 656">
              <a:extLst>
                <a:ext uri="{FF2B5EF4-FFF2-40B4-BE49-F238E27FC236}">
                  <a16:creationId xmlns:a16="http://schemas.microsoft.com/office/drawing/2014/main" id="{C21783DC-ADE9-80B5-13E4-BA87C883E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6501" y="6858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9" name="Oval 657">
              <a:extLst>
                <a:ext uri="{FF2B5EF4-FFF2-40B4-BE49-F238E27FC236}">
                  <a16:creationId xmlns:a16="http://schemas.microsoft.com/office/drawing/2014/main" id="{31724412-AF6A-6C57-D934-2049795C8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3963" y="6891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0" name="Oval 658">
              <a:extLst>
                <a:ext uri="{FF2B5EF4-FFF2-40B4-BE49-F238E27FC236}">
                  <a16:creationId xmlns:a16="http://schemas.microsoft.com/office/drawing/2014/main" id="{D1E9D2A5-2CBA-8450-0B51-D5F11ECB7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6" y="6481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1" name="Oval 659">
              <a:extLst>
                <a:ext uri="{FF2B5EF4-FFF2-40B4-BE49-F238E27FC236}">
                  <a16:creationId xmlns:a16="http://schemas.microsoft.com/office/drawing/2014/main" id="{3FB85CCB-D13B-4A79-1AC1-097C91E0A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3" y="6486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2" name="Oval 660">
              <a:extLst>
                <a:ext uri="{FF2B5EF4-FFF2-40B4-BE49-F238E27FC236}">
                  <a16:creationId xmlns:a16="http://schemas.microsoft.com/office/drawing/2014/main" id="{93A4C9EF-B43C-8B58-CF88-D7F15085D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3938" y="6489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3" name="Oval 661">
              <a:extLst>
                <a:ext uri="{FF2B5EF4-FFF2-40B4-BE49-F238E27FC236}">
                  <a16:creationId xmlns:a16="http://schemas.microsoft.com/office/drawing/2014/main" id="{E7B36454-BBBE-9675-4A86-B7E06372D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8701" y="6503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4" name="Oval 662">
              <a:extLst>
                <a:ext uri="{FF2B5EF4-FFF2-40B4-BE49-F238E27FC236}">
                  <a16:creationId xmlns:a16="http://schemas.microsoft.com/office/drawing/2014/main" id="{7C471C45-7FD6-C8FD-2E60-0E8E94A27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1" y="6516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5" name="Oval 663">
              <a:extLst>
                <a:ext uri="{FF2B5EF4-FFF2-40B4-BE49-F238E27FC236}">
                  <a16:creationId xmlns:a16="http://schemas.microsoft.com/office/drawing/2014/main" id="{5C7ED6ED-B809-AD62-DEA4-DAD15FCF2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4576" y="6545263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6" name="Oval 664">
              <a:extLst>
                <a:ext uri="{FF2B5EF4-FFF2-40B4-BE49-F238E27FC236}">
                  <a16:creationId xmlns:a16="http://schemas.microsoft.com/office/drawing/2014/main" id="{F6B2F481-4B39-665C-DC74-768AF3FA0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1" y="6569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7" name="Oval 665">
              <a:extLst>
                <a:ext uri="{FF2B5EF4-FFF2-40B4-BE49-F238E27FC236}">
                  <a16:creationId xmlns:a16="http://schemas.microsoft.com/office/drawing/2014/main" id="{4485BCC2-3AD6-FC76-5834-EFCEFDE6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584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8" name="Oval 666">
              <a:extLst>
                <a:ext uri="{FF2B5EF4-FFF2-40B4-BE49-F238E27FC236}">
                  <a16:creationId xmlns:a16="http://schemas.microsoft.com/office/drawing/2014/main" id="{FAC77376-7F07-305B-5945-AF59A41EC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7913" y="6608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9" name="Oval 667">
              <a:extLst>
                <a:ext uri="{FF2B5EF4-FFF2-40B4-BE49-F238E27FC236}">
                  <a16:creationId xmlns:a16="http://schemas.microsoft.com/office/drawing/2014/main" id="{A339A182-994D-54CE-0518-DF4496875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1" y="6651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0" name="Oval 668">
              <a:extLst>
                <a:ext uri="{FF2B5EF4-FFF2-40B4-BE49-F238E27FC236}">
                  <a16:creationId xmlns:a16="http://schemas.microsoft.com/office/drawing/2014/main" id="{C8984F58-6634-09C8-48BE-082633C8A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8" y="6686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1" name="Oval 669">
              <a:extLst>
                <a:ext uri="{FF2B5EF4-FFF2-40B4-BE49-F238E27FC236}">
                  <a16:creationId xmlns:a16="http://schemas.microsoft.com/office/drawing/2014/main" id="{2245BA98-593A-5D0E-3D8D-B91D197FD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3" y="670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2" name="Oval 670">
              <a:extLst>
                <a:ext uri="{FF2B5EF4-FFF2-40B4-BE49-F238E27FC236}">
                  <a16:creationId xmlns:a16="http://schemas.microsoft.com/office/drawing/2014/main" id="{F486588D-253F-7C16-8724-654297DA2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8238" y="6729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3" name="Oval 671">
              <a:extLst>
                <a:ext uri="{FF2B5EF4-FFF2-40B4-BE49-F238E27FC236}">
                  <a16:creationId xmlns:a16="http://schemas.microsoft.com/office/drawing/2014/main" id="{382E149F-12ED-85A1-517B-536792348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3" y="6759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4" name="Oval 672">
              <a:extLst>
                <a:ext uri="{FF2B5EF4-FFF2-40B4-BE49-F238E27FC236}">
                  <a16:creationId xmlns:a16="http://schemas.microsoft.com/office/drawing/2014/main" id="{142255AE-7550-96B9-61AD-564E9ECD9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6" y="6788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5" name="Oval 673">
              <a:extLst>
                <a:ext uri="{FF2B5EF4-FFF2-40B4-BE49-F238E27FC236}">
                  <a16:creationId xmlns:a16="http://schemas.microsoft.com/office/drawing/2014/main" id="{81C1826E-B3A3-8911-C8BA-D9ABD4F2B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9038" y="6818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6" name="Oval 674">
              <a:extLst>
                <a:ext uri="{FF2B5EF4-FFF2-40B4-BE49-F238E27FC236}">
                  <a16:creationId xmlns:a16="http://schemas.microsoft.com/office/drawing/2014/main" id="{0D875C31-095C-C450-0586-E9C2F3353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6501" y="6851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7" name="Oval 675">
              <a:extLst>
                <a:ext uri="{FF2B5EF4-FFF2-40B4-BE49-F238E27FC236}">
                  <a16:creationId xmlns:a16="http://schemas.microsoft.com/office/drawing/2014/main" id="{9A22C102-4A43-2A8A-647F-1837FDA50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3963" y="6881813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8" name="Oval 676">
              <a:extLst>
                <a:ext uri="{FF2B5EF4-FFF2-40B4-BE49-F238E27FC236}">
                  <a16:creationId xmlns:a16="http://schemas.microsoft.com/office/drawing/2014/main" id="{4218071F-5BD4-0B60-B567-896B86A79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2513" y="65325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9" name="Oval 677">
              <a:extLst>
                <a:ext uri="{FF2B5EF4-FFF2-40B4-BE49-F238E27FC236}">
                  <a16:creationId xmlns:a16="http://schemas.microsoft.com/office/drawing/2014/main" id="{403EAF35-7DC7-0E6B-84DA-F11698175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1" y="6538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0" name="Oval 678">
              <a:extLst>
                <a:ext uri="{FF2B5EF4-FFF2-40B4-BE49-F238E27FC236}">
                  <a16:creationId xmlns:a16="http://schemas.microsoft.com/office/drawing/2014/main" id="{C15324C7-C73D-4E73-A8D3-51F7262AD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7276" y="6534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1" name="Oval 679">
              <a:extLst>
                <a:ext uri="{FF2B5EF4-FFF2-40B4-BE49-F238E27FC236}">
                  <a16:creationId xmlns:a16="http://schemas.microsoft.com/office/drawing/2014/main" id="{FE24F1C7-4335-F910-EB6F-E7DEB720E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0451" y="6546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2" name="Oval 680">
              <a:extLst>
                <a:ext uri="{FF2B5EF4-FFF2-40B4-BE49-F238E27FC236}">
                  <a16:creationId xmlns:a16="http://schemas.microsoft.com/office/drawing/2014/main" id="{9BE4C907-0D1F-30BF-0230-0893D8B2F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1" y="6564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3" name="Oval 681">
              <a:extLst>
                <a:ext uri="{FF2B5EF4-FFF2-40B4-BE49-F238E27FC236}">
                  <a16:creationId xmlns:a16="http://schemas.microsoft.com/office/drawing/2014/main" id="{32D8361D-F67D-81AB-8434-C73D9E3B5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4738" y="6578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4" name="Oval 682">
              <a:extLst>
                <a:ext uri="{FF2B5EF4-FFF2-40B4-BE49-F238E27FC236}">
                  <a16:creationId xmlns:a16="http://schemas.microsoft.com/office/drawing/2014/main" id="{AD2C6343-9DD0-A4EC-9772-ED116008D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613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5" name="Oval 683">
              <a:extLst>
                <a:ext uri="{FF2B5EF4-FFF2-40B4-BE49-F238E27FC236}">
                  <a16:creationId xmlns:a16="http://schemas.microsoft.com/office/drawing/2014/main" id="{100F3179-98BA-3FB1-3510-9459E88B1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3788" y="6619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6" name="Oval 684">
              <a:extLst>
                <a:ext uri="{FF2B5EF4-FFF2-40B4-BE49-F238E27FC236}">
                  <a16:creationId xmlns:a16="http://schemas.microsoft.com/office/drawing/2014/main" id="{7C45E2A2-737A-F175-DAE9-BEAC8FA57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8" y="6642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7" name="Oval 685">
              <a:extLst>
                <a:ext uri="{FF2B5EF4-FFF2-40B4-BE49-F238E27FC236}">
                  <a16:creationId xmlns:a16="http://schemas.microsoft.com/office/drawing/2014/main" id="{DCB1F958-5C5E-F236-D3FF-65934E54C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9188" y="6680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8" name="Oval 686">
              <a:extLst>
                <a:ext uri="{FF2B5EF4-FFF2-40B4-BE49-F238E27FC236}">
                  <a16:creationId xmlns:a16="http://schemas.microsoft.com/office/drawing/2014/main" id="{5D2106CE-F30F-A945-D4DC-3570F8160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1888" y="6708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9" name="Oval 687">
              <a:extLst>
                <a:ext uri="{FF2B5EF4-FFF2-40B4-BE49-F238E27FC236}">
                  <a16:creationId xmlns:a16="http://schemas.microsoft.com/office/drawing/2014/main" id="{E441D037-21B3-F507-9382-2DF5C590E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6" y="6731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0" name="Oval 688">
              <a:extLst>
                <a:ext uri="{FF2B5EF4-FFF2-40B4-BE49-F238E27FC236}">
                  <a16:creationId xmlns:a16="http://schemas.microsoft.com/office/drawing/2014/main" id="{9E606A7A-126B-CC66-D1AD-A4ED120BF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3" y="6756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1" name="Oval 689">
              <a:extLst>
                <a:ext uri="{FF2B5EF4-FFF2-40B4-BE49-F238E27FC236}">
                  <a16:creationId xmlns:a16="http://schemas.microsoft.com/office/drawing/2014/main" id="{C9F31CF9-C67A-46A3-808F-4D40F2407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8" y="6791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2" name="Oval 691">
              <a:extLst>
                <a:ext uri="{FF2B5EF4-FFF2-40B4-BE49-F238E27FC236}">
                  <a16:creationId xmlns:a16="http://schemas.microsoft.com/office/drawing/2014/main" id="{DDAD5FAD-D70C-B4A7-47F2-EF9B4FABF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82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3" name="Oval 692">
              <a:extLst>
                <a:ext uri="{FF2B5EF4-FFF2-40B4-BE49-F238E27FC236}">
                  <a16:creationId xmlns:a16="http://schemas.microsoft.com/office/drawing/2014/main" id="{BF4D2B4A-0685-3946-0E84-F0EC9CEDB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8088" y="6853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4" name="Oval 693">
              <a:extLst>
                <a:ext uri="{FF2B5EF4-FFF2-40B4-BE49-F238E27FC236}">
                  <a16:creationId xmlns:a16="http://schemas.microsoft.com/office/drawing/2014/main" id="{9F22E29C-3907-3F58-AA99-3D8930FBB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3963" y="68754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5" name="Oval 694">
              <a:extLst>
                <a:ext uri="{FF2B5EF4-FFF2-40B4-BE49-F238E27FC236}">
                  <a16:creationId xmlns:a16="http://schemas.microsoft.com/office/drawing/2014/main" id="{1BB4E8E9-8329-1891-7C6A-0126ED591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9838" y="6905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6" name="Oval 695">
              <a:extLst>
                <a:ext uri="{FF2B5EF4-FFF2-40B4-BE49-F238E27FC236}">
                  <a16:creationId xmlns:a16="http://schemas.microsoft.com/office/drawing/2014/main" id="{1CA4F1E8-DD77-EB3A-38C9-409699038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577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7" name="Oval 696">
              <a:extLst>
                <a:ext uri="{FF2B5EF4-FFF2-40B4-BE49-F238E27FC236}">
                  <a16:creationId xmlns:a16="http://schemas.microsoft.com/office/drawing/2014/main" id="{648A99F1-E7F3-E172-0F90-58BC07A15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5850" y="6580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8" name="Oval 697">
              <a:extLst>
                <a:ext uri="{FF2B5EF4-FFF2-40B4-BE49-F238E27FC236}">
                  <a16:creationId xmlns:a16="http://schemas.microsoft.com/office/drawing/2014/main" id="{248D7E0D-0754-B4E2-F9A2-64E1C616F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8" y="6572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9" name="Oval 698">
              <a:extLst>
                <a:ext uri="{FF2B5EF4-FFF2-40B4-BE49-F238E27FC236}">
                  <a16:creationId xmlns:a16="http://schemas.microsoft.com/office/drawing/2014/main" id="{8019C251-726A-21A2-F1F0-880F2E0A8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0" y="6589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0" name="Oval 699">
              <a:extLst>
                <a:ext uri="{FF2B5EF4-FFF2-40B4-BE49-F238E27FC236}">
                  <a16:creationId xmlns:a16="http://schemas.microsoft.com/office/drawing/2014/main" id="{C6E35C2A-84B3-7E10-F3DF-58BB40614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3" y="6611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1" name="Oval 700">
              <a:extLst>
                <a:ext uri="{FF2B5EF4-FFF2-40B4-BE49-F238E27FC236}">
                  <a16:creationId xmlns:a16="http://schemas.microsoft.com/office/drawing/2014/main" id="{1FF136F4-5E0A-2B3F-47BA-A08B4D137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4900" y="6610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2" name="Oval 701">
              <a:extLst>
                <a:ext uri="{FF2B5EF4-FFF2-40B4-BE49-F238E27FC236}">
                  <a16:creationId xmlns:a16="http://schemas.microsoft.com/office/drawing/2014/main" id="{47452DC1-6A5B-ACFC-07A0-ADB02047E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2838" y="6634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3" name="Oval 702">
              <a:extLst>
                <a:ext uri="{FF2B5EF4-FFF2-40B4-BE49-F238E27FC236}">
                  <a16:creationId xmlns:a16="http://schemas.microsoft.com/office/drawing/2014/main" id="{28505434-9A4F-D2D3-1D78-A0261BE52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3" y="6669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4" name="Oval 703">
              <a:extLst>
                <a:ext uri="{FF2B5EF4-FFF2-40B4-BE49-F238E27FC236}">
                  <a16:creationId xmlns:a16="http://schemas.microsoft.com/office/drawing/2014/main" id="{D22091DB-8169-0645-8D84-55F27B46F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696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5" name="Oval 704">
              <a:extLst>
                <a:ext uri="{FF2B5EF4-FFF2-40B4-BE49-F238E27FC236}">
                  <a16:creationId xmlns:a16="http://schemas.microsoft.com/office/drawing/2014/main" id="{DC88E10D-ADFF-6053-F7E6-2DA2C83E6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8" y="6723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6" name="Oval 705">
              <a:extLst>
                <a:ext uri="{FF2B5EF4-FFF2-40B4-BE49-F238E27FC236}">
                  <a16:creationId xmlns:a16="http://schemas.microsoft.com/office/drawing/2014/main" id="{2C4AB0BB-26CB-E30E-B215-A57BA89C1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7288" y="6745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7" name="Oval 706">
              <a:extLst>
                <a:ext uri="{FF2B5EF4-FFF2-40B4-BE49-F238E27FC236}">
                  <a16:creationId xmlns:a16="http://schemas.microsoft.com/office/drawing/2014/main" id="{5EA504B9-D899-907F-9B24-4615B39EB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8" y="6764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8" name="Oval 707">
              <a:extLst>
                <a:ext uri="{FF2B5EF4-FFF2-40B4-BE49-F238E27FC236}">
                  <a16:creationId xmlns:a16="http://schemas.microsoft.com/office/drawing/2014/main" id="{CF73B954-441B-A510-01C2-D9AFA0CA1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5" y="677545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9" name="Oval 708">
              <a:extLst>
                <a:ext uri="{FF2B5EF4-FFF2-40B4-BE49-F238E27FC236}">
                  <a16:creationId xmlns:a16="http://schemas.microsoft.com/office/drawing/2014/main" id="{879CFB52-4173-27BB-1959-84F29CAB0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813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0" name="Oval 709">
              <a:extLst>
                <a:ext uri="{FF2B5EF4-FFF2-40B4-BE49-F238E27FC236}">
                  <a16:creationId xmlns:a16="http://schemas.microsoft.com/office/drawing/2014/main" id="{2387F05E-45C6-8D51-8911-A0ABB1E2E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2850" y="6854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1" name="Oval 710">
              <a:extLst>
                <a:ext uri="{FF2B5EF4-FFF2-40B4-BE49-F238E27FC236}">
                  <a16:creationId xmlns:a16="http://schemas.microsoft.com/office/drawing/2014/main" id="{DE0BDDCD-2587-A23C-7B54-2945B8527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68913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2" name="Oval 711">
              <a:extLst>
                <a:ext uri="{FF2B5EF4-FFF2-40B4-BE49-F238E27FC236}">
                  <a16:creationId xmlns:a16="http://schemas.microsoft.com/office/drawing/2014/main" id="{80457CC1-58DD-2E70-0720-25C3327B5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3013" y="6902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3" name="Oval 712">
              <a:extLst>
                <a:ext uri="{FF2B5EF4-FFF2-40B4-BE49-F238E27FC236}">
                  <a16:creationId xmlns:a16="http://schemas.microsoft.com/office/drawing/2014/main" id="{6E9F3665-E3B4-1089-E4B7-B363C101E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5" y="6616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4" name="Oval 713">
              <a:extLst>
                <a:ext uri="{FF2B5EF4-FFF2-40B4-BE49-F238E27FC236}">
                  <a16:creationId xmlns:a16="http://schemas.microsoft.com/office/drawing/2014/main" id="{C26361C3-25E8-7F1F-D431-63A5DBE9E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6013" y="6610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5" name="Oval 714">
              <a:extLst>
                <a:ext uri="{FF2B5EF4-FFF2-40B4-BE49-F238E27FC236}">
                  <a16:creationId xmlns:a16="http://schemas.microsoft.com/office/drawing/2014/main" id="{F4114674-0BB2-24F2-B8EC-24C0E7816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7600" y="6607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6" name="Oval 715">
              <a:extLst>
                <a:ext uri="{FF2B5EF4-FFF2-40B4-BE49-F238E27FC236}">
                  <a16:creationId xmlns:a16="http://schemas.microsoft.com/office/drawing/2014/main" id="{76507350-4523-BC27-4947-DB7F51F7E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0775" y="6627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7" name="Oval 716">
              <a:extLst>
                <a:ext uri="{FF2B5EF4-FFF2-40B4-BE49-F238E27FC236}">
                  <a16:creationId xmlns:a16="http://schemas.microsoft.com/office/drawing/2014/main" id="{58320662-EE3B-B4DE-9ED7-37CE41C89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7125" y="6654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8" name="Oval 717">
              <a:extLst>
                <a:ext uri="{FF2B5EF4-FFF2-40B4-BE49-F238E27FC236}">
                  <a16:creationId xmlns:a16="http://schemas.microsoft.com/office/drawing/2014/main" id="{995D19C1-D955-DD9A-70B1-376D920E2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664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9" name="Oval 718">
              <a:extLst>
                <a:ext uri="{FF2B5EF4-FFF2-40B4-BE49-F238E27FC236}">
                  <a16:creationId xmlns:a16="http://schemas.microsoft.com/office/drawing/2014/main" id="{208D47B8-2153-DD91-2B6D-532E2234E0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9825" y="6670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0" name="Oval 719">
              <a:extLst>
                <a:ext uri="{FF2B5EF4-FFF2-40B4-BE49-F238E27FC236}">
                  <a16:creationId xmlns:a16="http://schemas.microsoft.com/office/drawing/2014/main" id="{D4AC5D25-96D6-9D77-1334-5970DADD6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7024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1" name="Oval 720">
              <a:extLst>
                <a:ext uri="{FF2B5EF4-FFF2-40B4-BE49-F238E27FC236}">
                  <a16:creationId xmlns:a16="http://schemas.microsoft.com/office/drawing/2014/main" id="{63EFBF79-2E73-D2B8-CC15-541504F15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8875" y="6727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2" name="Oval 721">
              <a:extLst>
                <a:ext uri="{FF2B5EF4-FFF2-40B4-BE49-F238E27FC236}">
                  <a16:creationId xmlns:a16="http://schemas.microsoft.com/office/drawing/2014/main" id="{CD1D83FE-3F21-C18F-C10F-58CF91A4B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8" y="675640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3" name="Oval 722">
              <a:extLst>
                <a:ext uri="{FF2B5EF4-FFF2-40B4-BE49-F238E27FC236}">
                  <a16:creationId xmlns:a16="http://schemas.microsoft.com/office/drawing/2014/main" id="{8C1DB853-87D5-E682-B34D-93FBCFAAE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0" y="6780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4" name="Oval 723">
              <a:extLst>
                <a:ext uri="{FF2B5EF4-FFF2-40B4-BE49-F238E27FC236}">
                  <a16:creationId xmlns:a16="http://schemas.microsoft.com/office/drawing/2014/main" id="{76D2EE8C-4754-5229-8DFF-61A01BEF1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797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5" name="Oval 724">
              <a:extLst>
                <a:ext uri="{FF2B5EF4-FFF2-40B4-BE49-F238E27FC236}">
                  <a16:creationId xmlns:a16="http://schemas.microsoft.com/office/drawing/2014/main" id="{EBF1C2F3-83B1-7146-E6B9-F3F66645C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4913" y="6811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6" name="Oval 725">
              <a:extLst>
                <a:ext uri="{FF2B5EF4-FFF2-40B4-BE49-F238E27FC236}">
                  <a16:creationId xmlns:a16="http://schemas.microsoft.com/office/drawing/2014/main" id="{7B18879E-EE76-1EB7-0016-38997DD0C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9200" y="6850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7" name="Oval 726">
              <a:extLst>
                <a:ext uri="{FF2B5EF4-FFF2-40B4-BE49-F238E27FC236}">
                  <a16:creationId xmlns:a16="http://schemas.microsoft.com/office/drawing/2014/main" id="{B44CEA14-ACFE-A10E-C514-EFFC5C6D7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1900" y="6877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8" name="Oval 727">
              <a:extLst>
                <a:ext uri="{FF2B5EF4-FFF2-40B4-BE49-F238E27FC236}">
                  <a16:creationId xmlns:a16="http://schemas.microsoft.com/office/drawing/2014/main" id="{BDB014DF-5B21-38A1-4020-1AB8B3FCA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3000" y="6653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9" name="Oval 728">
              <a:extLst>
                <a:ext uri="{FF2B5EF4-FFF2-40B4-BE49-F238E27FC236}">
                  <a16:creationId xmlns:a16="http://schemas.microsoft.com/office/drawing/2014/main" id="{95EDC4D3-6B35-A0F1-8563-149D3A34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8" y="6640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0" name="Oval 729">
              <a:extLst>
                <a:ext uri="{FF2B5EF4-FFF2-40B4-BE49-F238E27FC236}">
                  <a16:creationId xmlns:a16="http://schemas.microsoft.com/office/drawing/2014/main" id="{0D927D7A-7CFF-9E36-42AE-97D4800BD5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5" y="6646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1" name="Oval 730">
              <a:extLst>
                <a:ext uri="{FF2B5EF4-FFF2-40B4-BE49-F238E27FC236}">
                  <a16:creationId xmlns:a16="http://schemas.microsoft.com/office/drawing/2014/main" id="{B438CB8D-8169-A569-8C9A-C6EC24C64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662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2" name="Oval 731">
              <a:extLst>
                <a:ext uri="{FF2B5EF4-FFF2-40B4-BE49-F238E27FC236}">
                  <a16:creationId xmlns:a16="http://schemas.microsoft.com/office/drawing/2014/main" id="{19BAAC92-7AF9-E6C9-FFFE-B582734AA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3" y="6677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3" name="Oval 732">
              <a:extLst>
                <a:ext uri="{FF2B5EF4-FFF2-40B4-BE49-F238E27FC236}">
                  <a16:creationId xmlns:a16="http://schemas.microsoft.com/office/drawing/2014/main" id="{1C201506-8534-49F7-5753-C5ED9546B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3" y="6696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4" name="Oval 733">
              <a:extLst>
                <a:ext uri="{FF2B5EF4-FFF2-40B4-BE49-F238E27FC236}">
                  <a16:creationId xmlns:a16="http://schemas.microsoft.com/office/drawing/2014/main" id="{99CA0ED9-FCA1-B6E1-470F-C11B0BD7C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6813" y="6710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5" name="Oval 734">
              <a:extLst>
                <a:ext uri="{FF2B5EF4-FFF2-40B4-BE49-F238E27FC236}">
                  <a16:creationId xmlns:a16="http://schemas.microsoft.com/office/drawing/2014/main" id="{3D4404E0-3D73-8F1A-4C35-44E07A57C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4750" y="6727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6" name="Oval 735">
              <a:extLst>
                <a:ext uri="{FF2B5EF4-FFF2-40B4-BE49-F238E27FC236}">
                  <a16:creationId xmlns:a16="http://schemas.microsoft.com/office/drawing/2014/main" id="{5B74CBE5-DEB8-CBD5-A64B-BE523EFE2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5" y="6750050"/>
              <a:ext cx="11112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7" name="Oval 736">
              <a:extLst>
                <a:ext uri="{FF2B5EF4-FFF2-40B4-BE49-F238E27FC236}">
                  <a16:creationId xmlns:a16="http://schemas.microsoft.com/office/drawing/2014/main" id="{3D008E71-D63B-6027-DF15-C20A38271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3800" y="6767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8" name="Oval 737">
              <a:extLst>
                <a:ext uri="{FF2B5EF4-FFF2-40B4-BE49-F238E27FC236}">
                  <a16:creationId xmlns:a16="http://schemas.microsoft.com/office/drawing/2014/main" id="{28D6655C-9C6A-E345-CD36-B96DE38EC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3325" y="6797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9" name="Oval 738">
              <a:extLst>
                <a:ext uri="{FF2B5EF4-FFF2-40B4-BE49-F238E27FC236}">
                  <a16:creationId xmlns:a16="http://schemas.microsoft.com/office/drawing/2014/main" id="{1DD5AF42-E613-5ED3-E124-DCF851591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4438" y="6832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0" name="Oval 739">
              <a:extLst>
                <a:ext uri="{FF2B5EF4-FFF2-40B4-BE49-F238E27FC236}">
                  <a16:creationId xmlns:a16="http://schemas.microsoft.com/office/drawing/2014/main" id="{36D7A610-115D-FCAB-44F6-EF9675B71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6854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1" name="Oval 740">
              <a:extLst>
                <a:ext uri="{FF2B5EF4-FFF2-40B4-BE49-F238E27FC236}">
                  <a16:creationId xmlns:a16="http://schemas.microsoft.com/office/drawing/2014/main" id="{72A70470-A959-589A-C70E-6E472F18F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50" y="6891338"/>
              <a:ext cx="14287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2" name="Oval 741">
              <a:extLst>
                <a:ext uri="{FF2B5EF4-FFF2-40B4-BE49-F238E27FC236}">
                  <a16:creationId xmlns:a16="http://schemas.microsoft.com/office/drawing/2014/main" id="{C1A7C491-C721-B76F-8245-5F13A7D85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2538" y="690562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3" name="Oval 742">
              <a:extLst>
                <a:ext uri="{FF2B5EF4-FFF2-40B4-BE49-F238E27FC236}">
                  <a16:creationId xmlns:a16="http://schemas.microsoft.com/office/drawing/2014/main" id="{33FDD132-897C-1177-39A7-ADC936374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70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4" name="Oval 743">
              <a:extLst>
                <a:ext uri="{FF2B5EF4-FFF2-40B4-BE49-F238E27FC236}">
                  <a16:creationId xmlns:a16="http://schemas.microsoft.com/office/drawing/2014/main" id="{65668DA7-3B26-9ABE-7753-73E68072C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694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5" name="Oval 744">
              <a:extLst>
                <a:ext uri="{FF2B5EF4-FFF2-40B4-BE49-F238E27FC236}">
                  <a16:creationId xmlns:a16="http://schemas.microsoft.com/office/drawing/2014/main" id="{EA08896E-C8DA-837B-EEA3-21C6913FE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3163" y="6697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6" name="Oval 745">
              <a:extLst>
                <a:ext uri="{FF2B5EF4-FFF2-40B4-BE49-F238E27FC236}">
                  <a16:creationId xmlns:a16="http://schemas.microsoft.com/office/drawing/2014/main" id="{1A9E9A72-2BEF-C945-A827-CABE33308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8" y="6705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7" name="Oval 746">
              <a:extLst>
                <a:ext uri="{FF2B5EF4-FFF2-40B4-BE49-F238E27FC236}">
                  <a16:creationId xmlns:a16="http://schemas.microsoft.com/office/drawing/2014/main" id="{1EDFB51F-34A1-5446-479F-1DB6D420C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0" y="6715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8" name="Oval 747">
              <a:extLst>
                <a:ext uri="{FF2B5EF4-FFF2-40B4-BE49-F238E27FC236}">
                  <a16:creationId xmlns:a16="http://schemas.microsoft.com/office/drawing/2014/main" id="{91319E15-9A31-4350-7056-5B5409E9E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5863" y="6737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9" name="Oval 748">
              <a:extLst>
                <a:ext uri="{FF2B5EF4-FFF2-40B4-BE49-F238E27FC236}">
                  <a16:creationId xmlns:a16="http://schemas.microsoft.com/office/drawing/2014/main" id="{3A1F7375-D17D-3553-72F7-3D8FC75E3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750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0" name="Oval 749">
              <a:extLst>
                <a:ext uri="{FF2B5EF4-FFF2-40B4-BE49-F238E27FC236}">
                  <a16:creationId xmlns:a16="http://schemas.microsoft.com/office/drawing/2014/main" id="{AA717EC0-E21C-7C72-DACD-8683E4724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7643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1" name="Oval 750">
              <a:extLst>
                <a:ext uri="{FF2B5EF4-FFF2-40B4-BE49-F238E27FC236}">
                  <a16:creationId xmlns:a16="http://schemas.microsoft.com/office/drawing/2014/main" id="{C3A1AD51-998C-5E0F-C7AA-A42D1A91F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8088" y="6784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2" name="Oval 751">
              <a:extLst>
                <a:ext uri="{FF2B5EF4-FFF2-40B4-BE49-F238E27FC236}">
                  <a16:creationId xmlns:a16="http://schemas.microsoft.com/office/drawing/2014/main" id="{6D4D401B-DB51-75F6-2F13-C571EB883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6025" y="6796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3" name="Oval 752">
              <a:extLst>
                <a:ext uri="{FF2B5EF4-FFF2-40B4-BE49-F238E27FC236}">
                  <a16:creationId xmlns:a16="http://schemas.microsoft.com/office/drawing/2014/main" id="{05B96F9B-6ED2-CCD3-6105-40D5F9EF3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5550" y="6826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4" name="Oval 753">
              <a:extLst>
                <a:ext uri="{FF2B5EF4-FFF2-40B4-BE49-F238E27FC236}">
                  <a16:creationId xmlns:a16="http://schemas.microsoft.com/office/drawing/2014/main" id="{37F5528C-782E-1086-AE8D-D49302F83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6663" y="6854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5" name="Oval 754">
              <a:extLst>
                <a:ext uri="{FF2B5EF4-FFF2-40B4-BE49-F238E27FC236}">
                  <a16:creationId xmlns:a16="http://schemas.microsoft.com/office/drawing/2014/main" id="{D618C15D-F9DC-50F8-6D35-95E840BE2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7775" y="6881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6" name="Oval 755">
              <a:extLst>
                <a:ext uri="{FF2B5EF4-FFF2-40B4-BE49-F238E27FC236}">
                  <a16:creationId xmlns:a16="http://schemas.microsoft.com/office/drawing/2014/main" id="{4CB6D0C2-962D-0F8F-12BE-2D3882165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732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7" name="Oval 756">
              <a:extLst>
                <a:ext uri="{FF2B5EF4-FFF2-40B4-BE49-F238E27FC236}">
                  <a16:creationId xmlns:a16="http://schemas.microsoft.com/office/drawing/2014/main" id="{F28AD18D-CBBF-44AB-FA5B-3EBE5B85B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727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8" name="Oval 757">
              <a:extLst>
                <a:ext uri="{FF2B5EF4-FFF2-40B4-BE49-F238E27FC236}">
                  <a16:creationId xmlns:a16="http://schemas.microsoft.com/office/drawing/2014/main" id="{92304A85-1E19-9B3B-05FC-756A0D0C5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73576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9" name="Oval 758">
              <a:extLst>
                <a:ext uri="{FF2B5EF4-FFF2-40B4-BE49-F238E27FC236}">
                  <a16:creationId xmlns:a16="http://schemas.microsoft.com/office/drawing/2014/main" id="{584FEDCD-B6CA-EC01-9798-D27796E2C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1738" y="6745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0" name="Oval 759">
              <a:extLst>
                <a:ext uri="{FF2B5EF4-FFF2-40B4-BE49-F238E27FC236}">
                  <a16:creationId xmlns:a16="http://schemas.microsoft.com/office/drawing/2014/main" id="{3CB111EA-73CE-6374-6D0E-AB0488275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6500" y="6753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1" name="Oval 760">
              <a:extLst>
                <a:ext uri="{FF2B5EF4-FFF2-40B4-BE49-F238E27FC236}">
                  <a16:creationId xmlns:a16="http://schemas.microsoft.com/office/drawing/2014/main" id="{9549D705-4A1B-BAF8-7505-8FDF74D95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1263" y="6784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2" name="Oval 761">
              <a:extLst>
                <a:ext uri="{FF2B5EF4-FFF2-40B4-BE49-F238E27FC236}">
                  <a16:creationId xmlns:a16="http://schemas.microsoft.com/office/drawing/2014/main" id="{4A023213-943B-911A-D2AF-6D6F122E5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6025" y="6781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3" name="Oval 762">
              <a:extLst>
                <a:ext uri="{FF2B5EF4-FFF2-40B4-BE49-F238E27FC236}">
                  <a16:creationId xmlns:a16="http://schemas.microsoft.com/office/drawing/2014/main" id="{8BD140CE-EFF7-052B-C4F5-6FF17E89E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3963" y="67929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4" name="Oval 763">
              <a:extLst>
                <a:ext uri="{FF2B5EF4-FFF2-40B4-BE49-F238E27FC236}">
                  <a16:creationId xmlns:a16="http://schemas.microsoft.com/office/drawing/2014/main" id="{ABC6B65F-ACE5-75DB-BBA4-A77E5B39D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0313" y="68135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5" name="Oval 764">
              <a:extLst>
                <a:ext uri="{FF2B5EF4-FFF2-40B4-BE49-F238E27FC236}">
                  <a16:creationId xmlns:a16="http://schemas.microsoft.com/office/drawing/2014/main" id="{CA2D62E7-89DF-3586-CCAD-CF23407E6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50" y="68310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6" name="Oval 765">
              <a:extLst>
                <a:ext uri="{FF2B5EF4-FFF2-40B4-BE49-F238E27FC236}">
                  <a16:creationId xmlns:a16="http://schemas.microsoft.com/office/drawing/2014/main" id="{ECA3675A-C461-ABE1-4FF0-2FF90F303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7775" y="6858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7" name="Oval 766">
              <a:extLst>
                <a:ext uri="{FF2B5EF4-FFF2-40B4-BE49-F238E27FC236}">
                  <a16:creationId xmlns:a16="http://schemas.microsoft.com/office/drawing/2014/main" id="{D958A641-F1E7-5BD0-43E8-C76AAFC9D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7300" y="6881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8" name="Oval 767">
              <a:extLst>
                <a:ext uri="{FF2B5EF4-FFF2-40B4-BE49-F238E27FC236}">
                  <a16:creationId xmlns:a16="http://schemas.microsoft.com/office/drawing/2014/main" id="{BD446535-12E3-91B6-B8E6-53AACF233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2375" y="6769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9" name="Oval 768">
              <a:extLst>
                <a:ext uri="{FF2B5EF4-FFF2-40B4-BE49-F238E27FC236}">
                  <a16:creationId xmlns:a16="http://schemas.microsoft.com/office/drawing/2014/main" id="{7BB908BB-A257-7938-FCFD-678352E25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2375" y="6764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0" name="Oval 769">
              <a:extLst>
                <a:ext uri="{FF2B5EF4-FFF2-40B4-BE49-F238E27FC236}">
                  <a16:creationId xmlns:a16="http://schemas.microsoft.com/office/drawing/2014/main" id="{CA6D7093-0D5D-EBC2-2218-55A9BE4D1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3963" y="6764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1" name="Oval 770">
              <a:extLst>
                <a:ext uri="{FF2B5EF4-FFF2-40B4-BE49-F238E27FC236}">
                  <a16:creationId xmlns:a16="http://schemas.microsoft.com/office/drawing/2014/main" id="{2BAAE2B7-ACBD-CF20-86D9-4A86A6451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6767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2" name="Oval 771">
              <a:extLst>
                <a:ext uri="{FF2B5EF4-FFF2-40B4-BE49-F238E27FC236}">
                  <a16:creationId xmlns:a16="http://schemas.microsoft.com/office/drawing/2014/main" id="{206E5BB4-1A22-F081-0A50-5B0FA1383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0313" y="6783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3" name="Oval 772">
              <a:extLst>
                <a:ext uri="{FF2B5EF4-FFF2-40B4-BE49-F238E27FC236}">
                  <a16:creationId xmlns:a16="http://schemas.microsoft.com/office/drawing/2014/main" id="{44E72366-EA83-C75A-98F7-AD1E43100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5075" y="6811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4" name="Oval 773">
              <a:extLst>
                <a:ext uri="{FF2B5EF4-FFF2-40B4-BE49-F238E27FC236}">
                  <a16:creationId xmlns:a16="http://schemas.microsoft.com/office/drawing/2014/main" id="{E3A98BA1-38F1-43B3-9426-09E6C8E7B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9838" y="6811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5" name="Oval 774">
              <a:extLst>
                <a:ext uri="{FF2B5EF4-FFF2-40B4-BE49-F238E27FC236}">
                  <a16:creationId xmlns:a16="http://schemas.microsoft.com/office/drawing/2014/main" id="{3E357AC9-1BB3-3CDC-9EE2-1527DF97A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6188" y="6818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6" name="Oval 775">
              <a:extLst>
                <a:ext uri="{FF2B5EF4-FFF2-40B4-BE49-F238E27FC236}">
                  <a16:creationId xmlns:a16="http://schemas.microsoft.com/office/drawing/2014/main" id="{1B85C8E7-477E-FEC5-6C96-E5E718CF5E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2538" y="6848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7" name="Oval 776">
              <a:extLst>
                <a:ext uri="{FF2B5EF4-FFF2-40B4-BE49-F238E27FC236}">
                  <a16:creationId xmlns:a16="http://schemas.microsoft.com/office/drawing/2014/main" id="{9E063125-B675-3710-9D42-8EBA89D72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0475" y="6856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8" name="Oval 777">
              <a:extLst>
                <a:ext uri="{FF2B5EF4-FFF2-40B4-BE49-F238E27FC236}">
                  <a16:creationId xmlns:a16="http://schemas.microsoft.com/office/drawing/2014/main" id="{104DD1F1-83A4-1B77-1781-DC6E5B6D7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3" y="687863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9" name="Oval 778">
              <a:extLst>
                <a:ext uri="{FF2B5EF4-FFF2-40B4-BE49-F238E27FC236}">
                  <a16:creationId xmlns:a16="http://schemas.microsoft.com/office/drawing/2014/main" id="{1CF09D3E-D79E-17EE-B584-63FD2E83D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7938" y="6905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0" name="Oval 779">
              <a:extLst>
                <a:ext uri="{FF2B5EF4-FFF2-40B4-BE49-F238E27FC236}">
                  <a16:creationId xmlns:a16="http://schemas.microsoft.com/office/drawing/2014/main" id="{EABCF619-B3E4-F13E-F16D-F4D944301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6188" y="6805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1" name="Oval 780">
              <a:extLst>
                <a:ext uri="{FF2B5EF4-FFF2-40B4-BE49-F238E27FC236}">
                  <a16:creationId xmlns:a16="http://schemas.microsoft.com/office/drawing/2014/main" id="{FB9EF938-09A2-121E-DFE7-7A5B38464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6188" y="6796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2" name="Oval 781">
              <a:extLst>
                <a:ext uri="{FF2B5EF4-FFF2-40B4-BE49-F238E27FC236}">
                  <a16:creationId xmlns:a16="http://schemas.microsoft.com/office/drawing/2014/main" id="{BE7096AB-47DA-C177-BF02-3B633692E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7775" y="6796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3" name="Oval 782">
              <a:extLst>
                <a:ext uri="{FF2B5EF4-FFF2-40B4-BE49-F238E27FC236}">
                  <a16:creationId xmlns:a16="http://schemas.microsoft.com/office/drawing/2014/main" id="{F8FC94C1-D98A-2C9F-7C5E-50B4CAF31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0950" y="6799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4" name="Oval 783">
              <a:extLst>
                <a:ext uri="{FF2B5EF4-FFF2-40B4-BE49-F238E27FC236}">
                  <a16:creationId xmlns:a16="http://schemas.microsoft.com/office/drawing/2014/main" id="{532AA9CD-B136-3D33-2BBF-9C79AB69A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4125" y="6811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5" name="Oval 784">
              <a:extLst>
                <a:ext uri="{FF2B5EF4-FFF2-40B4-BE49-F238E27FC236}">
                  <a16:creationId xmlns:a16="http://schemas.microsoft.com/office/drawing/2014/main" id="{023FED70-4B93-69CA-C741-61210FEF5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7300" y="6835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6" name="Oval 785">
              <a:extLst>
                <a:ext uri="{FF2B5EF4-FFF2-40B4-BE49-F238E27FC236}">
                  <a16:creationId xmlns:a16="http://schemas.microsoft.com/office/drawing/2014/main" id="{FD02FB62-D639-A101-7FF8-2BE1957F5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2063" y="6850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7" name="Oval 786">
              <a:extLst>
                <a:ext uri="{FF2B5EF4-FFF2-40B4-BE49-F238E27FC236}">
                  <a16:creationId xmlns:a16="http://schemas.microsoft.com/office/drawing/2014/main" id="{FA07B8DC-4BF8-17F3-81A8-8D84F7596E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3" y="6859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8" name="Oval 787">
              <a:extLst>
                <a:ext uri="{FF2B5EF4-FFF2-40B4-BE49-F238E27FC236}">
                  <a16:creationId xmlns:a16="http://schemas.microsoft.com/office/drawing/2014/main" id="{28F22098-285A-E0B1-A59E-635A24CA7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4763" y="6883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9" name="Oval 788">
              <a:extLst>
                <a:ext uri="{FF2B5EF4-FFF2-40B4-BE49-F238E27FC236}">
                  <a16:creationId xmlns:a16="http://schemas.microsoft.com/office/drawing/2014/main" id="{DB3F0054-C3F5-6FC7-633D-A7D2F2B32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2700" y="6892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0" name="Oval 789">
              <a:extLst>
                <a:ext uri="{FF2B5EF4-FFF2-40B4-BE49-F238E27FC236}">
                  <a16:creationId xmlns:a16="http://schemas.microsoft.com/office/drawing/2014/main" id="{F09C9CE2-0F99-6EA8-DD7F-A5F9CF572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9050" y="6907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1" name="Oval 790">
              <a:extLst>
                <a:ext uri="{FF2B5EF4-FFF2-40B4-BE49-F238E27FC236}">
                  <a16:creationId xmlns:a16="http://schemas.microsoft.com/office/drawing/2014/main" id="{1F3F07CC-0199-93C8-956E-CCF3A7218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3" y="68310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2" name="Oval 791">
              <a:extLst>
                <a:ext uri="{FF2B5EF4-FFF2-40B4-BE49-F238E27FC236}">
                  <a16:creationId xmlns:a16="http://schemas.microsoft.com/office/drawing/2014/main" id="{64A2D885-5192-9E59-E3AC-B194F7AE5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0" y="68278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3" name="Oval 792">
              <a:extLst>
                <a:ext uri="{FF2B5EF4-FFF2-40B4-BE49-F238E27FC236}">
                  <a16:creationId xmlns:a16="http://schemas.microsoft.com/office/drawing/2014/main" id="{1C0BC008-7B44-A4A5-A140-11A12F11C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1588" y="6826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4" name="Oval 793">
              <a:extLst>
                <a:ext uri="{FF2B5EF4-FFF2-40B4-BE49-F238E27FC236}">
                  <a16:creationId xmlns:a16="http://schemas.microsoft.com/office/drawing/2014/main" id="{05B7C2F1-0EBA-D4AF-B101-DF072638E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3175" y="6837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5" name="Oval 794">
              <a:extLst>
                <a:ext uri="{FF2B5EF4-FFF2-40B4-BE49-F238E27FC236}">
                  <a16:creationId xmlns:a16="http://schemas.microsoft.com/office/drawing/2014/main" id="{1DC96D4D-6E47-03AF-08B1-F0F9853A1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6350" y="6842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6" name="Oval 795">
              <a:extLst>
                <a:ext uri="{FF2B5EF4-FFF2-40B4-BE49-F238E27FC236}">
                  <a16:creationId xmlns:a16="http://schemas.microsoft.com/office/drawing/2014/main" id="{B14B0CAF-818B-7AFF-34F0-7C56416E9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9525" y="6853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7" name="Oval 796">
              <a:extLst>
                <a:ext uri="{FF2B5EF4-FFF2-40B4-BE49-F238E27FC236}">
                  <a16:creationId xmlns:a16="http://schemas.microsoft.com/office/drawing/2014/main" id="{5B795AA9-55FA-A5B6-276A-F983BED41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4288" y="6875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8" name="Oval 797">
              <a:extLst>
                <a:ext uri="{FF2B5EF4-FFF2-40B4-BE49-F238E27FC236}">
                  <a16:creationId xmlns:a16="http://schemas.microsoft.com/office/drawing/2014/main" id="{83C4FA59-B81E-B62E-CD6B-C5A34DE4B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9050" y="6891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9" name="Oval 798">
              <a:extLst>
                <a:ext uri="{FF2B5EF4-FFF2-40B4-BE49-F238E27FC236}">
                  <a16:creationId xmlns:a16="http://schemas.microsoft.com/office/drawing/2014/main" id="{F9F8603B-DF15-59E6-8209-0B96C1AF0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5400" y="6907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0" name="Oval 799">
              <a:extLst>
                <a:ext uri="{FF2B5EF4-FFF2-40B4-BE49-F238E27FC236}">
                  <a16:creationId xmlns:a16="http://schemas.microsoft.com/office/drawing/2014/main" id="{9C65E859-1E46-1B3D-EF0B-8DE2D71E0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5" y="685482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1" name="Oval 800">
              <a:extLst>
                <a:ext uri="{FF2B5EF4-FFF2-40B4-BE49-F238E27FC236}">
                  <a16:creationId xmlns:a16="http://schemas.microsoft.com/office/drawing/2014/main" id="{960C5CAF-3C45-B384-3A21-86BD2A793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5" y="685800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2" name="Oval 801">
              <a:extLst>
                <a:ext uri="{FF2B5EF4-FFF2-40B4-BE49-F238E27FC236}">
                  <a16:creationId xmlns:a16="http://schemas.microsoft.com/office/drawing/2014/main" id="{08320E4B-B08B-3889-261B-ECD07486BB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5" y="685323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3" name="Oval 802">
              <a:extLst>
                <a:ext uri="{FF2B5EF4-FFF2-40B4-BE49-F238E27FC236}">
                  <a16:creationId xmlns:a16="http://schemas.microsoft.com/office/drawing/2014/main" id="{F7C5CB59-65BA-C12A-B593-5EFEA01A2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5400" y="6861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4" name="Oval 803">
              <a:extLst>
                <a:ext uri="{FF2B5EF4-FFF2-40B4-BE49-F238E27FC236}">
                  <a16:creationId xmlns:a16="http://schemas.microsoft.com/office/drawing/2014/main" id="{BA785C58-5E22-107A-7C5F-0775EE476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6988" y="686593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5" name="Oval 804">
              <a:extLst>
                <a:ext uri="{FF2B5EF4-FFF2-40B4-BE49-F238E27FC236}">
                  <a16:creationId xmlns:a16="http://schemas.microsoft.com/office/drawing/2014/main" id="{5137D5A8-AD61-4619-BF77-0F1878778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1750" y="6880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6" name="Oval 805">
              <a:extLst>
                <a:ext uri="{FF2B5EF4-FFF2-40B4-BE49-F238E27FC236}">
                  <a16:creationId xmlns:a16="http://schemas.microsoft.com/office/drawing/2014/main" id="{6C7D4F51-CC96-DCE7-59AA-677F72822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4925" y="6894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7" name="Oval 806">
              <a:extLst>
                <a:ext uri="{FF2B5EF4-FFF2-40B4-BE49-F238E27FC236}">
                  <a16:creationId xmlns:a16="http://schemas.microsoft.com/office/drawing/2014/main" id="{769D5C8B-B310-DCBB-EB68-44DF4107D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2863" y="6883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8" name="Oval 807">
              <a:extLst>
                <a:ext uri="{FF2B5EF4-FFF2-40B4-BE49-F238E27FC236}">
                  <a16:creationId xmlns:a16="http://schemas.microsoft.com/office/drawing/2014/main" id="{CC406A74-D6B3-D4BE-3F6B-9741EDEFA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2863" y="6878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9" name="Oval 808">
              <a:extLst>
                <a:ext uri="{FF2B5EF4-FFF2-40B4-BE49-F238E27FC236}">
                  <a16:creationId xmlns:a16="http://schemas.microsoft.com/office/drawing/2014/main" id="{1D0E8894-D1CD-BBC9-B989-8713217C3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4450" y="6875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0" name="Oval 809">
              <a:extLst>
                <a:ext uri="{FF2B5EF4-FFF2-40B4-BE49-F238E27FC236}">
                  <a16:creationId xmlns:a16="http://schemas.microsoft.com/office/drawing/2014/main" id="{AA415629-4F3E-06CE-9267-BB00014F8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6038" y="688657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1" name="Oval 810">
              <a:extLst>
                <a:ext uri="{FF2B5EF4-FFF2-40B4-BE49-F238E27FC236}">
                  <a16:creationId xmlns:a16="http://schemas.microsoft.com/office/drawing/2014/main" id="{55AC9AB9-8EC5-0A57-8D57-024C8D8CE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9213" y="6888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2" name="Oval 811">
              <a:extLst>
                <a:ext uri="{FF2B5EF4-FFF2-40B4-BE49-F238E27FC236}">
                  <a16:creationId xmlns:a16="http://schemas.microsoft.com/office/drawing/2014/main" id="{7AF22BC0-32F3-8456-C336-74AF431BC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2388" y="6904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3" name="Oval 812">
              <a:extLst>
                <a:ext uri="{FF2B5EF4-FFF2-40B4-BE49-F238E27FC236}">
                  <a16:creationId xmlns:a16="http://schemas.microsoft.com/office/drawing/2014/main" id="{2EE6DCB4-91EF-BEC7-85DD-4A34F658A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3500" y="6900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4" name="Oval 813">
              <a:extLst>
                <a:ext uri="{FF2B5EF4-FFF2-40B4-BE49-F238E27FC236}">
                  <a16:creationId xmlns:a16="http://schemas.microsoft.com/office/drawing/2014/main" id="{D623C535-D1CD-8113-CC7B-32686528E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3500" y="6896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5" name="Oval 814">
              <a:extLst>
                <a:ext uri="{FF2B5EF4-FFF2-40B4-BE49-F238E27FC236}">
                  <a16:creationId xmlns:a16="http://schemas.microsoft.com/office/drawing/2014/main" id="{F8C7F9B6-636D-E039-EBF4-BA523931C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5088" y="68897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6" name="Oval 815">
              <a:extLst>
                <a:ext uri="{FF2B5EF4-FFF2-40B4-BE49-F238E27FC236}">
                  <a16:creationId xmlns:a16="http://schemas.microsoft.com/office/drawing/2014/main" id="{A76E69F4-6DD7-3523-4838-ED3E89C7F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6675" y="6900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7" name="Oval 816">
              <a:extLst>
                <a:ext uri="{FF2B5EF4-FFF2-40B4-BE49-F238E27FC236}">
                  <a16:creationId xmlns:a16="http://schemas.microsoft.com/office/drawing/2014/main" id="{642F2294-D21F-6DC5-FF26-0DCD1B099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4138" y="6905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8" name="Oval 817">
              <a:extLst>
                <a:ext uri="{FF2B5EF4-FFF2-40B4-BE49-F238E27FC236}">
                  <a16:creationId xmlns:a16="http://schemas.microsoft.com/office/drawing/2014/main" id="{A3489B27-6E27-72E0-28C2-0A5A5C23A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5725" y="690880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9" name="Oval 818">
              <a:extLst>
                <a:ext uri="{FF2B5EF4-FFF2-40B4-BE49-F238E27FC236}">
                  <a16:creationId xmlns:a16="http://schemas.microsoft.com/office/drawing/2014/main" id="{2E8F83C9-A2D5-8A18-DB20-B82C7136C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3500" y="6900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0" name="Oval 819">
              <a:extLst>
                <a:ext uri="{FF2B5EF4-FFF2-40B4-BE49-F238E27FC236}">
                  <a16:creationId xmlns:a16="http://schemas.microsoft.com/office/drawing/2014/main" id="{21C26086-585C-30EC-A240-6708FD384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3500" y="6905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1" name="Oval 820">
              <a:extLst>
                <a:ext uri="{FF2B5EF4-FFF2-40B4-BE49-F238E27FC236}">
                  <a16:creationId xmlns:a16="http://schemas.microsoft.com/office/drawing/2014/main" id="{1315A4D5-328F-A6D8-D81B-70FE9A1EB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5088" y="6908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2" name="Oval 821">
              <a:extLst>
                <a:ext uri="{FF2B5EF4-FFF2-40B4-BE49-F238E27FC236}">
                  <a16:creationId xmlns:a16="http://schemas.microsoft.com/office/drawing/2014/main" id="{86280DC9-F899-957F-D3C6-30024DC53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6675" y="6907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3" name="Oval 822">
              <a:extLst>
                <a:ext uri="{FF2B5EF4-FFF2-40B4-BE49-F238E27FC236}">
                  <a16:creationId xmlns:a16="http://schemas.microsoft.com/office/drawing/2014/main" id="{69678F02-49F0-ED42-A49A-3A18D25C8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2863" y="6883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4" name="Oval 823">
              <a:extLst>
                <a:ext uri="{FF2B5EF4-FFF2-40B4-BE49-F238E27FC236}">
                  <a16:creationId xmlns:a16="http://schemas.microsoft.com/office/drawing/2014/main" id="{E1823C3E-2348-8BC9-A683-B8206895D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2863" y="6884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5" name="Oval 824">
              <a:extLst>
                <a:ext uri="{FF2B5EF4-FFF2-40B4-BE49-F238E27FC236}">
                  <a16:creationId xmlns:a16="http://schemas.microsoft.com/office/drawing/2014/main" id="{7A892461-04AC-9EEC-91A1-8CC8F6AB4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4450" y="6894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6" name="Oval 825">
              <a:extLst>
                <a:ext uri="{FF2B5EF4-FFF2-40B4-BE49-F238E27FC236}">
                  <a16:creationId xmlns:a16="http://schemas.microsoft.com/office/drawing/2014/main" id="{7EF9D114-E782-D5D0-ECF9-AEAF743AB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6038" y="68913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7" name="Oval 826">
              <a:extLst>
                <a:ext uri="{FF2B5EF4-FFF2-40B4-BE49-F238E27FC236}">
                  <a16:creationId xmlns:a16="http://schemas.microsoft.com/office/drawing/2014/main" id="{E909A07A-E83C-E3DF-3C45-CA3355D98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9213" y="6892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8" name="Oval 827">
              <a:extLst>
                <a:ext uri="{FF2B5EF4-FFF2-40B4-BE49-F238E27FC236}">
                  <a16:creationId xmlns:a16="http://schemas.microsoft.com/office/drawing/2014/main" id="{02AF4DA0-0066-3C73-4598-E328E7E52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5" y="685482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9" name="Oval 828">
              <a:extLst>
                <a:ext uri="{FF2B5EF4-FFF2-40B4-BE49-F238E27FC236}">
                  <a16:creationId xmlns:a16="http://schemas.microsoft.com/office/drawing/2014/main" id="{F80D04ED-36AF-D6CB-6D19-6311AA09E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5" y="6859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0" name="Oval 829">
              <a:extLst>
                <a:ext uri="{FF2B5EF4-FFF2-40B4-BE49-F238E27FC236}">
                  <a16:creationId xmlns:a16="http://schemas.microsoft.com/office/drawing/2014/main" id="{3A65B171-AC07-D6BD-A9D6-AEB1B0898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5" y="68627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1" name="Oval 830">
              <a:extLst>
                <a:ext uri="{FF2B5EF4-FFF2-40B4-BE49-F238E27FC236}">
                  <a16:creationId xmlns:a16="http://schemas.microsoft.com/office/drawing/2014/main" id="{84D1672A-2890-AD99-35B0-897A63837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5400" y="68675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2" name="Oval 831">
              <a:extLst>
                <a:ext uri="{FF2B5EF4-FFF2-40B4-BE49-F238E27FC236}">
                  <a16:creationId xmlns:a16="http://schemas.microsoft.com/office/drawing/2014/main" id="{704C3D1B-6F67-B5CD-9A32-1D3E8C5A0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6988" y="68738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3" name="Oval 832">
              <a:extLst>
                <a:ext uri="{FF2B5EF4-FFF2-40B4-BE49-F238E27FC236}">
                  <a16:creationId xmlns:a16="http://schemas.microsoft.com/office/drawing/2014/main" id="{00597070-6402-2C31-8323-39B213A52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1750" y="6888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4" name="Oval 833">
              <a:extLst>
                <a:ext uri="{FF2B5EF4-FFF2-40B4-BE49-F238E27FC236}">
                  <a16:creationId xmlns:a16="http://schemas.microsoft.com/office/drawing/2014/main" id="{36FC8963-1128-C54D-01AB-FABC37650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3" y="68310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5" name="Oval 834">
              <a:extLst>
                <a:ext uri="{FF2B5EF4-FFF2-40B4-BE49-F238E27FC236}">
                  <a16:creationId xmlns:a16="http://schemas.microsoft.com/office/drawing/2014/main" id="{D753E1D4-C815-7F8F-92F5-10EB61DB81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0" y="6842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6" name="Oval 835">
              <a:extLst>
                <a:ext uri="{FF2B5EF4-FFF2-40B4-BE49-F238E27FC236}">
                  <a16:creationId xmlns:a16="http://schemas.microsoft.com/office/drawing/2014/main" id="{9A0BC2F9-4B75-0F51-F549-CE1A1CB1C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1588" y="68294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7" name="Oval 836">
              <a:extLst>
                <a:ext uri="{FF2B5EF4-FFF2-40B4-BE49-F238E27FC236}">
                  <a16:creationId xmlns:a16="http://schemas.microsoft.com/office/drawing/2014/main" id="{886C2C73-55B7-F692-A7EC-507B9A7B5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3175" y="68294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8" name="Oval 837">
              <a:extLst>
                <a:ext uri="{FF2B5EF4-FFF2-40B4-BE49-F238E27FC236}">
                  <a16:creationId xmlns:a16="http://schemas.microsoft.com/office/drawing/2014/main" id="{E3F547A9-C5C2-4D73-C041-232BB5A18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6350" y="6848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9" name="Oval 838">
              <a:extLst>
                <a:ext uri="{FF2B5EF4-FFF2-40B4-BE49-F238E27FC236}">
                  <a16:creationId xmlns:a16="http://schemas.microsoft.com/office/drawing/2014/main" id="{E6CAF220-CECF-1DFE-3C90-7935CA185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9525" y="68675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0" name="Oval 839">
              <a:extLst>
                <a:ext uri="{FF2B5EF4-FFF2-40B4-BE49-F238E27FC236}">
                  <a16:creationId xmlns:a16="http://schemas.microsoft.com/office/drawing/2014/main" id="{E4170207-7FFA-3938-FAE3-8433C1596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4288" y="6878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1" name="Oval 840">
              <a:extLst>
                <a:ext uri="{FF2B5EF4-FFF2-40B4-BE49-F238E27FC236}">
                  <a16:creationId xmlns:a16="http://schemas.microsoft.com/office/drawing/2014/main" id="{35E59EAA-F0F5-7307-EE44-4C8CDEBB5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9050" y="689610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2" name="Oval 841">
              <a:extLst>
                <a:ext uri="{FF2B5EF4-FFF2-40B4-BE49-F238E27FC236}">
                  <a16:creationId xmlns:a16="http://schemas.microsoft.com/office/drawing/2014/main" id="{2E0987B2-5B73-CF93-1A1A-28A120346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6188" y="6805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3" name="Oval 842">
              <a:extLst>
                <a:ext uri="{FF2B5EF4-FFF2-40B4-BE49-F238E27FC236}">
                  <a16:creationId xmlns:a16="http://schemas.microsoft.com/office/drawing/2014/main" id="{513B0FEA-B3EA-F5BD-3F1F-624C78041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6188" y="6802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4" name="Oval 843">
              <a:extLst>
                <a:ext uri="{FF2B5EF4-FFF2-40B4-BE49-F238E27FC236}">
                  <a16:creationId xmlns:a16="http://schemas.microsoft.com/office/drawing/2014/main" id="{B60B5DBC-EADE-9359-EBE0-51CE22B0E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7775" y="6786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5" name="Oval 844">
              <a:extLst>
                <a:ext uri="{FF2B5EF4-FFF2-40B4-BE49-F238E27FC236}">
                  <a16:creationId xmlns:a16="http://schemas.microsoft.com/office/drawing/2014/main" id="{DB13C684-4D14-B3A2-3B6C-B58797606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0950" y="6802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6" name="Oval 845">
              <a:extLst>
                <a:ext uri="{FF2B5EF4-FFF2-40B4-BE49-F238E27FC236}">
                  <a16:creationId xmlns:a16="http://schemas.microsoft.com/office/drawing/2014/main" id="{BED1D80E-4163-7B4E-C0A9-76736F5AE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4125" y="6831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7" name="Oval 846">
              <a:extLst>
                <a:ext uri="{FF2B5EF4-FFF2-40B4-BE49-F238E27FC236}">
                  <a16:creationId xmlns:a16="http://schemas.microsoft.com/office/drawing/2014/main" id="{5A7C9191-319A-BE17-498C-6CC3A77DF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7300" y="6835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8" name="Oval 847">
              <a:extLst>
                <a:ext uri="{FF2B5EF4-FFF2-40B4-BE49-F238E27FC236}">
                  <a16:creationId xmlns:a16="http://schemas.microsoft.com/office/drawing/2014/main" id="{605C482A-6312-6530-ED87-FB6889309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2063" y="6843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9" name="Oval 848">
              <a:extLst>
                <a:ext uri="{FF2B5EF4-FFF2-40B4-BE49-F238E27FC236}">
                  <a16:creationId xmlns:a16="http://schemas.microsoft.com/office/drawing/2014/main" id="{3ADED9BD-B1B3-7225-D46B-D0E910C3F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3" y="6864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0" name="Oval 849">
              <a:extLst>
                <a:ext uri="{FF2B5EF4-FFF2-40B4-BE49-F238E27FC236}">
                  <a16:creationId xmlns:a16="http://schemas.microsoft.com/office/drawing/2014/main" id="{6004EC41-0ADA-3654-0A0B-6A08D3DDE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4763" y="6886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1" name="Oval 850">
              <a:extLst>
                <a:ext uri="{FF2B5EF4-FFF2-40B4-BE49-F238E27FC236}">
                  <a16:creationId xmlns:a16="http://schemas.microsoft.com/office/drawing/2014/main" id="{26D0FB89-2176-EFB7-95C0-A4F92CD5D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2700" y="6905625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2" name="Oval 851">
              <a:extLst>
                <a:ext uri="{FF2B5EF4-FFF2-40B4-BE49-F238E27FC236}">
                  <a16:creationId xmlns:a16="http://schemas.microsoft.com/office/drawing/2014/main" id="{42167E3D-3FC4-319F-A356-235375589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2375" y="6769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3" name="Oval 852">
              <a:extLst>
                <a:ext uri="{FF2B5EF4-FFF2-40B4-BE49-F238E27FC236}">
                  <a16:creationId xmlns:a16="http://schemas.microsoft.com/office/drawing/2014/main" id="{2BE86E0C-6518-3922-BAE5-E96529CC1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2375" y="6761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4" name="Oval 853">
              <a:extLst>
                <a:ext uri="{FF2B5EF4-FFF2-40B4-BE49-F238E27FC236}">
                  <a16:creationId xmlns:a16="http://schemas.microsoft.com/office/drawing/2014/main" id="{1AF99850-C2F8-DC27-FEE7-9AA40D25B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3963" y="6754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5" name="Oval 854">
              <a:extLst>
                <a:ext uri="{FF2B5EF4-FFF2-40B4-BE49-F238E27FC236}">
                  <a16:creationId xmlns:a16="http://schemas.microsoft.com/office/drawing/2014/main" id="{AB4CEB2E-4633-4D06-4B6E-0B214F2D3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677862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6" name="Oval 855">
              <a:extLst>
                <a:ext uri="{FF2B5EF4-FFF2-40B4-BE49-F238E27FC236}">
                  <a16:creationId xmlns:a16="http://schemas.microsoft.com/office/drawing/2014/main" id="{2B068601-C2D6-7014-5ACF-4EC55670F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0313" y="6807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7" name="Oval 856">
              <a:extLst>
                <a:ext uri="{FF2B5EF4-FFF2-40B4-BE49-F238E27FC236}">
                  <a16:creationId xmlns:a16="http://schemas.microsoft.com/office/drawing/2014/main" id="{EEDE0491-1EF5-EED1-4F29-85D394A98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5075" y="68119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8" name="Oval 857">
              <a:extLst>
                <a:ext uri="{FF2B5EF4-FFF2-40B4-BE49-F238E27FC236}">
                  <a16:creationId xmlns:a16="http://schemas.microsoft.com/office/drawing/2014/main" id="{E4C7AD68-94F2-45EB-7CB3-43E7C7244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9838" y="6813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9" name="Oval 858">
              <a:extLst>
                <a:ext uri="{FF2B5EF4-FFF2-40B4-BE49-F238E27FC236}">
                  <a16:creationId xmlns:a16="http://schemas.microsoft.com/office/drawing/2014/main" id="{51C0864B-45B9-8878-9462-73696280D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6188" y="6831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0" name="Oval 859">
              <a:extLst>
                <a:ext uri="{FF2B5EF4-FFF2-40B4-BE49-F238E27FC236}">
                  <a16:creationId xmlns:a16="http://schemas.microsoft.com/office/drawing/2014/main" id="{2734A142-6109-9C73-5114-C3B21DD78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2538" y="6854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1" name="Oval 860">
              <a:extLst>
                <a:ext uri="{FF2B5EF4-FFF2-40B4-BE49-F238E27FC236}">
                  <a16:creationId xmlns:a16="http://schemas.microsoft.com/office/drawing/2014/main" id="{22BD2344-6F8A-C589-ED65-46381EF1A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0475" y="6884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2" name="Oval 861">
              <a:extLst>
                <a:ext uri="{FF2B5EF4-FFF2-40B4-BE49-F238E27FC236}">
                  <a16:creationId xmlns:a16="http://schemas.microsoft.com/office/drawing/2014/main" id="{D78274B9-4B4D-8F37-E527-80760CFA7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3" y="69072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3" name="Oval 862">
              <a:extLst>
                <a:ext uri="{FF2B5EF4-FFF2-40B4-BE49-F238E27FC236}">
                  <a16:creationId xmlns:a16="http://schemas.microsoft.com/office/drawing/2014/main" id="{29339FF4-D34D-6222-9195-34EA63FC7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732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4" name="Oval 863">
              <a:extLst>
                <a:ext uri="{FF2B5EF4-FFF2-40B4-BE49-F238E27FC236}">
                  <a16:creationId xmlns:a16="http://schemas.microsoft.com/office/drawing/2014/main" id="{C5071BF3-2B99-95C5-BF0A-8DCCE47D9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726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5" name="Oval 864">
              <a:extLst>
                <a:ext uri="{FF2B5EF4-FFF2-40B4-BE49-F238E27FC236}">
                  <a16:creationId xmlns:a16="http://schemas.microsoft.com/office/drawing/2014/main" id="{628C0FFC-E681-5541-8B01-0293F9B71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7135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6" name="Oval 865">
              <a:extLst>
                <a:ext uri="{FF2B5EF4-FFF2-40B4-BE49-F238E27FC236}">
                  <a16:creationId xmlns:a16="http://schemas.microsoft.com/office/drawing/2014/main" id="{42E2F750-BE46-4C79-AB4E-6DC5B4521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1738" y="6735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7" name="Oval 866">
              <a:extLst>
                <a:ext uri="{FF2B5EF4-FFF2-40B4-BE49-F238E27FC236}">
                  <a16:creationId xmlns:a16="http://schemas.microsoft.com/office/drawing/2014/main" id="{3354208E-0667-08AF-5A41-126FD4A78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6500" y="6770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8" name="Oval 867">
              <a:extLst>
                <a:ext uri="{FF2B5EF4-FFF2-40B4-BE49-F238E27FC236}">
                  <a16:creationId xmlns:a16="http://schemas.microsoft.com/office/drawing/2014/main" id="{05F0BB96-0579-43B0-DF88-EC5F185DF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1263" y="6784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9" name="Oval 868">
              <a:extLst>
                <a:ext uri="{FF2B5EF4-FFF2-40B4-BE49-F238E27FC236}">
                  <a16:creationId xmlns:a16="http://schemas.microsoft.com/office/drawing/2014/main" id="{26CB8467-F386-5289-AA11-BCFF08271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6025" y="6789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0" name="Oval 869">
              <a:extLst>
                <a:ext uri="{FF2B5EF4-FFF2-40B4-BE49-F238E27FC236}">
                  <a16:creationId xmlns:a16="http://schemas.microsoft.com/office/drawing/2014/main" id="{450A3A63-8485-A313-9BBF-6FCC08744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3963" y="679608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1" name="Oval 870">
              <a:extLst>
                <a:ext uri="{FF2B5EF4-FFF2-40B4-BE49-F238E27FC236}">
                  <a16:creationId xmlns:a16="http://schemas.microsoft.com/office/drawing/2014/main" id="{79E5B31C-F6FC-9837-D79E-A7310BE6E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0313" y="682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2" name="Oval 871">
              <a:extLst>
                <a:ext uri="{FF2B5EF4-FFF2-40B4-BE49-F238E27FC236}">
                  <a16:creationId xmlns:a16="http://schemas.microsoft.com/office/drawing/2014/main" id="{FCFF89FD-C16A-98B2-23B9-1363053E3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50" y="685482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3" name="Oval 872">
              <a:extLst>
                <a:ext uri="{FF2B5EF4-FFF2-40B4-BE49-F238E27FC236}">
                  <a16:creationId xmlns:a16="http://schemas.microsoft.com/office/drawing/2014/main" id="{033E655C-4824-2989-7541-D2D94FEF1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7775" y="6881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4" name="Oval 873">
              <a:extLst>
                <a:ext uri="{FF2B5EF4-FFF2-40B4-BE49-F238E27FC236}">
                  <a16:creationId xmlns:a16="http://schemas.microsoft.com/office/drawing/2014/main" id="{585BC4A2-52E2-B27B-2AE5-77BE60B7B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7300" y="6902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5" name="Oval 874">
              <a:extLst>
                <a:ext uri="{FF2B5EF4-FFF2-40B4-BE49-F238E27FC236}">
                  <a16:creationId xmlns:a16="http://schemas.microsoft.com/office/drawing/2014/main" id="{B4798CA5-C142-3067-EDD3-6CDBB466A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70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6" name="Oval 875">
              <a:extLst>
                <a:ext uri="{FF2B5EF4-FFF2-40B4-BE49-F238E27FC236}">
                  <a16:creationId xmlns:a16="http://schemas.microsoft.com/office/drawing/2014/main" id="{C18BD86A-8C26-6F62-18DE-2D4A1ED6B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689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7" name="Oval 876">
              <a:extLst>
                <a:ext uri="{FF2B5EF4-FFF2-40B4-BE49-F238E27FC236}">
                  <a16:creationId xmlns:a16="http://schemas.microsoft.com/office/drawing/2014/main" id="{7B5C9C31-704C-C451-F2EF-9D96170FA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3163" y="6678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8" name="Oval 877">
              <a:extLst>
                <a:ext uri="{FF2B5EF4-FFF2-40B4-BE49-F238E27FC236}">
                  <a16:creationId xmlns:a16="http://schemas.microsoft.com/office/drawing/2014/main" id="{59398AD9-DF29-79B4-9E61-C10E857C3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8" y="6705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9" name="Oval 878">
              <a:extLst>
                <a:ext uri="{FF2B5EF4-FFF2-40B4-BE49-F238E27FC236}">
                  <a16:creationId xmlns:a16="http://schemas.microsoft.com/office/drawing/2014/main" id="{4829A750-35CE-7179-EA1B-56F4600B6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0" y="6735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0" name="Oval 879">
              <a:extLst>
                <a:ext uri="{FF2B5EF4-FFF2-40B4-BE49-F238E27FC236}">
                  <a16:creationId xmlns:a16="http://schemas.microsoft.com/office/drawing/2014/main" id="{AEFAA6FD-072E-0686-2FA9-EB8FCA8B2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5863" y="67548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1" name="Oval 880">
              <a:extLst>
                <a:ext uri="{FF2B5EF4-FFF2-40B4-BE49-F238E27FC236}">
                  <a16:creationId xmlns:a16="http://schemas.microsoft.com/office/drawing/2014/main" id="{F3A11A8B-0FCA-5F07-1139-9A44E9CAD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7643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2" name="Oval 881">
              <a:extLst>
                <a:ext uri="{FF2B5EF4-FFF2-40B4-BE49-F238E27FC236}">
                  <a16:creationId xmlns:a16="http://schemas.microsoft.com/office/drawing/2014/main" id="{9293CC8E-6AD9-F747-96B5-14FAD4A29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77227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3" name="Oval 882">
              <a:extLst>
                <a:ext uri="{FF2B5EF4-FFF2-40B4-BE49-F238E27FC236}">
                  <a16:creationId xmlns:a16="http://schemas.microsoft.com/office/drawing/2014/main" id="{89E502A9-A121-57D5-A319-68F3A4DC1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8088" y="67992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4" name="Oval 883">
              <a:extLst>
                <a:ext uri="{FF2B5EF4-FFF2-40B4-BE49-F238E27FC236}">
                  <a16:creationId xmlns:a16="http://schemas.microsoft.com/office/drawing/2014/main" id="{B0BBB472-338A-A343-34B8-57AD173A9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6025" y="682625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5" name="Oval 884">
              <a:extLst>
                <a:ext uri="{FF2B5EF4-FFF2-40B4-BE49-F238E27FC236}">
                  <a16:creationId xmlns:a16="http://schemas.microsoft.com/office/drawing/2014/main" id="{1109828B-C348-BD15-3CCE-4852DD807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5550" y="6846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6" name="Oval 885">
              <a:extLst>
                <a:ext uri="{FF2B5EF4-FFF2-40B4-BE49-F238E27FC236}">
                  <a16:creationId xmlns:a16="http://schemas.microsoft.com/office/drawing/2014/main" id="{0D755260-0A91-65C3-DD29-F41F7A309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6663" y="6873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7" name="Oval 886">
              <a:extLst>
                <a:ext uri="{FF2B5EF4-FFF2-40B4-BE49-F238E27FC236}">
                  <a16:creationId xmlns:a16="http://schemas.microsoft.com/office/drawing/2014/main" id="{ED7CEA2A-5BF7-953A-045E-83D4C32DA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3000" y="6653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8" name="Oval 887">
              <a:extLst>
                <a:ext uri="{FF2B5EF4-FFF2-40B4-BE49-F238E27FC236}">
                  <a16:creationId xmlns:a16="http://schemas.microsoft.com/office/drawing/2014/main" id="{60869457-6774-D573-6FDA-B9532BAFD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8" y="6648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9" name="Oval 888">
              <a:extLst>
                <a:ext uri="{FF2B5EF4-FFF2-40B4-BE49-F238E27FC236}">
                  <a16:creationId xmlns:a16="http://schemas.microsoft.com/office/drawing/2014/main" id="{9019FF27-3C2B-B345-D0E6-C81A56074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5" y="6643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0" name="Oval 889">
              <a:extLst>
                <a:ext uri="{FF2B5EF4-FFF2-40B4-BE49-F238E27FC236}">
                  <a16:creationId xmlns:a16="http://schemas.microsoft.com/office/drawing/2014/main" id="{50AB202B-2F77-E48C-8D8F-E6C22E005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665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1" name="Oval 890">
              <a:extLst>
                <a:ext uri="{FF2B5EF4-FFF2-40B4-BE49-F238E27FC236}">
                  <a16:creationId xmlns:a16="http://schemas.microsoft.com/office/drawing/2014/main" id="{D8358556-2EBB-3FD4-4556-46CC5ED21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3" y="6696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2" name="Oval 892">
              <a:extLst>
                <a:ext uri="{FF2B5EF4-FFF2-40B4-BE49-F238E27FC236}">
                  <a16:creationId xmlns:a16="http://schemas.microsoft.com/office/drawing/2014/main" id="{7752CA5B-E34B-3D67-AD25-5023EAFDC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2" y="6711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3" name="Oval 893">
              <a:extLst>
                <a:ext uri="{FF2B5EF4-FFF2-40B4-BE49-F238E27FC236}">
                  <a16:creationId xmlns:a16="http://schemas.microsoft.com/office/drawing/2014/main" id="{9D6211D0-815D-47F7-356B-14B41F41A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6812" y="6729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4" name="Oval 894">
              <a:extLst>
                <a:ext uri="{FF2B5EF4-FFF2-40B4-BE49-F238E27FC236}">
                  <a16:creationId xmlns:a16="http://schemas.microsoft.com/office/drawing/2014/main" id="{9DCD0C74-C1B9-BA56-0AD8-E84F8CBD2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4750" y="6750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5" name="Oval 895">
              <a:extLst>
                <a:ext uri="{FF2B5EF4-FFF2-40B4-BE49-F238E27FC236}">
                  <a16:creationId xmlns:a16="http://schemas.microsoft.com/office/drawing/2014/main" id="{6CB4AEF2-6F05-DE88-A77C-409C3F71D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5" y="678180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6" name="Oval 896">
              <a:extLst>
                <a:ext uri="{FF2B5EF4-FFF2-40B4-BE49-F238E27FC236}">
                  <a16:creationId xmlns:a16="http://schemas.microsoft.com/office/drawing/2014/main" id="{C778290E-280A-AD75-0DCE-F89280549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3800" y="6797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7" name="Oval 897">
              <a:extLst>
                <a:ext uri="{FF2B5EF4-FFF2-40B4-BE49-F238E27FC236}">
                  <a16:creationId xmlns:a16="http://schemas.microsoft.com/office/drawing/2014/main" id="{39AF4747-FAB7-AD8F-20D7-FCE317CEC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3325" y="6819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8" name="Oval 898">
              <a:extLst>
                <a:ext uri="{FF2B5EF4-FFF2-40B4-BE49-F238E27FC236}">
                  <a16:creationId xmlns:a16="http://schemas.microsoft.com/office/drawing/2014/main" id="{042A83D2-0897-0ECF-C4E0-C06EA18FF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4437" y="6845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9" name="Oval 899">
              <a:extLst>
                <a:ext uri="{FF2B5EF4-FFF2-40B4-BE49-F238E27FC236}">
                  <a16:creationId xmlns:a16="http://schemas.microsoft.com/office/drawing/2014/main" id="{11CA8933-7103-3E3A-BCAF-E2206C499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7" y="6870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0" name="Oval 900">
              <a:extLst>
                <a:ext uri="{FF2B5EF4-FFF2-40B4-BE49-F238E27FC236}">
                  <a16:creationId xmlns:a16="http://schemas.microsoft.com/office/drawing/2014/main" id="{ACF58C74-72B0-D4DD-7F65-F6FCB11F1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50" y="6896100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1" name="Oval 901">
              <a:extLst>
                <a:ext uri="{FF2B5EF4-FFF2-40B4-BE49-F238E27FC236}">
                  <a16:creationId xmlns:a16="http://schemas.microsoft.com/office/drawing/2014/main" id="{455806A2-DCD3-4F04-1295-8AEB34E48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5" y="6616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2" name="Oval 902">
              <a:extLst>
                <a:ext uri="{FF2B5EF4-FFF2-40B4-BE49-F238E27FC236}">
                  <a16:creationId xmlns:a16="http://schemas.microsoft.com/office/drawing/2014/main" id="{D9AFB5E0-E4E0-5142-5588-A9FB9DB9A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6012" y="6608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3" name="Oval 903">
              <a:extLst>
                <a:ext uri="{FF2B5EF4-FFF2-40B4-BE49-F238E27FC236}">
                  <a16:creationId xmlns:a16="http://schemas.microsoft.com/office/drawing/2014/main" id="{B03F91AE-0710-F71E-7483-C82541B20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7600" y="6599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4" name="Oval 904">
              <a:extLst>
                <a:ext uri="{FF2B5EF4-FFF2-40B4-BE49-F238E27FC236}">
                  <a16:creationId xmlns:a16="http://schemas.microsoft.com/office/drawing/2014/main" id="{AB46673C-9B56-741D-BD6A-84989D9A6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0775" y="6627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5" name="Oval 905">
              <a:extLst>
                <a:ext uri="{FF2B5EF4-FFF2-40B4-BE49-F238E27FC236}">
                  <a16:creationId xmlns:a16="http://schemas.microsoft.com/office/drawing/2014/main" id="{F25E7065-E052-8FA2-E381-4441D60B5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7125" y="66532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6" name="Oval 906">
              <a:extLst>
                <a:ext uri="{FF2B5EF4-FFF2-40B4-BE49-F238E27FC236}">
                  <a16:creationId xmlns:a16="http://schemas.microsoft.com/office/drawing/2014/main" id="{A148061F-4558-F803-AA72-17C4FB84A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6675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7" name="Oval 907">
              <a:extLst>
                <a:ext uri="{FF2B5EF4-FFF2-40B4-BE49-F238E27FC236}">
                  <a16:creationId xmlns:a16="http://schemas.microsoft.com/office/drawing/2014/main" id="{E201901A-C2F0-2673-3D0E-22E90D062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9825" y="6696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8" name="Oval 908">
              <a:extLst>
                <a:ext uri="{FF2B5EF4-FFF2-40B4-BE49-F238E27FC236}">
                  <a16:creationId xmlns:a16="http://schemas.microsoft.com/office/drawing/2014/main" id="{36941E4C-FBA6-83B5-C756-132EF1C64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721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9" name="Oval 909">
              <a:extLst>
                <a:ext uri="{FF2B5EF4-FFF2-40B4-BE49-F238E27FC236}">
                  <a16:creationId xmlns:a16="http://schemas.microsoft.com/office/drawing/2014/main" id="{0766E148-EB82-B98A-5FD4-6E68A3449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8875" y="6746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0" name="Oval 910">
              <a:extLst>
                <a:ext uri="{FF2B5EF4-FFF2-40B4-BE49-F238E27FC236}">
                  <a16:creationId xmlns:a16="http://schemas.microsoft.com/office/drawing/2014/main" id="{F1E8E28B-973E-B287-7185-1B61A471F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7" y="677227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1" name="Oval 911">
              <a:extLst>
                <a:ext uri="{FF2B5EF4-FFF2-40B4-BE49-F238E27FC236}">
                  <a16:creationId xmlns:a16="http://schemas.microsoft.com/office/drawing/2014/main" id="{8FC95228-312F-8C0D-84C9-86DD0931C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0" y="6799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2" name="Oval 912">
              <a:extLst>
                <a:ext uri="{FF2B5EF4-FFF2-40B4-BE49-F238E27FC236}">
                  <a16:creationId xmlns:a16="http://schemas.microsoft.com/office/drawing/2014/main" id="{CA93A646-89F7-78CD-3E04-D8E2CDB89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2" y="682625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3" name="Oval 913">
              <a:extLst>
                <a:ext uri="{FF2B5EF4-FFF2-40B4-BE49-F238E27FC236}">
                  <a16:creationId xmlns:a16="http://schemas.microsoft.com/office/drawing/2014/main" id="{8E2A1FB9-AF63-2DB3-411E-3C7E6B104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4912" y="6840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4" name="Oval 914">
              <a:extLst>
                <a:ext uri="{FF2B5EF4-FFF2-40B4-BE49-F238E27FC236}">
                  <a16:creationId xmlns:a16="http://schemas.microsoft.com/office/drawing/2014/main" id="{F53B5B62-188D-03FB-7E0A-5007A5590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9200" y="6864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5" name="Oval 915">
              <a:extLst>
                <a:ext uri="{FF2B5EF4-FFF2-40B4-BE49-F238E27FC236}">
                  <a16:creationId xmlns:a16="http://schemas.microsoft.com/office/drawing/2014/main" id="{CAA54933-5781-6BA7-830F-3B787F4DC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1900" y="6896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6" name="Oval 916">
              <a:extLst>
                <a:ext uri="{FF2B5EF4-FFF2-40B4-BE49-F238E27FC236}">
                  <a16:creationId xmlns:a16="http://schemas.microsoft.com/office/drawing/2014/main" id="{F9DBC0E5-B5D7-BB95-91AC-7697A5BBC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2" y="6577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7" name="Oval 917">
              <a:extLst>
                <a:ext uri="{FF2B5EF4-FFF2-40B4-BE49-F238E27FC236}">
                  <a16:creationId xmlns:a16="http://schemas.microsoft.com/office/drawing/2014/main" id="{403BE9E0-8FC9-23DC-EB7E-CF0C5F42F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5850" y="6573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8" name="Oval 918">
              <a:extLst>
                <a:ext uri="{FF2B5EF4-FFF2-40B4-BE49-F238E27FC236}">
                  <a16:creationId xmlns:a16="http://schemas.microsoft.com/office/drawing/2014/main" id="{9820523C-D5AC-7524-BB19-DB1EEBF71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7" y="6569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9" name="Oval 919">
              <a:extLst>
                <a:ext uri="{FF2B5EF4-FFF2-40B4-BE49-F238E27FC236}">
                  <a16:creationId xmlns:a16="http://schemas.microsoft.com/office/drawing/2014/main" id="{85A1E1BC-6A14-4E17-07B6-E6CDCB424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0" y="6596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0" name="Oval 920">
              <a:extLst>
                <a:ext uri="{FF2B5EF4-FFF2-40B4-BE49-F238E27FC236}">
                  <a16:creationId xmlns:a16="http://schemas.microsoft.com/office/drawing/2014/main" id="{3C4B848E-C93D-90B3-DA63-6731C7DF2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2" y="6615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1" name="Oval 921">
              <a:extLst>
                <a:ext uri="{FF2B5EF4-FFF2-40B4-BE49-F238E27FC236}">
                  <a16:creationId xmlns:a16="http://schemas.microsoft.com/office/drawing/2014/main" id="{90DF8D9B-E6BD-8079-A1C7-ECB35924E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4900" y="6623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2" name="Oval 922">
              <a:extLst>
                <a:ext uri="{FF2B5EF4-FFF2-40B4-BE49-F238E27FC236}">
                  <a16:creationId xmlns:a16="http://schemas.microsoft.com/office/drawing/2014/main" id="{E31B395E-40BA-FE71-AF42-BFC621E77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2837" y="6654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3" name="Oval 923">
              <a:extLst>
                <a:ext uri="{FF2B5EF4-FFF2-40B4-BE49-F238E27FC236}">
                  <a16:creationId xmlns:a16="http://schemas.microsoft.com/office/drawing/2014/main" id="{613D96F2-5F93-DA8C-DB35-9EA3AD8CD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2" y="6689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4" name="Oval 924">
              <a:extLst>
                <a:ext uri="{FF2B5EF4-FFF2-40B4-BE49-F238E27FC236}">
                  <a16:creationId xmlns:a16="http://schemas.microsoft.com/office/drawing/2014/main" id="{BE70F52F-C473-09CF-9AFA-BD590E026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718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5" name="Oval 925">
              <a:extLst>
                <a:ext uri="{FF2B5EF4-FFF2-40B4-BE49-F238E27FC236}">
                  <a16:creationId xmlns:a16="http://schemas.microsoft.com/office/drawing/2014/main" id="{AD91119A-E177-996D-CB84-192F1A8FB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7" y="6735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6" name="Oval 926">
              <a:extLst>
                <a:ext uri="{FF2B5EF4-FFF2-40B4-BE49-F238E27FC236}">
                  <a16:creationId xmlns:a16="http://schemas.microsoft.com/office/drawing/2014/main" id="{1EEE5A01-DEA6-45ED-C58F-4F6D2E270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7287" y="6757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7" name="Oval 927">
              <a:extLst>
                <a:ext uri="{FF2B5EF4-FFF2-40B4-BE49-F238E27FC236}">
                  <a16:creationId xmlns:a16="http://schemas.microsoft.com/office/drawing/2014/main" id="{6D44EDF8-3983-4A4A-EF12-2CE89CACE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7" y="6786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8" name="Oval 928">
              <a:extLst>
                <a:ext uri="{FF2B5EF4-FFF2-40B4-BE49-F238E27FC236}">
                  <a16:creationId xmlns:a16="http://schemas.microsoft.com/office/drawing/2014/main" id="{0E9C2D79-EEA7-78DB-19AC-4F27BE0A4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5" y="6813550"/>
              <a:ext cx="11112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9" name="Oval 929">
              <a:extLst>
                <a:ext uri="{FF2B5EF4-FFF2-40B4-BE49-F238E27FC236}">
                  <a16:creationId xmlns:a16="http://schemas.microsoft.com/office/drawing/2014/main" id="{A317A887-1E40-ACB0-4BBA-FFCD2F1ED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838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0" name="Oval 930">
              <a:extLst>
                <a:ext uri="{FF2B5EF4-FFF2-40B4-BE49-F238E27FC236}">
                  <a16:creationId xmlns:a16="http://schemas.microsoft.com/office/drawing/2014/main" id="{B2917A12-A8FE-9400-25BA-6A146A49F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2850" y="6865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1" name="Oval 931">
              <a:extLst>
                <a:ext uri="{FF2B5EF4-FFF2-40B4-BE49-F238E27FC236}">
                  <a16:creationId xmlns:a16="http://schemas.microsoft.com/office/drawing/2014/main" id="{F1B74FEB-BF58-FB93-11EE-C8447DD1A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7" y="6908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2" name="Oval 932">
              <a:extLst>
                <a:ext uri="{FF2B5EF4-FFF2-40B4-BE49-F238E27FC236}">
                  <a16:creationId xmlns:a16="http://schemas.microsoft.com/office/drawing/2014/main" id="{0DA4188D-CBA7-604A-3C13-A92AD2ED1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2512" y="65325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3" name="Oval 933">
              <a:extLst>
                <a:ext uri="{FF2B5EF4-FFF2-40B4-BE49-F238E27FC236}">
                  <a16:creationId xmlns:a16="http://schemas.microsoft.com/office/drawing/2014/main" id="{9D9EEA0C-BE6B-BC3B-CEE4-E825BC410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534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4" name="Oval 934">
              <a:extLst>
                <a:ext uri="{FF2B5EF4-FFF2-40B4-BE49-F238E27FC236}">
                  <a16:creationId xmlns:a16="http://schemas.microsoft.com/office/drawing/2014/main" id="{80ABDB35-E058-4B6C-84D0-7B8095202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7275" y="6534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5" name="Oval 935">
              <a:extLst>
                <a:ext uri="{FF2B5EF4-FFF2-40B4-BE49-F238E27FC236}">
                  <a16:creationId xmlns:a16="http://schemas.microsoft.com/office/drawing/2014/main" id="{629F4F8A-951F-5D95-EE7C-50E748067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0450" y="65643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6" name="Oval 936">
              <a:extLst>
                <a:ext uri="{FF2B5EF4-FFF2-40B4-BE49-F238E27FC236}">
                  <a16:creationId xmlns:a16="http://schemas.microsoft.com/office/drawing/2014/main" id="{9DCA0383-669A-347D-71CC-60307A0C6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0" y="6569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7" name="Oval 937">
              <a:extLst>
                <a:ext uri="{FF2B5EF4-FFF2-40B4-BE49-F238E27FC236}">
                  <a16:creationId xmlns:a16="http://schemas.microsoft.com/office/drawing/2014/main" id="{FC701319-E371-84EC-F035-9BC5C167A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4737" y="6581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8" name="Oval 938">
              <a:extLst>
                <a:ext uri="{FF2B5EF4-FFF2-40B4-BE49-F238E27FC236}">
                  <a16:creationId xmlns:a16="http://schemas.microsoft.com/office/drawing/2014/main" id="{917ED630-CAEF-027C-520E-CA09458F8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2" y="6615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9" name="Oval 939">
              <a:extLst>
                <a:ext uri="{FF2B5EF4-FFF2-40B4-BE49-F238E27FC236}">
                  <a16:creationId xmlns:a16="http://schemas.microsoft.com/office/drawing/2014/main" id="{2D66BE67-CB21-4796-E6C6-54AF37392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3787" y="66484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0" name="Oval 940">
              <a:extLst>
                <a:ext uri="{FF2B5EF4-FFF2-40B4-BE49-F238E27FC236}">
                  <a16:creationId xmlns:a16="http://schemas.microsoft.com/office/drawing/2014/main" id="{80997C98-1B8D-8929-3D66-ABD2CD509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7" y="6681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1" name="Oval 941">
              <a:extLst>
                <a:ext uri="{FF2B5EF4-FFF2-40B4-BE49-F238E27FC236}">
                  <a16:creationId xmlns:a16="http://schemas.microsoft.com/office/drawing/2014/main" id="{FA16B202-E9EC-2C19-855D-3F35C06CC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9187" y="670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2" name="Oval 942">
              <a:extLst>
                <a:ext uri="{FF2B5EF4-FFF2-40B4-BE49-F238E27FC236}">
                  <a16:creationId xmlns:a16="http://schemas.microsoft.com/office/drawing/2014/main" id="{D8B1DB8A-7F69-38FE-4496-8853FEECA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1887" y="6723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3" name="Oval 943">
              <a:extLst>
                <a:ext uri="{FF2B5EF4-FFF2-40B4-BE49-F238E27FC236}">
                  <a16:creationId xmlns:a16="http://schemas.microsoft.com/office/drawing/2014/main" id="{CFAE6BC5-73F9-D466-99ED-1E75C76C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5" y="6750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4" name="Oval 944">
              <a:extLst>
                <a:ext uri="{FF2B5EF4-FFF2-40B4-BE49-F238E27FC236}">
                  <a16:creationId xmlns:a16="http://schemas.microsoft.com/office/drawing/2014/main" id="{290C66F6-7A49-FCA5-1F58-FBB3DF404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2" y="6780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5" name="Oval 945">
              <a:extLst>
                <a:ext uri="{FF2B5EF4-FFF2-40B4-BE49-F238E27FC236}">
                  <a16:creationId xmlns:a16="http://schemas.microsoft.com/office/drawing/2014/main" id="{4EC74D2D-92C7-9DCC-870C-F9327B3111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7" y="6808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6" name="Oval 946">
              <a:extLst>
                <a:ext uri="{FF2B5EF4-FFF2-40B4-BE49-F238E27FC236}">
                  <a16:creationId xmlns:a16="http://schemas.microsoft.com/office/drawing/2014/main" id="{3A9FE1C5-1C1C-E7E5-CA14-EF0551C81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2" y="6848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7" name="Oval 947">
              <a:extLst>
                <a:ext uri="{FF2B5EF4-FFF2-40B4-BE49-F238E27FC236}">
                  <a16:creationId xmlns:a16="http://schemas.microsoft.com/office/drawing/2014/main" id="{E5712C88-29E9-C74B-B9E8-89F5D1E37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8087" y="688975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8" name="Oval 948">
              <a:extLst>
                <a:ext uri="{FF2B5EF4-FFF2-40B4-BE49-F238E27FC236}">
                  <a16:creationId xmlns:a16="http://schemas.microsoft.com/office/drawing/2014/main" id="{1B84827D-91A1-565D-18B9-B23E8DC8F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5" y="6481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9" name="Oval 949">
              <a:extLst>
                <a:ext uri="{FF2B5EF4-FFF2-40B4-BE49-F238E27FC236}">
                  <a16:creationId xmlns:a16="http://schemas.microsoft.com/office/drawing/2014/main" id="{F2CE7A0D-B06E-CADB-EB1F-C02500BB4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2" y="6480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0" name="Oval 950">
              <a:extLst>
                <a:ext uri="{FF2B5EF4-FFF2-40B4-BE49-F238E27FC236}">
                  <a16:creationId xmlns:a16="http://schemas.microsoft.com/office/drawing/2014/main" id="{10550D23-FD7B-A727-273E-25AAB91DA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3937" y="6488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1" name="Oval 951">
              <a:extLst>
                <a:ext uri="{FF2B5EF4-FFF2-40B4-BE49-F238E27FC236}">
                  <a16:creationId xmlns:a16="http://schemas.microsoft.com/office/drawing/2014/main" id="{69CACAB1-8FB1-78AA-0932-A12D30A8D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8700" y="6518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2" name="Oval 952">
              <a:extLst>
                <a:ext uri="{FF2B5EF4-FFF2-40B4-BE49-F238E27FC236}">
                  <a16:creationId xmlns:a16="http://schemas.microsoft.com/office/drawing/2014/main" id="{726A8757-2EDE-3ECD-909A-AD58DCE42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0" y="6532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3" name="Oval 953">
              <a:extLst>
                <a:ext uri="{FF2B5EF4-FFF2-40B4-BE49-F238E27FC236}">
                  <a16:creationId xmlns:a16="http://schemas.microsoft.com/office/drawing/2014/main" id="{FF9121BC-1088-1A4B-172C-5AF1A5495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4575" y="65484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4" name="Oval 954">
              <a:extLst>
                <a:ext uri="{FF2B5EF4-FFF2-40B4-BE49-F238E27FC236}">
                  <a16:creationId xmlns:a16="http://schemas.microsoft.com/office/drawing/2014/main" id="{97E0669F-E6ED-12DA-2FB4-F9F257BD3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577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5" name="Oval 955">
              <a:extLst>
                <a:ext uri="{FF2B5EF4-FFF2-40B4-BE49-F238E27FC236}">
                  <a16:creationId xmlns:a16="http://schemas.microsoft.com/office/drawing/2014/main" id="{477578A0-ED10-1F9B-CA85-E422516F2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2" y="6607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6" name="Oval 956">
              <a:extLst>
                <a:ext uri="{FF2B5EF4-FFF2-40B4-BE49-F238E27FC236}">
                  <a16:creationId xmlns:a16="http://schemas.microsoft.com/office/drawing/2014/main" id="{218EEF09-9F26-1FCF-D3F9-754EB5171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7912" y="66436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7" name="Oval 957">
              <a:extLst>
                <a:ext uri="{FF2B5EF4-FFF2-40B4-BE49-F238E27FC236}">
                  <a16:creationId xmlns:a16="http://schemas.microsoft.com/office/drawing/2014/main" id="{4AA16DA9-0CD3-B50D-1CAF-8924CC0FE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0" y="6672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8" name="Oval 958">
              <a:extLst>
                <a:ext uri="{FF2B5EF4-FFF2-40B4-BE49-F238E27FC236}">
                  <a16:creationId xmlns:a16="http://schemas.microsoft.com/office/drawing/2014/main" id="{522E7F90-DCF5-00D8-D58B-1E32B900C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7" y="6683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9" name="Oval 959">
              <a:extLst>
                <a:ext uri="{FF2B5EF4-FFF2-40B4-BE49-F238E27FC236}">
                  <a16:creationId xmlns:a16="http://schemas.microsoft.com/office/drawing/2014/main" id="{8472FD6F-BEC7-4F52-A7D9-4D9B71F19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2" y="6708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0" name="Oval 960">
              <a:extLst>
                <a:ext uri="{FF2B5EF4-FFF2-40B4-BE49-F238E27FC236}">
                  <a16:creationId xmlns:a16="http://schemas.microsoft.com/office/drawing/2014/main" id="{02A45EC1-4BC6-CCC7-D060-C4AF94158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8237" y="6746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1" name="Oval 961">
              <a:extLst>
                <a:ext uri="{FF2B5EF4-FFF2-40B4-BE49-F238E27FC236}">
                  <a16:creationId xmlns:a16="http://schemas.microsoft.com/office/drawing/2014/main" id="{CFED5EE3-10CC-6725-C9D1-99E7916E2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2" y="6781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2" name="Oval 962">
              <a:extLst>
                <a:ext uri="{FF2B5EF4-FFF2-40B4-BE49-F238E27FC236}">
                  <a16:creationId xmlns:a16="http://schemas.microsoft.com/office/drawing/2014/main" id="{A25269BC-F03C-812D-6BD6-EC72BDA6AD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815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3" name="Oval 963">
              <a:extLst>
                <a:ext uri="{FF2B5EF4-FFF2-40B4-BE49-F238E27FC236}">
                  <a16:creationId xmlns:a16="http://schemas.microsoft.com/office/drawing/2014/main" id="{BC9AA28B-64B0-C2A0-F0D9-E99939BE5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9037" y="6858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4" name="Oval 964">
              <a:extLst>
                <a:ext uri="{FF2B5EF4-FFF2-40B4-BE49-F238E27FC236}">
                  <a16:creationId xmlns:a16="http://schemas.microsoft.com/office/drawing/2014/main" id="{92DB774D-E52B-F7D7-E151-BE22802A5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6500" y="68897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5" name="Oval 965">
              <a:extLst>
                <a:ext uri="{FF2B5EF4-FFF2-40B4-BE49-F238E27FC236}">
                  <a16:creationId xmlns:a16="http://schemas.microsoft.com/office/drawing/2014/main" id="{829B25B2-D88B-9D70-A4E7-A15EA8078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0" y="6429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6" name="Oval 966">
              <a:extLst>
                <a:ext uri="{FF2B5EF4-FFF2-40B4-BE49-F238E27FC236}">
                  <a16:creationId xmlns:a16="http://schemas.microsoft.com/office/drawing/2014/main" id="{F68E6470-67D8-A6FD-673A-D16FB0505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0" y="6424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7" name="Oval 967">
              <a:extLst>
                <a:ext uri="{FF2B5EF4-FFF2-40B4-BE49-F238E27FC236}">
                  <a16:creationId xmlns:a16="http://schemas.microsoft.com/office/drawing/2014/main" id="{C0225EB3-F7B2-1170-6EBC-60B61D19B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5" y="64420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8" name="Oval 968">
              <a:extLst>
                <a:ext uri="{FF2B5EF4-FFF2-40B4-BE49-F238E27FC236}">
                  <a16:creationId xmlns:a16="http://schemas.microsoft.com/office/drawing/2014/main" id="{21BA4BC0-B027-1ABD-6013-42F11347E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5" y="6472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9" name="Oval 969">
              <a:extLst>
                <a:ext uri="{FF2B5EF4-FFF2-40B4-BE49-F238E27FC236}">
                  <a16:creationId xmlns:a16="http://schemas.microsoft.com/office/drawing/2014/main" id="{BB16DDAB-722A-6D97-3295-BC009CC08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1712" y="6499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0" name="Oval 970">
              <a:extLst>
                <a:ext uri="{FF2B5EF4-FFF2-40B4-BE49-F238E27FC236}">
                  <a16:creationId xmlns:a16="http://schemas.microsoft.com/office/drawing/2014/main" id="{1936153D-D25E-761C-5C91-A550F28E2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1237" y="6515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1" name="Oval 971">
              <a:extLst>
                <a:ext uri="{FF2B5EF4-FFF2-40B4-BE49-F238E27FC236}">
                  <a16:creationId xmlns:a16="http://schemas.microsoft.com/office/drawing/2014/main" id="{02354AC1-8A6A-B6B4-ACA4-3220CB031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2350" y="6537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2" name="Oval 972">
              <a:extLst>
                <a:ext uri="{FF2B5EF4-FFF2-40B4-BE49-F238E27FC236}">
                  <a16:creationId xmlns:a16="http://schemas.microsoft.com/office/drawing/2014/main" id="{3E09FAD0-A78C-E4CB-D9BA-B532DE90E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0" y="6562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3" name="Oval 973">
              <a:extLst>
                <a:ext uri="{FF2B5EF4-FFF2-40B4-BE49-F238E27FC236}">
                  <a16:creationId xmlns:a16="http://schemas.microsoft.com/office/drawing/2014/main" id="{10120A1E-638A-2644-25C2-CB06B32F2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9337" y="6608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4" name="Oval 974">
              <a:extLst>
                <a:ext uri="{FF2B5EF4-FFF2-40B4-BE49-F238E27FC236}">
                  <a16:creationId xmlns:a16="http://schemas.microsoft.com/office/drawing/2014/main" id="{F1EF50FA-4647-A0CE-4929-E50F2254B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2" y="6638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5" name="Oval 975">
              <a:extLst>
                <a:ext uri="{FF2B5EF4-FFF2-40B4-BE49-F238E27FC236}">
                  <a16:creationId xmlns:a16="http://schemas.microsoft.com/office/drawing/2014/main" id="{2FE26C98-918A-9575-8941-14B10733C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1087" y="6654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6" name="Oval 976">
              <a:extLst>
                <a:ext uri="{FF2B5EF4-FFF2-40B4-BE49-F238E27FC236}">
                  <a16:creationId xmlns:a16="http://schemas.microsoft.com/office/drawing/2014/main" id="{59720C9F-D3E2-B6BA-AE90-E9C4C4AA7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2" y="6694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7" name="Oval 977">
              <a:extLst>
                <a:ext uri="{FF2B5EF4-FFF2-40B4-BE49-F238E27FC236}">
                  <a16:creationId xmlns:a16="http://schemas.microsoft.com/office/drawing/2014/main" id="{CF9E538A-E1D6-8D31-9A52-83A703A56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5" y="6727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8" name="Oval 978">
              <a:extLst>
                <a:ext uri="{FF2B5EF4-FFF2-40B4-BE49-F238E27FC236}">
                  <a16:creationId xmlns:a16="http://schemas.microsoft.com/office/drawing/2014/main" id="{9417A8DB-69A7-9779-D472-BC6E7AE47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756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9" name="Oval 979">
              <a:extLst>
                <a:ext uri="{FF2B5EF4-FFF2-40B4-BE49-F238E27FC236}">
                  <a16:creationId xmlns:a16="http://schemas.microsoft.com/office/drawing/2014/main" id="{853D104D-6803-B3C3-838B-CA19A0DB1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937" y="6784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0" name="Oval 980">
              <a:extLst>
                <a:ext uri="{FF2B5EF4-FFF2-40B4-BE49-F238E27FC236}">
                  <a16:creationId xmlns:a16="http://schemas.microsoft.com/office/drawing/2014/main" id="{A37041B5-3528-33FD-AA7B-645DAD803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7" y="683260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1" name="Oval 981">
              <a:extLst>
                <a:ext uri="{FF2B5EF4-FFF2-40B4-BE49-F238E27FC236}">
                  <a16:creationId xmlns:a16="http://schemas.microsoft.com/office/drawing/2014/main" id="{D9F54765-2391-8F78-F5E1-9EFB207BD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7450" y="6864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2" name="Oval 982">
              <a:extLst>
                <a:ext uri="{FF2B5EF4-FFF2-40B4-BE49-F238E27FC236}">
                  <a16:creationId xmlns:a16="http://schemas.microsoft.com/office/drawing/2014/main" id="{99FC7041-55D8-3500-F2A8-FE87002A6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6500" y="68913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3" name="Oval 983">
              <a:extLst>
                <a:ext uri="{FF2B5EF4-FFF2-40B4-BE49-F238E27FC236}">
                  <a16:creationId xmlns:a16="http://schemas.microsoft.com/office/drawing/2014/main" id="{65CCE66E-3097-8149-82A5-825DB3691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0" y="6380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4" name="Oval 984">
              <a:extLst>
                <a:ext uri="{FF2B5EF4-FFF2-40B4-BE49-F238E27FC236}">
                  <a16:creationId xmlns:a16="http://schemas.microsoft.com/office/drawing/2014/main" id="{F3C16039-CE97-0BDE-A7C2-11EBEAEC9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7737" y="6373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5" name="Oval 985">
              <a:extLst>
                <a:ext uri="{FF2B5EF4-FFF2-40B4-BE49-F238E27FC236}">
                  <a16:creationId xmlns:a16="http://schemas.microsoft.com/office/drawing/2014/main" id="{82FFC009-05D5-EF50-0B15-ECDD65A66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0912" y="6396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6" name="Oval 986">
              <a:extLst>
                <a:ext uri="{FF2B5EF4-FFF2-40B4-BE49-F238E27FC236}">
                  <a16:creationId xmlns:a16="http://schemas.microsoft.com/office/drawing/2014/main" id="{4A21F49C-82CF-C93C-9786-FA5C7D11B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262" y="6426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7" name="Oval 987">
              <a:extLst>
                <a:ext uri="{FF2B5EF4-FFF2-40B4-BE49-F238E27FC236}">
                  <a16:creationId xmlns:a16="http://schemas.microsoft.com/office/drawing/2014/main" id="{15318086-7F57-F6C7-2B56-E28244DC6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6787" y="646112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8" name="Oval 988">
              <a:extLst>
                <a:ext uri="{FF2B5EF4-FFF2-40B4-BE49-F238E27FC236}">
                  <a16:creationId xmlns:a16="http://schemas.microsoft.com/office/drawing/2014/main" id="{49F6DC4F-13A8-2D4A-8F12-F4EA8B4B4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2" y="6478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9" name="Oval 989">
              <a:extLst>
                <a:ext uri="{FF2B5EF4-FFF2-40B4-BE49-F238E27FC236}">
                  <a16:creationId xmlns:a16="http://schemas.microsoft.com/office/drawing/2014/main" id="{72A45647-46D4-5662-03B5-155E85A22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9012" y="6497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0" name="Oval 990">
              <a:extLst>
                <a:ext uri="{FF2B5EF4-FFF2-40B4-BE49-F238E27FC236}">
                  <a16:creationId xmlns:a16="http://schemas.microsoft.com/office/drawing/2014/main" id="{96A167F9-53A8-42C9-E157-C94EDB876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3300" y="6529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1" name="Oval 991">
              <a:extLst>
                <a:ext uri="{FF2B5EF4-FFF2-40B4-BE49-F238E27FC236}">
                  <a16:creationId xmlns:a16="http://schemas.microsoft.com/office/drawing/2014/main" id="{4A4F556E-6A5A-1AB7-5DD0-85E405C42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5" y="6564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2" name="Oval 992">
              <a:extLst>
                <a:ext uri="{FF2B5EF4-FFF2-40B4-BE49-F238E27FC236}">
                  <a16:creationId xmlns:a16="http://schemas.microsoft.com/office/drawing/2014/main" id="{5E1813E3-9766-42D1-6794-30356E012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6637" y="6588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3" name="Oval 993">
              <a:extLst>
                <a:ext uri="{FF2B5EF4-FFF2-40B4-BE49-F238E27FC236}">
                  <a16:creationId xmlns:a16="http://schemas.microsoft.com/office/drawing/2014/main" id="{7CC22DD0-3321-FE0E-8A93-FD4B7B8CD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623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4" name="Oval 994">
              <a:extLst>
                <a:ext uri="{FF2B5EF4-FFF2-40B4-BE49-F238E27FC236}">
                  <a16:creationId xmlns:a16="http://schemas.microsoft.com/office/drawing/2014/main" id="{FFC5621B-AAD1-BF36-F64B-0AAB24332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1562" y="6672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5" name="Oval 995">
              <a:extLst>
                <a:ext uri="{FF2B5EF4-FFF2-40B4-BE49-F238E27FC236}">
                  <a16:creationId xmlns:a16="http://schemas.microsoft.com/office/drawing/2014/main" id="{3917873A-BFD1-4E89-7B11-DB934EB9F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0612" y="670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6" name="Oval 996">
              <a:extLst>
                <a:ext uri="{FF2B5EF4-FFF2-40B4-BE49-F238E27FC236}">
                  <a16:creationId xmlns:a16="http://schemas.microsoft.com/office/drawing/2014/main" id="{BFAF8DA6-E8F3-2A3F-3115-0F811BB15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0" y="672782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7" name="Oval 997">
              <a:extLst>
                <a:ext uri="{FF2B5EF4-FFF2-40B4-BE49-F238E27FC236}">
                  <a16:creationId xmlns:a16="http://schemas.microsoft.com/office/drawing/2014/main" id="{BAE859CD-C6C1-9354-9D20-499857E03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0300" y="6764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8" name="Oval 998">
              <a:extLst>
                <a:ext uri="{FF2B5EF4-FFF2-40B4-BE49-F238E27FC236}">
                  <a16:creationId xmlns:a16="http://schemas.microsoft.com/office/drawing/2014/main" id="{CB4EC2CA-C751-D5D2-CEDF-56BA70D4F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808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9" name="Oval 999">
              <a:extLst>
                <a:ext uri="{FF2B5EF4-FFF2-40B4-BE49-F238E27FC236}">
                  <a16:creationId xmlns:a16="http://schemas.microsoft.com/office/drawing/2014/main" id="{AF5E637F-2687-7B22-B1A7-241B63C02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7" y="683260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0" name="Oval 1000">
              <a:extLst>
                <a:ext uri="{FF2B5EF4-FFF2-40B4-BE49-F238E27FC236}">
                  <a16:creationId xmlns:a16="http://schemas.microsoft.com/office/drawing/2014/main" id="{48B615FF-31CE-C7FA-EC26-5DB0CBAE79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9037" y="6862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1" name="Oval 1001">
              <a:extLst>
                <a:ext uri="{FF2B5EF4-FFF2-40B4-BE49-F238E27FC236}">
                  <a16:creationId xmlns:a16="http://schemas.microsoft.com/office/drawing/2014/main" id="{C4B00367-7B20-D73E-3F3E-ACF64DB5B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8087" y="6896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2" name="Oval 1002">
              <a:extLst>
                <a:ext uri="{FF2B5EF4-FFF2-40B4-BE49-F238E27FC236}">
                  <a16:creationId xmlns:a16="http://schemas.microsoft.com/office/drawing/2014/main" id="{914DF7B1-2BDC-4C9A-93E7-1CB4A360C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75" y="6329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3" name="Oval 1003">
              <a:extLst>
                <a:ext uri="{FF2B5EF4-FFF2-40B4-BE49-F238E27FC236}">
                  <a16:creationId xmlns:a16="http://schemas.microsoft.com/office/drawing/2014/main" id="{EBD775D0-E372-EDF0-D8EE-5535B1BE8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6462" y="6326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4" name="Oval 1004">
              <a:extLst>
                <a:ext uri="{FF2B5EF4-FFF2-40B4-BE49-F238E27FC236}">
                  <a16:creationId xmlns:a16="http://schemas.microsoft.com/office/drawing/2014/main" id="{847708C7-DC81-90B1-232E-4ABC665BA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225" y="6346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5" name="Oval 1005">
              <a:extLst>
                <a:ext uri="{FF2B5EF4-FFF2-40B4-BE49-F238E27FC236}">
                  <a16:creationId xmlns:a16="http://schemas.microsoft.com/office/drawing/2014/main" id="{176EAB00-064F-0EEB-A6CA-0DF19C00C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2" y="6372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6" name="Oval 1006">
              <a:extLst>
                <a:ext uri="{FF2B5EF4-FFF2-40B4-BE49-F238E27FC236}">
                  <a16:creationId xmlns:a16="http://schemas.microsoft.com/office/drawing/2014/main" id="{7500BB56-39F2-AAB0-74F2-21B68145C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8687" y="6403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7" name="Oval 1007">
              <a:extLst>
                <a:ext uri="{FF2B5EF4-FFF2-40B4-BE49-F238E27FC236}">
                  <a16:creationId xmlns:a16="http://schemas.microsoft.com/office/drawing/2014/main" id="{1187BC4E-B895-1307-D088-494C57248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0" y="6432550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8" name="Oval 1008">
              <a:extLst>
                <a:ext uri="{FF2B5EF4-FFF2-40B4-BE49-F238E27FC236}">
                  <a16:creationId xmlns:a16="http://schemas.microsoft.com/office/drawing/2014/main" id="{179C9741-5214-56D5-9CE3-02A9820B9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4087" y="646112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9" name="Oval 1009">
              <a:extLst>
                <a:ext uri="{FF2B5EF4-FFF2-40B4-BE49-F238E27FC236}">
                  <a16:creationId xmlns:a16="http://schemas.microsoft.com/office/drawing/2014/main" id="{C994653F-3704-9ECB-1AED-F1C99CD69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1550" y="648970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0" name="Oval 1010">
              <a:extLst>
                <a:ext uri="{FF2B5EF4-FFF2-40B4-BE49-F238E27FC236}">
                  <a16:creationId xmlns:a16="http://schemas.microsoft.com/office/drawing/2014/main" id="{163D5DE8-6432-CD17-566B-384421364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5" y="652462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1" name="Oval 1011">
              <a:extLst>
                <a:ext uri="{FF2B5EF4-FFF2-40B4-BE49-F238E27FC236}">
                  <a16:creationId xmlns:a16="http://schemas.microsoft.com/office/drawing/2014/main" id="{A7B223E3-0557-94E3-3F09-9B366CAB6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6475" y="6556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2" name="Oval 1012">
              <a:extLst>
                <a:ext uri="{FF2B5EF4-FFF2-40B4-BE49-F238E27FC236}">
                  <a16:creationId xmlns:a16="http://schemas.microsoft.com/office/drawing/2014/main" id="{96A37EDD-EEAA-F067-7686-83D6D6507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7112" y="6592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3" name="Oval 1013">
              <a:extLst>
                <a:ext uri="{FF2B5EF4-FFF2-40B4-BE49-F238E27FC236}">
                  <a16:creationId xmlns:a16="http://schemas.microsoft.com/office/drawing/2014/main" id="{D00DCFF2-FA38-3413-D320-AFC69C09C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6162" y="6634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4" name="Oval 1014">
              <a:extLst>
                <a:ext uri="{FF2B5EF4-FFF2-40B4-BE49-F238E27FC236}">
                  <a16:creationId xmlns:a16="http://schemas.microsoft.com/office/drawing/2014/main" id="{C2647C2C-B5BF-7694-A251-0BD022D04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0" y="66675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5" name="Oval 1015">
              <a:extLst>
                <a:ext uri="{FF2B5EF4-FFF2-40B4-BE49-F238E27FC236}">
                  <a16:creationId xmlns:a16="http://schemas.microsoft.com/office/drawing/2014/main" id="{86D1F850-3EAB-8A7D-5B1E-5FE07692D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7" y="67024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6" name="Oval 1016">
              <a:extLst>
                <a:ext uri="{FF2B5EF4-FFF2-40B4-BE49-F238E27FC236}">
                  <a16:creationId xmlns:a16="http://schemas.microsoft.com/office/drawing/2014/main" id="{E51F6D64-5DD7-F17A-1542-499EF9318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9662" y="6745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7" name="Oval 1017">
              <a:extLst>
                <a:ext uri="{FF2B5EF4-FFF2-40B4-BE49-F238E27FC236}">
                  <a16:creationId xmlns:a16="http://schemas.microsoft.com/office/drawing/2014/main" id="{94239126-5EE4-FAED-FCE1-02A4E349A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0300" y="6778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8" name="Oval 1018">
              <a:extLst>
                <a:ext uri="{FF2B5EF4-FFF2-40B4-BE49-F238E27FC236}">
                  <a16:creationId xmlns:a16="http://schemas.microsoft.com/office/drawing/2014/main" id="{99390237-E723-C71F-DA8F-D5E508D84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937" y="6804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9" name="Oval 1019">
              <a:extLst>
                <a:ext uri="{FF2B5EF4-FFF2-40B4-BE49-F238E27FC236}">
                  <a16:creationId xmlns:a16="http://schemas.microsoft.com/office/drawing/2014/main" id="{6CA76DF7-11D1-39C0-259C-34C3EE8B5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845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0" name="Oval 1020">
              <a:extLst>
                <a:ext uri="{FF2B5EF4-FFF2-40B4-BE49-F238E27FC236}">
                  <a16:creationId xmlns:a16="http://schemas.microsoft.com/office/drawing/2014/main" id="{CF3E81FD-979D-0D06-533C-386737871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2" y="6878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1" name="Oval 1021">
              <a:extLst>
                <a:ext uri="{FF2B5EF4-FFF2-40B4-BE49-F238E27FC236}">
                  <a16:creationId xmlns:a16="http://schemas.microsoft.com/office/drawing/2014/main" id="{CAF27BF1-39EA-ED77-C000-1BF55AABD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2" y="6267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2" name="Oval 1022">
              <a:extLst>
                <a:ext uri="{FF2B5EF4-FFF2-40B4-BE49-F238E27FC236}">
                  <a16:creationId xmlns:a16="http://schemas.microsoft.com/office/drawing/2014/main" id="{D51E1048-0CAE-5C31-E433-4462D2E5F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6265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3" name="Oval 1023">
              <a:extLst>
                <a:ext uri="{FF2B5EF4-FFF2-40B4-BE49-F238E27FC236}">
                  <a16:creationId xmlns:a16="http://schemas.microsoft.com/office/drawing/2014/main" id="{FD9BAFD7-EA18-BF5C-AAF4-FD713A695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8362" y="6291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4" name="Oval 1024">
              <a:extLst>
                <a:ext uri="{FF2B5EF4-FFF2-40B4-BE49-F238E27FC236}">
                  <a16:creationId xmlns:a16="http://schemas.microsoft.com/office/drawing/2014/main" id="{91B6C97A-17AD-0548-F79D-D753175AB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0" y="6318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5" name="Oval 1025">
              <a:extLst>
                <a:ext uri="{FF2B5EF4-FFF2-40B4-BE49-F238E27FC236}">
                  <a16:creationId xmlns:a16="http://schemas.microsoft.com/office/drawing/2014/main" id="{14624248-0CD0-F21C-7E23-B5C7F29A3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63484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6" name="Oval 1026">
              <a:extLst>
                <a:ext uri="{FF2B5EF4-FFF2-40B4-BE49-F238E27FC236}">
                  <a16:creationId xmlns:a16="http://schemas.microsoft.com/office/drawing/2014/main" id="{7C9829CA-20AA-3112-BFAB-0BC9AC4E5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1700" y="63817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7" name="Oval 1027">
              <a:extLst>
                <a:ext uri="{FF2B5EF4-FFF2-40B4-BE49-F238E27FC236}">
                  <a16:creationId xmlns:a16="http://schemas.microsoft.com/office/drawing/2014/main" id="{F15C6ACE-2585-0AEF-656E-B0F64302B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2" y="6418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8" name="Oval 1028">
              <a:extLst>
                <a:ext uri="{FF2B5EF4-FFF2-40B4-BE49-F238E27FC236}">
                  <a16:creationId xmlns:a16="http://schemas.microsoft.com/office/drawing/2014/main" id="{1D61F376-4732-68E6-102E-A6307021E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6625" y="6453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9" name="Oval 1029">
              <a:extLst>
                <a:ext uri="{FF2B5EF4-FFF2-40B4-BE49-F238E27FC236}">
                  <a16:creationId xmlns:a16="http://schemas.microsoft.com/office/drawing/2014/main" id="{1F334DF5-A54F-F8C4-5B8A-86B73F56F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5675" y="6499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0" name="Oval 1030">
              <a:extLst>
                <a:ext uri="{FF2B5EF4-FFF2-40B4-BE49-F238E27FC236}">
                  <a16:creationId xmlns:a16="http://schemas.microsoft.com/office/drawing/2014/main" id="{367B2BD0-B7DC-3EAC-4095-F8EE75C7C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2" y="6529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1" name="Oval 1031">
              <a:extLst>
                <a:ext uri="{FF2B5EF4-FFF2-40B4-BE49-F238E27FC236}">
                  <a16:creationId xmlns:a16="http://schemas.microsoft.com/office/drawing/2014/main" id="{91CB938C-819A-B0F8-BA4C-6A39D7825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8537" y="6561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2" name="Oval 1032">
              <a:extLst>
                <a:ext uri="{FF2B5EF4-FFF2-40B4-BE49-F238E27FC236}">
                  <a16:creationId xmlns:a16="http://schemas.microsoft.com/office/drawing/2014/main" id="{B1D9CAFE-8021-C3E9-7C11-AFD081919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2" y="6592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3" name="Oval 1033">
              <a:extLst>
                <a:ext uri="{FF2B5EF4-FFF2-40B4-BE49-F238E27FC236}">
                  <a16:creationId xmlns:a16="http://schemas.microsoft.com/office/drawing/2014/main" id="{56D16919-83B8-EA47-81A5-45284999C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2987" y="6629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4" name="Oval 1034">
              <a:extLst>
                <a:ext uri="{FF2B5EF4-FFF2-40B4-BE49-F238E27FC236}">
                  <a16:creationId xmlns:a16="http://schemas.microsoft.com/office/drawing/2014/main" id="{895CF2B4-D977-0D72-A879-7395D89DC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2" y="6669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5" name="Oval 1035">
              <a:extLst>
                <a:ext uri="{FF2B5EF4-FFF2-40B4-BE49-F238E27FC236}">
                  <a16:creationId xmlns:a16="http://schemas.microsoft.com/office/drawing/2014/main" id="{770D016C-7992-BFFB-F37E-259480C3D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7" y="6715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6" name="Oval 1036">
              <a:extLst>
                <a:ext uri="{FF2B5EF4-FFF2-40B4-BE49-F238E27FC236}">
                  <a16:creationId xmlns:a16="http://schemas.microsoft.com/office/drawing/2014/main" id="{3BEC1340-0983-8A98-0E7C-7701E4E54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0" y="67548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7" name="Oval 1037">
              <a:extLst>
                <a:ext uri="{FF2B5EF4-FFF2-40B4-BE49-F238E27FC236}">
                  <a16:creationId xmlns:a16="http://schemas.microsoft.com/office/drawing/2014/main" id="{E260FBDA-0AED-577C-F37E-6E41F9327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781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8" name="Oval 1038">
              <a:extLst>
                <a:ext uri="{FF2B5EF4-FFF2-40B4-BE49-F238E27FC236}">
                  <a16:creationId xmlns:a16="http://schemas.microsoft.com/office/drawing/2014/main" id="{3DBD5547-66C0-D568-DA12-F1D0D9638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2" y="6821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9" name="Oval 1039">
              <a:extLst>
                <a:ext uri="{FF2B5EF4-FFF2-40B4-BE49-F238E27FC236}">
                  <a16:creationId xmlns:a16="http://schemas.microsoft.com/office/drawing/2014/main" id="{3D608EFD-2497-3858-865F-25BD447E5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7" y="6859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0" name="Oval 1040">
              <a:extLst>
                <a:ext uri="{FF2B5EF4-FFF2-40B4-BE49-F238E27FC236}">
                  <a16:creationId xmlns:a16="http://schemas.microsoft.com/office/drawing/2014/main" id="{55A7FC55-15AE-9E89-4BCB-45E26D6BA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886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1" name="Oval 1041">
              <a:extLst>
                <a:ext uri="{FF2B5EF4-FFF2-40B4-BE49-F238E27FC236}">
                  <a16:creationId xmlns:a16="http://schemas.microsoft.com/office/drawing/2014/main" id="{25E9385A-70C3-2620-83B6-0D671D7AE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4387" y="6211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2" name="Oval 1042">
              <a:extLst>
                <a:ext uri="{FF2B5EF4-FFF2-40B4-BE49-F238E27FC236}">
                  <a16:creationId xmlns:a16="http://schemas.microsoft.com/office/drawing/2014/main" id="{F9CBB0E0-6CEB-A41B-BAB1-0033E78F6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5" y="62166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3" name="Oval 1043">
              <a:extLst>
                <a:ext uri="{FF2B5EF4-FFF2-40B4-BE49-F238E27FC236}">
                  <a16:creationId xmlns:a16="http://schemas.microsoft.com/office/drawing/2014/main" id="{3016E22E-6456-D4C4-73A7-263E9FD0A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2325" y="6240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4" name="Oval 1044">
              <a:extLst>
                <a:ext uri="{FF2B5EF4-FFF2-40B4-BE49-F238E27FC236}">
                  <a16:creationId xmlns:a16="http://schemas.microsoft.com/office/drawing/2014/main" id="{BBADE4B8-D63A-383A-9D4C-78F218D64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1850" y="6278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5" name="Oval 1045">
              <a:extLst>
                <a:ext uri="{FF2B5EF4-FFF2-40B4-BE49-F238E27FC236}">
                  <a16:creationId xmlns:a16="http://schemas.microsoft.com/office/drawing/2014/main" id="{A2B2DDC1-43AE-8B21-15CE-1EB46104D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6137" y="6311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6" name="Oval 1046">
              <a:extLst>
                <a:ext uri="{FF2B5EF4-FFF2-40B4-BE49-F238E27FC236}">
                  <a16:creationId xmlns:a16="http://schemas.microsoft.com/office/drawing/2014/main" id="{5239E9D5-2E66-730D-099F-A504C5DF2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2" y="635158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7" name="Oval 1047">
              <a:extLst>
                <a:ext uri="{FF2B5EF4-FFF2-40B4-BE49-F238E27FC236}">
                  <a16:creationId xmlns:a16="http://schemas.microsoft.com/office/drawing/2014/main" id="{52CC30A1-7AEB-B3FB-96E7-30EC07FC1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2" y="63865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8" name="Oval 1048">
              <a:extLst>
                <a:ext uri="{FF2B5EF4-FFF2-40B4-BE49-F238E27FC236}">
                  <a16:creationId xmlns:a16="http://schemas.microsoft.com/office/drawing/2014/main" id="{F65855FD-FAD8-6844-05E6-A10C9DA07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0112" y="6411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9" name="Oval 1049">
              <a:extLst>
                <a:ext uri="{FF2B5EF4-FFF2-40B4-BE49-F238E27FC236}">
                  <a16:creationId xmlns:a16="http://schemas.microsoft.com/office/drawing/2014/main" id="{C9D12CDF-1D34-87B7-425A-6BA62A876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2337" y="6450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0" name="Oval 1050">
              <a:extLst>
                <a:ext uri="{FF2B5EF4-FFF2-40B4-BE49-F238E27FC236}">
                  <a16:creationId xmlns:a16="http://schemas.microsoft.com/office/drawing/2014/main" id="{0887A6B7-A714-A9C3-75B9-4A8363F5F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0" y="6497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1" name="Oval 1051">
              <a:extLst>
                <a:ext uri="{FF2B5EF4-FFF2-40B4-BE49-F238E27FC236}">
                  <a16:creationId xmlns:a16="http://schemas.microsoft.com/office/drawing/2014/main" id="{10B8CFCB-AD62-89B4-596E-E77E37F35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9962" y="652780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2" name="Oval 1052">
              <a:extLst>
                <a:ext uri="{FF2B5EF4-FFF2-40B4-BE49-F238E27FC236}">
                  <a16:creationId xmlns:a16="http://schemas.microsoft.com/office/drawing/2014/main" id="{B7F8F523-DDE6-90E8-13CB-D4AAAA564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5" y="6550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3" name="Oval 1053">
              <a:extLst>
                <a:ext uri="{FF2B5EF4-FFF2-40B4-BE49-F238E27FC236}">
                  <a16:creationId xmlns:a16="http://schemas.microsoft.com/office/drawing/2014/main" id="{FF1B3010-9CD8-077A-D00A-176A797DB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7587" y="65960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4" name="Oval 1054">
              <a:extLst>
                <a:ext uri="{FF2B5EF4-FFF2-40B4-BE49-F238E27FC236}">
                  <a16:creationId xmlns:a16="http://schemas.microsoft.com/office/drawing/2014/main" id="{2560A808-F675-DA41-963B-5FCC670F3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2987" y="6640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5" name="Oval 1055">
              <a:extLst>
                <a:ext uri="{FF2B5EF4-FFF2-40B4-BE49-F238E27FC236}">
                  <a16:creationId xmlns:a16="http://schemas.microsoft.com/office/drawing/2014/main" id="{6FB1A92D-10A3-9EEE-4492-4262BACAB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0" y="6686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6" name="Oval 1056">
              <a:extLst>
                <a:ext uri="{FF2B5EF4-FFF2-40B4-BE49-F238E27FC236}">
                  <a16:creationId xmlns:a16="http://schemas.microsoft.com/office/drawing/2014/main" id="{D9395353-9E3A-B43F-FBB1-3EC3CAA44F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0612" y="6734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7" name="Oval 1057">
              <a:extLst>
                <a:ext uri="{FF2B5EF4-FFF2-40B4-BE49-F238E27FC236}">
                  <a16:creationId xmlns:a16="http://schemas.microsoft.com/office/drawing/2014/main" id="{8D086307-5F3B-C5C9-11AA-987486241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5" y="6767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8" name="Oval 1058">
              <a:extLst>
                <a:ext uri="{FF2B5EF4-FFF2-40B4-BE49-F238E27FC236}">
                  <a16:creationId xmlns:a16="http://schemas.microsoft.com/office/drawing/2014/main" id="{370EE088-5F11-CF0F-054C-4D1755833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8237" y="6807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9" name="Oval 1059">
              <a:extLst>
                <a:ext uri="{FF2B5EF4-FFF2-40B4-BE49-F238E27FC236}">
                  <a16:creationId xmlns:a16="http://schemas.microsoft.com/office/drawing/2014/main" id="{D1096DDF-17F9-CC18-2292-F4161984D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2" y="6842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0" name="Oval 1060">
              <a:extLst>
                <a:ext uri="{FF2B5EF4-FFF2-40B4-BE49-F238E27FC236}">
                  <a16:creationId xmlns:a16="http://schemas.microsoft.com/office/drawing/2014/main" id="{683249A4-4DDD-4684-020C-AFFA2A11C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5" y="6862763"/>
              <a:ext cx="11112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1" name="Oval 1061">
              <a:extLst>
                <a:ext uri="{FF2B5EF4-FFF2-40B4-BE49-F238E27FC236}">
                  <a16:creationId xmlns:a16="http://schemas.microsoft.com/office/drawing/2014/main" id="{1E330402-906D-43DE-2089-190E0E814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4912" y="6896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2" name="Oval 1062">
              <a:extLst>
                <a:ext uri="{FF2B5EF4-FFF2-40B4-BE49-F238E27FC236}">
                  <a16:creationId xmlns:a16="http://schemas.microsoft.com/office/drawing/2014/main" id="{D5FAF05E-2C91-A885-B9BB-E62E3407F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3587" y="6153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3" name="Oval 1063">
              <a:extLst>
                <a:ext uri="{FF2B5EF4-FFF2-40B4-BE49-F238E27FC236}">
                  <a16:creationId xmlns:a16="http://schemas.microsoft.com/office/drawing/2014/main" id="{582E6033-7544-A316-E5CB-C11B6212E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5175" y="6165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4" name="Oval 1064">
              <a:extLst>
                <a:ext uri="{FF2B5EF4-FFF2-40B4-BE49-F238E27FC236}">
                  <a16:creationId xmlns:a16="http://schemas.microsoft.com/office/drawing/2014/main" id="{3D8F40D7-6551-C861-6101-39778C694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2" y="6202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5" name="Oval 1065">
              <a:extLst>
                <a:ext uri="{FF2B5EF4-FFF2-40B4-BE49-F238E27FC236}">
                  <a16:creationId xmlns:a16="http://schemas.microsoft.com/office/drawing/2014/main" id="{D091706A-A765-80A1-6AD0-228766512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5" y="6237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6" name="Oval 1066">
              <a:extLst>
                <a:ext uri="{FF2B5EF4-FFF2-40B4-BE49-F238E27FC236}">
                  <a16:creationId xmlns:a16="http://schemas.microsoft.com/office/drawing/2014/main" id="{25551FA9-BCB6-EBB0-9582-0C958F4F1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0100" y="6267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7" name="Oval 1067">
              <a:extLst>
                <a:ext uri="{FF2B5EF4-FFF2-40B4-BE49-F238E27FC236}">
                  <a16:creationId xmlns:a16="http://schemas.microsoft.com/office/drawing/2014/main" id="{AAC140F1-4B0D-4379-A3E8-B33A72A6F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9150" y="6302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8" name="Oval 1068">
              <a:extLst>
                <a:ext uri="{FF2B5EF4-FFF2-40B4-BE49-F238E27FC236}">
                  <a16:creationId xmlns:a16="http://schemas.microsoft.com/office/drawing/2014/main" id="{CBFBED1B-6F8D-EF2F-78D9-1B27004F8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9787" y="6342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9" name="Oval 1069">
              <a:extLst>
                <a:ext uri="{FF2B5EF4-FFF2-40B4-BE49-F238E27FC236}">
                  <a16:creationId xmlns:a16="http://schemas.microsoft.com/office/drawing/2014/main" id="{E1377F6B-0502-0C54-3035-3E6CB1BAD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6370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0" name="Oval 1070">
              <a:extLst>
                <a:ext uri="{FF2B5EF4-FFF2-40B4-BE49-F238E27FC236}">
                  <a16:creationId xmlns:a16="http://schemas.microsoft.com/office/drawing/2014/main" id="{228D3FD0-1FCF-4504-D133-3F0435858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6410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1" name="Oval 1071">
              <a:extLst>
                <a:ext uri="{FF2B5EF4-FFF2-40B4-BE49-F238E27FC236}">
                  <a16:creationId xmlns:a16="http://schemas.microsoft.com/office/drawing/2014/main" id="{3B1D04C6-1C75-1124-B92A-ED127177E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4400" y="645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2" name="Oval 1072">
              <a:extLst>
                <a:ext uri="{FF2B5EF4-FFF2-40B4-BE49-F238E27FC236}">
                  <a16:creationId xmlns:a16="http://schemas.microsoft.com/office/drawing/2014/main" id="{2AC2F706-4DE7-25EE-4DF8-CF1E8D322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0" y="64928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3" name="Oval 1073">
              <a:extLst>
                <a:ext uri="{FF2B5EF4-FFF2-40B4-BE49-F238E27FC236}">
                  <a16:creationId xmlns:a16="http://schemas.microsoft.com/office/drawing/2014/main" id="{FB723C08-9B13-AAF5-CDCD-202956FBD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6787" y="6527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4" name="Oval 1074">
              <a:extLst>
                <a:ext uri="{FF2B5EF4-FFF2-40B4-BE49-F238E27FC236}">
                  <a16:creationId xmlns:a16="http://schemas.microsoft.com/office/drawing/2014/main" id="{487E3CCB-BD66-BD34-24AD-B56E05CA9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5" y="6569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5" name="Oval 1075">
              <a:extLst>
                <a:ext uri="{FF2B5EF4-FFF2-40B4-BE49-F238E27FC236}">
                  <a16:creationId xmlns:a16="http://schemas.microsoft.com/office/drawing/2014/main" id="{98479FE5-682D-22B8-EA94-1A3BD3181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2" y="66087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6" name="Oval 1076">
              <a:extLst>
                <a:ext uri="{FF2B5EF4-FFF2-40B4-BE49-F238E27FC236}">
                  <a16:creationId xmlns:a16="http://schemas.microsoft.com/office/drawing/2014/main" id="{7A0DE7D1-C608-CABF-4F0F-DDDDC7E59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6162" y="6661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7" name="Oval 1077">
              <a:extLst>
                <a:ext uri="{FF2B5EF4-FFF2-40B4-BE49-F238E27FC236}">
                  <a16:creationId xmlns:a16="http://schemas.microsoft.com/office/drawing/2014/main" id="{9DEB3A46-E5EA-BB2C-0DE1-F5C5EE14D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1562" y="6710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8" name="Oval 1078">
              <a:extLst>
                <a:ext uri="{FF2B5EF4-FFF2-40B4-BE49-F238E27FC236}">
                  <a16:creationId xmlns:a16="http://schemas.microsoft.com/office/drawing/2014/main" id="{0FCE1C78-1D01-D39A-1543-DA52FDF0A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2" y="6754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9" name="Oval 1079">
              <a:extLst>
                <a:ext uri="{FF2B5EF4-FFF2-40B4-BE49-F238E27FC236}">
                  <a16:creationId xmlns:a16="http://schemas.microsoft.com/office/drawing/2014/main" id="{78D81A4C-988C-7DE9-8ACD-553D49946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2" y="6781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0" name="Oval 1080">
              <a:extLst>
                <a:ext uri="{FF2B5EF4-FFF2-40B4-BE49-F238E27FC236}">
                  <a16:creationId xmlns:a16="http://schemas.microsoft.com/office/drawing/2014/main" id="{E6C539E5-DA40-71C0-898F-BDB15525C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5" y="6810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1" name="Oval 1081">
              <a:extLst>
                <a:ext uri="{FF2B5EF4-FFF2-40B4-BE49-F238E27FC236}">
                  <a16:creationId xmlns:a16="http://schemas.microsoft.com/office/drawing/2014/main" id="{961A8972-5A13-3579-2241-0CB0C6651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7" y="6845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2" name="Oval 1082">
              <a:extLst>
                <a:ext uri="{FF2B5EF4-FFF2-40B4-BE49-F238E27FC236}">
                  <a16:creationId xmlns:a16="http://schemas.microsoft.com/office/drawing/2014/main" id="{B383725E-CE7B-BD70-D8AF-70B8C6DEC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2" y="6877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3" name="Oval 1083">
              <a:extLst>
                <a:ext uri="{FF2B5EF4-FFF2-40B4-BE49-F238E27FC236}">
                  <a16:creationId xmlns:a16="http://schemas.microsoft.com/office/drawing/2014/main" id="{61FBC59D-1C6F-CF86-3105-E341477A4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4437" y="6907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4" name="Oval 1084">
              <a:extLst>
                <a:ext uri="{FF2B5EF4-FFF2-40B4-BE49-F238E27FC236}">
                  <a16:creationId xmlns:a16="http://schemas.microsoft.com/office/drawing/2014/main" id="{D1B2BC19-7AB4-D4A5-840C-3131074AE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080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5" name="Oval 1085">
              <a:extLst>
                <a:ext uri="{FF2B5EF4-FFF2-40B4-BE49-F238E27FC236}">
                  <a16:creationId xmlns:a16="http://schemas.microsoft.com/office/drawing/2014/main" id="{730960A3-92BB-587D-60EB-626B7294E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9612" y="6099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6" name="Oval 1086">
              <a:extLst>
                <a:ext uri="{FF2B5EF4-FFF2-40B4-BE49-F238E27FC236}">
                  <a16:creationId xmlns:a16="http://schemas.microsoft.com/office/drawing/2014/main" id="{C2F9D416-05A5-0D68-E6E5-F8025FC1C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9137" y="6137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7" name="Oval 1087">
              <a:extLst>
                <a:ext uri="{FF2B5EF4-FFF2-40B4-BE49-F238E27FC236}">
                  <a16:creationId xmlns:a16="http://schemas.microsoft.com/office/drawing/2014/main" id="{00F52F20-85FC-06DB-039A-0583BC91E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3425" y="6176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8" name="Oval 1088">
              <a:extLst>
                <a:ext uri="{FF2B5EF4-FFF2-40B4-BE49-F238E27FC236}">
                  <a16:creationId xmlns:a16="http://schemas.microsoft.com/office/drawing/2014/main" id="{85802D02-682B-7CE9-C044-7374B0F54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0887" y="6213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9" name="Oval 1089">
              <a:extLst>
                <a:ext uri="{FF2B5EF4-FFF2-40B4-BE49-F238E27FC236}">
                  <a16:creationId xmlns:a16="http://schemas.microsoft.com/office/drawing/2014/main" id="{3BFF5E94-A586-4B14-3558-B799E54130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2" y="6245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0" name="Oval 1090">
              <a:extLst>
                <a:ext uri="{FF2B5EF4-FFF2-40B4-BE49-F238E27FC236}">
                  <a16:creationId xmlns:a16="http://schemas.microsoft.com/office/drawing/2014/main" id="{6BBB46E3-8965-C539-3B83-1D9317829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8512" y="6288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1" name="Oval 1091">
              <a:extLst>
                <a:ext uri="{FF2B5EF4-FFF2-40B4-BE49-F238E27FC236}">
                  <a16:creationId xmlns:a16="http://schemas.microsoft.com/office/drawing/2014/main" id="{27933ED3-A576-4BEE-B63E-3C016BC26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3912" y="63388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2" name="Oval 1093">
              <a:extLst>
                <a:ext uri="{FF2B5EF4-FFF2-40B4-BE49-F238E27FC236}">
                  <a16:creationId xmlns:a16="http://schemas.microsoft.com/office/drawing/2014/main" id="{2D8BD6EE-E17B-F238-CA05-0B97473A2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2488" y="6376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3" name="Oval 1094">
              <a:extLst>
                <a:ext uri="{FF2B5EF4-FFF2-40B4-BE49-F238E27FC236}">
                  <a16:creationId xmlns:a16="http://schemas.microsoft.com/office/drawing/2014/main" id="{7F455FD5-7636-7BF5-E9BC-B9D3E1586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3" y="64119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4" name="Oval 1095">
              <a:extLst>
                <a:ext uri="{FF2B5EF4-FFF2-40B4-BE49-F238E27FC236}">
                  <a16:creationId xmlns:a16="http://schemas.microsoft.com/office/drawing/2014/main" id="{8866B836-0D6C-8198-32C3-71B6F122D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225" y="6457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5" name="Oval 1096">
              <a:extLst>
                <a:ext uri="{FF2B5EF4-FFF2-40B4-BE49-F238E27FC236}">
                  <a16:creationId xmlns:a16="http://schemas.microsoft.com/office/drawing/2014/main" id="{2351BF13-BA52-B953-DC1D-F8B74A99D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0" y="65071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6" name="Oval 1097">
              <a:extLst>
                <a:ext uri="{FF2B5EF4-FFF2-40B4-BE49-F238E27FC236}">
                  <a16:creationId xmlns:a16="http://schemas.microsoft.com/office/drawing/2014/main" id="{C997568A-6888-EA89-7195-45CBAE34F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9963" y="654685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7" name="Oval 1098">
              <a:extLst>
                <a:ext uri="{FF2B5EF4-FFF2-40B4-BE49-F238E27FC236}">
                  <a16:creationId xmlns:a16="http://schemas.microsoft.com/office/drawing/2014/main" id="{6EC25F93-CF47-A7BC-72AD-FA775ED94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8538" y="6586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8" name="Oval 1099">
              <a:extLst>
                <a:ext uri="{FF2B5EF4-FFF2-40B4-BE49-F238E27FC236}">
                  <a16:creationId xmlns:a16="http://schemas.microsoft.com/office/drawing/2014/main" id="{E6FFF486-4181-4AAE-B36E-C89282C82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7113" y="6630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9" name="Oval 1100">
              <a:extLst>
                <a:ext uri="{FF2B5EF4-FFF2-40B4-BE49-F238E27FC236}">
                  <a16:creationId xmlns:a16="http://schemas.microsoft.com/office/drawing/2014/main" id="{604F1D80-2307-AF36-03F4-38FCC8657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67385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0" name="Oval 1101">
              <a:extLst>
                <a:ext uri="{FF2B5EF4-FFF2-40B4-BE49-F238E27FC236}">
                  <a16:creationId xmlns:a16="http://schemas.microsoft.com/office/drawing/2014/main" id="{6F3FFE09-9C59-7B6F-344B-EF1AF8C9C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1088" y="6719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1" name="Oval 1102">
              <a:extLst>
                <a:ext uri="{FF2B5EF4-FFF2-40B4-BE49-F238E27FC236}">
                  <a16:creationId xmlns:a16="http://schemas.microsoft.com/office/drawing/2014/main" id="{7427BCEC-D837-8242-DEED-1F41D74DE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8" y="6753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2" name="Oval 1103">
              <a:extLst>
                <a:ext uri="{FF2B5EF4-FFF2-40B4-BE49-F238E27FC236}">
                  <a16:creationId xmlns:a16="http://schemas.microsoft.com/office/drawing/2014/main" id="{F4BF8D86-F6CB-903D-D7BB-DDE7AFD00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1888" y="6786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3" name="Oval 1104">
              <a:extLst>
                <a:ext uri="{FF2B5EF4-FFF2-40B4-BE49-F238E27FC236}">
                  <a16:creationId xmlns:a16="http://schemas.microsoft.com/office/drawing/2014/main" id="{3F450BB8-0D6C-026E-F460-830268B18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7288" y="6826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4" name="Oval 1105">
              <a:extLst>
                <a:ext uri="{FF2B5EF4-FFF2-40B4-BE49-F238E27FC236}">
                  <a16:creationId xmlns:a16="http://schemas.microsoft.com/office/drawing/2014/main" id="{4522E965-FF4F-965B-AFC7-23A88735E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0" y="6872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5" name="Oval 1106">
              <a:extLst>
                <a:ext uri="{FF2B5EF4-FFF2-40B4-BE49-F238E27FC236}">
                  <a16:creationId xmlns:a16="http://schemas.microsoft.com/office/drawing/2014/main" id="{893F340A-2177-1C9C-4399-F5BD1FCD6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3325" y="69040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6" name="Oval 1107">
              <a:extLst>
                <a:ext uri="{FF2B5EF4-FFF2-40B4-BE49-F238E27FC236}">
                  <a16:creationId xmlns:a16="http://schemas.microsoft.com/office/drawing/2014/main" id="{4431CAE5-845A-562B-4315-C4480D6A4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3" y="5997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7" name="Oval 1108">
              <a:extLst>
                <a:ext uri="{FF2B5EF4-FFF2-40B4-BE49-F238E27FC236}">
                  <a16:creationId xmlns:a16="http://schemas.microsoft.com/office/drawing/2014/main" id="{0C34BA39-8D13-9D0E-66A4-336AE086B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9288" y="6022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8" name="Oval 1109">
              <a:extLst>
                <a:ext uri="{FF2B5EF4-FFF2-40B4-BE49-F238E27FC236}">
                  <a16:creationId xmlns:a16="http://schemas.microsoft.com/office/drawing/2014/main" id="{5AC044A5-C19B-06D6-CE53-59EE79EA7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0" y="6057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9" name="Oval 1110">
              <a:extLst>
                <a:ext uri="{FF2B5EF4-FFF2-40B4-BE49-F238E27FC236}">
                  <a16:creationId xmlns:a16="http://schemas.microsoft.com/office/drawing/2014/main" id="{C7A3F9D9-C223-AFF2-7CA6-4711142A8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6275" y="6099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0" name="Oval 1111">
              <a:extLst>
                <a:ext uri="{FF2B5EF4-FFF2-40B4-BE49-F238E27FC236}">
                  <a16:creationId xmlns:a16="http://schemas.microsoft.com/office/drawing/2014/main" id="{C6A87092-4CB3-EDAE-EC98-DE28FFA54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8500" y="6154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1" name="Oval 1112">
              <a:extLst>
                <a:ext uri="{FF2B5EF4-FFF2-40B4-BE49-F238E27FC236}">
                  <a16:creationId xmlns:a16="http://schemas.microsoft.com/office/drawing/2014/main" id="{EB8BF82D-486E-8AAA-149B-90AFDD6A7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3900" y="6196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2" name="Oval 1113">
              <a:extLst>
                <a:ext uri="{FF2B5EF4-FFF2-40B4-BE49-F238E27FC236}">
                  <a16:creationId xmlns:a16="http://schemas.microsoft.com/office/drawing/2014/main" id="{2D32F943-AE9E-8304-79AE-AF03FB431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4063" y="6240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3" name="Oval 1114">
              <a:extLst>
                <a:ext uri="{FF2B5EF4-FFF2-40B4-BE49-F238E27FC236}">
                  <a16:creationId xmlns:a16="http://schemas.microsoft.com/office/drawing/2014/main" id="{DFBDFB67-4B0C-F80F-2531-A8AEB06C6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5" y="62992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4" name="Oval 1115">
              <a:extLst>
                <a:ext uri="{FF2B5EF4-FFF2-40B4-BE49-F238E27FC236}">
                  <a16:creationId xmlns:a16="http://schemas.microsoft.com/office/drawing/2014/main" id="{0E0D247D-EB97-AF32-8B27-2B4CD4964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5" y="6337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5" name="Oval 1116">
              <a:extLst>
                <a:ext uri="{FF2B5EF4-FFF2-40B4-BE49-F238E27FC236}">
                  <a16:creationId xmlns:a16="http://schemas.microsoft.com/office/drawing/2014/main" id="{5998C715-70C0-CB97-3783-125E81A83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9313" y="6378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6" name="Oval 1117">
              <a:extLst>
                <a:ext uri="{FF2B5EF4-FFF2-40B4-BE49-F238E27FC236}">
                  <a16:creationId xmlns:a16="http://schemas.microsoft.com/office/drawing/2014/main" id="{0993BAB1-E9B6-1E00-02AD-15DBEFC04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3" y="641985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7" name="Oval 1118">
              <a:extLst>
                <a:ext uri="{FF2B5EF4-FFF2-40B4-BE49-F238E27FC236}">
                  <a16:creationId xmlns:a16="http://schemas.microsoft.com/office/drawing/2014/main" id="{E8B76EC3-3A5F-B3C1-9B1C-EE5835EC3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4400" y="6481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8" name="Oval 1119">
              <a:extLst>
                <a:ext uri="{FF2B5EF4-FFF2-40B4-BE49-F238E27FC236}">
                  <a16:creationId xmlns:a16="http://schemas.microsoft.com/office/drawing/2014/main" id="{49C4A6ED-1A13-2397-7922-06B5D0E3D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0" y="6530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9" name="Oval 1120">
              <a:extLst>
                <a:ext uri="{FF2B5EF4-FFF2-40B4-BE49-F238E27FC236}">
                  <a16:creationId xmlns:a16="http://schemas.microsoft.com/office/drawing/2014/main" id="{0C0379C2-DA3C-347B-B6B5-24C8EE1A6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3" y="6570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0" name="Oval 1121">
              <a:extLst>
                <a:ext uri="{FF2B5EF4-FFF2-40B4-BE49-F238E27FC236}">
                  <a16:creationId xmlns:a16="http://schemas.microsoft.com/office/drawing/2014/main" id="{0DAB83ED-952B-6E20-5B22-A30673E01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6475" y="6604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1" name="Oval 1122">
              <a:extLst>
                <a:ext uri="{FF2B5EF4-FFF2-40B4-BE49-F238E27FC236}">
                  <a16:creationId xmlns:a16="http://schemas.microsoft.com/office/drawing/2014/main" id="{18D8B2B4-2061-C2BF-B3A1-2C76C9571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6638" y="6643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2" name="Oval 1123">
              <a:extLst>
                <a:ext uri="{FF2B5EF4-FFF2-40B4-BE49-F238E27FC236}">
                  <a16:creationId xmlns:a16="http://schemas.microsoft.com/office/drawing/2014/main" id="{FA540542-B27A-91DE-9499-76F56ECA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692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3" name="Oval 1124">
              <a:extLst>
                <a:ext uri="{FF2B5EF4-FFF2-40B4-BE49-F238E27FC236}">
                  <a16:creationId xmlns:a16="http://schemas.microsoft.com/office/drawing/2014/main" id="{8B14145F-CB7C-BBC4-F628-FCBE3126C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0" y="6740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4" name="Oval 1125">
              <a:extLst>
                <a:ext uri="{FF2B5EF4-FFF2-40B4-BE49-F238E27FC236}">
                  <a16:creationId xmlns:a16="http://schemas.microsoft.com/office/drawing/2014/main" id="{0DC85FDC-0181-C98B-3ECB-F9282FD1A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9188" y="6767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5" name="Oval 1126">
              <a:extLst>
                <a:ext uri="{FF2B5EF4-FFF2-40B4-BE49-F238E27FC236}">
                  <a16:creationId xmlns:a16="http://schemas.microsoft.com/office/drawing/2014/main" id="{D51498F3-D809-0FC4-7BB7-BF53A2722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8" y="6802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6" name="Oval 1127">
              <a:extLst>
                <a:ext uri="{FF2B5EF4-FFF2-40B4-BE49-F238E27FC236}">
                  <a16:creationId xmlns:a16="http://schemas.microsoft.com/office/drawing/2014/main" id="{D9146B76-63D8-E6E3-77BB-A71598EA1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8" y="686117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7" name="Oval 1128">
              <a:extLst>
                <a:ext uri="{FF2B5EF4-FFF2-40B4-BE49-F238E27FC236}">
                  <a16:creationId xmlns:a16="http://schemas.microsoft.com/office/drawing/2014/main" id="{32E49DA4-C7D8-23B8-7440-D8757AFBF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3800" y="68897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8" name="Oval 1129">
              <a:extLst>
                <a:ext uri="{FF2B5EF4-FFF2-40B4-BE49-F238E27FC236}">
                  <a16:creationId xmlns:a16="http://schemas.microsoft.com/office/drawing/2014/main" id="{32811885-8757-D590-6F4B-971F51C2A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6263" y="5922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9" name="Oval 1130">
              <a:extLst>
                <a:ext uri="{FF2B5EF4-FFF2-40B4-BE49-F238E27FC236}">
                  <a16:creationId xmlns:a16="http://schemas.microsoft.com/office/drawing/2014/main" id="{23ECF211-7BEA-8335-F1CE-43F65D5B6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5948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0" name="Oval 1131">
              <a:extLst>
                <a:ext uri="{FF2B5EF4-FFF2-40B4-BE49-F238E27FC236}">
                  <a16:creationId xmlns:a16="http://schemas.microsoft.com/office/drawing/2014/main" id="{DC460D78-48EC-13B6-82EE-F56F39061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3725" y="5984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1" name="Oval 1132">
              <a:extLst>
                <a:ext uri="{FF2B5EF4-FFF2-40B4-BE49-F238E27FC236}">
                  <a16:creationId xmlns:a16="http://schemas.microsoft.com/office/drawing/2014/main" id="{FF0CF6B5-A8DB-CE45-D079-5749DA3A8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4363" y="6032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2" name="Oval 1133">
              <a:extLst>
                <a:ext uri="{FF2B5EF4-FFF2-40B4-BE49-F238E27FC236}">
                  <a16:creationId xmlns:a16="http://schemas.microsoft.com/office/drawing/2014/main" id="{76577F4F-08DE-6870-BAED-955E4B9DC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350" y="6092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3" name="Oval 1134">
              <a:extLst>
                <a:ext uri="{FF2B5EF4-FFF2-40B4-BE49-F238E27FC236}">
                  <a16:creationId xmlns:a16="http://schemas.microsoft.com/office/drawing/2014/main" id="{B5ED615F-B4DF-ED4D-A7F8-DBC6A62B3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3100" y="61468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4" name="Oval 1135">
              <a:extLst>
                <a:ext uri="{FF2B5EF4-FFF2-40B4-BE49-F238E27FC236}">
                  <a16:creationId xmlns:a16="http://schemas.microsoft.com/office/drawing/2014/main" id="{48A14F05-5512-C1EF-34BC-D90EFAA34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200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5" name="Oval 1136">
              <a:extLst>
                <a:ext uri="{FF2B5EF4-FFF2-40B4-BE49-F238E27FC236}">
                  <a16:creationId xmlns:a16="http://schemas.microsoft.com/office/drawing/2014/main" id="{5845BBA4-2951-D6E9-9BEB-A4B8C81B9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2950" y="6249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6" name="Oval 1137">
              <a:extLst>
                <a:ext uri="{FF2B5EF4-FFF2-40B4-BE49-F238E27FC236}">
                  <a16:creationId xmlns:a16="http://schemas.microsoft.com/office/drawing/2014/main" id="{D31D13DD-9687-2C5C-59D5-F53888CE3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9463" y="6300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7" name="Oval 1138">
              <a:extLst>
                <a:ext uri="{FF2B5EF4-FFF2-40B4-BE49-F238E27FC236}">
                  <a16:creationId xmlns:a16="http://schemas.microsoft.com/office/drawing/2014/main" id="{8C02D6E6-9F47-8375-7383-F45020C6B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5" y="6359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8" name="Oval 1139">
              <a:extLst>
                <a:ext uri="{FF2B5EF4-FFF2-40B4-BE49-F238E27FC236}">
                  <a16:creationId xmlns:a16="http://schemas.microsoft.com/office/drawing/2014/main" id="{DCBA0DE1-0BAA-4CBA-0677-1FC7AC76B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2488" y="6403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9" name="Oval 1140">
              <a:extLst>
                <a:ext uri="{FF2B5EF4-FFF2-40B4-BE49-F238E27FC236}">
                  <a16:creationId xmlns:a16="http://schemas.microsoft.com/office/drawing/2014/main" id="{526221D5-7A40-BF56-308D-6C4B46DC3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645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0" name="Oval 1141">
              <a:extLst>
                <a:ext uri="{FF2B5EF4-FFF2-40B4-BE49-F238E27FC236}">
                  <a16:creationId xmlns:a16="http://schemas.microsoft.com/office/drawing/2014/main" id="{2416D27B-5696-88D8-88C3-A7C2CB0A1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2338" y="6494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1" name="Oval 1142">
              <a:extLst>
                <a:ext uri="{FF2B5EF4-FFF2-40B4-BE49-F238E27FC236}">
                  <a16:creationId xmlns:a16="http://schemas.microsoft.com/office/drawing/2014/main" id="{24153F38-C8C5-23AA-7BBD-1CED27570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5675" y="6545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2" name="Oval 1143">
              <a:extLst>
                <a:ext uri="{FF2B5EF4-FFF2-40B4-BE49-F238E27FC236}">
                  <a16:creationId xmlns:a16="http://schemas.microsoft.com/office/drawing/2014/main" id="{25B8FD25-B31D-4BF6-F278-1BFE0439A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5" y="65960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3" name="Oval 1144">
              <a:extLst>
                <a:ext uri="{FF2B5EF4-FFF2-40B4-BE49-F238E27FC236}">
                  <a16:creationId xmlns:a16="http://schemas.microsoft.com/office/drawing/2014/main" id="{9E66B06C-9CBE-DB7C-FDB5-0B8690597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5" y="6638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4" name="Oval 1145">
              <a:extLst>
                <a:ext uri="{FF2B5EF4-FFF2-40B4-BE49-F238E27FC236}">
                  <a16:creationId xmlns:a16="http://schemas.microsoft.com/office/drawing/2014/main" id="{7CB70726-324F-E3F7-5A7A-FA10CDF36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9338" y="6684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5" name="Oval 1146">
              <a:extLst>
                <a:ext uri="{FF2B5EF4-FFF2-40B4-BE49-F238E27FC236}">
                  <a16:creationId xmlns:a16="http://schemas.microsoft.com/office/drawing/2014/main" id="{7235713D-A0C1-8677-56A8-F7C0BEB02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7913" y="6732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6" name="Oval 1147">
              <a:extLst>
                <a:ext uri="{FF2B5EF4-FFF2-40B4-BE49-F238E27FC236}">
                  <a16:creationId xmlns:a16="http://schemas.microsoft.com/office/drawing/2014/main" id="{AA952030-C25E-56F2-00D6-B8B7732F0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8" y="6751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7" name="Oval 1148">
              <a:extLst>
                <a:ext uri="{FF2B5EF4-FFF2-40B4-BE49-F238E27FC236}">
                  <a16:creationId xmlns:a16="http://schemas.microsoft.com/office/drawing/2014/main" id="{CC56D027-16FB-8D7F-EBDB-D57055A71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783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8" name="Oval 1149">
              <a:extLst>
                <a:ext uri="{FF2B5EF4-FFF2-40B4-BE49-F238E27FC236}">
                  <a16:creationId xmlns:a16="http://schemas.microsoft.com/office/drawing/2014/main" id="{48C85817-7D5A-0E2E-BA8D-458DDEA24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8875" y="6845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9" name="Oval 1150">
              <a:extLst>
                <a:ext uri="{FF2B5EF4-FFF2-40B4-BE49-F238E27FC236}">
                  <a16:creationId xmlns:a16="http://schemas.microsoft.com/office/drawing/2014/main" id="{1422F115-2E39-9A5D-B22D-0287257B4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5" y="6877051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0" name="Oval 1151">
              <a:extLst>
                <a:ext uri="{FF2B5EF4-FFF2-40B4-BE49-F238E27FC236}">
                  <a16:creationId xmlns:a16="http://schemas.microsoft.com/office/drawing/2014/main" id="{FDBBA344-FCDD-70B7-375E-4CCDC2104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8475" y="5842001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1" name="Oval 1152">
              <a:extLst>
                <a:ext uri="{FF2B5EF4-FFF2-40B4-BE49-F238E27FC236}">
                  <a16:creationId xmlns:a16="http://schemas.microsoft.com/office/drawing/2014/main" id="{ADC8DF5C-DE06-D654-C31E-A9A36D2E4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3238" y="5872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2" name="Oval 1153">
              <a:extLst>
                <a:ext uri="{FF2B5EF4-FFF2-40B4-BE49-F238E27FC236}">
                  <a16:creationId xmlns:a16="http://schemas.microsoft.com/office/drawing/2014/main" id="{7D2B4D03-0AB3-36E5-367E-F30850ECC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0700" y="5915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3" name="Oval 1154">
              <a:extLst>
                <a:ext uri="{FF2B5EF4-FFF2-40B4-BE49-F238E27FC236}">
                  <a16:creationId xmlns:a16="http://schemas.microsoft.com/office/drawing/2014/main" id="{55958507-2DBB-8F65-E572-90AE00383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7688" y="5980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4" name="Oval 1155">
              <a:extLst>
                <a:ext uri="{FF2B5EF4-FFF2-40B4-BE49-F238E27FC236}">
                  <a16:creationId xmlns:a16="http://schemas.microsoft.com/office/drawing/2014/main" id="{40724967-FF5C-A812-8678-9E35FD8B5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6038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5" name="Oval 1156">
              <a:extLst>
                <a:ext uri="{FF2B5EF4-FFF2-40B4-BE49-F238E27FC236}">
                  <a16:creationId xmlns:a16="http://schemas.microsoft.com/office/drawing/2014/main" id="{467632ED-4882-AA6E-DFA1-D02F18DC2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9125" y="6096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6" name="Oval 1157">
              <a:extLst>
                <a:ext uri="{FF2B5EF4-FFF2-40B4-BE49-F238E27FC236}">
                  <a16:creationId xmlns:a16="http://schemas.microsoft.com/office/drawing/2014/main" id="{DE082162-B6C2-FE1E-19E0-F5B4514EF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0" y="61468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7" name="Oval 1158">
              <a:extLst>
                <a:ext uri="{FF2B5EF4-FFF2-40B4-BE49-F238E27FC236}">
                  <a16:creationId xmlns:a16="http://schemas.microsoft.com/office/drawing/2014/main" id="{419825D1-61EF-73A7-9E44-4E0E55FFF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1675" y="6205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8" name="Oval 1159">
              <a:extLst>
                <a:ext uri="{FF2B5EF4-FFF2-40B4-BE49-F238E27FC236}">
                  <a16:creationId xmlns:a16="http://schemas.microsoft.com/office/drawing/2014/main" id="{8314051C-C936-D220-2078-1FC907405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2950" y="6264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9" name="Oval 1160">
              <a:extLst>
                <a:ext uri="{FF2B5EF4-FFF2-40B4-BE49-F238E27FC236}">
                  <a16:creationId xmlns:a16="http://schemas.microsoft.com/office/drawing/2014/main" id="{C0214EAB-CC75-B052-4B8A-48032561C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5" y="6323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0" name="Oval 1161">
              <a:extLst>
                <a:ext uri="{FF2B5EF4-FFF2-40B4-BE49-F238E27FC236}">
                  <a16:creationId xmlns:a16="http://schemas.microsoft.com/office/drawing/2014/main" id="{ADEA57A1-FCAA-D6C3-6501-1D2BA7A06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3913" y="63801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1" name="Oval 1162">
              <a:extLst>
                <a:ext uri="{FF2B5EF4-FFF2-40B4-BE49-F238E27FC236}">
                  <a16:creationId xmlns:a16="http://schemas.microsoft.com/office/drawing/2014/main" id="{43701DED-8800-30B1-BFE2-1F31ABA35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6432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2" name="Oval 1163">
              <a:extLst>
                <a:ext uri="{FF2B5EF4-FFF2-40B4-BE49-F238E27FC236}">
                  <a16:creationId xmlns:a16="http://schemas.microsoft.com/office/drawing/2014/main" id="{C83CD308-9DFA-1130-A57F-C695AD8F2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0113" y="6465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3" name="Oval 1164">
              <a:extLst>
                <a:ext uri="{FF2B5EF4-FFF2-40B4-BE49-F238E27FC236}">
                  <a16:creationId xmlns:a16="http://schemas.microsoft.com/office/drawing/2014/main" id="{467CE481-9D07-048B-464E-625522688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6625" y="651827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4" name="Oval 1165">
              <a:extLst>
                <a:ext uri="{FF2B5EF4-FFF2-40B4-BE49-F238E27FC236}">
                  <a16:creationId xmlns:a16="http://schemas.microsoft.com/office/drawing/2014/main" id="{1AF3C6B8-539B-63A4-9892-BCA550985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1550" y="65738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5" name="Oval 1166">
              <a:extLst>
                <a:ext uri="{FF2B5EF4-FFF2-40B4-BE49-F238E27FC236}">
                  <a16:creationId xmlns:a16="http://schemas.microsoft.com/office/drawing/2014/main" id="{82677041-7974-FCCD-0A61-3FFA7525E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3300" y="6626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6" name="Oval 1167">
              <a:extLst>
                <a:ext uri="{FF2B5EF4-FFF2-40B4-BE49-F238E27FC236}">
                  <a16:creationId xmlns:a16="http://schemas.microsoft.com/office/drawing/2014/main" id="{2A0AE5A6-BC0D-AFC9-5552-65DF5A129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0" y="6667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7" name="Oval 1168">
              <a:extLst>
                <a:ext uri="{FF2B5EF4-FFF2-40B4-BE49-F238E27FC236}">
                  <a16:creationId xmlns:a16="http://schemas.microsoft.com/office/drawing/2014/main" id="{192435BE-E584-DFC4-4B5F-AB84EB4AB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715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8" name="Oval 1169">
              <a:extLst>
                <a:ext uri="{FF2B5EF4-FFF2-40B4-BE49-F238E27FC236}">
                  <a16:creationId xmlns:a16="http://schemas.microsoft.com/office/drawing/2014/main" id="{FF89B3E7-E676-03D9-F890-DB5240FAC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3788" y="67452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9" name="Oval 1170">
              <a:extLst>
                <a:ext uri="{FF2B5EF4-FFF2-40B4-BE49-F238E27FC236}">
                  <a16:creationId xmlns:a16="http://schemas.microsoft.com/office/drawing/2014/main" id="{306E8D3F-E91A-526B-0B5B-47E15DA47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3" y="6778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0" name="Oval 1171">
              <a:extLst>
                <a:ext uri="{FF2B5EF4-FFF2-40B4-BE49-F238E27FC236}">
                  <a16:creationId xmlns:a16="http://schemas.microsoft.com/office/drawing/2014/main" id="{221275D6-7502-CD95-6ADE-39F2EC5DF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82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1" name="Oval 1172">
              <a:extLst>
                <a:ext uri="{FF2B5EF4-FFF2-40B4-BE49-F238E27FC236}">
                  <a16:creationId xmlns:a16="http://schemas.microsoft.com/office/drawing/2014/main" id="{25CC5167-7C23-BF66-59A2-A8A2079A2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4750" y="6865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2" name="Oval 1173">
              <a:extLst>
                <a:ext uri="{FF2B5EF4-FFF2-40B4-BE49-F238E27FC236}">
                  <a16:creationId xmlns:a16="http://schemas.microsoft.com/office/drawing/2014/main" id="{E502E725-CBDD-CAFC-A7B5-7F8C7BBA8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9072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3" name="Oval 1174">
              <a:extLst>
                <a:ext uri="{FF2B5EF4-FFF2-40B4-BE49-F238E27FC236}">
                  <a16:creationId xmlns:a16="http://schemas.microsoft.com/office/drawing/2014/main" id="{E1CE9B48-B592-D56B-FC56-0D2C3BF23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6400" y="5759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4" name="Oval 1175">
              <a:extLst>
                <a:ext uri="{FF2B5EF4-FFF2-40B4-BE49-F238E27FC236}">
                  <a16:creationId xmlns:a16="http://schemas.microsoft.com/office/drawing/2014/main" id="{635F0771-D066-1F31-4A47-F4BED4D99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74338" y="57927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5" name="Oval 1176">
              <a:extLst>
                <a:ext uri="{FF2B5EF4-FFF2-40B4-BE49-F238E27FC236}">
                  <a16:creationId xmlns:a16="http://schemas.microsoft.com/office/drawing/2014/main" id="{1826FFF0-3D29-D08D-B782-0D0EB0DBD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8150" y="5840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6" name="Oval 1177">
              <a:extLst>
                <a:ext uri="{FF2B5EF4-FFF2-40B4-BE49-F238E27FC236}">
                  <a16:creationId xmlns:a16="http://schemas.microsoft.com/office/drawing/2014/main" id="{76B02CBA-1C6A-86A0-969D-FBE102A0A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3075" y="590550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7" name="Oval 1178">
              <a:extLst>
                <a:ext uri="{FF2B5EF4-FFF2-40B4-BE49-F238E27FC236}">
                  <a16:creationId xmlns:a16="http://schemas.microsoft.com/office/drawing/2014/main" id="{689FA934-A8C7-6D20-A279-7C4A459C7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4350" y="598170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8" name="Oval 1179">
              <a:extLst>
                <a:ext uri="{FF2B5EF4-FFF2-40B4-BE49-F238E27FC236}">
                  <a16:creationId xmlns:a16="http://schemas.microsoft.com/office/drawing/2014/main" id="{53ED8350-7C1E-8A75-3336-7170A8EA8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1975" y="60277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9" name="Oval 1180">
              <a:extLst>
                <a:ext uri="{FF2B5EF4-FFF2-40B4-BE49-F238E27FC236}">
                  <a16:creationId xmlns:a16="http://schemas.microsoft.com/office/drawing/2014/main" id="{39766E98-E277-B966-1B32-E26D32D37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1188" y="6099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0" name="Oval 1181">
              <a:extLst>
                <a:ext uri="{FF2B5EF4-FFF2-40B4-BE49-F238E27FC236}">
                  <a16:creationId xmlns:a16="http://schemas.microsoft.com/office/drawing/2014/main" id="{CB97B7FD-F228-13A8-9944-832B6B5C8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0" y="6173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1" name="Oval 1182">
              <a:extLst>
                <a:ext uri="{FF2B5EF4-FFF2-40B4-BE49-F238E27FC236}">
                  <a16:creationId xmlns:a16="http://schemas.microsoft.com/office/drawing/2014/main" id="{FB8260E6-3662-01B0-BDA7-E285A7054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237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2" name="Oval 1183">
              <a:extLst>
                <a:ext uri="{FF2B5EF4-FFF2-40B4-BE49-F238E27FC236}">
                  <a16:creationId xmlns:a16="http://schemas.microsoft.com/office/drawing/2014/main" id="{97880898-CF66-AEB4-7227-4719B552B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4063" y="6294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3" name="Oval 1184">
              <a:extLst>
                <a:ext uri="{FF2B5EF4-FFF2-40B4-BE49-F238E27FC236}">
                  <a16:creationId xmlns:a16="http://schemas.microsoft.com/office/drawing/2014/main" id="{02ECC7A6-63A4-F3BA-C2F3-875B3C543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8513" y="6350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4" name="Oval 1185">
              <a:extLst>
                <a:ext uri="{FF2B5EF4-FFF2-40B4-BE49-F238E27FC236}">
                  <a16:creationId xmlns:a16="http://schemas.microsoft.com/office/drawing/2014/main" id="{4E1F4329-87CE-6363-82E5-ACECF202B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9788" y="6407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5" name="Oval 1186">
              <a:extLst>
                <a:ext uri="{FF2B5EF4-FFF2-40B4-BE49-F238E27FC236}">
                  <a16:creationId xmlns:a16="http://schemas.microsoft.com/office/drawing/2014/main" id="{A66AECA6-95D9-8A87-CCDD-804DA624B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3" y="645636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6" name="Oval 1187">
              <a:extLst>
                <a:ext uri="{FF2B5EF4-FFF2-40B4-BE49-F238E27FC236}">
                  <a16:creationId xmlns:a16="http://schemas.microsoft.com/office/drawing/2014/main" id="{9D512360-0998-0A02-1AA6-216E27C01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3" y="650240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7" name="Oval 1188">
              <a:extLst>
                <a:ext uri="{FF2B5EF4-FFF2-40B4-BE49-F238E27FC236}">
                  <a16:creationId xmlns:a16="http://schemas.microsoft.com/office/drawing/2014/main" id="{6510C641-7B90-6584-75FD-E9CF34E58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4088" y="65452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8" name="Oval 1189">
              <a:extLst>
                <a:ext uri="{FF2B5EF4-FFF2-40B4-BE49-F238E27FC236}">
                  <a16:creationId xmlns:a16="http://schemas.microsoft.com/office/drawing/2014/main" id="{6887C807-800E-FD3D-A000-033815FF4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9013" y="6605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9" name="Oval 1190">
              <a:extLst>
                <a:ext uri="{FF2B5EF4-FFF2-40B4-BE49-F238E27FC236}">
                  <a16:creationId xmlns:a16="http://schemas.microsoft.com/office/drawing/2014/main" id="{0E70F9E4-77B3-4295-F6F6-5AB607F7F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2350" y="6646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0" name="Oval 1191">
              <a:extLst>
                <a:ext uri="{FF2B5EF4-FFF2-40B4-BE49-F238E27FC236}">
                  <a16:creationId xmlns:a16="http://schemas.microsoft.com/office/drawing/2014/main" id="{E61ED54D-A534-D121-8005-18E7B54F2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6976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1" name="Oval 1192">
              <a:extLst>
                <a:ext uri="{FF2B5EF4-FFF2-40B4-BE49-F238E27FC236}">
                  <a16:creationId xmlns:a16="http://schemas.microsoft.com/office/drawing/2014/main" id="{E8ABDBC1-A2A9-A765-04D6-26435D73C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740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2" name="Oval 1193">
              <a:extLst>
                <a:ext uri="{FF2B5EF4-FFF2-40B4-BE49-F238E27FC236}">
                  <a16:creationId xmlns:a16="http://schemas.microsoft.com/office/drawing/2014/main" id="{AC193B4A-0691-4287-C715-2D089145F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2838" y="6772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3" name="Oval 1194">
              <a:extLst>
                <a:ext uri="{FF2B5EF4-FFF2-40B4-BE49-F238E27FC236}">
                  <a16:creationId xmlns:a16="http://schemas.microsoft.com/office/drawing/2014/main" id="{981E2F88-E782-65E1-E22D-64EE4DCB3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9825" y="6807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4" name="Oval 1195">
              <a:extLst>
                <a:ext uri="{FF2B5EF4-FFF2-40B4-BE49-F238E27FC236}">
                  <a16:creationId xmlns:a16="http://schemas.microsoft.com/office/drawing/2014/main" id="{049BA4B9-ECE5-6CE7-EDAF-44F7CF7DA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6813" y="6848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5" name="Oval 1196">
              <a:extLst>
                <a:ext uri="{FF2B5EF4-FFF2-40B4-BE49-F238E27FC236}">
                  <a16:creationId xmlns:a16="http://schemas.microsoft.com/office/drawing/2014/main" id="{1BE68D02-B9CE-45EA-78C0-6A7060140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888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6" name="Oval 1197">
              <a:extLst>
                <a:ext uri="{FF2B5EF4-FFF2-40B4-BE49-F238E27FC236}">
                  <a16:creationId xmlns:a16="http://schemas.microsoft.com/office/drawing/2014/main" id="{C6B9FB0C-E35C-231B-576D-6BA8BBB8A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646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7" name="Oval 1198">
              <a:extLst>
                <a:ext uri="{FF2B5EF4-FFF2-40B4-BE49-F238E27FC236}">
                  <a16:creationId xmlns:a16="http://schemas.microsoft.com/office/drawing/2014/main" id="{0580F241-EFC7-F086-1CD7-ACEFFC04C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1150" y="5672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8" name="Oval 1199">
              <a:extLst>
                <a:ext uri="{FF2B5EF4-FFF2-40B4-BE49-F238E27FC236}">
                  <a16:creationId xmlns:a16="http://schemas.microsoft.com/office/drawing/2014/main" id="{6E6EC58C-16CE-2EF2-4F99-5F26FAF90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2900" y="5745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9" name="Oval 1200">
              <a:extLst>
                <a:ext uri="{FF2B5EF4-FFF2-40B4-BE49-F238E27FC236}">
                  <a16:creationId xmlns:a16="http://schemas.microsoft.com/office/drawing/2014/main" id="{71F78970-99C6-499C-AB6A-69E7D786C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0525" y="5838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0" name="Oval 1201">
              <a:extLst>
                <a:ext uri="{FF2B5EF4-FFF2-40B4-BE49-F238E27FC236}">
                  <a16:creationId xmlns:a16="http://schemas.microsoft.com/office/drawing/2014/main" id="{AA52214B-F0AC-E328-EF88-29791630A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6088" y="59166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1" name="Oval 1202">
              <a:extLst>
                <a:ext uri="{FF2B5EF4-FFF2-40B4-BE49-F238E27FC236}">
                  <a16:creationId xmlns:a16="http://schemas.microsoft.com/office/drawing/2014/main" id="{A992394A-8632-63F5-7623-A95CBC16F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3238" y="5975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2" name="Oval 1203">
              <a:extLst>
                <a:ext uri="{FF2B5EF4-FFF2-40B4-BE49-F238E27FC236}">
                  <a16:creationId xmlns:a16="http://schemas.microsoft.com/office/drawing/2014/main" id="{6849A072-3980-E14E-79F5-A90BBFD5A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1975" y="6062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3" name="Oval 1204">
              <a:extLst>
                <a:ext uri="{FF2B5EF4-FFF2-40B4-BE49-F238E27FC236}">
                  <a16:creationId xmlns:a16="http://schemas.microsoft.com/office/drawing/2014/main" id="{16DC2B99-63A1-8C67-C7BD-EBAB3EA5E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9125" y="6143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4" name="Oval 1205">
              <a:extLst>
                <a:ext uri="{FF2B5EF4-FFF2-40B4-BE49-F238E27FC236}">
                  <a16:creationId xmlns:a16="http://schemas.microsoft.com/office/drawing/2014/main" id="{BC63A688-D3D5-7C1A-FF91-B41B730CF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3100" y="6203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5" name="Oval 1206">
              <a:extLst>
                <a:ext uri="{FF2B5EF4-FFF2-40B4-BE49-F238E27FC236}">
                  <a16:creationId xmlns:a16="http://schemas.microsoft.com/office/drawing/2014/main" id="{3ADD764E-C207-0985-047B-4B6F08D5E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3900" y="62658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6" name="Oval 1207">
              <a:extLst>
                <a:ext uri="{FF2B5EF4-FFF2-40B4-BE49-F238E27FC236}">
                  <a16:creationId xmlns:a16="http://schemas.microsoft.com/office/drawing/2014/main" id="{73D5ED21-60A0-EDFA-5D13-F0480B46F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3" y="6323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7" name="Oval 1208">
              <a:extLst>
                <a:ext uri="{FF2B5EF4-FFF2-40B4-BE49-F238E27FC236}">
                  <a16:creationId xmlns:a16="http://schemas.microsoft.com/office/drawing/2014/main" id="{3B6B9393-4D56-B8CB-CA4B-F1284614E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9150" y="6384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8" name="Oval 1209">
              <a:extLst>
                <a:ext uri="{FF2B5EF4-FFF2-40B4-BE49-F238E27FC236}">
                  <a16:creationId xmlns:a16="http://schemas.microsoft.com/office/drawing/2014/main" id="{EF380147-9AC7-7A3E-BBE6-8F6E8B206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4341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9" name="Oval 1210">
              <a:extLst>
                <a:ext uri="{FF2B5EF4-FFF2-40B4-BE49-F238E27FC236}">
                  <a16:creationId xmlns:a16="http://schemas.microsoft.com/office/drawing/2014/main" id="{7B1AEF61-405F-861D-FFB9-9A7551905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1700" y="6480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0" name="Oval 1211">
              <a:extLst>
                <a:ext uri="{FF2B5EF4-FFF2-40B4-BE49-F238E27FC236}">
                  <a16:creationId xmlns:a16="http://schemas.microsoft.com/office/drawing/2014/main" id="{56B7C71B-6CC4-6157-7B39-79F5FA3DC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0" y="653415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1" name="Oval 1212">
              <a:extLst>
                <a:ext uri="{FF2B5EF4-FFF2-40B4-BE49-F238E27FC236}">
                  <a16:creationId xmlns:a16="http://schemas.microsoft.com/office/drawing/2014/main" id="{592C2F6C-FCCC-1092-C62C-130D067B7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3" y="6581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2" name="Oval 1213">
              <a:extLst>
                <a:ext uri="{FF2B5EF4-FFF2-40B4-BE49-F238E27FC236}">
                  <a16:creationId xmlns:a16="http://schemas.microsoft.com/office/drawing/2014/main" id="{613A6680-0B29-5DC3-25C2-F0C37428D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1238" y="6627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3" name="Oval 1214">
              <a:extLst>
                <a:ext uri="{FF2B5EF4-FFF2-40B4-BE49-F238E27FC236}">
                  <a16:creationId xmlns:a16="http://schemas.microsoft.com/office/drawing/2014/main" id="{128D6D8B-8D36-BC09-6F0B-0B6A82D9D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4575" y="668337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4" name="Oval 1215">
              <a:extLst>
                <a:ext uri="{FF2B5EF4-FFF2-40B4-BE49-F238E27FC236}">
                  <a16:creationId xmlns:a16="http://schemas.microsoft.com/office/drawing/2014/main" id="{BFF6F42C-5B7C-F74A-D6D5-BA7B7D5A3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4738" y="6732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5" name="Oval 1216">
              <a:extLst>
                <a:ext uri="{FF2B5EF4-FFF2-40B4-BE49-F238E27FC236}">
                  <a16:creationId xmlns:a16="http://schemas.microsoft.com/office/drawing/2014/main" id="{7B696E9A-2776-9BCC-5131-CC9379389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4900" y="6769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6" name="Oval 1217">
              <a:extLst>
                <a:ext uri="{FF2B5EF4-FFF2-40B4-BE49-F238E27FC236}">
                  <a16:creationId xmlns:a16="http://schemas.microsoft.com/office/drawing/2014/main" id="{0626CBDA-947A-0B52-CE96-37CAD018C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796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7" name="Oval 1218">
              <a:extLst>
                <a:ext uri="{FF2B5EF4-FFF2-40B4-BE49-F238E27FC236}">
                  <a16:creationId xmlns:a16="http://schemas.microsoft.com/office/drawing/2014/main" id="{962D1F19-AA1C-8A67-AD3D-D21B8735F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3" y="6840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8" name="Oval 1219">
              <a:extLst>
                <a:ext uri="{FF2B5EF4-FFF2-40B4-BE49-F238E27FC236}">
                  <a16:creationId xmlns:a16="http://schemas.microsoft.com/office/drawing/2014/main" id="{8213C4ED-925F-ADF5-449B-C5C030213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5863" y="6875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9" name="Oval 1220">
              <a:extLst>
                <a:ext uri="{FF2B5EF4-FFF2-40B4-BE49-F238E27FC236}">
                  <a16:creationId xmlns:a16="http://schemas.microsoft.com/office/drawing/2014/main" id="{1F53FA5B-6FF0-FD8F-6AEF-59BB6D190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8275" y="5505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0" name="Oval 1221">
              <a:extLst>
                <a:ext uri="{FF2B5EF4-FFF2-40B4-BE49-F238E27FC236}">
                  <a16:creationId xmlns:a16="http://schemas.microsoft.com/office/drawing/2014/main" id="{37DEC901-F819-7F40-AF72-3DAD111DB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7325" y="5534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1" name="Oval 1222">
              <a:extLst>
                <a:ext uri="{FF2B5EF4-FFF2-40B4-BE49-F238E27FC236}">
                  <a16:creationId xmlns:a16="http://schemas.microsoft.com/office/drawing/2014/main" id="{E65500EF-EF77-E5F2-CD12-F45BC175B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4950" y="5646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2" name="Oval 1223">
              <a:extLst>
                <a:ext uri="{FF2B5EF4-FFF2-40B4-BE49-F238E27FC236}">
                  <a16:creationId xmlns:a16="http://schemas.microsoft.com/office/drawing/2014/main" id="{3335F53A-011F-1F29-F6CE-2F9483475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770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3" name="Oval 1224">
              <a:extLst>
                <a:ext uri="{FF2B5EF4-FFF2-40B4-BE49-F238E27FC236}">
                  <a16:creationId xmlns:a16="http://schemas.microsoft.com/office/drawing/2014/main" id="{E4E2A730-19A4-DA50-F25F-892947BDE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33063" y="5843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4" name="Oval 1225">
              <a:extLst>
                <a:ext uri="{FF2B5EF4-FFF2-40B4-BE49-F238E27FC236}">
                  <a16:creationId xmlns:a16="http://schemas.microsoft.com/office/drawing/2014/main" id="{40D6E7C8-0725-B76E-D87B-14426943E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6088" y="592772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5" name="Oval 1226">
              <a:extLst>
                <a:ext uri="{FF2B5EF4-FFF2-40B4-BE49-F238E27FC236}">
                  <a16:creationId xmlns:a16="http://schemas.microsoft.com/office/drawing/2014/main" id="{83785760-D503-0DD2-6E61-FCC3A2F72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4350" y="602615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6" name="Oval 1227">
              <a:extLst>
                <a:ext uri="{FF2B5EF4-FFF2-40B4-BE49-F238E27FC236}">
                  <a16:creationId xmlns:a16="http://schemas.microsoft.com/office/drawing/2014/main" id="{F852B300-6F6A-3605-7CF8-D62708880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6103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7" name="Oval 1228">
              <a:extLst>
                <a:ext uri="{FF2B5EF4-FFF2-40B4-BE49-F238E27FC236}">
                  <a16:creationId xmlns:a16="http://schemas.microsoft.com/office/drawing/2014/main" id="{7BAD2F6B-9F75-8632-3B73-A7D5777E4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350" y="6175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8" name="Oval 1229">
              <a:extLst>
                <a:ext uri="{FF2B5EF4-FFF2-40B4-BE49-F238E27FC236}">
                  <a16:creationId xmlns:a16="http://schemas.microsoft.com/office/drawing/2014/main" id="{3D8A02FD-2A44-43E1-905E-46305DC76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8500" y="6242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9" name="Oval 1230">
              <a:extLst>
                <a:ext uri="{FF2B5EF4-FFF2-40B4-BE49-F238E27FC236}">
                  <a16:creationId xmlns:a16="http://schemas.microsoft.com/office/drawing/2014/main" id="{F87AB83C-7C08-35FA-556E-83349BB25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0888" y="6305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0" name="Oval 1231">
              <a:extLst>
                <a:ext uri="{FF2B5EF4-FFF2-40B4-BE49-F238E27FC236}">
                  <a16:creationId xmlns:a16="http://schemas.microsoft.com/office/drawing/2014/main" id="{2CC11C10-A724-0DCB-E2B6-DDC05551E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0100" y="6364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1" name="Oval 1232">
              <a:extLst>
                <a:ext uri="{FF2B5EF4-FFF2-40B4-BE49-F238E27FC236}">
                  <a16:creationId xmlns:a16="http://schemas.microsoft.com/office/drawing/2014/main" id="{EC1F47D2-C397-2B6E-B879-5AAD6C651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6138" y="6413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2" name="Oval 1233">
              <a:extLst>
                <a:ext uri="{FF2B5EF4-FFF2-40B4-BE49-F238E27FC236}">
                  <a16:creationId xmlns:a16="http://schemas.microsoft.com/office/drawing/2014/main" id="{C66D0391-D679-1F84-F086-592B5A275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645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3" name="Oval 1234">
              <a:extLst>
                <a:ext uri="{FF2B5EF4-FFF2-40B4-BE49-F238E27FC236}">
                  <a16:creationId xmlns:a16="http://schemas.microsoft.com/office/drawing/2014/main" id="{4A458007-A7FE-B2EC-0725-ECCFC9CCA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8688" y="6511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4" name="Oval 1235">
              <a:extLst>
                <a:ext uri="{FF2B5EF4-FFF2-40B4-BE49-F238E27FC236}">
                  <a16:creationId xmlns:a16="http://schemas.microsoft.com/office/drawing/2014/main" id="{0B0312F8-9A13-3AA7-62BA-12827B45A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6788" y="656272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5" name="Oval 1236">
              <a:extLst>
                <a:ext uri="{FF2B5EF4-FFF2-40B4-BE49-F238E27FC236}">
                  <a16:creationId xmlns:a16="http://schemas.microsoft.com/office/drawing/2014/main" id="{DE19468F-44A5-0535-7AFF-CB8489769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1713" y="6618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6" name="Oval 1237">
              <a:extLst>
                <a:ext uri="{FF2B5EF4-FFF2-40B4-BE49-F238E27FC236}">
                  <a16:creationId xmlns:a16="http://schemas.microsoft.com/office/drawing/2014/main" id="{08DCE52A-3BB9-B824-6EF6-A608009EB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0" y="6669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7" name="Oval 1238">
              <a:extLst>
                <a:ext uri="{FF2B5EF4-FFF2-40B4-BE49-F238E27FC236}">
                  <a16:creationId xmlns:a16="http://schemas.microsoft.com/office/drawing/2014/main" id="{C30EFD7F-3964-0947-4C1B-BD44BC50C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0" y="6716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8" name="Oval 1239">
              <a:extLst>
                <a:ext uri="{FF2B5EF4-FFF2-40B4-BE49-F238E27FC236}">
                  <a16:creationId xmlns:a16="http://schemas.microsoft.com/office/drawing/2014/main" id="{4BDE563A-32B4-5D95-A6C0-C3A9BEF3A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3" y="6756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9" name="Oval 1240">
              <a:extLst>
                <a:ext uri="{FF2B5EF4-FFF2-40B4-BE49-F238E27FC236}">
                  <a16:creationId xmlns:a16="http://schemas.microsoft.com/office/drawing/2014/main" id="{30C1150F-BD56-6E72-F711-1ABFE6E8E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7125" y="6791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0" name="Oval 1241">
              <a:extLst>
                <a:ext uri="{FF2B5EF4-FFF2-40B4-BE49-F238E27FC236}">
                  <a16:creationId xmlns:a16="http://schemas.microsoft.com/office/drawing/2014/main" id="{8EABD045-2CC0-A287-F7FB-E97F146AD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3" y="6842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1" name="Oval 1242">
              <a:extLst>
                <a:ext uri="{FF2B5EF4-FFF2-40B4-BE49-F238E27FC236}">
                  <a16:creationId xmlns:a16="http://schemas.microsoft.com/office/drawing/2014/main" id="{AFA47642-EDEE-43CD-E715-8A8FE198F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0" y="6880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2" name="Oval 1243">
              <a:extLst>
                <a:ext uri="{FF2B5EF4-FFF2-40B4-BE49-F238E27FC236}">
                  <a16:creationId xmlns:a16="http://schemas.microsoft.com/office/drawing/2014/main" id="{D4F7989F-D68B-2322-BBCD-B05917CD4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0000" y="5330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3" name="Oval 1244">
              <a:extLst>
                <a:ext uri="{FF2B5EF4-FFF2-40B4-BE49-F238E27FC236}">
                  <a16:creationId xmlns:a16="http://schemas.microsoft.com/office/drawing/2014/main" id="{04107409-358F-68E8-1A67-DDC0582FE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0163" y="5394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4" name="Oval 1245">
              <a:extLst>
                <a:ext uri="{FF2B5EF4-FFF2-40B4-BE49-F238E27FC236}">
                  <a16:creationId xmlns:a16="http://schemas.microsoft.com/office/drawing/2014/main" id="{24E84BC3-3CB2-9CC0-C3B3-E6BED32A7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7950" y="5540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5" name="Oval 1246">
              <a:extLst>
                <a:ext uri="{FF2B5EF4-FFF2-40B4-BE49-F238E27FC236}">
                  <a16:creationId xmlns:a16="http://schemas.microsoft.com/office/drawing/2014/main" id="{BA1CA31D-08DE-7821-1A1C-F0C69A8DC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3200" y="56784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6" name="Oval 1247">
              <a:extLst>
                <a:ext uri="{FF2B5EF4-FFF2-40B4-BE49-F238E27FC236}">
                  <a16:creationId xmlns:a16="http://schemas.microsoft.com/office/drawing/2014/main" id="{D679C10A-C8E3-51CE-D092-AEF82D3B8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783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7" name="Oval 1248">
              <a:extLst>
                <a:ext uri="{FF2B5EF4-FFF2-40B4-BE49-F238E27FC236}">
                  <a16:creationId xmlns:a16="http://schemas.microsoft.com/office/drawing/2014/main" id="{147FF808-5EAD-C80D-C584-0DCF3D5F5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0525" y="5886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8" name="Oval 1249">
              <a:extLst>
                <a:ext uri="{FF2B5EF4-FFF2-40B4-BE49-F238E27FC236}">
                  <a16:creationId xmlns:a16="http://schemas.microsoft.com/office/drawing/2014/main" id="{16D49A3B-E596-1593-3839-829F3701D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3075" y="5994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9" name="Oval 1250">
              <a:extLst>
                <a:ext uri="{FF2B5EF4-FFF2-40B4-BE49-F238E27FC236}">
                  <a16:creationId xmlns:a16="http://schemas.microsoft.com/office/drawing/2014/main" id="{1E355F8B-D14D-8306-F8EC-197A98A26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7688" y="6065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0" name="Oval 1251">
              <a:extLst>
                <a:ext uri="{FF2B5EF4-FFF2-40B4-BE49-F238E27FC236}">
                  <a16:creationId xmlns:a16="http://schemas.microsoft.com/office/drawing/2014/main" id="{4B1288B1-278D-BF68-29B5-B4A5D2335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4363" y="6140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1" name="Oval 1252">
              <a:extLst>
                <a:ext uri="{FF2B5EF4-FFF2-40B4-BE49-F238E27FC236}">
                  <a16:creationId xmlns:a16="http://schemas.microsoft.com/office/drawing/2014/main" id="{3806DDF6-2281-181F-9513-CA9FEE103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6275" y="6211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2" name="Oval 1253">
              <a:extLst>
                <a:ext uri="{FF2B5EF4-FFF2-40B4-BE49-F238E27FC236}">
                  <a16:creationId xmlns:a16="http://schemas.microsoft.com/office/drawing/2014/main" id="{9BA44227-DA2D-04B9-BB9F-BB5DAE3612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3425" y="6286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3" name="Oval 1254">
              <a:extLst>
                <a:ext uri="{FF2B5EF4-FFF2-40B4-BE49-F238E27FC236}">
                  <a16:creationId xmlns:a16="http://schemas.microsoft.com/office/drawing/2014/main" id="{E8D34F14-DAFF-C303-18CC-C92893D8D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5" y="635158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4" name="Oval 1255">
              <a:extLst>
                <a:ext uri="{FF2B5EF4-FFF2-40B4-BE49-F238E27FC236}">
                  <a16:creationId xmlns:a16="http://schemas.microsoft.com/office/drawing/2014/main" id="{FB5D8C26-B142-4B29-A32A-C372037B1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1850" y="6397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5" name="Oval 1256">
              <a:extLst>
                <a:ext uri="{FF2B5EF4-FFF2-40B4-BE49-F238E27FC236}">
                  <a16:creationId xmlns:a16="http://schemas.microsoft.com/office/drawing/2014/main" id="{C45F27BB-D20C-3137-DE30-7CD33A1B8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0" y="6451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6" name="Oval 1257">
              <a:extLst>
                <a:ext uri="{FF2B5EF4-FFF2-40B4-BE49-F238E27FC236}">
                  <a16:creationId xmlns:a16="http://schemas.microsoft.com/office/drawing/2014/main" id="{5D8CAFA5-C460-F289-ED2B-14F7824F1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3" y="6502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7" name="Oval 1258">
              <a:extLst>
                <a:ext uri="{FF2B5EF4-FFF2-40B4-BE49-F238E27FC236}">
                  <a16:creationId xmlns:a16="http://schemas.microsoft.com/office/drawing/2014/main" id="{161F6367-380D-4730-DFCA-7C5AD8658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263" y="65611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8" name="Oval 1259">
              <a:extLst>
                <a:ext uri="{FF2B5EF4-FFF2-40B4-BE49-F238E27FC236}">
                  <a16:creationId xmlns:a16="http://schemas.microsoft.com/office/drawing/2014/main" id="{43AC7EF5-C43B-948E-25DC-884A540B4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5" y="6616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9" name="Oval 1260">
              <a:extLst>
                <a:ext uri="{FF2B5EF4-FFF2-40B4-BE49-F238E27FC236}">
                  <a16:creationId xmlns:a16="http://schemas.microsoft.com/office/drawing/2014/main" id="{61A0EC5B-20B9-424B-19D6-BB7D9D03B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8700" y="6657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0" name="Oval 1261">
              <a:extLst>
                <a:ext uri="{FF2B5EF4-FFF2-40B4-BE49-F238E27FC236}">
                  <a16:creationId xmlns:a16="http://schemas.microsoft.com/office/drawing/2014/main" id="{41B3E3A5-70FF-1E96-900E-6037E024A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0450" y="6704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1" name="Oval 1262">
              <a:extLst>
                <a:ext uri="{FF2B5EF4-FFF2-40B4-BE49-F238E27FC236}">
                  <a16:creationId xmlns:a16="http://schemas.microsoft.com/office/drawing/2014/main" id="{5C0F38FE-F6AD-42AD-5C1F-42105A053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0" y="6746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2" name="Oval 1263">
              <a:extLst>
                <a:ext uri="{FF2B5EF4-FFF2-40B4-BE49-F238E27FC236}">
                  <a16:creationId xmlns:a16="http://schemas.microsoft.com/office/drawing/2014/main" id="{E0665330-4338-C4BA-8A26-C1C1A5758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0775" y="6788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3" name="Oval 1264">
              <a:extLst>
                <a:ext uri="{FF2B5EF4-FFF2-40B4-BE49-F238E27FC236}">
                  <a16:creationId xmlns:a16="http://schemas.microsoft.com/office/drawing/2014/main" id="{4084402F-E390-286E-26F8-F8D59FD6F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837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4" name="Oval 1265">
              <a:extLst>
                <a:ext uri="{FF2B5EF4-FFF2-40B4-BE49-F238E27FC236}">
                  <a16:creationId xmlns:a16="http://schemas.microsoft.com/office/drawing/2014/main" id="{7DF74575-C6E4-B4D7-F7D1-2A62D7C1E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8" y="6872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5" name="Oval 1266">
              <a:extLst>
                <a:ext uri="{FF2B5EF4-FFF2-40B4-BE49-F238E27FC236}">
                  <a16:creationId xmlns:a16="http://schemas.microsoft.com/office/drawing/2014/main" id="{29410232-36E3-E6BE-6511-6B62C587A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1738" y="6905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6" name="Oval 1267">
              <a:extLst>
                <a:ext uri="{FF2B5EF4-FFF2-40B4-BE49-F238E27FC236}">
                  <a16:creationId xmlns:a16="http://schemas.microsoft.com/office/drawing/2014/main" id="{1138A508-C9A9-D73E-56A1-2717C97B8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1875" y="5053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7" name="Oval 1268">
              <a:extLst>
                <a:ext uri="{FF2B5EF4-FFF2-40B4-BE49-F238E27FC236}">
                  <a16:creationId xmlns:a16="http://schemas.microsoft.com/office/drawing/2014/main" id="{46057B84-64EF-3CCB-3393-4115BFA50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6963" y="5167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8" name="Oval 1269">
              <a:extLst>
                <a:ext uri="{FF2B5EF4-FFF2-40B4-BE49-F238E27FC236}">
                  <a16:creationId xmlns:a16="http://schemas.microsoft.com/office/drawing/2014/main" id="{4FE378E4-EE7A-C8B0-1DF3-ED5AFF98B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25075" y="5392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9" name="Oval 1270">
              <a:extLst>
                <a:ext uri="{FF2B5EF4-FFF2-40B4-BE49-F238E27FC236}">
                  <a16:creationId xmlns:a16="http://schemas.microsoft.com/office/drawing/2014/main" id="{5EA1F274-7DAC-56C5-8686-552180533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7950" y="5597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0" name="Oval 1271">
              <a:extLst>
                <a:ext uri="{FF2B5EF4-FFF2-40B4-BE49-F238E27FC236}">
                  <a16:creationId xmlns:a16="http://schemas.microsoft.com/office/drawing/2014/main" id="{A418BA49-A3D3-1A98-8321-8011D2E7C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4950" y="5734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1" name="Oval 1272">
              <a:extLst>
                <a:ext uri="{FF2B5EF4-FFF2-40B4-BE49-F238E27FC236}">
                  <a16:creationId xmlns:a16="http://schemas.microsoft.com/office/drawing/2014/main" id="{B19C71DC-8614-AAD5-D172-6171CAA8C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2900" y="5849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2" name="Oval 1273">
              <a:extLst>
                <a:ext uri="{FF2B5EF4-FFF2-40B4-BE49-F238E27FC236}">
                  <a16:creationId xmlns:a16="http://schemas.microsoft.com/office/drawing/2014/main" id="{1C671C06-841E-574A-8B78-39D573977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8150" y="5951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3" name="Oval 1274">
              <a:extLst>
                <a:ext uri="{FF2B5EF4-FFF2-40B4-BE49-F238E27FC236}">
                  <a16:creationId xmlns:a16="http://schemas.microsoft.com/office/drawing/2014/main" id="{3F88C751-8D3B-D9B9-E9C9-949461074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0700" y="6046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4" name="Oval 1275">
              <a:extLst>
                <a:ext uri="{FF2B5EF4-FFF2-40B4-BE49-F238E27FC236}">
                  <a16:creationId xmlns:a16="http://schemas.microsoft.com/office/drawing/2014/main" id="{E06B4A4A-7FBB-F80A-8C88-A1D1703ED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3725" y="61198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5" name="Oval 1276">
              <a:extLst>
                <a:ext uri="{FF2B5EF4-FFF2-40B4-BE49-F238E27FC236}">
                  <a16:creationId xmlns:a16="http://schemas.microsoft.com/office/drawing/2014/main" id="{BE349D86-DB16-4D75-F77F-7D232305D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0" y="6192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6" name="Oval 1277">
              <a:extLst>
                <a:ext uri="{FF2B5EF4-FFF2-40B4-BE49-F238E27FC236}">
                  <a16:creationId xmlns:a16="http://schemas.microsoft.com/office/drawing/2014/main" id="{91DD3D24-9D51-7B44-83E5-5316BF3E9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9138" y="6270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7" name="Oval 1278">
              <a:extLst>
                <a:ext uri="{FF2B5EF4-FFF2-40B4-BE49-F238E27FC236}">
                  <a16:creationId xmlns:a16="http://schemas.microsoft.com/office/drawing/2014/main" id="{C35D2DE1-5843-9B14-544B-DBDAF1C41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3" y="6330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8" name="Oval 1279">
              <a:extLst>
                <a:ext uri="{FF2B5EF4-FFF2-40B4-BE49-F238E27FC236}">
                  <a16:creationId xmlns:a16="http://schemas.microsoft.com/office/drawing/2014/main" id="{826C87BA-AFAF-F696-F1C5-9F7A01D4A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2325" y="6380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9" name="Oval 1280">
              <a:extLst>
                <a:ext uri="{FF2B5EF4-FFF2-40B4-BE49-F238E27FC236}">
                  <a16:creationId xmlns:a16="http://schemas.microsoft.com/office/drawing/2014/main" id="{5AF7E94F-5244-2521-C708-9C891C63C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8363" y="6438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0" name="Oval 1281">
              <a:extLst>
                <a:ext uri="{FF2B5EF4-FFF2-40B4-BE49-F238E27FC236}">
                  <a16:creationId xmlns:a16="http://schemas.microsoft.com/office/drawing/2014/main" id="{24EA26C9-0F5B-8BAF-92DE-D226D77E1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225" y="6499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1" name="Oval 1282">
              <a:extLst>
                <a:ext uri="{FF2B5EF4-FFF2-40B4-BE49-F238E27FC236}">
                  <a16:creationId xmlns:a16="http://schemas.microsoft.com/office/drawing/2014/main" id="{D88ECBE8-7B20-50B8-338E-489DA0E18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0913" y="6556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2" name="Oval 1283">
              <a:extLst>
                <a:ext uri="{FF2B5EF4-FFF2-40B4-BE49-F238E27FC236}">
                  <a16:creationId xmlns:a16="http://schemas.microsoft.com/office/drawing/2014/main" id="{E137952E-6CC9-D688-E8A3-48BE28978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5" y="66055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3" name="Oval 1284">
              <a:extLst>
                <a:ext uri="{FF2B5EF4-FFF2-40B4-BE49-F238E27FC236}">
                  <a16:creationId xmlns:a16="http://schemas.microsoft.com/office/drawing/2014/main" id="{0E9F6406-77E5-C13B-B755-31C28A493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3938" y="6646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4" name="Oval 1285">
              <a:extLst>
                <a:ext uri="{FF2B5EF4-FFF2-40B4-BE49-F238E27FC236}">
                  <a16:creationId xmlns:a16="http://schemas.microsoft.com/office/drawing/2014/main" id="{0B688747-3275-3DE0-17C8-6B693E58E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7275" y="6691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5" name="Oval 1286">
              <a:extLst>
                <a:ext uri="{FF2B5EF4-FFF2-40B4-BE49-F238E27FC236}">
                  <a16:creationId xmlns:a16="http://schemas.microsoft.com/office/drawing/2014/main" id="{70B9FFE9-3E16-EEFF-36AA-809AC2AB3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8" y="6745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6" name="Oval 1287">
              <a:extLst>
                <a:ext uri="{FF2B5EF4-FFF2-40B4-BE49-F238E27FC236}">
                  <a16:creationId xmlns:a16="http://schemas.microsoft.com/office/drawing/2014/main" id="{FEE37F16-E094-AD4B-304D-598D8AAF4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7600" y="6792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7" name="Oval 1288">
              <a:extLst>
                <a:ext uri="{FF2B5EF4-FFF2-40B4-BE49-F238E27FC236}">
                  <a16:creationId xmlns:a16="http://schemas.microsoft.com/office/drawing/2014/main" id="{D04D08F7-8D64-9E73-B0F2-4FBD94F2D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5" y="6834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8" name="Oval 1289">
              <a:extLst>
                <a:ext uri="{FF2B5EF4-FFF2-40B4-BE49-F238E27FC236}">
                  <a16:creationId xmlns:a16="http://schemas.microsoft.com/office/drawing/2014/main" id="{93D082D5-B3D3-8FD4-F4D1-1D7ADE97B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3163" y="685800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9" name="Oval 1290">
              <a:extLst>
                <a:ext uri="{FF2B5EF4-FFF2-40B4-BE49-F238E27FC236}">
                  <a16:creationId xmlns:a16="http://schemas.microsoft.com/office/drawing/2014/main" id="{DB2DC74F-6DB4-9094-8B40-C2408233E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89292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0" name="Oval 1291">
              <a:extLst>
                <a:ext uri="{FF2B5EF4-FFF2-40B4-BE49-F238E27FC236}">
                  <a16:creationId xmlns:a16="http://schemas.microsoft.com/office/drawing/2014/main" id="{8C851C54-D536-C769-6218-9AE5CF9AA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3888" y="4811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1" name="Oval 1292">
              <a:extLst>
                <a:ext uri="{FF2B5EF4-FFF2-40B4-BE49-F238E27FC236}">
                  <a16:creationId xmlns:a16="http://schemas.microsoft.com/office/drawing/2014/main" id="{8AB668B0-133D-0A82-801E-22C38F024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7088" y="4914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2" name="Oval 1294">
              <a:extLst>
                <a:ext uri="{FF2B5EF4-FFF2-40B4-BE49-F238E27FC236}">
                  <a16:creationId xmlns:a16="http://schemas.microsoft.com/office/drawing/2014/main" id="{3BD3F03C-A77E-BFA5-6113-F4C367959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6963" y="5233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3" name="Oval 1295">
              <a:extLst>
                <a:ext uri="{FF2B5EF4-FFF2-40B4-BE49-F238E27FC236}">
                  <a16:creationId xmlns:a16="http://schemas.microsoft.com/office/drawing/2014/main" id="{00FC8356-5D56-C9BD-4CC2-3D05492DA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0163" y="5513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4" name="Oval 1296">
              <a:extLst>
                <a:ext uri="{FF2B5EF4-FFF2-40B4-BE49-F238E27FC236}">
                  <a16:creationId xmlns:a16="http://schemas.microsoft.com/office/drawing/2014/main" id="{271B0B40-3325-7BB7-DE84-3E28B070E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7325" y="5683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5" name="Oval 1297">
              <a:extLst>
                <a:ext uri="{FF2B5EF4-FFF2-40B4-BE49-F238E27FC236}">
                  <a16:creationId xmlns:a16="http://schemas.microsoft.com/office/drawing/2014/main" id="{07C3CF59-AB1B-D6EA-EBD8-AE87CE342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1150" y="5810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6" name="Oval 1298">
              <a:extLst>
                <a:ext uri="{FF2B5EF4-FFF2-40B4-BE49-F238E27FC236}">
                  <a16:creationId xmlns:a16="http://schemas.microsoft.com/office/drawing/2014/main" id="{AB1FE7D2-1ECD-9496-F447-5CE6AB4D7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74338" y="59086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7" name="Oval 1299">
              <a:extLst>
                <a:ext uri="{FF2B5EF4-FFF2-40B4-BE49-F238E27FC236}">
                  <a16:creationId xmlns:a16="http://schemas.microsoft.com/office/drawing/2014/main" id="{9EE6DB4F-0637-82BB-E26E-90056E58F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3238" y="6011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8" name="Oval 1300">
              <a:extLst>
                <a:ext uri="{FF2B5EF4-FFF2-40B4-BE49-F238E27FC236}">
                  <a16:creationId xmlns:a16="http://schemas.microsoft.com/office/drawing/2014/main" id="{993FB56F-B939-2D8A-AC30-EAA8A44CA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6108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9" name="Oval 1301">
              <a:extLst>
                <a:ext uri="{FF2B5EF4-FFF2-40B4-BE49-F238E27FC236}">
                  <a16:creationId xmlns:a16="http://schemas.microsoft.com/office/drawing/2014/main" id="{C191A3FF-5DED-D6FC-8248-E661489B7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9288" y="6188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0" name="Oval 1302">
              <a:extLst>
                <a:ext uri="{FF2B5EF4-FFF2-40B4-BE49-F238E27FC236}">
                  <a16:creationId xmlns:a16="http://schemas.microsoft.com/office/drawing/2014/main" id="{A811BDA1-E398-9E8F-C5D5-40D78D602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9613" y="6257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1" name="Oval 1303">
              <a:extLst>
                <a:ext uri="{FF2B5EF4-FFF2-40B4-BE49-F238E27FC236}">
                  <a16:creationId xmlns:a16="http://schemas.microsoft.com/office/drawing/2014/main" id="{228F7FD6-12E6-2D75-95DF-1909D3DEA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5175" y="6318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2" name="Oval 1304">
              <a:extLst>
                <a:ext uri="{FF2B5EF4-FFF2-40B4-BE49-F238E27FC236}">
                  <a16:creationId xmlns:a16="http://schemas.microsoft.com/office/drawing/2014/main" id="{40871564-E9FA-AA80-8B93-CEFE8D350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5" y="6378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3" name="Oval 1305">
              <a:extLst>
                <a:ext uri="{FF2B5EF4-FFF2-40B4-BE49-F238E27FC236}">
                  <a16:creationId xmlns:a16="http://schemas.microsoft.com/office/drawing/2014/main" id="{80713973-D46B-42F2-2E1B-40D5DBEC3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6438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4" name="Oval 1306">
              <a:extLst>
                <a:ext uri="{FF2B5EF4-FFF2-40B4-BE49-F238E27FC236}">
                  <a16:creationId xmlns:a16="http://schemas.microsoft.com/office/drawing/2014/main" id="{073EF681-A5B6-8AA6-D831-5DDF9726B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6463" y="6496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5" name="Oval 1307">
              <a:extLst>
                <a:ext uri="{FF2B5EF4-FFF2-40B4-BE49-F238E27FC236}">
                  <a16:creationId xmlns:a16="http://schemas.microsoft.com/office/drawing/2014/main" id="{327A6A46-7ADF-73A3-3976-1587E8B57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7738" y="6546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6" name="Oval 1308">
              <a:extLst>
                <a:ext uri="{FF2B5EF4-FFF2-40B4-BE49-F238E27FC236}">
                  <a16:creationId xmlns:a16="http://schemas.microsoft.com/office/drawing/2014/main" id="{2EA7337A-4A41-712B-AA6A-690BD8F05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0" y="6588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7" name="Oval 1309">
              <a:extLst>
                <a:ext uri="{FF2B5EF4-FFF2-40B4-BE49-F238E27FC236}">
                  <a16:creationId xmlns:a16="http://schemas.microsoft.com/office/drawing/2014/main" id="{70B605CF-3F95-E22E-6F4C-622387230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3" y="6640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8" name="Oval 1310">
              <a:extLst>
                <a:ext uri="{FF2B5EF4-FFF2-40B4-BE49-F238E27FC236}">
                  <a16:creationId xmlns:a16="http://schemas.microsoft.com/office/drawing/2014/main" id="{BA25FC4E-4A35-F2A1-5C03-154912F46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688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9" name="Oval 1311">
              <a:extLst>
                <a:ext uri="{FF2B5EF4-FFF2-40B4-BE49-F238E27FC236}">
                  <a16:creationId xmlns:a16="http://schemas.microsoft.com/office/drawing/2014/main" id="{3B1D3C96-8129-C0CD-9B6B-DFFE2B94F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5850" y="6731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0" name="Oval 1312">
              <a:extLst>
                <a:ext uri="{FF2B5EF4-FFF2-40B4-BE49-F238E27FC236}">
                  <a16:creationId xmlns:a16="http://schemas.microsoft.com/office/drawing/2014/main" id="{9B2EF6B5-360F-8F76-2970-F18C2BF0E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6013" y="6778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1" name="Oval 1313">
              <a:extLst>
                <a:ext uri="{FF2B5EF4-FFF2-40B4-BE49-F238E27FC236}">
                  <a16:creationId xmlns:a16="http://schemas.microsoft.com/office/drawing/2014/main" id="{0C7E10C0-6C8D-EB9D-4CEB-F256F7931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8" y="6827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2" name="Oval 1314">
              <a:extLst>
                <a:ext uri="{FF2B5EF4-FFF2-40B4-BE49-F238E27FC236}">
                  <a16:creationId xmlns:a16="http://schemas.microsoft.com/office/drawing/2014/main" id="{E83753B2-DC4E-9FC3-61F1-00F6BC743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858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3" name="Oval 1315">
              <a:extLst>
                <a:ext uri="{FF2B5EF4-FFF2-40B4-BE49-F238E27FC236}">
                  <a16:creationId xmlns:a16="http://schemas.microsoft.com/office/drawing/2014/main" id="{9ABB0E70-375B-145A-721C-47BD9AD6D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896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4" name="Line 1316">
              <a:extLst>
                <a:ext uri="{FF2B5EF4-FFF2-40B4-BE49-F238E27FC236}">
                  <a16:creationId xmlns:a16="http://schemas.microsoft.com/office/drawing/2014/main" id="{D6045F84-9482-BF5E-FF27-21EE4C099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473450"/>
              <a:ext cx="2720975" cy="3441700"/>
            </a:xfrm>
            <a:prstGeom prst="line">
              <a:avLst/>
            </a:prstGeom>
            <a:noFill/>
            <a:ln w="3175" cap="flat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5" name="Freeform 1317">
              <a:extLst>
                <a:ext uri="{FF2B5EF4-FFF2-40B4-BE49-F238E27FC236}">
                  <a16:creationId xmlns:a16="http://schemas.microsoft.com/office/drawing/2014/main" id="{5D565366-CC07-417F-FCB4-6E86AD1042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2800" y="4797425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6" name="Freeform 1318">
              <a:extLst>
                <a:ext uri="{FF2B5EF4-FFF2-40B4-BE49-F238E27FC236}">
                  <a16:creationId xmlns:a16="http://schemas.microsoft.com/office/drawing/2014/main" id="{D7A6D421-91E4-A8E6-9B8D-EF85EAD572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0788" y="5153025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9"/>
                    <a:pt x="69" y="139"/>
                  </a:cubicBezTo>
                  <a:cubicBezTo>
                    <a:pt x="108" y="139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7" name="Freeform 1319">
              <a:extLst>
                <a:ext uri="{FF2B5EF4-FFF2-40B4-BE49-F238E27FC236}">
                  <a16:creationId xmlns:a16="http://schemas.microsoft.com/office/drawing/2014/main" id="{F4DA1E54-D813-D414-0CBD-8A60CB7978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48913" y="5526088"/>
              <a:ext cx="41275" cy="412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70 w 139"/>
                <a:gd name="T7" fmla="*/ 128 h 139"/>
                <a:gd name="T8" fmla="*/ 11 w 139"/>
                <a:gd name="T9" fmla="*/ 69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69 h 139"/>
                <a:gd name="T16" fmla="*/ 70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9"/>
                    <a:pt x="70" y="139"/>
                  </a:cubicBezTo>
                  <a:cubicBezTo>
                    <a:pt x="108" y="139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8" name="Freeform 1320">
              <a:extLst>
                <a:ext uri="{FF2B5EF4-FFF2-40B4-BE49-F238E27FC236}">
                  <a16:creationId xmlns:a16="http://schemas.microsoft.com/office/drawing/2014/main" id="{B95232A2-4EB2-002B-CFE9-50D3C95498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18775" y="5756275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9" name="Freeform 1321">
              <a:extLst>
                <a:ext uri="{FF2B5EF4-FFF2-40B4-BE49-F238E27FC236}">
                  <a16:creationId xmlns:a16="http://schemas.microsoft.com/office/drawing/2014/main" id="{117745D2-8B36-F260-70FD-AE1AB68D82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48950" y="5902325"/>
              <a:ext cx="41275" cy="412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70 h 139"/>
                <a:gd name="T4" fmla="*/ 128 w 138"/>
                <a:gd name="T5" fmla="*/ 70 h 139"/>
                <a:gd name="T6" fmla="*/ 69 w 138"/>
                <a:gd name="T7" fmla="*/ 128 h 139"/>
                <a:gd name="T8" fmla="*/ 10 w 138"/>
                <a:gd name="T9" fmla="*/ 70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70 h 139"/>
                <a:gd name="T16" fmla="*/ 69 w 138"/>
                <a:gd name="T17" fmla="*/ 139 h 139"/>
                <a:gd name="T18" fmla="*/ 138 w 138"/>
                <a:gd name="T19" fmla="*/ 70 h 139"/>
                <a:gd name="T20" fmla="*/ 138 w 138"/>
                <a:gd name="T21" fmla="*/ 70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6" y="128"/>
                    <a:pt x="10" y="102"/>
                    <a:pt x="10" y="70"/>
                  </a:cubicBezTo>
                  <a:cubicBezTo>
                    <a:pt x="10" y="37"/>
                    <a:pt x="36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70"/>
                  </a:cubicBezTo>
                  <a:lnTo>
                    <a:pt x="138" y="70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0" name="Freeform 1322">
              <a:extLst>
                <a:ext uri="{FF2B5EF4-FFF2-40B4-BE49-F238E27FC236}">
                  <a16:creationId xmlns:a16="http://schemas.microsoft.com/office/drawing/2014/main" id="{FDF520E8-1B7E-41A4-4528-C72F14CC36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56900" y="6013450"/>
              <a:ext cx="41275" cy="42863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70 w 139"/>
                <a:gd name="T7" fmla="*/ 128 h 139"/>
                <a:gd name="T8" fmla="*/ 11 w 139"/>
                <a:gd name="T9" fmla="*/ 70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70 h 139"/>
                <a:gd name="T16" fmla="*/ 70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1" name="Freeform 1323">
              <a:extLst>
                <a:ext uri="{FF2B5EF4-FFF2-40B4-BE49-F238E27FC236}">
                  <a16:creationId xmlns:a16="http://schemas.microsoft.com/office/drawing/2014/main" id="{3D39A774-D79F-C98F-CEE7-BFF26B13F1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47388" y="6132513"/>
              <a:ext cx="41275" cy="39688"/>
            </a:xfrm>
            <a:custGeom>
              <a:avLst/>
              <a:gdLst>
                <a:gd name="T0" fmla="*/ 69 w 138"/>
                <a:gd name="T1" fmla="*/ 10 h 138"/>
                <a:gd name="T2" fmla="*/ 128 w 138"/>
                <a:gd name="T3" fmla="*/ 69 h 138"/>
                <a:gd name="T4" fmla="*/ 128 w 138"/>
                <a:gd name="T5" fmla="*/ 69 h 138"/>
                <a:gd name="T6" fmla="*/ 69 w 138"/>
                <a:gd name="T7" fmla="*/ 128 h 138"/>
                <a:gd name="T8" fmla="*/ 10 w 138"/>
                <a:gd name="T9" fmla="*/ 69 h 138"/>
                <a:gd name="T10" fmla="*/ 69 w 138"/>
                <a:gd name="T11" fmla="*/ 10 h 138"/>
                <a:gd name="T12" fmla="*/ 69 w 138"/>
                <a:gd name="T13" fmla="*/ 0 h 138"/>
                <a:gd name="T14" fmla="*/ 0 w 138"/>
                <a:gd name="T15" fmla="*/ 69 h 138"/>
                <a:gd name="T16" fmla="*/ 69 w 138"/>
                <a:gd name="T17" fmla="*/ 138 h 138"/>
                <a:gd name="T18" fmla="*/ 138 w 138"/>
                <a:gd name="T19" fmla="*/ 69 h 138"/>
                <a:gd name="T20" fmla="*/ 138 w 138"/>
                <a:gd name="T21" fmla="*/ 69 h 138"/>
                <a:gd name="T22" fmla="*/ 69 w 138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8">
                  <a:moveTo>
                    <a:pt x="69" y="10"/>
                  </a:moveTo>
                  <a:cubicBezTo>
                    <a:pt x="101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1" y="128"/>
                    <a:pt x="69" y="128"/>
                  </a:cubicBezTo>
                  <a:cubicBezTo>
                    <a:pt x="37" y="128"/>
                    <a:pt x="10" y="101"/>
                    <a:pt x="10" y="69"/>
                  </a:cubicBezTo>
                  <a:cubicBezTo>
                    <a:pt x="10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3" name="Freeform 1324">
              <a:extLst>
                <a:ext uri="{FF2B5EF4-FFF2-40B4-BE49-F238E27FC236}">
                  <a16:creationId xmlns:a16="http://schemas.microsoft.com/office/drawing/2014/main" id="{17320418-94F4-0BA2-3923-CB23B78E8D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25175" y="6235700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4" name="Freeform 1325">
              <a:extLst>
                <a:ext uri="{FF2B5EF4-FFF2-40B4-BE49-F238E27FC236}">
                  <a16:creationId xmlns:a16="http://schemas.microsoft.com/office/drawing/2014/main" id="{01E67F10-3F45-B8CA-AF56-3BD3C56585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95025" y="6323013"/>
              <a:ext cx="41275" cy="412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69 h 139"/>
                <a:gd name="T4" fmla="*/ 128 w 138"/>
                <a:gd name="T5" fmla="*/ 69 h 139"/>
                <a:gd name="T6" fmla="*/ 69 w 138"/>
                <a:gd name="T7" fmla="*/ 128 h 139"/>
                <a:gd name="T8" fmla="*/ 10 w 138"/>
                <a:gd name="T9" fmla="*/ 69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69 h 139"/>
                <a:gd name="T16" fmla="*/ 69 w 138"/>
                <a:gd name="T17" fmla="*/ 139 h 139"/>
                <a:gd name="T18" fmla="*/ 138 w 138"/>
                <a:gd name="T19" fmla="*/ 69 h 139"/>
                <a:gd name="T20" fmla="*/ 138 w 138"/>
                <a:gd name="T21" fmla="*/ 69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69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9"/>
                    <a:pt x="69" y="139"/>
                  </a:cubicBezTo>
                  <a:cubicBezTo>
                    <a:pt x="107" y="139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5" name="Freeform 1326">
              <a:extLst>
                <a:ext uri="{FF2B5EF4-FFF2-40B4-BE49-F238E27FC236}">
                  <a16:creationId xmlns:a16="http://schemas.microsoft.com/office/drawing/2014/main" id="{4EC00E26-2452-955B-EB20-2D3EC341A0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56938" y="6397625"/>
              <a:ext cx="41275" cy="41275"/>
            </a:xfrm>
            <a:custGeom>
              <a:avLst/>
              <a:gdLst>
                <a:gd name="T0" fmla="*/ 69 w 138"/>
                <a:gd name="T1" fmla="*/ 10 h 138"/>
                <a:gd name="T2" fmla="*/ 128 w 138"/>
                <a:gd name="T3" fmla="*/ 69 h 138"/>
                <a:gd name="T4" fmla="*/ 128 w 138"/>
                <a:gd name="T5" fmla="*/ 69 h 138"/>
                <a:gd name="T6" fmla="*/ 69 w 138"/>
                <a:gd name="T7" fmla="*/ 128 h 138"/>
                <a:gd name="T8" fmla="*/ 10 w 138"/>
                <a:gd name="T9" fmla="*/ 69 h 138"/>
                <a:gd name="T10" fmla="*/ 69 w 138"/>
                <a:gd name="T11" fmla="*/ 10 h 138"/>
                <a:gd name="T12" fmla="*/ 69 w 138"/>
                <a:gd name="T13" fmla="*/ 0 h 138"/>
                <a:gd name="T14" fmla="*/ 0 w 138"/>
                <a:gd name="T15" fmla="*/ 69 h 138"/>
                <a:gd name="T16" fmla="*/ 69 w 138"/>
                <a:gd name="T17" fmla="*/ 138 h 138"/>
                <a:gd name="T18" fmla="*/ 138 w 138"/>
                <a:gd name="T19" fmla="*/ 69 h 138"/>
                <a:gd name="T20" fmla="*/ 138 w 138"/>
                <a:gd name="T21" fmla="*/ 69 h 138"/>
                <a:gd name="T22" fmla="*/ 69 w 138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8">
                  <a:moveTo>
                    <a:pt x="69" y="10"/>
                  </a:moveTo>
                  <a:cubicBezTo>
                    <a:pt x="101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1" y="128"/>
                    <a:pt x="69" y="128"/>
                  </a:cubicBezTo>
                  <a:cubicBezTo>
                    <a:pt x="36" y="128"/>
                    <a:pt x="10" y="101"/>
                    <a:pt x="10" y="69"/>
                  </a:cubicBezTo>
                  <a:cubicBezTo>
                    <a:pt x="10" y="37"/>
                    <a:pt x="36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6" name="Freeform 1327">
              <a:extLst>
                <a:ext uri="{FF2B5EF4-FFF2-40B4-BE49-F238E27FC236}">
                  <a16:creationId xmlns:a16="http://schemas.microsoft.com/office/drawing/2014/main" id="{C35E4207-07DA-156B-96C3-EC1F90C13C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12500" y="6478588"/>
              <a:ext cx="41275" cy="412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70 h 139"/>
                <a:gd name="T4" fmla="*/ 128 w 138"/>
                <a:gd name="T5" fmla="*/ 70 h 139"/>
                <a:gd name="T6" fmla="*/ 69 w 138"/>
                <a:gd name="T7" fmla="*/ 128 h 139"/>
                <a:gd name="T8" fmla="*/ 10 w 138"/>
                <a:gd name="T9" fmla="*/ 70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70 h 139"/>
                <a:gd name="T16" fmla="*/ 69 w 138"/>
                <a:gd name="T17" fmla="*/ 139 h 139"/>
                <a:gd name="T18" fmla="*/ 138 w 138"/>
                <a:gd name="T19" fmla="*/ 70 h 139"/>
                <a:gd name="T20" fmla="*/ 138 w 138"/>
                <a:gd name="T21" fmla="*/ 70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70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70"/>
                  </a:cubicBezTo>
                  <a:lnTo>
                    <a:pt x="138" y="70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7" name="Freeform 1328">
              <a:extLst>
                <a:ext uri="{FF2B5EF4-FFF2-40B4-BE49-F238E27FC236}">
                  <a16:creationId xmlns:a16="http://schemas.microsoft.com/office/drawing/2014/main" id="{6B4983DC-4958-8EFA-1E8C-AB83ED954C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63300" y="6535738"/>
              <a:ext cx="42862" cy="412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70 w 139"/>
                <a:gd name="T7" fmla="*/ 128 h 139"/>
                <a:gd name="T8" fmla="*/ 11 w 139"/>
                <a:gd name="T9" fmla="*/ 70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70 h 139"/>
                <a:gd name="T16" fmla="*/ 70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8" name="Freeform 1329">
              <a:extLst>
                <a:ext uri="{FF2B5EF4-FFF2-40B4-BE49-F238E27FC236}">
                  <a16:creationId xmlns:a16="http://schemas.microsoft.com/office/drawing/2014/main" id="{C791B4FF-38CF-E3E4-15AF-BBAC597CAD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10925" y="6615113"/>
              <a:ext cx="41275" cy="41275"/>
            </a:xfrm>
            <a:custGeom>
              <a:avLst/>
              <a:gdLst>
                <a:gd name="T0" fmla="*/ 70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70 w 139"/>
                <a:gd name="T7" fmla="*/ 128 h 138"/>
                <a:gd name="T8" fmla="*/ 11 w 139"/>
                <a:gd name="T9" fmla="*/ 69 h 138"/>
                <a:gd name="T10" fmla="*/ 70 w 139"/>
                <a:gd name="T11" fmla="*/ 10 h 138"/>
                <a:gd name="T12" fmla="*/ 70 w 139"/>
                <a:gd name="T13" fmla="*/ 0 h 138"/>
                <a:gd name="T14" fmla="*/ 0 w 139"/>
                <a:gd name="T15" fmla="*/ 69 h 138"/>
                <a:gd name="T16" fmla="*/ 70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70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70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0"/>
                    <a:pt x="70" y="10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70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9" name="Freeform 1330">
              <a:extLst>
                <a:ext uri="{FF2B5EF4-FFF2-40B4-BE49-F238E27FC236}">
                  <a16:creationId xmlns:a16="http://schemas.microsoft.com/office/drawing/2014/main" id="{5E15AAD5-08B4-4ACE-F83A-FC74C2A39F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55375" y="6688138"/>
              <a:ext cx="41275" cy="41275"/>
            </a:xfrm>
            <a:custGeom>
              <a:avLst/>
              <a:gdLst>
                <a:gd name="T0" fmla="*/ 69 w 138"/>
                <a:gd name="T1" fmla="*/ 10 h 138"/>
                <a:gd name="T2" fmla="*/ 128 w 138"/>
                <a:gd name="T3" fmla="*/ 69 h 138"/>
                <a:gd name="T4" fmla="*/ 128 w 138"/>
                <a:gd name="T5" fmla="*/ 69 h 138"/>
                <a:gd name="T6" fmla="*/ 69 w 138"/>
                <a:gd name="T7" fmla="*/ 128 h 138"/>
                <a:gd name="T8" fmla="*/ 10 w 138"/>
                <a:gd name="T9" fmla="*/ 69 h 138"/>
                <a:gd name="T10" fmla="*/ 69 w 138"/>
                <a:gd name="T11" fmla="*/ 10 h 138"/>
                <a:gd name="T12" fmla="*/ 69 w 138"/>
                <a:gd name="T13" fmla="*/ 0 h 138"/>
                <a:gd name="T14" fmla="*/ 0 w 138"/>
                <a:gd name="T15" fmla="*/ 69 h 138"/>
                <a:gd name="T16" fmla="*/ 69 w 138"/>
                <a:gd name="T17" fmla="*/ 138 h 138"/>
                <a:gd name="T18" fmla="*/ 138 w 138"/>
                <a:gd name="T19" fmla="*/ 69 h 138"/>
                <a:gd name="T20" fmla="*/ 138 w 138"/>
                <a:gd name="T21" fmla="*/ 69 h 138"/>
                <a:gd name="T22" fmla="*/ 69 w 138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8">
                  <a:moveTo>
                    <a:pt x="69" y="10"/>
                  </a:moveTo>
                  <a:cubicBezTo>
                    <a:pt x="101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1" y="128"/>
                    <a:pt x="69" y="128"/>
                  </a:cubicBezTo>
                  <a:cubicBezTo>
                    <a:pt x="37" y="128"/>
                    <a:pt x="10" y="101"/>
                    <a:pt x="10" y="69"/>
                  </a:cubicBezTo>
                  <a:cubicBezTo>
                    <a:pt x="10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0" name="Freeform 1331">
              <a:extLst>
                <a:ext uri="{FF2B5EF4-FFF2-40B4-BE49-F238E27FC236}">
                  <a16:creationId xmlns:a16="http://schemas.microsoft.com/office/drawing/2014/main" id="{A3CC5BA9-7ED5-AFAC-895B-BB18C0B571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95063" y="6750050"/>
              <a:ext cx="41275" cy="412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70 h 139"/>
                <a:gd name="T4" fmla="*/ 128 w 138"/>
                <a:gd name="T5" fmla="*/ 70 h 139"/>
                <a:gd name="T6" fmla="*/ 69 w 138"/>
                <a:gd name="T7" fmla="*/ 128 h 139"/>
                <a:gd name="T8" fmla="*/ 10 w 138"/>
                <a:gd name="T9" fmla="*/ 70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70 h 139"/>
                <a:gd name="T16" fmla="*/ 69 w 138"/>
                <a:gd name="T17" fmla="*/ 139 h 139"/>
                <a:gd name="T18" fmla="*/ 138 w 138"/>
                <a:gd name="T19" fmla="*/ 70 h 139"/>
                <a:gd name="T20" fmla="*/ 138 w 138"/>
                <a:gd name="T21" fmla="*/ 70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70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70"/>
                  </a:cubicBezTo>
                  <a:lnTo>
                    <a:pt x="138" y="70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1" name="Freeform 1332">
              <a:extLst>
                <a:ext uri="{FF2B5EF4-FFF2-40B4-BE49-F238E27FC236}">
                  <a16:creationId xmlns:a16="http://schemas.microsoft.com/office/drawing/2014/main" id="{A8C34623-3583-D2A6-751E-BF0977E4AD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33163" y="6818313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2" name="Freeform 1333">
              <a:extLst>
                <a:ext uri="{FF2B5EF4-FFF2-40B4-BE49-F238E27FC236}">
                  <a16:creationId xmlns:a16="http://schemas.microsoft.com/office/drawing/2014/main" id="{8BCC657A-B9A9-7B92-425D-E098AEAEC8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69675" y="6875463"/>
              <a:ext cx="39687" cy="412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69 h 139"/>
                <a:gd name="T4" fmla="*/ 128 w 138"/>
                <a:gd name="T5" fmla="*/ 69 h 139"/>
                <a:gd name="T6" fmla="*/ 69 w 138"/>
                <a:gd name="T7" fmla="*/ 128 h 139"/>
                <a:gd name="T8" fmla="*/ 10 w 138"/>
                <a:gd name="T9" fmla="*/ 69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69 h 139"/>
                <a:gd name="T16" fmla="*/ 69 w 138"/>
                <a:gd name="T17" fmla="*/ 139 h 139"/>
                <a:gd name="T18" fmla="*/ 138 w 138"/>
                <a:gd name="T19" fmla="*/ 69 h 139"/>
                <a:gd name="T20" fmla="*/ 138 w 138"/>
                <a:gd name="T21" fmla="*/ 69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0" y="102"/>
                    <a:pt x="10" y="69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3" name="Line 1334">
              <a:extLst>
                <a:ext uri="{FF2B5EF4-FFF2-40B4-BE49-F238E27FC236}">
                  <a16:creationId xmlns:a16="http://schemas.microsoft.com/office/drawing/2014/main" id="{B716131C-835E-3209-4D03-BCD8A2E37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58250" y="3467100"/>
              <a:ext cx="2560637" cy="3448050"/>
            </a:xfrm>
            <a:prstGeom prst="line">
              <a:avLst/>
            </a:prstGeom>
            <a:noFill/>
            <a:ln w="3175" cap="flat">
              <a:solidFill>
                <a:srgbClr val="0059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4" name="Freeform 1335">
              <a:extLst>
                <a:ext uri="{FF2B5EF4-FFF2-40B4-BE49-F238E27FC236}">
                  <a16:creationId xmlns:a16="http://schemas.microsoft.com/office/drawing/2014/main" id="{FC418978-C2D9-A5A8-A3C5-03375C843C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10738" y="4914900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5" name="Freeform 1336">
              <a:extLst>
                <a:ext uri="{FF2B5EF4-FFF2-40B4-BE49-F238E27FC236}">
                  <a16:creationId xmlns:a16="http://schemas.microsoft.com/office/drawing/2014/main" id="{A9707D55-A761-C023-B7D9-2700261F3F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7138" y="539432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6" name="Freeform 1337">
              <a:extLst>
                <a:ext uri="{FF2B5EF4-FFF2-40B4-BE49-F238E27FC236}">
                  <a16:creationId xmlns:a16="http://schemas.microsoft.com/office/drawing/2014/main" id="{AE4B909D-92F2-035D-CAB6-6FD81F5642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56850" y="5659438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7" name="Freeform 1338">
              <a:extLst>
                <a:ext uri="{FF2B5EF4-FFF2-40B4-BE49-F238E27FC236}">
                  <a16:creationId xmlns:a16="http://schemas.microsoft.com/office/drawing/2014/main" id="{B61850F2-2582-6225-BF3C-0DE1BF820C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125" y="5835650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8" name="Freeform 1339">
              <a:extLst>
                <a:ext uri="{FF2B5EF4-FFF2-40B4-BE49-F238E27FC236}">
                  <a16:creationId xmlns:a16="http://schemas.microsoft.com/office/drawing/2014/main" id="{1ED4574C-12EA-6022-A9EB-58C1EC7D65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56888" y="597852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9" name="Freeform 1340">
              <a:extLst>
                <a:ext uri="{FF2B5EF4-FFF2-40B4-BE49-F238E27FC236}">
                  <a16:creationId xmlns:a16="http://schemas.microsoft.com/office/drawing/2014/main" id="{DB205F7C-B9CE-18D1-4D49-D050F29517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63250" y="609441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4" name="Freeform 1341">
              <a:extLst>
                <a:ext uri="{FF2B5EF4-FFF2-40B4-BE49-F238E27FC236}">
                  <a16:creationId xmlns:a16="http://schemas.microsoft.com/office/drawing/2014/main" id="{90EBC7CE-EFCE-C73A-7F9E-92BE44BD00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53738" y="620712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5" name="Freeform 1342">
              <a:extLst>
                <a:ext uri="{FF2B5EF4-FFF2-40B4-BE49-F238E27FC236}">
                  <a16:creationId xmlns:a16="http://schemas.microsoft.com/office/drawing/2014/main" id="{D3BAF419-70E1-C77F-AE31-F4B02BEF1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33113" y="6294438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6" name="Freeform 1343">
              <a:extLst>
                <a:ext uri="{FF2B5EF4-FFF2-40B4-BE49-F238E27FC236}">
                  <a16:creationId xmlns:a16="http://schemas.microsoft.com/office/drawing/2014/main" id="{87521A31-071A-5940-0CEE-DCED523A34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02963" y="6361113"/>
              <a:ext cx="25400" cy="26988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17 h 17"/>
                <a:gd name="T6" fmla="*/ 16 w 16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lnTo>
                    <a:pt x="16" y="17"/>
                  </a:lnTo>
                  <a:moveTo>
                    <a:pt x="0" y="17"/>
                  </a:moveTo>
                  <a:lnTo>
                    <a:pt x="16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7" name="Freeform 1344">
              <a:extLst>
                <a:ext uri="{FF2B5EF4-FFF2-40B4-BE49-F238E27FC236}">
                  <a16:creationId xmlns:a16="http://schemas.microsoft.com/office/drawing/2014/main" id="{B2AC5B7D-13F1-EC50-A71C-D668C1770D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64875" y="6456363"/>
              <a:ext cx="25400" cy="26988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17 h 17"/>
                <a:gd name="T6" fmla="*/ 16 w 16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lnTo>
                    <a:pt x="16" y="17"/>
                  </a:lnTo>
                  <a:moveTo>
                    <a:pt x="0" y="17"/>
                  </a:moveTo>
                  <a:lnTo>
                    <a:pt x="16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8" name="Freeform 1345">
              <a:extLst>
                <a:ext uri="{FF2B5EF4-FFF2-40B4-BE49-F238E27FC236}">
                  <a16:creationId xmlns:a16="http://schemas.microsoft.com/office/drawing/2014/main" id="{872A1F01-7085-7925-40B4-8F5F88958C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20438" y="653097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9" name="Freeform 1346">
              <a:extLst>
                <a:ext uri="{FF2B5EF4-FFF2-40B4-BE49-F238E27FC236}">
                  <a16:creationId xmlns:a16="http://schemas.microsoft.com/office/drawing/2014/main" id="{1B9C2E0B-9D95-20A2-EA7E-57C41BD528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71238" y="658812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0" name="Freeform 1347">
              <a:extLst>
                <a:ext uri="{FF2B5EF4-FFF2-40B4-BE49-F238E27FC236}">
                  <a16:creationId xmlns:a16="http://schemas.microsoft.com/office/drawing/2014/main" id="{8A0F26C1-7336-8BB3-C059-A5F014308B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18863" y="664527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1" name="Freeform 1348">
              <a:extLst>
                <a:ext uri="{FF2B5EF4-FFF2-40B4-BE49-F238E27FC236}">
                  <a16:creationId xmlns:a16="http://schemas.microsoft.com/office/drawing/2014/main" id="{DE85C500-0439-6324-B56C-822114F137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61725" y="6713538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2" name="Freeform 1349">
              <a:extLst>
                <a:ext uri="{FF2B5EF4-FFF2-40B4-BE49-F238E27FC236}">
                  <a16:creationId xmlns:a16="http://schemas.microsoft.com/office/drawing/2014/main" id="{F2D93586-B88C-FCE9-6740-B31B61D44C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3000" y="6764338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4" name="Freeform 1350">
              <a:extLst>
                <a:ext uri="{FF2B5EF4-FFF2-40B4-BE49-F238E27FC236}">
                  <a16:creationId xmlns:a16="http://schemas.microsoft.com/office/drawing/2014/main" id="{1CFC45F9-3D4C-2FF4-FC0A-8F7A80E3AB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41100" y="6815138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5" name="Freeform 1351">
              <a:extLst>
                <a:ext uri="{FF2B5EF4-FFF2-40B4-BE49-F238E27FC236}">
                  <a16:creationId xmlns:a16="http://schemas.microsoft.com/office/drawing/2014/main" id="{99D04DA3-0067-A375-A1CC-9FFB23C9F0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76025" y="687387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6" name="Line 1352">
              <a:extLst>
                <a:ext uri="{FF2B5EF4-FFF2-40B4-BE49-F238E27FC236}">
                  <a16:creationId xmlns:a16="http://schemas.microsoft.com/office/drawing/2014/main" id="{B2067CD8-12E1-EFB8-DB5B-31747FFA89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630613"/>
              <a:ext cx="2719387" cy="3284538"/>
            </a:xfrm>
            <a:prstGeom prst="line">
              <a:avLst/>
            </a:prstGeom>
            <a:noFill/>
            <a:ln w="3175" cap="flat">
              <a:solidFill>
                <a:srgbClr val="59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7" name="Oval 1353">
              <a:extLst>
                <a:ext uri="{FF2B5EF4-FFF2-40B4-BE49-F238E27FC236}">
                  <a16:creationId xmlns:a16="http://schemas.microsoft.com/office/drawing/2014/main" id="{ECB5DC70-D606-F772-FBF0-95A1F9729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3888" y="484505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8" name="Oval 1354">
              <a:extLst>
                <a:ext uri="{FF2B5EF4-FFF2-40B4-BE49-F238E27FC236}">
                  <a16:creationId xmlns:a16="http://schemas.microsoft.com/office/drawing/2014/main" id="{D7A5FE60-649E-C63D-85B4-F3199A31F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1875" y="514826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9" name="Oval 1355">
              <a:extLst>
                <a:ext uri="{FF2B5EF4-FFF2-40B4-BE49-F238E27FC236}">
                  <a16:creationId xmlns:a16="http://schemas.microsoft.com/office/drawing/2014/main" id="{F3C9DA2D-26EF-D015-0306-D7BCD7661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0000" y="546893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0" name="Oval 1356">
              <a:extLst>
                <a:ext uri="{FF2B5EF4-FFF2-40B4-BE49-F238E27FC236}">
                  <a16:creationId xmlns:a16="http://schemas.microsoft.com/office/drawing/2014/main" id="{74340F29-5B4A-AFC9-695D-FA6E012BA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8275" y="565943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1" name="Oval 1357">
              <a:extLst>
                <a:ext uri="{FF2B5EF4-FFF2-40B4-BE49-F238E27FC236}">
                  <a16:creationId xmlns:a16="http://schemas.microsoft.com/office/drawing/2014/main" id="{98636F94-4F66-E41A-6B3C-8F90E81DF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8007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2" name="Oval 1358">
              <a:extLst>
                <a:ext uri="{FF2B5EF4-FFF2-40B4-BE49-F238E27FC236}">
                  <a16:creationId xmlns:a16="http://schemas.microsoft.com/office/drawing/2014/main" id="{7EBCB9C2-E483-65AC-C73F-25CBDC7FE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6400" y="5911850"/>
              <a:ext cx="12700" cy="14288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3" name="Oval 1359">
              <a:extLst>
                <a:ext uri="{FF2B5EF4-FFF2-40B4-BE49-F238E27FC236}">
                  <a16:creationId xmlns:a16="http://schemas.microsoft.com/office/drawing/2014/main" id="{CCF97CC5-75A5-2B76-4652-1517CDEFF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8475" y="6010275"/>
              <a:ext cx="11112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4" name="Oval 1360">
              <a:extLst>
                <a:ext uri="{FF2B5EF4-FFF2-40B4-BE49-F238E27FC236}">
                  <a16:creationId xmlns:a16="http://schemas.microsoft.com/office/drawing/2014/main" id="{D2362CD7-D8C8-AFA8-5B04-75FEDA4A9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6263" y="610870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5" name="Oval 1361">
              <a:extLst>
                <a:ext uri="{FF2B5EF4-FFF2-40B4-BE49-F238E27FC236}">
                  <a16:creationId xmlns:a16="http://schemas.microsoft.com/office/drawing/2014/main" id="{FD102418-8B13-261A-A780-2C9B319DF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3" y="61817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6" name="Oval 1362">
              <a:extLst>
                <a:ext uri="{FF2B5EF4-FFF2-40B4-BE49-F238E27FC236}">
                  <a16:creationId xmlns:a16="http://schemas.microsoft.com/office/drawing/2014/main" id="{908E78A4-4D8D-989F-6BB0-EB417D14F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249988"/>
              <a:ext cx="12700" cy="14288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7" name="Oval 1363">
              <a:extLst>
                <a:ext uri="{FF2B5EF4-FFF2-40B4-BE49-F238E27FC236}">
                  <a16:creationId xmlns:a16="http://schemas.microsoft.com/office/drawing/2014/main" id="{45172263-FD8A-02F1-7BAB-EB2300E7F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3588" y="63150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8" name="Oval 1364">
              <a:extLst>
                <a:ext uri="{FF2B5EF4-FFF2-40B4-BE49-F238E27FC236}">
                  <a16:creationId xmlns:a16="http://schemas.microsoft.com/office/drawing/2014/main" id="{254E1881-6181-27DC-03C3-2DB178DE06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4388" y="63785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9" name="Oval 1365">
              <a:extLst>
                <a:ext uri="{FF2B5EF4-FFF2-40B4-BE49-F238E27FC236}">
                  <a16:creationId xmlns:a16="http://schemas.microsoft.com/office/drawing/2014/main" id="{60011D2B-74C7-3857-CDA4-BCFA2FE91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4357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0" name="Oval 1366">
              <a:extLst>
                <a:ext uri="{FF2B5EF4-FFF2-40B4-BE49-F238E27FC236}">
                  <a16:creationId xmlns:a16="http://schemas.microsoft.com/office/drawing/2014/main" id="{A9A22838-F700-BAF0-2B9F-97D28C259A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75" y="648493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1" name="Oval 1367">
              <a:extLst>
                <a:ext uri="{FF2B5EF4-FFF2-40B4-BE49-F238E27FC236}">
                  <a16:creationId xmlns:a16="http://schemas.microsoft.com/office/drawing/2014/main" id="{0AA69D9C-1165-4DF3-23A3-0AA2DA1E2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0" y="654050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2" name="Oval 1368">
              <a:extLst>
                <a:ext uri="{FF2B5EF4-FFF2-40B4-BE49-F238E27FC236}">
                  <a16:creationId xmlns:a16="http://schemas.microsoft.com/office/drawing/2014/main" id="{C171C537-120B-AEED-C9CB-BF5FDAC79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0" y="65944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3" name="Oval 1369">
              <a:extLst>
                <a:ext uri="{FF2B5EF4-FFF2-40B4-BE49-F238E27FC236}">
                  <a16:creationId xmlns:a16="http://schemas.microsoft.com/office/drawing/2014/main" id="{CFE51ED0-C6D7-2BBF-DE1C-4148E156D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5" y="663416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4" name="Oval 1370">
              <a:extLst>
                <a:ext uri="{FF2B5EF4-FFF2-40B4-BE49-F238E27FC236}">
                  <a16:creationId xmlns:a16="http://schemas.microsoft.com/office/drawing/2014/main" id="{508B2427-9002-BAFA-A28E-AFDF1D63E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2513" y="66833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5" name="Oval 1371">
              <a:extLst>
                <a:ext uri="{FF2B5EF4-FFF2-40B4-BE49-F238E27FC236}">
                  <a16:creationId xmlns:a16="http://schemas.microsoft.com/office/drawing/2014/main" id="{509E6521-7CE6-7438-C40E-6C28D738F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72465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6" name="Oval 1372">
              <a:extLst>
                <a:ext uri="{FF2B5EF4-FFF2-40B4-BE49-F238E27FC236}">
                  <a16:creationId xmlns:a16="http://schemas.microsoft.com/office/drawing/2014/main" id="{35135592-2743-F96E-F312-0660B46EF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5" y="67786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7" name="Oval 1373">
              <a:extLst>
                <a:ext uri="{FF2B5EF4-FFF2-40B4-BE49-F238E27FC236}">
                  <a16:creationId xmlns:a16="http://schemas.microsoft.com/office/drawing/2014/main" id="{034409F2-9036-1A45-70B6-FEFAECD6E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3000" y="682148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8" name="Oval 1374">
              <a:extLst>
                <a:ext uri="{FF2B5EF4-FFF2-40B4-BE49-F238E27FC236}">
                  <a16:creationId xmlns:a16="http://schemas.microsoft.com/office/drawing/2014/main" id="{B73F2D7C-0BE7-6D6C-D0AF-EAFC86A06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8484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9" name="Oval 1375">
              <a:extLst>
                <a:ext uri="{FF2B5EF4-FFF2-40B4-BE49-F238E27FC236}">
                  <a16:creationId xmlns:a16="http://schemas.microsoft.com/office/drawing/2014/main" id="{1ADE1E64-4872-AE0A-B6BA-D6E1D9E8A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90086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0" name="Line 1376">
              <a:extLst>
                <a:ext uri="{FF2B5EF4-FFF2-40B4-BE49-F238E27FC236}">
                  <a16:creationId xmlns:a16="http://schemas.microsoft.com/office/drawing/2014/main" id="{442A0B95-5466-DD84-93C8-6D19E0259C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654425"/>
              <a:ext cx="2687637" cy="3260725"/>
            </a:xfrm>
            <a:prstGeom prst="line">
              <a:avLst/>
            </a:prstGeom>
            <a:noFill/>
            <a:ln w="3175" cap="flat">
              <a:solidFill>
                <a:srgbClr val="00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1" name="Oval 1377">
              <a:extLst>
                <a:ext uri="{FF2B5EF4-FFF2-40B4-BE49-F238E27FC236}">
                  <a16:creationId xmlns:a16="http://schemas.microsoft.com/office/drawing/2014/main" id="{5E181E54-5B30-6DBA-2B98-B5B7806C8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3888" y="48117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2" name="Oval 1378">
              <a:extLst>
                <a:ext uri="{FF2B5EF4-FFF2-40B4-BE49-F238E27FC236}">
                  <a16:creationId xmlns:a16="http://schemas.microsoft.com/office/drawing/2014/main" id="{0641BF3D-8164-79E2-0844-E7BDF767C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1875" y="50530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3" name="Oval 1379">
              <a:extLst>
                <a:ext uri="{FF2B5EF4-FFF2-40B4-BE49-F238E27FC236}">
                  <a16:creationId xmlns:a16="http://schemas.microsoft.com/office/drawing/2014/main" id="{2B031835-7F62-F1E8-1B39-F66508A37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0000" y="533082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4" name="Oval 1380">
              <a:extLst>
                <a:ext uri="{FF2B5EF4-FFF2-40B4-BE49-F238E27FC236}">
                  <a16:creationId xmlns:a16="http://schemas.microsoft.com/office/drawing/2014/main" id="{9175D859-DC21-40DC-6BB6-A2045A164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8275" y="55054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5" name="Oval 1381">
              <a:extLst>
                <a:ext uri="{FF2B5EF4-FFF2-40B4-BE49-F238E27FC236}">
                  <a16:creationId xmlns:a16="http://schemas.microsoft.com/office/drawing/2014/main" id="{5DEBD79B-07E7-E455-BC3C-8EE4FD4F9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6467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6" name="Oval 1382">
              <a:extLst>
                <a:ext uri="{FF2B5EF4-FFF2-40B4-BE49-F238E27FC236}">
                  <a16:creationId xmlns:a16="http://schemas.microsoft.com/office/drawing/2014/main" id="{E60AEB13-8EAC-8663-2E40-6E640B370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6400" y="57594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7" name="Oval 1383">
              <a:extLst>
                <a:ext uri="{FF2B5EF4-FFF2-40B4-BE49-F238E27FC236}">
                  <a16:creationId xmlns:a16="http://schemas.microsoft.com/office/drawing/2014/main" id="{94BAF729-E7B9-0284-9472-E6F34E7F0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8475" y="5842000"/>
              <a:ext cx="11112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8" name="Oval 1384">
              <a:extLst>
                <a:ext uri="{FF2B5EF4-FFF2-40B4-BE49-F238E27FC236}">
                  <a16:creationId xmlns:a16="http://schemas.microsoft.com/office/drawing/2014/main" id="{2ABF76B7-135F-8097-806E-8556A1B65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6263" y="59229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9" name="Oval 1385">
              <a:extLst>
                <a:ext uri="{FF2B5EF4-FFF2-40B4-BE49-F238E27FC236}">
                  <a16:creationId xmlns:a16="http://schemas.microsoft.com/office/drawing/2014/main" id="{30DDA121-2915-0524-F85F-802198C94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3" y="59975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0" name="Oval 1386">
              <a:extLst>
                <a:ext uri="{FF2B5EF4-FFF2-40B4-BE49-F238E27FC236}">
                  <a16:creationId xmlns:a16="http://schemas.microsoft.com/office/drawing/2014/main" id="{BB77B21A-D17E-AADA-3C4A-80178F65B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08012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1" name="Oval 1387">
              <a:extLst>
                <a:ext uri="{FF2B5EF4-FFF2-40B4-BE49-F238E27FC236}">
                  <a16:creationId xmlns:a16="http://schemas.microsoft.com/office/drawing/2014/main" id="{13E7E280-5CA4-1832-FB43-E244D00A3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3588" y="61531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2" name="Oval 1388">
              <a:extLst>
                <a:ext uri="{FF2B5EF4-FFF2-40B4-BE49-F238E27FC236}">
                  <a16:creationId xmlns:a16="http://schemas.microsoft.com/office/drawing/2014/main" id="{7AF74F5A-3247-06E7-6604-77A1CCF02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4388" y="621188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3" name="Oval 1389">
              <a:extLst>
                <a:ext uri="{FF2B5EF4-FFF2-40B4-BE49-F238E27FC236}">
                  <a16:creationId xmlns:a16="http://schemas.microsoft.com/office/drawing/2014/main" id="{45DA05D6-5ACD-C8AE-8B7B-1A62E9BF5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2674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4" name="Oval 1390">
              <a:extLst>
                <a:ext uri="{FF2B5EF4-FFF2-40B4-BE49-F238E27FC236}">
                  <a16:creationId xmlns:a16="http://schemas.microsoft.com/office/drawing/2014/main" id="{5EDFF77E-8417-FF25-B4B5-8B4723630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75" y="63293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5" name="Oval 1391">
              <a:extLst>
                <a:ext uri="{FF2B5EF4-FFF2-40B4-BE49-F238E27FC236}">
                  <a16:creationId xmlns:a16="http://schemas.microsoft.com/office/drawing/2014/main" id="{45AC7523-FACA-FBFE-5BA9-FEF666256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0" y="63801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6" name="Oval 1392">
              <a:extLst>
                <a:ext uri="{FF2B5EF4-FFF2-40B4-BE49-F238E27FC236}">
                  <a16:creationId xmlns:a16="http://schemas.microsoft.com/office/drawing/2014/main" id="{61A9CC5D-FE58-7543-2798-9274A1B96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0" y="64293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8" name="Oval 1393">
              <a:extLst>
                <a:ext uri="{FF2B5EF4-FFF2-40B4-BE49-F238E27FC236}">
                  <a16:creationId xmlns:a16="http://schemas.microsoft.com/office/drawing/2014/main" id="{010A2775-AEB3-349B-4BB7-BE6C77007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5" y="64817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9" name="Oval 1394">
              <a:extLst>
                <a:ext uri="{FF2B5EF4-FFF2-40B4-BE49-F238E27FC236}">
                  <a16:creationId xmlns:a16="http://schemas.microsoft.com/office/drawing/2014/main" id="{3136C4ED-1B7F-6435-269F-018D7D9F41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2513" y="6532563"/>
              <a:ext cx="12700" cy="14288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0" name="Oval 1395">
              <a:extLst>
                <a:ext uri="{FF2B5EF4-FFF2-40B4-BE49-F238E27FC236}">
                  <a16:creationId xmlns:a16="http://schemas.microsoft.com/office/drawing/2014/main" id="{6FF2BD95-36B9-53D9-1126-B2144A9F9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5770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1" name="Oval 1396">
              <a:extLst>
                <a:ext uri="{FF2B5EF4-FFF2-40B4-BE49-F238E27FC236}">
                  <a16:creationId xmlns:a16="http://schemas.microsoft.com/office/drawing/2014/main" id="{FE680C2D-749A-4DAE-9FA5-DDF7F3E7E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5" y="661670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2" name="Oval 1397">
              <a:extLst>
                <a:ext uri="{FF2B5EF4-FFF2-40B4-BE49-F238E27FC236}">
                  <a16:creationId xmlns:a16="http://schemas.microsoft.com/office/drawing/2014/main" id="{8CA86B81-BEB8-0BA3-FFC9-42A1F4121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3000" y="66532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3" name="Oval 1398">
              <a:extLst>
                <a:ext uri="{FF2B5EF4-FFF2-40B4-BE49-F238E27FC236}">
                  <a16:creationId xmlns:a16="http://schemas.microsoft.com/office/drawing/2014/main" id="{00827DD6-422E-14AE-1C55-BBEF0F36C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7008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4" name="Oval 1399">
              <a:extLst>
                <a:ext uri="{FF2B5EF4-FFF2-40B4-BE49-F238E27FC236}">
                  <a16:creationId xmlns:a16="http://schemas.microsoft.com/office/drawing/2014/main" id="{0DE3C348-BA78-E881-1A02-D266B41F5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73258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5" name="Oval 1400">
              <a:extLst>
                <a:ext uri="{FF2B5EF4-FFF2-40B4-BE49-F238E27FC236}">
                  <a16:creationId xmlns:a16="http://schemas.microsoft.com/office/drawing/2014/main" id="{E480E8D6-9F92-5C2B-F3FD-F4C005D09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2375" y="676910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6" name="Oval 1401">
              <a:extLst>
                <a:ext uri="{FF2B5EF4-FFF2-40B4-BE49-F238E27FC236}">
                  <a16:creationId xmlns:a16="http://schemas.microsoft.com/office/drawing/2014/main" id="{6A6755AB-E942-BAF7-DAEA-5A727E5F8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6188" y="68056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7" name="Oval 1402">
              <a:extLst>
                <a:ext uri="{FF2B5EF4-FFF2-40B4-BE49-F238E27FC236}">
                  <a16:creationId xmlns:a16="http://schemas.microsoft.com/office/drawing/2014/main" id="{0260D95D-C484-688C-A089-58EA23239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3" y="6831013"/>
              <a:ext cx="14287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6" name="Oval 1403">
              <a:extLst>
                <a:ext uri="{FF2B5EF4-FFF2-40B4-BE49-F238E27FC236}">
                  <a16:creationId xmlns:a16="http://schemas.microsoft.com/office/drawing/2014/main" id="{22EB8FA9-69E2-F727-6404-8F334203D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5" y="6854825"/>
              <a:ext cx="11112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7" name="Oval 1404">
              <a:extLst>
                <a:ext uri="{FF2B5EF4-FFF2-40B4-BE49-F238E27FC236}">
                  <a16:creationId xmlns:a16="http://schemas.microsoft.com/office/drawing/2014/main" id="{50FF22ED-02A7-E19D-818A-2FA848795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2863" y="688340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8" name="Oval 1405">
              <a:extLst>
                <a:ext uri="{FF2B5EF4-FFF2-40B4-BE49-F238E27FC236}">
                  <a16:creationId xmlns:a16="http://schemas.microsoft.com/office/drawing/2014/main" id="{027F9855-A6BF-C771-699D-9427CBC97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3500" y="69008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7" name="Line 1406">
              <a:extLst>
                <a:ext uri="{FF2B5EF4-FFF2-40B4-BE49-F238E27FC236}">
                  <a16:creationId xmlns:a16="http://schemas.microsoft.com/office/drawing/2014/main" id="{7BD29A26-9D68-F4C4-1F71-35EAADA37D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541713"/>
              <a:ext cx="2827337" cy="3373438"/>
            </a:xfrm>
            <a:prstGeom prst="line">
              <a:avLst/>
            </a:prstGeom>
            <a:noFill/>
            <a:ln w="3175" cap="flat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8" name="Rectangle 1407">
              <a:extLst>
                <a:ext uri="{FF2B5EF4-FFF2-40B4-BE49-F238E27FC236}">
                  <a16:creationId xmlns:a16="http://schemas.microsoft.com/office/drawing/2014/main" id="{DD050590-A5C5-8F89-A97A-0B245254E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5150" y="3776663"/>
              <a:ext cx="615950" cy="4111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9" name="Rectangle 1408">
              <a:extLst>
                <a:ext uri="{FF2B5EF4-FFF2-40B4-BE49-F238E27FC236}">
                  <a16:creationId xmlns:a16="http://schemas.microsoft.com/office/drawing/2014/main" id="{EC32862C-EE8A-57FE-2CF8-9730156AC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0575" y="3795713"/>
              <a:ext cx="90487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all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90" name="Oval 1409">
              <a:extLst>
                <a:ext uri="{FF2B5EF4-FFF2-40B4-BE49-F238E27FC236}">
                  <a16:creationId xmlns:a16="http://schemas.microsoft.com/office/drawing/2014/main" id="{9E5C7365-8E08-EEE6-F0FF-A988E9BB9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4688" y="38195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1" name="Rectangle 1410">
              <a:extLst>
                <a:ext uri="{FF2B5EF4-FFF2-40B4-BE49-F238E27FC236}">
                  <a16:creationId xmlns:a16="http://schemas.microsoft.com/office/drawing/2014/main" id="{8AC0FF0D-5459-1C24-B1A2-15B94230DC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0575" y="3878263"/>
              <a:ext cx="38576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</a:t>
              </a:r>
              <a:r>
                <a:rPr kumimoji="0" lang="en-US" altLang="en-US" sz="5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n-US" altLang="en-US" sz="5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oppsign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92" name="Freeform 1411">
              <a:extLst>
                <a:ext uri="{FF2B5EF4-FFF2-40B4-BE49-F238E27FC236}">
                  <a16:creationId xmlns:a16="http://schemas.microsoft.com/office/drawing/2014/main" id="{42AE98E8-0A98-5A65-BA2A-519C3AECAF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20400" y="3883025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3" name="Rectangle 1412">
              <a:extLst>
                <a:ext uri="{FF2B5EF4-FFF2-40B4-BE49-F238E27FC236}">
                  <a16:creationId xmlns:a16="http://schemas.microsoft.com/office/drawing/2014/main" id="{96A6924E-A634-7BB5-EF91-62975F50C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0575" y="3954463"/>
              <a:ext cx="433387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 samesign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94" name="Freeform 1413">
              <a:extLst>
                <a:ext uri="{FF2B5EF4-FFF2-40B4-BE49-F238E27FC236}">
                  <a16:creationId xmlns:a16="http://schemas.microsoft.com/office/drawing/2014/main" id="{6D2CBE6D-F840-4F5C-BE75-939C0608D2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26750" y="3968750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5" name="Rectangle 1414">
              <a:extLst>
                <a:ext uri="{FF2B5EF4-FFF2-40B4-BE49-F238E27FC236}">
                  <a16:creationId xmlns:a16="http://schemas.microsoft.com/office/drawing/2014/main" id="{E58CDACA-BC98-D8C9-437C-587C8186E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0575" y="4035425"/>
              <a:ext cx="13335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vert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96" name="Oval 1415">
              <a:extLst>
                <a:ext uri="{FF2B5EF4-FFF2-40B4-BE49-F238E27FC236}">
                  <a16:creationId xmlns:a16="http://schemas.microsoft.com/office/drawing/2014/main" id="{EE6B403D-74BB-7E92-B312-820EEC078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4688" y="40544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7" name="Rectangle 1416">
              <a:extLst>
                <a:ext uri="{FF2B5EF4-FFF2-40B4-BE49-F238E27FC236}">
                  <a16:creationId xmlns:a16="http://schemas.microsoft.com/office/drawing/2014/main" id="{60284A40-BD54-ED83-EABA-EA54D5462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0575" y="4111625"/>
              <a:ext cx="1619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horiz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98" name="Oval 1417">
              <a:extLst>
                <a:ext uri="{FF2B5EF4-FFF2-40B4-BE49-F238E27FC236}">
                  <a16:creationId xmlns:a16="http://schemas.microsoft.com/office/drawing/2014/main" id="{8E8672D4-A7CE-75C8-5D7F-D4573ED78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4688" y="41338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9" name="Rectangle 1418">
              <a:extLst>
                <a:ext uri="{FF2B5EF4-FFF2-40B4-BE49-F238E27FC236}">
                  <a16:creationId xmlns:a16="http://schemas.microsoft.com/office/drawing/2014/main" id="{10D57008-8AA6-88A0-66E7-B85A6B77A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5150" y="3776663"/>
              <a:ext cx="615950" cy="411163"/>
            </a:xfrm>
            <a:prstGeom prst="rect">
              <a:avLst/>
            </a:prstGeom>
            <a:noFill/>
            <a:ln w="3175" cap="flat">
              <a:solidFill>
                <a:srgbClr val="26262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0" name="Rectangle 1419">
              <a:extLst>
                <a:ext uri="{FF2B5EF4-FFF2-40B4-BE49-F238E27FC236}">
                  <a16:creationId xmlns:a16="http://schemas.microsoft.com/office/drawing/2014/main" id="{D92E3825-CD80-A172-F274-0BBF69222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7063" y="7243763"/>
              <a:ext cx="334645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Penn Natural Images log NRorig=[16  32] pad=1 whiten=per view (subj wtd) marg=1 pxlmean 0 roimean 1 cosbell 1 gen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01" name="Rectangle 1420">
              <a:extLst>
                <a:ext uri="{FF2B5EF4-FFF2-40B4-BE49-F238E27FC236}">
                  <a16:creationId xmlns:a16="http://schemas.microsoft.com/office/drawing/2014/main" id="{750165EE-AD0B-489E-128C-2041F325C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7063" y="7081838"/>
              <a:ext cx="452437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std (N=2 R=64)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7791" name="Group 7790">
            <a:extLst>
              <a:ext uri="{FF2B5EF4-FFF2-40B4-BE49-F238E27FC236}">
                <a16:creationId xmlns:a16="http://schemas.microsoft.com/office/drawing/2014/main" id="{2D83A4AB-0305-1E63-DEF5-5DC045512EC7}"/>
              </a:ext>
            </a:extLst>
          </p:cNvPr>
          <p:cNvGrpSpPr/>
          <p:nvPr/>
        </p:nvGrpSpPr>
        <p:grpSpPr>
          <a:xfrm>
            <a:off x="1514421" y="2540787"/>
            <a:ext cx="3259430" cy="3446431"/>
            <a:chOff x="2064837" y="1892717"/>
            <a:chExt cx="3259430" cy="3446431"/>
          </a:xfrm>
        </p:grpSpPr>
        <p:sp>
          <p:nvSpPr>
            <p:cNvPr id="7592" name="Line 8">
              <a:extLst>
                <a:ext uri="{FF2B5EF4-FFF2-40B4-BE49-F238E27FC236}">
                  <a16:creationId xmlns:a16="http://schemas.microsoft.com/office/drawing/2014/main" id="{97B2DF22-750B-9904-DDCB-AFC83DB00C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5332602"/>
              <a:ext cx="3253819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93" name="Line 9">
              <a:extLst>
                <a:ext uri="{FF2B5EF4-FFF2-40B4-BE49-F238E27FC236}">
                  <a16:creationId xmlns:a16="http://schemas.microsoft.com/office/drawing/2014/main" id="{0AFC759B-D69B-2FE0-832B-F45E59510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1892717"/>
              <a:ext cx="3253819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94" name="Line 10">
              <a:extLst>
                <a:ext uri="{FF2B5EF4-FFF2-40B4-BE49-F238E27FC236}">
                  <a16:creationId xmlns:a16="http://schemas.microsoft.com/office/drawing/2014/main" id="{14B1051C-D083-8749-B452-9086929DF6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63993" y="5298007"/>
              <a:ext cx="0" cy="3459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95" name="Line 11">
              <a:extLst>
                <a:ext uri="{FF2B5EF4-FFF2-40B4-BE49-F238E27FC236}">
                  <a16:creationId xmlns:a16="http://schemas.microsoft.com/office/drawing/2014/main" id="{28A375F9-FC00-9D81-1BBC-FD7AB64D37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4814" y="5298007"/>
              <a:ext cx="0" cy="3459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96" name="Line 12">
              <a:extLst>
                <a:ext uri="{FF2B5EF4-FFF2-40B4-BE49-F238E27FC236}">
                  <a16:creationId xmlns:a16="http://schemas.microsoft.com/office/drawing/2014/main" id="{95ADFB3C-3FEF-2976-2395-7077BF2828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3993" y="1892717"/>
              <a:ext cx="0" cy="3459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97" name="Line 13">
              <a:extLst>
                <a:ext uri="{FF2B5EF4-FFF2-40B4-BE49-F238E27FC236}">
                  <a16:creationId xmlns:a16="http://schemas.microsoft.com/office/drawing/2014/main" id="{E6C1F328-C3C9-76DC-9117-2BED8CA22C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4814" y="1892717"/>
              <a:ext cx="0" cy="3459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98" name="Line 14">
              <a:extLst>
                <a:ext uri="{FF2B5EF4-FFF2-40B4-BE49-F238E27FC236}">
                  <a16:creationId xmlns:a16="http://schemas.microsoft.com/office/drawing/2014/main" id="{1F7BC26C-7341-9FA3-175D-1557B789CB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89147" y="5314838"/>
              <a:ext cx="0" cy="1776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99" name="Line 15">
              <a:extLst>
                <a:ext uri="{FF2B5EF4-FFF2-40B4-BE49-F238E27FC236}">
                  <a16:creationId xmlns:a16="http://schemas.microsoft.com/office/drawing/2014/main" id="{2C47B935-91F8-F316-81D8-5FE6E74AE4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81713" y="5314838"/>
              <a:ext cx="0" cy="1776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00" name="Line 16">
              <a:extLst>
                <a:ext uri="{FF2B5EF4-FFF2-40B4-BE49-F238E27FC236}">
                  <a16:creationId xmlns:a16="http://schemas.microsoft.com/office/drawing/2014/main" id="{046F45A7-F481-B0E4-58D5-CA8DB8D7AA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63993" y="5314838"/>
              <a:ext cx="0" cy="1776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01" name="Line 17">
              <a:extLst>
                <a:ext uri="{FF2B5EF4-FFF2-40B4-BE49-F238E27FC236}">
                  <a16:creationId xmlns:a16="http://schemas.microsoft.com/office/drawing/2014/main" id="{29A944CB-590A-C8B7-5D4B-1419D2BFF9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06297" y="5314838"/>
              <a:ext cx="0" cy="1776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02" name="Line 18">
              <a:extLst>
                <a:ext uri="{FF2B5EF4-FFF2-40B4-BE49-F238E27FC236}">
                  <a16:creationId xmlns:a16="http://schemas.microsoft.com/office/drawing/2014/main" id="{FD1C8A82-5F16-9329-98B4-30FE83EED1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3263" y="5314838"/>
              <a:ext cx="0" cy="1776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03" name="Line 19">
              <a:extLst>
                <a:ext uri="{FF2B5EF4-FFF2-40B4-BE49-F238E27FC236}">
                  <a16:creationId xmlns:a16="http://schemas.microsoft.com/office/drawing/2014/main" id="{833A977F-0DBB-9FC0-83A7-D04F6FD838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8600" y="5314838"/>
              <a:ext cx="0" cy="1776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04" name="Line 20">
              <a:extLst>
                <a:ext uri="{FF2B5EF4-FFF2-40B4-BE49-F238E27FC236}">
                  <a16:creationId xmlns:a16="http://schemas.microsoft.com/office/drawing/2014/main" id="{505B88E7-0A93-CB4A-86EC-EE9A76FC56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22511" y="5314838"/>
              <a:ext cx="0" cy="1776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05" name="Line 21">
              <a:extLst>
                <a:ext uri="{FF2B5EF4-FFF2-40B4-BE49-F238E27FC236}">
                  <a16:creationId xmlns:a16="http://schemas.microsoft.com/office/drawing/2014/main" id="{18836EFD-4E34-AF80-030A-529435498B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65566" y="5314838"/>
              <a:ext cx="0" cy="1776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06" name="Line 22">
              <a:extLst>
                <a:ext uri="{FF2B5EF4-FFF2-40B4-BE49-F238E27FC236}">
                  <a16:creationId xmlns:a16="http://schemas.microsoft.com/office/drawing/2014/main" id="{86179CBC-32B6-B45D-58A6-149B95A475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6183" y="5314838"/>
              <a:ext cx="0" cy="1776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07" name="Line 23">
              <a:extLst>
                <a:ext uri="{FF2B5EF4-FFF2-40B4-BE49-F238E27FC236}">
                  <a16:creationId xmlns:a16="http://schemas.microsoft.com/office/drawing/2014/main" id="{3295E0AA-3135-C08B-3F61-05CF65426F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90903" y="5314838"/>
              <a:ext cx="0" cy="1776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08" name="Line 24">
              <a:extLst>
                <a:ext uri="{FF2B5EF4-FFF2-40B4-BE49-F238E27FC236}">
                  <a16:creationId xmlns:a16="http://schemas.microsoft.com/office/drawing/2014/main" id="{8D9EB1D2-012B-81F8-C0BA-BB8127FBD5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2534" y="5314838"/>
              <a:ext cx="0" cy="1776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09" name="Line 25">
              <a:extLst>
                <a:ext uri="{FF2B5EF4-FFF2-40B4-BE49-F238E27FC236}">
                  <a16:creationId xmlns:a16="http://schemas.microsoft.com/office/drawing/2014/main" id="{5A911A75-BA70-2612-AEC5-94EC155CE4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4814" y="5314838"/>
              <a:ext cx="0" cy="1776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10" name="Line 26">
              <a:extLst>
                <a:ext uri="{FF2B5EF4-FFF2-40B4-BE49-F238E27FC236}">
                  <a16:creationId xmlns:a16="http://schemas.microsoft.com/office/drawing/2014/main" id="{904817C6-198B-3E06-ABA1-59D494D6FA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7117" y="5314838"/>
              <a:ext cx="0" cy="1776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11" name="Line 27">
              <a:extLst>
                <a:ext uri="{FF2B5EF4-FFF2-40B4-BE49-F238E27FC236}">
                  <a16:creationId xmlns:a16="http://schemas.microsoft.com/office/drawing/2014/main" id="{092CA71E-B2B3-CD9F-CE25-6F4A1C1D8F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24084" y="5314838"/>
              <a:ext cx="0" cy="1776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12" name="Line 28">
              <a:extLst>
                <a:ext uri="{FF2B5EF4-FFF2-40B4-BE49-F238E27FC236}">
                  <a16:creationId xmlns:a16="http://schemas.microsoft.com/office/drawing/2014/main" id="{E4B2DA47-6F65-CF4A-1CC3-8512AF7FBF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49421" y="5314838"/>
              <a:ext cx="0" cy="1776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13" name="Line 29">
              <a:extLst>
                <a:ext uri="{FF2B5EF4-FFF2-40B4-BE49-F238E27FC236}">
                  <a16:creationId xmlns:a16="http://schemas.microsoft.com/office/drawing/2014/main" id="{5C22201D-A54C-41CC-A5FA-192B5B30B9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4266" y="5314838"/>
              <a:ext cx="0" cy="1776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14" name="Line 30">
              <a:extLst>
                <a:ext uri="{FF2B5EF4-FFF2-40B4-BE49-F238E27FC236}">
                  <a16:creationId xmlns:a16="http://schemas.microsoft.com/office/drawing/2014/main" id="{CD7C5E08-7E75-13D8-DD1D-DA88B032D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9147" y="1892717"/>
              <a:ext cx="0" cy="1683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15" name="Line 31">
              <a:extLst>
                <a:ext uri="{FF2B5EF4-FFF2-40B4-BE49-F238E27FC236}">
                  <a16:creationId xmlns:a16="http://schemas.microsoft.com/office/drawing/2014/main" id="{7DBC379A-356C-7FD2-214A-0A391796D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1713" y="1892717"/>
              <a:ext cx="0" cy="1683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16" name="Line 32">
              <a:extLst>
                <a:ext uri="{FF2B5EF4-FFF2-40B4-BE49-F238E27FC236}">
                  <a16:creationId xmlns:a16="http://schemas.microsoft.com/office/drawing/2014/main" id="{9D3BA857-91EB-050E-75F7-C1EFBBE8B2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3993" y="1892717"/>
              <a:ext cx="0" cy="1683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17" name="Line 33">
              <a:extLst>
                <a:ext uri="{FF2B5EF4-FFF2-40B4-BE49-F238E27FC236}">
                  <a16:creationId xmlns:a16="http://schemas.microsoft.com/office/drawing/2014/main" id="{B302FC58-32C4-ADE1-0D0E-E3DAF60828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297" y="1892717"/>
              <a:ext cx="0" cy="1683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18" name="Line 34">
              <a:extLst>
                <a:ext uri="{FF2B5EF4-FFF2-40B4-BE49-F238E27FC236}">
                  <a16:creationId xmlns:a16="http://schemas.microsoft.com/office/drawing/2014/main" id="{4707B41E-1761-B3AD-6042-6CB05F71A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3263" y="1892717"/>
              <a:ext cx="0" cy="1683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19" name="Line 35">
              <a:extLst>
                <a:ext uri="{FF2B5EF4-FFF2-40B4-BE49-F238E27FC236}">
                  <a16:creationId xmlns:a16="http://schemas.microsoft.com/office/drawing/2014/main" id="{F3AA81FB-EC42-EE27-C868-BFC6376BE0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8600" y="1892717"/>
              <a:ext cx="0" cy="1683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20" name="Line 36">
              <a:extLst>
                <a:ext uri="{FF2B5EF4-FFF2-40B4-BE49-F238E27FC236}">
                  <a16:creationId xmlns:a16="http://schemas.microsoft.com/office/drawing/2014/main" id="{A55CAD87-B7DE-61AE-02C0-0386C0AF66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2511" y="1892717"/>
              <a:ext cx="0" cy="1683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21" name="Line 37">
              <a:extLst>
                <a:ext uri="{FF2B5EF4-FFF2-40B4-BE49-F238E27FC236}">
                  <a16:creationId xmlns:a16="http://schemas.microsoft.com/office/drawing/2014/main" id="{B46799E8-C488-030A-61A9-2AE4958C11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5566" y="1892717"/>
              <a:ext cx="0" cy="1683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22" name="Line 38">
              <a:extLst>
                <a:ext uri="{FF2B5EF4-FFF2-40B4-BE49-F238E27FC236}">
                  <a16:creationId xmlns:a16="http://schemas.microsoft.com/office/drawing/2014/main" id="{7765CE8C-8D6A-EAD5-594C-39EA31DBF8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6183" y="1892717"/>
              <a:ext cx="0" cy="1683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23" name="Line 39">
              <a:extLst>
                <a:ext uri="{FF2B5EF4-FFF2-40B4-BE49-F238E27FC236}">
                  <a16:creationId xmlns:a16="http://schemas.microsoft.com/office/drawing/2014/main" id="{B04D92F7-A8FE-09EA-46F7-A4E6D9BD5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0903" y="1892717"/>
              <a:ext cx="0" cy="1683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24" name="Line 40">
              <a:extLst>
                <a:ext uri="{FF2B5EF4-FFF2-40B4-BE49-F238E27FC236}">
                  <a16:creationId xmlns:a16="http://schemas.microsoft.com/office/drawing/2014/main" id="{D0BC42E0-5873-C37F-93DC-9F0F12E467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2534" y="1892717"/>
              <a:ext cx="0" cy="1683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25" name="Line 41">
              <a:extLst>
                <a:ext uri="{FF2B5EF4-FFF2-40B4-BE49-F238E27FC236}">
                  <a16:creationId xmlns:a16="http://schemas.microsoft.com/office/drawing/2014/main" id="{FDE84E89-7493-137F-4335-E53B8AACC0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4814" y="1892717"/>
              <a:ext cx="0" cy="1683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26" name="Line 42">
              <a:extLst>
                <a:ext uri="{FF2B5EF4-FFF2-40B4-BE49-F238E27FC236}">
                  <a16:creationId xmlns:a16="http://schemas.microsoft.com/office/drawing/2014/main" id="{D29BBDEB-0E40-16EF-6EBC-2A0ABB534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7117" y="1892717"/>
              <a:ext cx="0" cy="1683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27" name="Line 43">
              <a:extLst>
                <a:ext uri="{FF2B5EF4-FFF2-40B4-BE49-F238E27FC236}">
                  <a16:creationId xmlns:a16="http://schemas.microsoft.com/office/drawing/2014/main" id="{C723DAE7-FD8A-FB1A-370D-3C93348D91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4084" y="1892717"/>
              <a:ext cx="0" cy="1683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28" name="Line 44">
              <a:extLst>
                <a:ext uri="{FF2B5EF4-FFF2-40B4-BE49-F238E27FC236}">
                  <a16:creationId xmlns:a16="http://schemas.microsoft.com/office/drawing/2014/main" id="{37FA4EBB-D4A9-07AE-EA8F-1F5E6B1A28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9421" y="1892717"/>
              <a:ext cx="0" cy="1683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29" name="Line 45">
              <a:extLst>
                <a:ext uri="{FF2B5EF4-FFF2-40B4-BE49-F238E27FC236}">
                  <a16:creationId xmlns:a16="http://schemas.microsoft.com/office/drawing/2014/main" id="{D831FAC3-3CCC-C79E-3C40-86FB236A59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4266" y="1892717"/>
              <a:ext cx="0" cy="1683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35" name="Line 51">
              <a:extLst>
                <a:ext uri="{FF2B5EF4-FFF2-40B4-BE49-F238E27FC236}">
                  <a16:creationId xmlns:a16="http://schemas.microsoft.com/office/drawing/2014/main" id="{3B0CC01E-B363-35CB-F460-F3900DD65E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70447" y="1892717"/>
              <a:ext cx="0" cy="343988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36" name="Line 52">
              <a:extLst>
                <a:ext uri="{FF2B5EF4-FFF2-40B4-BE49-F238E27FC236}">
                  <a16:creationId xmlns:a16="http://schemas.microsoft.com/office/drawing/2014/main" id="{20BB594E-63C5-B703-E567-70BA50ACB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4266" y="1892717"/>
              <a:ext cx="0" cy="343988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37" name="Line 53">
              <a:extLst>
                <a:ext uri="{FF2B5EF4-FFF2-40B4-BE49-F238E27FC236}">
                  <a16:creationId xmlns:a16="http://schemas.microsoft.com/office/drawing/2014/main" id="{DEBFE636-301B-BA56-5D1E-E935CD3292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5332602"/>
              <a:ext cx="34596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38" name="Line 54">
              <a:extLst>
                <a:ext uri="{FF2B5EF4-FFF2-40B4-BE49-F238E27FC236}">
                  <a16:creationId xmlns:a16="http://schemas.microsoft.com/office/drawing/2014/main" id="{9145FF2A-F985-A387-F562-ADA2C4D078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4707084"/>
              <a:ext cx="34596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39" name="Line 55">
              <a:extLst>
                <a:ext uri="{FF2B5EF4-FFF2-40B4-BE49-F238E27FC236}">
                  <a16:creationId xmlns:a16="http://schemas.microsoft.com/office/drawing/2014/main" id="{7FD62883-2A0A-B0B6-BEE9-A3BE29BCF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4081565"/>
              <a:ext cx="34596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40" name="Line 56">
              <a:extLst>
                <a:ext uri="{FF2B5EF4-FFF2-40B4-BE49-F238E27FC236}">
                  <a16:creationId xmlns:a16="http://schemas.microsoft.com/office/drawing/2014/main" id="{88AB5789-7385-E5BF-E44C-0F197F47E5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3456046"/>
              <a:ext cx="34596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41" name="Line 57">
              <a:extLst>
                <a:ext uri="{FF2B5EF4-FFF2-40B4-BE49-F238E27FC236}">
                  <a16:creationId xmlns:a16="http://schemas.microsoft.com/office/drawing/2014/main" id="{18EEA27B-96F9-2FCF-0F30-52828FE77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2830527"/>
              <a:ext cx="34596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42" name="Line 58">
              <a:extLst>
                <a:ext uri="{FF2B5EF4-FFF2-40B4-BE49-F238E27FC236}">
                  <a16:creationId xmlns:a16="http://schemas.microsoft.com/office/drawing/2014/main" id="{0F0E5564-EC95-413A-A5D7-1C85B815E4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2205009"/>
              <a:ext cx="34596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43" name="Line 59">
              <a:extLst>
                <a:ext uri="{FF2B5EF4-FFF2-40B4-BE49-F238E27FC236}">
                  <a16:creationId xmlns:a16="http://schemas.microsoft.com/office/drawing/2014/main" id="{12BCB1E4-E177-0710-E60F-2DE3082AB8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9671" y="5332602"/>
              <a:ext cx="34596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44" name="Line 60">
              <a:extLst>
                <a:ext uri="{FF2B5EF4-FFF2-40B4-BE49-F238E27FC236}">
                  <a16:creationId xmlns:a16="http://schemas.microsoft.com/office/drawing/2014/main" id="{D19D9185-B7C4-B015-78C2-1BF182472A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9671" y="4707084"/>
              <a:ext cx="34596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45" name="Line 61">
              <a:extLst>
                <a:ext uri="{FF2B5EF4-FFF2-40B4-BE49-F238E27FC236}">
                  <a16:creationId xmlns:a16="http://schemas.microsoft.com/office/drawing/2014/main" id="{945C37B7-424C-7426-764D-3F1956BC97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9671" y="4081565"/>
              <a:ext cx="34596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46" name="Line 62">
              <a:extLst>
                <a:ext uri="{FF2B5EF4-FFF2-40B4-BE49-F238E27FC236}">
                  <a16:creationId xmlns:a16="http://schemas.microsoft.com/office/drawing/2014/main" id="{01AD032B-609A-1BCB-3897-1F62D710DB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9671" y="3456046"/>
              <a:ext cx="34596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47" name="Line 63">
              <a:extLst>
                <a:ext uri="{FF2B5EF4-FFF2-40B4-BE49-F238E27FC236}">
                  <a16:creationId xmlns:a16="http://schemas.microsoft.com/office/drawing/2014/main" id="{1A6DA4C5-698E-12CB-5CCF-CEE38507C2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9671" y="2830527"/>
              <a:ext cx="34596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48" name="Line 64">
              <a:extLst>
                <a:ext uri="{FF2B5EF4-FFF2-40B4-BE49-F238E27FC236}">
                  <a16:creationId xmlns:a16="http://schemas.microsoft.com/office/drawing/2014/main" id="{84B992F0-792B-5B6B-9EC7-505A7FE76E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9671" y="2205009"/>
              <a:ext cx="34596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49" name="Line 65">
              <a:extLst>
                <a:ext uri="{FF2B5EF4-FFF2-40B4-BE49-F238E27FC236}">
                  <a16:creationId xmlns:a16="http://schemas.microsoft.com/office/drawing/2014/main" id="{1E85D994-D08A-B70D-2AF0-99010EF09F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5332602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50" name="Line 66">
              <a:extLst>
                <a:ext uri="{FF2B5EF4-FFF2-40B4-BE49-F238E27FC236}">
                  <a16:creationId xmlns:a16="http://schemas.microsoft.com/office/drawing/2014/main" id="{B1E2A31D-C0A3-44E0-915F-BA80D876BD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5143731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51" name="Line 67">
              <a:extLst>
                <a:ext uri="{FF2B5EF4-FFF2-40B4-BE49-F238E27FC236}">
                  <a16:creationId xmlns:a16="http://schemas.microsoft.com/office/drawing/2014/main" id="{1E15319B-A256-416D-8027-F755BC8846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5034336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52" name="Line 68">
              <a:extLst>
                <a:ext uri="{FF2B5EF4-FFF2-40B4-BE49-F238E27FC236}">
                  <a16:creationId xmlns:a16="http://schemas.microsoft.com/office/drawing/2014/main" id="{D330D16E-D0D4-CF09-8E7E-F06EEFD4B2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4955795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53" name="Line 69">
              <a:extLst>
                <a:ext uri="{FF2B5EF4-FFF2-40B4-BE49-F238E27FC236}">
                  <a16:creationId xmlns:a16="http://schemas.microsoft.com/office/drawing/2014/main" id="{2FE42D3D-DD5F-0EE3-2D01-482A14CECB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4895020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54" name="Line 70">
              <a:extLst>
                <a:ext uri="{FF2B5EF4-FFF2-40B4-BE49-F238E27FC236}">
                  <a16:creationId xmlns:a16="http://schemas.microsoft.com/office/drawing/2014/main" id="{0AFDF908-BE14-CE53-D826-B83D9E1F3E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4845465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55" name="Line 71">
              <a:extLst>
                <a:ext uri="{FF2B5EF4-FFF2-40B4-BE49-F238E27FC236}">
                  <a16:creationId xmlns:a16="http://schemas.microsoft.com/office/drawing/2014/main" id="{799FC059-0E69-F9B1-5ACA-9124C66E1C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4803389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56" name="Line 72">
              <a:extLst>
                <a:ext uri="{FF2B5EF4-FFF2-40B4-BE49-F238E27FC236}">
                  <a16:creationId xmlns:a16="http://schemas.microsoft.com/office/drawing/2014/main" id="{8B9CFBD6-4D3F-DBFE-3D70-CAA7C35C7C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4767859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57" name="Line 73">
              <a:extLst>
                <a:ext uri="{FF2B5EF4-FFF2-40B4-BE49-F238E27FC236}">
                  <a16:creationId xmlns:a16="http://schemas.microsoft.com/office/drawing/2014/main" id="{4E61BA2A-605D-6D92-4DA0-FC16CBAD2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4735134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58" name="Line 74">
              <a:extLst>
                <a:ext uri="{FF2B5EF4-FFF2-40B4-BE49-F238E27FC236}">
                  <a16:creationId xmlns:a16="http://schemas.microsoft.com/office/drawing/2014/main" id="{0D2D4178-C863-B4E6-814A-5AAADCB8E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4707084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59" name="Line 75">
              <a:extLst>
                <a:ext uri="{FF2B5EF4-FFF2-40B4-BE49-F238E27FC236}">
                  <a16:creationId xmlns:a16="http://schemas.microsoft.com/office/drawing/2014/main" id="{42AF6A17-3AE8-36AE-C8A8-17C78B10A4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4519147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60" name="Line 76">
              <a:extLst>
                <a:ext uri="{FF2B5EF4-FFF2-40B4-BE49-F238E27FC236}">
                  <a16:creationId xmlns:a16="http://schemas.microsoft.com/office/drawing/2014/main" id="{F4D82ECA-0034-5240-216D-CD68602CF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4408817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61" name="Line 77">
              <a:extLst>
                <a:ext uri="{FF2B5EF4-FFF2-40B4-BE49-F238E27FC236}">
                  <a16:creationId xmlns:a16="http://schemas.microsoft.com/office/drawing/2014/main" id="{F66FF237-2909-0CF5-B733-758E5D58C4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4330276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62" name="Line 78">
              <a:extLst>
                <a:ext uri="{FF2B5EF4-FFF2-40B4-BE49-F238E27FC236}">
                  <a16:creationId xmlns:a16="http://schemas.microsoft.com/office/drawing/2014/main" id="{5A8617ED-2BBB-9365-053B-E3B89CBAD8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4269501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63" name="Line 79">
              <a:extLst>
                <a:ext uri="{FF2B5EF4-FFF2-40B4-BE49-F238E27FC236}">
                  <a16:creationId xmlns:a16="http://schemas.microsoft.com/office/drawing/2014/main" id="{A6F2D00A-A1D0-2EC3-DF25-6519EE7292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4220881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64" name="Line 80">
              <a:extLst>
                <a:ext uri="{FF2B5EF4-FFF2-40B4-BE49-F238E27FC236}">
                  <a16:creationId xmlns:a16="http://schemas.microsoft.com/office/drawing/2014/main" id="{D0315095-96DD-DD70-DF56-B3D6E6A06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4178805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65" name="Line 81">
              <a:extLst>
                <a:ext uri="{FF2B5EF4-FFF2-40B4-BE49-F238E27FC236}">
                  <a16:creationId xmlns:a16="http://schemas.microsoft.com/office/drawing/2014/main" id="{51DD1AB0-DA62-872D-4D0E-A2088C9886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4142341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66" name="Line 82">
              <a:extLst>
                <a:ext uri="{FF2B5EF4-FFF2-40B4-BE49-F238E27FC236}">
                  <a16:creationId xmlns:a16="http://schemas.microsoft.com/office/drawing/2014/main" id="{5D92FD41-03D8-6B81-C8A4-39A498997F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4110550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67" name="Line 83">
              <a:extLst>
                <a:ext uri="{FF2B5EF4-FFF2-40B4-BE49-F238E27FC236}">
                  <a16:creationId xmlns:a16="http://schemas.microsoft.com/office/drawing/2014/main" id="{8B363400-2BD1-01AF-E372-51843BDC5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4081565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68" name="Line 84">
              <a:extLst>
                <a:ext uri="{FF2B5EF4-FFF2-40B4-BE49-F238E27FC236}">
                  <a16:creationId xmlns:a16="http://schemas.microsoft.com/office/drawing/2014/main" id="{8E70AB1E-642C-341C-CE2F-CFF755855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3893629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69" name="Line 85">
              <a:extLst>
                <a:ext uri="{FF2B5EF4-FFF2-40B4-BE49-F238E27FC236}">
                  <a16:creationId xmlns:a16="http://schemas.microsoft.com/office/drawing/2014/main" id="{6B840E87-237C-89C5-50C9-3D4FAB5D6D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3783298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70" name="Line 86">
              <a:extLst>
                <a:ext uri="{FF2B5EF4-FFF2-40B4-BE49-F238E27FC236}">
                  <a16:creationId xmlns:a16="http://schemas.microsoft.com/office/drawing/2014/main" id="{0C136ECA-982E-6955-B3AF-3629296E03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3704758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71" name="Line 87">
              <a:extLst>
                <a:ext uri="{FF2B5EF4-FFF2-40B4-BE49-F238E27FC236}">
                  <a16:creationId xmlns:a16="http://schemas.microsoft.com/office/drawing/2014/main" id="{6B9209E3-C7EC-F87C-FEB8-7DD7FA01FF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3644918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72" name="Line 88">
              <a:extLst>
                <a:ext uri="{FF2B5EF4-FFF2-40B4-BE49-F238E27FC236}">
                  <a16:creationId xmlns:a16="http://schemas.microsoft.com/office/drawing/2014/main" id="{9DA8D7ED-A2A5-6DEA-AEC6-5ACF5F7C8E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3594427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73" name="Line 89">
              <a:extLst>
                <a:ext uri="{FF2B5EF4-FFF2-40B4-BE49-F238E27FC236}">
                  <a16:creationId xmlns:a16="http://schemas.microsoft.com/office/drawing/2014/main" id="{CB0CDB64-542A-4A69-EFA5-11A77E889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3553287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74" name="Line 90">
              <a:extLst>
                <a:ext uri="{FF2B5EF4-FFF2-40B4-BE49-F238E27FC236}">
                  <a16:creationId xmlns:a16="http://schemas.microsoft.com/office/drawing/2014/main" id="{A1874C3E-110C-12B3-44B1-AD43BFA9F9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3516821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75" name="Line 91">
              <a:extLst>
                <a:ext uri="{FF2B5EF4-FFF2-40B4-BE49-F238E27FC236}">
                  <a16:creationId xmlns:a16="http://schemas.microsoft.com/office/drawing/2014/main" id="{50988A12-7456-8C59-C8FB-61503D4D00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3485031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76" name="Line 92">
              <a:extLst>
                <a:ext uri="{FF2B5EF4-FFF2-40B4-BE49-F238E27FC236}">
                  <a16:creationId xmlns:a16="http://schemas.microsoft.com/office/drawing/2014/main" id="{3E5F3428-F49C-30DA-4E60-BD73C98D77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3456046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77" name="Line 93">
              <a:extLst>
                <a:ext uri="{FF2B5EF4-FFF2-40B4-BE49-F238E27FC236}">
                  <a16:creationId xmlns:a16="http://schemas.microsoft.com/office/drawing/2014/main" id="{C4408076-2F5C-5C6F-7AF3-5A748A64DE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3268110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78" name="Line 94">
              <a:extLst>
                <a:ext uri="{FF2B5EF4-FFF2-40B4-BE49-F238E27FC236}">
                  <a16:creationId xmlns:a16="http://schemas.microsoft.com/office/drawing/2014/main" id="{1C6AFC34-F470-F11E-F7DD-116BC8142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3157779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79" name="Line 95">
              <a:extLst>
                <a:ext uri="{FF2B5EF4-FFF2-40B4-BE49-F238E27FC236}">
                  <a16:creationId xmlns:a16="http://schemas.microsoft.com/office/drawing/2014/main" id="{7CFD1C09-A1FF-B96C-D7CF-A9FDB8BBAE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3079239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80" name="Line 96">
              <a:extLst>
                <a:ext uri="{FF2B5EF4-FFF2-40B4-BE49-F238E27FC236}">
                  <a16:creationId xmlns:a16="http://schemas.microsoft.com/office/drawing/2014/main" id="{851B8745-D37F-18A6-50FA-58BBBB2073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3019398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81" name="Line 97">
              <a:extLst>
                <a:ext uri="{FF2B5EF4-FFF2-40B4-BE49-F238E27FC236}">
                  <a16:creationId xmlns:a16="http://schemas.microsoft.com/office/drawing/2014/main" id="{61A0C533-4EBE-8AE3-0D04-D3D3D9F08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2969843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82" name="Line 98">
              <a:extLst>
                <a:ext uri="{FF2B5EF4-FFF2-40B4-BE49-F238E27FC236}">
                  <a16:creationId xmlns:a16="http://schemas.microsoft.com/office/drawing/2014/main" id="{6B20B941-6A7C-0863-0769-42EB1FD3E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2927768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83" name="Line 99">
              <a:extLst>
                <a:ext uri="{FF2B5EF4-FFF2-40B4-BE49-F238E27FC236}">
                  <a16:creationId xmlns:a16="http://schemas.microsoft.com/office/drawing/2014/main" id="{8F09D293-FF6A-E907-F3F3-EBC5674FB0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2891303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84" name="Line 100">
              <a:extLst>
                <a:ext uri="{FF2B5EF4-FFF2-40B4-BE49-F238E27FC236}">
                  <a16:creationId xmlns:a16="http://schemas.microsoft.com/office/drawing/2014/main" id="{F6E55986-20FE-EB04-37EA-8BAFC8A3CB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2859513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85" name="Line 101">
              <a:extLst>
                <a:ext uri="{FF2B5EF4-FFF2-40B4-BE49-F238E27FC236}">
                  <a16:creationId xmlns:a16="http://schemas.microsoft.com/office/drawing/2014/main" id="{350820E3-1F74-FA52-57B6-CEA720A322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2830527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86" name="Line 102">
              <a:extLst>
                <a:ext uri="{FF2B5EF4-FFF2-40B4-BE49-F238E27FC236}">
                  <a16:creationId xmlns:a16="http://schemas.microsoft.com/office/drawing/2014/main" id="{54CC816D-BEBC-FB2F-A183-7936777E8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2830527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87" name="Line 103">
              <a:extLst>
                <a:ext uri="{FF2B5EF4-FFF2-40B4-BE49-F238E27FC236}">
                  <a16:creationId xmlns:a16="http://schemas.microsoft.com/office/drawing/2014/main" id="{0668F538-20D5-9689-9DAD-938D7C5894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2642592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88" name="Line 104">
              <a:extLst>
                <a:ext uri="{FF2B5EF4-FFF2-40B4-BE49-F238E27FC236}">
                  <a16:creationId xmlns:a16="http://schemas.microsoft.com/office/drawing/2014/main" id="{8AE9901A-30B6-65B6-FA51-A1DB913BBF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2532261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89" name="Line 105">
              <a:extLst>
                <a:ext uri="{FF2B5EF4-FFF2-40B4-BE49-F238E27FC236}">
                  <a16:creationId xmlns:a16="http://schemas.microsoft.com/office/drawing/2014/main" id="{DFCA1F52-0113-7FD7-E2AD-03913C8379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2453720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90" name="Line 106">
              <a:extLst>
                <a:ext uri="{FF2B5EF4-FFF2-40B4-BE49-F238E27FC236}">
                  <a16:creationId xmlns:a16="http://schemas.microsoft.com/office/drawing/2014/main" id="{86A2C2DD-E9D4-2C53-0E16-02C1758213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2393880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91" name="Line 107">
              <a:extLst>
                <a:ext uri="{FF2B5EF4-FFF2-40B4-BE49-F238E27FC236}">
                  <a16:creationId xmlns:a16="http://schemas.microsoft.com/office/drawing/2014/main" id="{5D64DD63-8EF4-31E6-BEA7-3D6146A136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2344324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92" name="Line 108">
              <a:extLst>
                <a:ext uri="{FF2B5EF4-FFF2-40B4-BE49-F238E27FC236}">
                  <a16:creationId xmlns:a16="http://schemas.microsoft.com/office/drawing/2014/main" id="{8A5CE155-B62F-F4D3-5AF0-8818E6BD98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2302249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93" name="Line 109">
              <a:extLst>
                <a:ext uri="{FF2B5EF4-FFF2-40B4-BE49-F238E27FC236}">
                  <a16:creationId xmlns:a16="http://schemas.microsoft.com/office/drawing/2014/main" id="{F205F0EE-83FE-5278-4879-7076A2F6A1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2265784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94" name="Line 110">
              <a:extLst>
                <a:ext uri="{FF2B5EF4-FFF2-40B4-BE49-F238E27FC236}">
                  <a16:creationId xmlns:a16="http://schemas.microsoft.com/office/drawing/2014/main" id="{DF30CE80-88EA-87FE-EE7E-01FBE07199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2233994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95" name="Line 111">
              <a:extLst>
                <a:ext uri="{FF2B5EF4-FFF2-40B4-BE49-F238E27FC236}">
                  <a16:creationId xmlns:a16="http://schemas.microsoft.com/office/drawing/2014/main" id="{66210A9D-85F9-CE5A-8B07-136F22E798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2205009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96" name="Line 112">
              <a:extLst>
                <a:ext uri="{FF2B5EF4-FFF2-40B4-BE49-F238E27FC236}">
                  <a16:creationId xmlns:a16="http://schemas.microsoft.com/office/drawing/2014/main" id="{CFE55AF5-17D2-3EA5-C90B-951B78F03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2017072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97" name="Line 113">
              <a:extLst>
                <a:ext uri="{FF2B5EF4-FFF2-40B4-BE49-F238E27FC236}">
                  <a16:creationId xmlns:a16="http://schemas.microsoft.com/office/drawing/2014/main" id="{24FD5216-04EB-2C07-9DB5-F04A3A1596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1906742"/>
              <a:ext cx="1776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98" name="Line 114">
              <a:extLst>
                <a:ext uri="{FF2B5EF4-FFF2-40B4-BE49-F238E27FC236}">
                  <a16:creationId xmlns:a16="http://schemas.microsoft.com/office/drawing/2014/main" id="{B2ECECFF-3D16-713C-C5C7-2B30EE9D2D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5332602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99" name="Line 115">
              <a:extLst>
                <a:ext uri="{FF2B5EF4-FFF2-40B4-BE49-F238E27FC236}">
                  <a16:creationId xmlns:a16="http://schemas.microsoft.com/office/drawing/2014/main" id="{8A369C9B-F4DA-3268-1DEA-2B26FED7BC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5143731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00" name="Line 116">
              <a:extLst>
                <a:ext uri="{FF2B5EF4-FFF2-40B4-BE49-F238E27FC236}">
                  <a16:creationId xmlns:a16="http://schemas.microsoft.com/office/drawing/2014/main" id="{5F6B0ECA-41F8-407D-D0AC-A56CCD1269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5034336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01" name="Line 117">
              <a:extLst>
                <a:ext uri="{FF2B5EF4-FFF2-40B4-BE49-F238E27FC236}">
                  <a16:creationId xmlns:a16="http://schemas.microsoft.com/office/drawing/2014/main" id="{E7EE0DAF-EC88-AA17-F804-B5166785BF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4955795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02" name="Line 118">
              <a:extLst>
                <a:ext uri="{FF2B5EF4-FFF2-40B4-BE49-F238E27FC236}">
                  <a16:creationId xmlns:a16="http://schemas.microsoft.com/office/drawing/2014/main" id="{0E89A5A8-BB92-3E56-77E2-A3F0691905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4895020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03" name="Line 119">
              <a:extLst>
                <a:ext uri="{FF2B5EF4-FFF2-40B4-BE49-F238E27FC236}">
                  <a16:creationId xmlns:a16="http://schemas.microsoft.com/office/drawing/2014/main" id="{9BEECE2C-6C01-A229-76B1-79C41F8026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4845465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04" name="Line 120">
              <a:extLst>
                <a:ext uri="{FF2B5EF4-FFF2-40B4-BE49-F238E27FC236}">
                  <a16:creationId xmlns:a16="http://schemas.microsoft.com/office/drawing/2014/main" id="{4DA1D2A2-985D-8AF3-DD5F-340C097C35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4803389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05" name="Line 121">
              <a:extLst>
                <a:ext uri="{FF2B5EF4-FFF2-40B4-BE49-F238E27FC236}">
                  <a16:creationId xmlns:a16="http://schemas.microsoft.com/office/drawing/2014/main" id="{3245FEF7-B1DD-8309-8837-B4F1DEEA35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4767859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06" name="Line 122">
              <a:extLst>
                <a:ext uri="{FF2B5EF4-FFF2-40B4-BE49-F238E27FC236}">
                  <a16:creationId xmlns:a16="http://schemas.microsoft.com/office/drawing/2014/main" id="{CC4850B2-B562-9FFF-89FB-5D1B109CE8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4735134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07" name="Line 123">
              <a:extLst>
                <a:ext uri="{FF2B5EF4-FFF2-40B4-BE49-F238E27FC236}">
                  <a16:creationId xmlns:a16="http://schemas.microsoft.com/office/drawing/2014/main" id="{A6690DA7-7118-ECBA-E48F-9A9D397624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4707084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08" name="Line 124">
              <a:extLst>
                <a:ext uri="{FF2B5EF4-FFF2-40B4-BE49-F238E27FC236}">
                  <a16:creationId xmlns:a16="http://schemas.microsoft.com/office/drawing/2014/main" id="{606D297A-96F3-5459-46EA-66B3F47EC0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4519147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09" name="Line 125">
              <a:extLst>
                <a:ext uri="{FF2B5EF4-FFF2-40B4-BE49-F238E27FC236}">
                  <a16:creationId xmlns:a16="http://schemas.microsoft.com/office/drawing/2014/main" id="{5EB57023-2535-8A9C-C348-8CAEF677C0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4408817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10" name="Line 126">
              <a:extLst>
                <a:ext uri="{FF2B5EF4-FFF2-40B4-BE49-F238E27FC236}">
                  <a16:creationId xmlns:a16="http://schemas.microsoft.com/office/drawing/2014/main" id="{DD55215B-D7AF-853B-D87D-5E4ADAB32F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4330276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11" name="Line 127">
              <a:extLst>
                <a:ext uri="{FF2B5EF4-FFF2-40B4-BE49-F238E27FC236}">
                  <a16:creationId xmlns:a16="http://schemas.microsoft.com/office/drawing/2014/main" id="{BE39B700-8200-6EE6-605E-AB83E92A3C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4269501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12" name="Line 128">
              <a:extLst>
                <a:ext uri="{FF2B5EF4-FFF2-40B4-BE49-F238E27FC236}">
                  <a16:creationId xmlns:a16="http://schemas.microsoft.com/office/drawing/2014/main" id="{4B8128B2-CAA7-2DF0-26DD-0FCDDF328C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4220881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13" name="Line 129">
              <a:extLst>
                <a:ext uri="{FF2B5EF4-FFF2-40B4-BE49-F238E27FC236}">
                  <a16:creationId xmlns:a16="http://schemas.microsoft.com/office/drawing/2014/main" id="{AE4BA5B4-7414-1015-E49B-E64CBA9BA3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4178805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14" name="Line 130">
              <a:extLst>
                <a:ext uri="{FF2B5EF4-FFF2-40B4-BE49-F238E27FC236}">
                  <a16:creationId xmlns:a16="http://schemas.microsoft.com/office/drawing/2014/main" id="{5E479815-7E29-65FC-DE11-8CAB27414D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4142341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15" name="Line 131">
              <a:extLst>
                <a:ext uri="{FF2B5EF4-FFF2-40B4-BE49-F238E27FC236}">
                  <a16:creationId xmlns:a16="http://schemas.microsoft.com/office/drawing/2014/main" id="{98330AC5-AE5E-883D-3312-8392AA9BFE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4110550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16" name="Line 132">
              <a:extLst>
                <a:ext uri="{FF2B5EF4-FFF2-40B4-BE49-F238E27FC236}">
                  <a16:creationId xmlns:a16="http://schemas.microsoft.com/office/drawing/2014/main" id="{5E4B8FF5-5F6B-19A8-91C5-018FF47903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4081565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17" name="Line 133">
              <a:extLst>
                <a:ext uri="{FF2B5EF4-FFF2-40B4-BE49-F238E27FC236}">
                  <a16:creationId xmlns:a16="http://schemas.microsoft.com/office/drawing/2014/main" id="{6D7FCF18-826E-196F-C5A8-9A099F4CFD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3893629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18" name="Line 134">
              <a:extLst>
                <a:ext uri="{FF2B5EF4-FFF2-40B4-BE49-F238E27FC236}">
                  <a16:creationId xmlns:a16="http://schemas.microsoft.com/office/drawing/2014/main" id="{99DE7244-A1D7-91C8-C28E-6A33F19736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3783298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19" name="Line 135">
              <a:extLst>
                <a:ext uri="{FF2B5EF4-FFF2-40B4-BE49-F238E27FC236}">
                  <a16:creationId xmlns:a16="http://schemas.microsoft.com/office/drawing/2014/main" id="{352C1523-6FCA-BD3E-E554-4021172B78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3704758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20" name="Line 136">
              <a:extLst>
                <a:ext uri="{FF2B5EF4-FFF2-40B4-BE49-F238E27FC236}">
                  <a16:creationId xmlns:a16="http://schemas.microsoft.com/office/drawing/2014/main" id="{33AF6FD4-57F5-7AC5-C6B0-88282D3ED5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3644918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21" name="Line 137">
              <a:extLst>
                <a:ext uri="{FF2B5EF4-FFF2-40B4-BE49-F238E27FC236}">
                  <a16:creationId xmlns:a16="http://schemas.microsoft.com/office/drawing/2014/main" id="{D70C720D-63FD-EC7D-7FE0-013C5C691C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3594427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22" name="Line 138">
              <a:extLst>
                <a:ext uri="{FF2B5EF4-FFF2-40B4-BE49-F238E27FC236}">
                  <a16:creationId xmlns:a16="http://schemas.microsoft.com/office/drawing/2014/main" id="{09DC8FAA-351F-C32D-E479-BC8FDAB815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3553287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23" name="Line 139">
              <a:extLst>
                <a:ext uri="{FF2B5EF4-FFF2-40B4-BE49-F238E27FC236}">
                  <a16:creationId xmlns:a16="http://schemas.microsoft.com/office/drawing/2014/main" id="{BFB4028B-4357-5362-DB4E-180119DA26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3516821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24" name="Line 140">
              <a:extLst>
                <a:ext uri="{FF2B5EF4-FFF2-40B4-BE49-F238E27FC236}">
                  <a16:creationId xmlns:a16="http://schemas.microsoft.com/office/drawing/2014/main" id="{19B2D895-AD8B-980A-9D1C-55490B200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3485031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25" name="Line 141">
              <a:extLst>
                <a:ext uri="{FF2B5EF4-FFF2-40B4-BE49-F238E27FC236}">
                  <a16:creationId xmlns:a16="http://schemas.microsoft.com/office/drawing/2014/main" id="{12A64643-11CB-4A8E-93C6-3A72C89E84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3456046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26" name="Line 142">
              <a:extLst>
                <a:ext uri="{FF2B5EF4-FFF2-40B4-BE49-F238E27FC236}">
                  <a16:creationId xmlns:a16="http://schemas.microsoft.com/office/drawing/2014/main" id="{ADAB8679-0E58-5BBD-E49A-CC647C461C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3268110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27" name="Line 143">
              <a:extLst>
                <a:ext uri="{FF2B5EF4-FFF2-40B4-BE49-F238E27FC236}">
                  <a16:creationId xmlns:a16="http://schemas.microsoft.com/office/drawing/2014/main" id="{E9221C5C-F658-6FAE-020A-28E74E8139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3157779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28" name="Line 144">
              <a:extLst>
                <a:ext uri="{FF2B5EF4-FFF2-40B4-BE49-F238E27FC236}">
                  <a16:creationId xmlns:a16="http://schemas.microsoft.com/office/drawing/2014/main" id="{DC84C255-4378-88B0-4A1D-4A019F6023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3079239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29" name="Line 145">
              <a:extLst>
                <a:ext uri="{FF2B5EF4-FFF2-40B4-BE49-F238E27FC236}">
                  <a16:creationId xmlns:a16="http://schemas.microsoft.com/office/drawing/2014/main" id="{2B508908-203D-2297-7826-78854B7615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3019398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30" name="Line 146">
              <a:extLst>
                <a:ext uri="{FF2B5EF4-FFF2-40B4-BE49-F238E27FC236}">
                  <a16:creationId xmlns:a16="http://schemas.microsoft.com/office/drawing/2014/main" id="{FDD4DE5B-12E7-C242-AC8F-5F7B341840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2969843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31" name="Line 147">
              <a:extLst>
                <a:ext uri="{FF2B5EF4-FFF2-40B4-BE49-F238E27FC236}">
                  <a16:creationId xmlns:a16="http://schemas.microsoft.com/office/drawing/2014/main" id="{069E2C59-AD38-759F-2A2A-35997CAC59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2927768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32" name="Line 148">
              <a:extLst>
                <a:ext uri="{FF2B5EF4-FFF2-40B4-BE49-F238E27FC236}">
                  <a16:creationId xmlns:a16="http://schemas.microsoft.com/office/drawing/2014/main" id="{A47F89E0-744E-0396-74FA-6E4C6AC104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2891303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33" name="Line 149">
              <a:extLst>
                <a:ext uri="{FF2B5EF4-FFF2-40B4-BE49-F238E27FC236}">
                  <a16:creationId xmlns:a16="http://schemas.microsoft.com/office/drawing/2014/main" id="{129BA283-1C92-4AD9-501A-7858CDD22A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2859513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34" name="Line 150">
              <a:extLst>
                <a:ext uri="{FF2B5EF4-FFF2-40B4-BE49-F238E27FC236}">
                  <a16:creationId xmlns:a16="http://schemas.microsoft.com/office/drawing/2014/main" id="{A6D9A80F-61CA-0CF4-F641-0965500739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2830527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35" name="Line 151">
              <a:extLst>
                <a:ext uri="{FF2B5EF4-FFF2-40B4-BE49-F238E27FC236}">
                  <a16:creationId xmlns:a16="http://schemas.microsoft.com/office/drawing/2014/main" id="{44F48C84-4AE4-692C-2BC4-56C9E49FCE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2830527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36" name="Line 152">
              <a:extLst>
                <a:ext uri="{FF2B5EF4-FFF2-40B4-BE49-F238E27FC236}">
                  <a16:creationId xmlns:a16="http://schemas.microsoft.com/office/drawing/2014/main" id="{090A1AA7-34AD-BE86-7842-C2A78B8AC6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2642592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37" name="Line 153">
              <a:extLst>
                <a:ext uri="{FF2B5EF4-FFF2-40B4-BE49-F238E27FC236}">
                  <a16:creationId xmlns:a16="http://schemas.microsoft.com/office/drawing/2014/main" id="{FB86925B-63BF-D5A5-7BA3-C5339F2E1B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2532261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38" name="Line 154">
              <a:extLst>
                <a:ext uri="{FF2B5EF4-FFF2-40B4-BE49-F238E27FC236}">
                  <a16:creationId xmlns:a16="http://schemas.microsoft.com/office/drawing/2014/main" id="{537992F2-D630-E060-7B81-A2CD68867B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2453720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39" name="Line 155">
              <a:extLst>
                <a:ext uri="{FF2B5EF4-FFF2-40B4-BE49-F238E27FC236}">
                  <a16:creationId xmlns:a16="http://schemas.microsoft.com/office/drawing/2014/main" id="{696979B7-8A74-1934-C0E2-D79B364346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2393880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40" name="Line 156">
              <a:extLst>
                <a:ext uri="{FF2B5EF4-FFF2-40B4-BE49-F238E27FC236}">
                  <a16:creationId xmlns:a16="http://schemas.microsoft.com/office/drawing/2014/main" id="{74134E10-4DB9-F119-75A3-FB31EA5E61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2344324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41" name="Line 157">
              <a:extLst>
                <a:ext uri="{FF2B5EF4-FFF2-40B4-BE49-F238E27FC236}">
                  <a16:creationId xmlns:a16="http://schemas.microsoft.com/office/drawing/2014/main" id="{89951465-6DFB-99C2-D411-F9DA0151C8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2302249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42" name="Line 158">
              <a:extLst>
                <a:ext uri="{FF2B5EF4-FFF2-40B4-BE49-F238E27FC236}">
                  <a16:creationId xmlns:a16="http://schemas.microsoft.com/office/drawing/2014/main" id="{ACC35131-2D83-87CC-A1A4-553235D752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2265784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43" name="Line 159">
              <a:extLst>
                <a:ext uri="{FF2B5EF4-FFF2-40B4-BE49-F238E27FC236}">
                  <a16:creationId xmlns:a16="http://schemas.microsoft.com/office/drawing/2014/main" id="{F4BFB0CF-B243-F420-4412-B6CE3BF2E2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2233994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44" name="Line 160">
              <a:extLst>
                <a:ext uri="{FF2B5EF4-FFF2-40B4-BE49-F238E27FC236}">
                  <a16:creationId xmlns:a16="http://schemas.microsoft.com/office/drawing/2014/main" id="{6425D7A5-58E4-BDBE-25CA-982B26A45E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2205009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45" name="Line 161">
              <a:extLst>
                <a:ext uri="{FF2B5EF4-FFF2-40B4-BE49-F238E27FC236}">
                  <a16:creationId xmlns:a16="http://schemas.microsoft.com/office/drawing/2014/main" id="{142D7B92-D6C9-F019-3594-78C0DC9E6C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2017072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46" name="Line 162">
              <a:extLst>
                <a:ext uri="{FF2B5EF4-FFF2-40B4-BE49-F238E27FC236}">
                  <a16:creationId xmlns:a16="http://schemas.microsoft.com/office/drawing/2014/main" id="{DBC99729-E1A1-F0FD-7FE1-1F41C8760F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436" y="1906742"/>
              <a:ext cx="1683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64" name="Oval 180">
              <a:extLst>
                <a:ext uri="{FF2B5EF4-FFF2-40B4-BE49-F238E27FC236}">
                  <a16:creationId xmlns:a16="http://schemas.microsoft.com/office/drawing/2014/main" id="{A5F80489-EF01-6EA5-EAA2-04211F05B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837" y="3266240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65" name="Oval 181">
              <a:extLst>
                <a:ext uri="{FF2B5EF4-FFF2-40B4-BE49-F238E27FC236}">
                  <a16:creationId xmlns:a16="http://schemas.microsoft.com/office/drawing/2014/main" id="{558C9D12-D4F9-AA69-8201-60A80B8F2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7140" y="356918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66" name="Oval 182">
              <a:extLst>
                <a:ext uri="{FF2B5EF4-FFF2-40B4-BE49-F238E27FC236}">
                  <a16:creationId xmlns:a16="http://schemas.microsoft.com/office/drawing/2014/main" id="{0F517767-1C1F-8B3B-8224-C37794617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07" y="3889889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67" name="Oval 183">
              <a:extLst>
                <a:ext uri="{FF2B5EF4-FFF2-40B4-BE49-F238E27FC236}">
                  <a16:creationId xmlns:a16="http://schemas.microsoft.com/office/drawing/2014/main" id="{650D6DAD-642E-9416-04A9-776EE2386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9443" y="407969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68" name="Oval 184">
              <a:extLst>
                <a:ext uri="{FF2B5EF4-FFF2-40B4-BE49-F238E27FC236}">
                  <a16:creationId xmlns:a16="http://schemas.microsoft.com/office/drawing/2014/main" id="{47844578-48DF-B97B-3DFE-E525C9AED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3354" y="422088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69" name="Oval 185">
              <a:extLst>
                <a:ext uri="{FF2B5EF4-FFF2-40B4-BE49-F238E27FC236}">
                  <a16:creationId xmlns:a16="http://schemas.microsoft.com/office/drawing/2014/main" id="{9C0AB501-D422-471D-1DA7-436E74C0A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6411" y="433214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70" name="Oval 186">
              <a:extLst>
                <a:ext uri="{FF2B5EF4-FFF2-40B4-BE49-F238E27FC236}">
                  <a16:creationId xmlns:a16="http://schemas.microsoft.com/office/drawing/2014/main" id="{8F680D91-3BA8-AF6C-2EA6-6C9AC7B2E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7026" y="443032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71" name="Oval 187">
              <a:extLst>
                <a:ext uri="{FF2B5EF4-FFF2-40B4-BE49-F238E27FC236}">
                  <a16:creationId xmlns:a16="http://schemas.microsoft.com/office/drawing/2014/main" id="{B33B67FC-A472-9D46-29E7-B11132E4E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812" y="452756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72" name="Oval 188">
              <a:extLst>
                <a:ext uri="{FF2B5EF4-FFF2-40B4-BE49-F238E27FC236}">
                  <a16:creationId xmlns:a16="http://schemas.microsoft.com/office/drawing/2014/main" id="{F45B9CC2-D430-39B4-268F-3C6A703C92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377" y="4601428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73" name="Oval 189">
              <a:extLst>
                <a:ext uri="{FF2B5EF4-FFF2-40B4-BE49-F238E27FC236}">
                  <a16:creationId xmlns:a16="http://schemas.microsoft.com/office/drawing/2014/main" id="{093AE6B5-5CC1-878B-0488-4267000C9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658" y="466968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74" name="Oval 190">
              <a:extLst>
                <a:ext uri="{FF2B5EF4-FFF2-40B4-BE49-F238E27FC236}">
                  <a16:creationId xmlns:a16="http://schemas.microsoft.com/office/drawing/2014/main" id="{AEEB6755-390B-C8DE-FE39-B089F5459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0458" y="4734199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75" name="Oval 191">
              <a:extLst>
                <a:ext uri="{FF2B5EF4-FFF2-40B4-BE49-F238E27FC236}">
                  <a16:creationId xmlns:a16="http://schemas.microsoft.com/office/drawing/2014/main" id="{8A49380F-2301-1057-EA84-D2160F40E4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714" y="4796844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76" name="Oval 192">
              <a:extLst>
                <a:ext uri="{FF2B5EF4-FFF2-40B4-BE49-F238E27FC236}">
                  <a16:creationId xmlns:a16="http://schemas.microsoft.com/office/drawing/2014/main" id="{68215E50-2A20-FD2D-E3FB-A0D8EB2D5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1359" y="4854815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77" name="Oval 193">
              <a:extLst>
                <a:ext uri="{FF2B5EF4-FFF2-40B4-BE49-F238E27FC236}">
                  <a16:creationId xmlns:a16="http://schemas.microsoft.com/office/drawing/2014/main" id="{72D4C7F8-A0F8-781D-A39A-D52466B88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9329" y="490343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78" name="Oval 194">
              <a:extLst>
                <a:ext uri="{FF2B5EF4-FFF2-40B4-BE49-F238E27FC236}">
                  <a16:creationId xmlns:a16="http://schemas.microsoft.com/office/drawing/2014/main" id="{B51C283F-C56F-705B-8042-68A935C12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2625" y="495953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79" name="Oval 195">
              <a:extLst>
                <a:ext uri="{FF2B5EF4-FFF2-40B4-BE49-F238E27FC236}">
                  <a16:creationId xmlns:a16="http://schemas.microsoft.com/office/drawing/2014/main" id="{FE7E82DF-20F3-0F54-662A-2AA858AB9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115" y="501283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80" name="Oval 196">
              <a:extLst>
                <a:ext uri="{FF2B5EF4-FFF2-40B4-BE49-F238E27FC236}">
                  <a16:creationId xmlns:a16="http://schemas.microsoft.com/office/drawing/2014/main" id="{C144CAC1-D838-A406-1758-769C3E535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0800" y="505210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81" name="Oval 197">
              <a:extLst>
                <a:ext uri="{FF2B5EF4-FFF2-40B4-BE49-F238E27FC236}">
                  <a16:creationId xmlns:a16="http://schemas.microsoft.com/office/drawing/2014/main" id="{54EADF9D-4B2F-4DAF-B149-AD888E88A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5680" y="510165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82" name="Oval 198">
              <a:extLst>
                <a:ext uri="{FF2B5EF4-FFF2-40B4-BE49-F238E27FC236}">
                  <a16:creationId xmlns:a16="http://schemas.microsoft.com/office/drawing/2014/main" id="{7B63F8DD-A31E-FCCC-BE9E-1C8E33CE4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7756" y="514279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83" name="Oval 199">
              <a:extLst>
                <a:ext uri="{FF2B5EF4-FFF2-40B4-BE49-F238E27FC236}">
                  <a16:creationId xmlns:a16="http://schemas.microsoft.com/office/drawing/2014/main" id="{20BA5811-0060-1842-8409-900A8C4C0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961" y="519609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84" name="Oval 200">
              <a:extLst>
                <a:ext uri="{FF2B5EF4-FFF2-40B4-BE49-F238E27FC236}">
                  <a16:creationId xmlns:a16="http://schemas.microsoft.com/office/drawing/2014/main" id="{C9169974-79D1-FE40-8560-E4B658DFC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6296" y="523910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85" name="Oval 201">
              <a:extLst>
                <a:ext uri="{FF2B5EF4-FFF2-40B4-BE49-F238E27FC236}">
                  <a16:creationId xmlns:a16="http://schemas.microsoft.com/office/drawing/2014/main" id="{2E9F1887-8574-7FC6-8E06-D05A00F1A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761" y="526715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86" name="Oval 202">
              <a:extLst>
                <a:ext uri="{FF2B5EF4-FFF2-40B4-BE49-F238E27FC236}">
                  <a16:creationId xmlns:a16="http://schemas.microsoft.com/office/drawing/2014/main" id="{B3DDBFE7-5263-FCE8-E5AB-038ABA74A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7357" y="5318578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87" name="Oval 203">
              <a:extLst>
                <a:ext uri="{FF2B5EF4-FFF2-40B4-BE49-F238E27FC236}">
                  <a16:creationId xmlns:a16="http://schemas.microsoft.com/office/drawing/2014/main" id="{7D72432C-23BA-00F2-B4E3-05EEB7715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837" y="3234450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88" name="Oval 204">
              <a:extLst>
                <a:ext uri="{FF2B5EF4-FFF2-40B4-BE49-F238E27FC236}">
                  <a16:creationId xmlns:a16="http://schemas.microsoft.com/office/drawing/2014/main" id="{5E27F487-5C4E-69F4-708C-F413F3B34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5989" y="3343846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9" name="Oval 206">
              <a:extLst>
                <a:ext uri="{FF2B5EF4-FFF2-40B4-BE49-F238E27FC236}">
                  <a16:creationId xmlns:a16="http://schemas.microsoft.com/office/drawing/2014/main" id="{8DC35CF9-27E4-8891-AC79-06B5C4995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4096" y="3665488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0" name="Oval 207">
              <a:extLst>
                <a:ext uri="{FF2B5EF4-FFF2-40B4-BE49-F238E27FC236}">
                  <a16:creationId xmlns:a16="http://schemas.microsoft.com/office/drawing/2014/main" id="{7FE206C2-24D5-7E53-4F23-7F2E3DC17E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5248" y="3930094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1" name="Oval 208">
              <a:extLst>
                <a:ext uri="{FF2B5EF4-FFF2-40B4-BE49-F238E27FC236}">
                  <a16:creationId xmlns:a16="http://schemas.microsoft.com/office/drawing/2014/main" id="{7EB3243E-1FE9-FCF1-7B39-3B02D45C7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2819" y="411242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2" name="Oval 209">
              <a:extLst>
                <a:ext uri="{FF2B5EF4-FFF2-40B4-BE49-F238E27FC236}">
                  <a16:creationId xmlns:a16="http://schemas.microsoft.com/office/drawing/2014/main" id="{7EFCFD6C-86D9-150A-6480-D431EAE1C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250" y="425267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3" name="Oval 210">
              <a:extLst>
                <a:ext uri="{FF2B5EF4-FFF2-40B4-BE49-F238E27FC236}">
                  <a16:creationId xmlns:a16="http://schemas.microsoft.com/office/drawing/2014/main" id="{5485B76F-D198-E6A3-38EA-A8288D367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6695" y="435084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4" name="Oval 211">
              <a:extLst>
                <a:ext uri="{FF2B5EF4-FFF2-40B4-BE49-F238E27FC236}">
                  <a16:creationId xmlns:a16="http://schemas.microsoft.com/office/drawing/2014/main" id="{CB5458EB-801A-54F6-A30D-8AC0FCE1D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4506" y="444528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5" name="Oval 212">
              <a:extLst>
                <a:ext uri="{FF2B5EF4-FFF2-40B4-BE49-F238E27FC236}">
                  <a16:creationId xmlns:a16="http://schemas.microsoft.com/office/drawing/2014/main" id="{82F50401-F16E-5476-5210-0C24C1521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357" y="4531303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6" name="Oval 213">
              <a:extLst>
                <a:ext uri="{FF2B5EF4-FFF2-40B4-BE49-F238E27FC236}">
                  <a16:creationId xmlns:a16="http://schemas.microsoft.com/office/drawing/2014/main" id="{0822E18F-3C91-0C6C-4C10-601F0BA44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8053" y="459675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7" name="Oval 214">
              <a:extLst>
                <a:ext uri="{FF2B5EF4-FFF2-40B4-BE49-F238E27FC236}">
                  <a16:creationId xmlns:a16="http://schemas.microsoft.com/office/drawing/2014/main" id="{2B434046-C883-CC98-A944-10705432D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9398" y="467529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8" name="Oval 215">
              <a:extLst>
                <a:ext uri="{FF2B5EF4-FFF2-40B4-BE49-F238E27FC236}">
                  <a16:creationId xmlns:a16="http://schemas.microsoft.com/office/drawing/2014/main" id="{F9CE138B-55B0-B864-3ABC-9255CD9D7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3263" y="4737939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9" name="Oval 216">
              <a:extLst>
                <a:ext uri="{FF2B5EF4-FFF2-40B4-BE49-F238E27FC236}">
                  <a16:creationId xmlns:a16="http://schemas.microsoft.com/office/drawing/2014/main" id="{13498978-F046-0F31-4671-0697607C6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1519" y="4803389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0" name="Oval 217">
              <a:extLst>
                <a:ext uri="{FF2B5EF4-FFF2-40B4-BE49-F238E27FC236}">
                  <a16:creationId xmlns:a16="http://schemas.microsoft.com/office/drawing/2014/main" id="{B731EB3F-4886-91A6-43EF-32B8E7582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3229" y="486416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1" name="Oval 218">
              <a:extLst>
                <a:ext uri="{FF2B5EF4-FFF2-40B4-BE49-F238E27FC236}">
                  <a16:creationId xmlns:a16="http://schemas.microsoft.com/office/drawing/2014/main" id="{300FD467-E2C8-D7BD-6FB4-E3D07159F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199" y="490343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2" name="Oval 219">
              <a:extLst>
                <a:ext uri="{FF2B5EF4-FFF2-40B4-BE49-F238E27FC236}">
                  <a16:creationId xmlns:a16="http://schemas.microsoft.com/office/drawing/2014/main" id="{430A3DF6-EEBF-FA17-048D-5F3DADBB2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495" y="495673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3" name="Oval 220">
              <a:extLst>
                <a:ext uri="{FF2B5EF4-FFF2-40B4-BE49-F238E27FC236}">
                  <a16:creationId xmlns:a16="http://schemas.microsoft.com/office/drawing/2014/main" id="{3EC1F280-0DC9-1066-064B-8E69C526F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4985" y="501096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4" name="Oval 221">
              <a:extLst>
                <a:ext uri="{FF2B5EF4-FFF2-40B4-BE49-F238E27FC236}">
                  <a16:creationId xmlns:a16="http://schemas.microsoft.com/office/drawing/2014/main" id="{A1AAD557-95B0-66AA-C70C-B2FA3881C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735" y="505677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5" name="Oval 222">
              <a:extLst>
                <a:ext uri="{FF2B5EF4-FFF2-40B4-BE49-F238E27FC236}">
                  <a16:creationId xmlns:a16="http://schemas.microsoft.com/office/drawing/2014/main" id="{67A567B7-0544-F915-6A2A-1F779EB3B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616" y="510820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6" name="Oval 223">
              <a:extLst>
                <a:ext uri="{FF2B5EF4-FFF2-40B4-BE49-F238E27FC236}">
                  <a16:creationId xmlns:a16="http://schemas.microsoft.com/office/drawing/2014/main" id="{64910A98-403B-6BEB-DD57-5E5F8F636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691" y="515588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7" name="Oval 224">
              <a:extLst>
                <a:ext uri="{FF2B5EF4-FFF2-40B4-BE49-F238E27FC236}">
                  <a16:creationId xmlns:a16="http://schemas.microsoft.com/office/drawing/2014/main" id="{20D8E820-1790-0E2F-E96E-99D8DFE26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8896" y="519702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8" name="Oval 225">
              <a:extLst>
                <a:ext uri="{FF2B5EF4-FFF2-40B4-BE49-F238E27FC236}">
                  <a16:creationId xmlns:a16="http://schemas.microsoft.com/office/drawing/2014/main" id="{EB60D5E5-0BB1-DE72-E24F-592CC7FED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7231" y="522788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9" name="Oval 226">
              <a:extLst>
                <a:ext uri="{FF2B5EF4-FFF2-40B4-BE49-F238E27FC236}">
                  <a16:creationId xmlns:a16="http://schemas.microsoft.com/office/drawing/2014/main" id="{544EF335-7755-E600-2C5E-DBB86B7FE7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697" y="526434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0" name="Oval 227">
              <a:extLst>
                <a:ext uri="{FF2B5EF4-FFF2-40B4-BE49-F238E27FC236}">
                  <a16:creationId xmlns:a16="http://schemas.microsoft.com/office/drawing/2014/main" id="{3923CD93-BF78-3625-CA28-BA9F386DA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292" y="5316708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1" name="Oval 228">
              <a:extLst>
                <a:ext uri="{FF2B5EF4-FFF2-40B4-BE49-F238E27FC236}">
                  <a16:creationId xmlns:a16="http://schemas.microsoft.com/office/drawing/2014/main" id="{BE96052F-6A6A-5A1E-756D-3357AEE97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7140" y="3475681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2" name="Oval 229">
              <a:extLst>
                <a:ext uri="{FF2B5EF4-FFF2-40B4-BE49-F238E27FC236}">
                  <a16:creationId xmlns:a16="http://schemas.microsoft.com/office/drawing/2014/main" id="{F138E809-821C-B511-4FEE-4C4F98307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4096" y="360377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3" name="Oval 230">
              <a:extLst>
                <a:ext uri="{FF2B5EF4-FFF2-40B4-BE49-F238E27FC236}">
                  <a16:creationId xmlns:a16="http://schemas.microsoft.com/office/drawing/2014/main" id="{CBAA457D-C614-3E54-2F20-1704DDE48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8292" y="3822569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4" name="Oval 231">
              <a:extLst>
                <a:ext uri="{FF2B5EF4-FFF2-40B4-BE49-F238E27FC236}">
                  <a16:creationId xmlns:a16="http://schemas.microsoft.com/office/drawing/2014/main" id="{025D03BE-9541-661F-F944-368B918B4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8098" y="4004894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5" name="Oval 232">
              <a:extLst>
                <a:ext uri="{FF2B5EF4-FFF2-40B4-BE49-F238E27FC236}">
                  <a16:creationId xmlns:a16="http://schemas.microsoft.com/office/drawing/2014/main" id="{8569E759-AEFB-461A-E028-2B95DCF83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6399" y="4160105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6" name="Oval 233">
              <a:extLst>
                <a:ext uri="{FF2B5EF4-FFF2-40B4-BE49-F238E27FC236}">
                  <a16:creationId xmlns:a16="http://schemas.microsoft.com/office/drawing/2014/main" id="{56B3C130-DC5B-23A6-F875-C76504DFF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325" y="428633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7" name="Oval 234">
              <a:extLst>
                <a:ext uri="{FF2B5EF4-FFF2-40B4-BE49-F238E27FC236}">
                  <a16:creationId xmlns:a16="http://schemas.microsoft.com/office/drawing/2014/main" id="{02740801-AF46-5405-99FE-D9A15EF39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7551" y="437235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8" name="Oval 235">
              <a:extLst>
                <a:ext uri="{FF2B5EF4-FFF2-40B4-BE49-F238E27FC236}">
                  <a16:creationId xmlns:a16="http://schemas.microsoft.com/office/drawing/2014/main" id="{7679F9FC-6BC8-905F-5496-84D508676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7881" y="445463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9" name="Oval 236">
              <a:extLst>
                <a:ext uri="{FF2B5EF4-FFF2-40B4-BE49-F238E27FC236}">
                  <a16:creationId xmlns:a16="http://schemas.microsoft.com/office/drawing/2014/main" id="{E266013A-F30C-DDF5-0B47-156A8CE4E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5122" y="4530368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0" name="Oval 237">
              <a:extLst>
                <a:ext uri="{FF2B5EF4-FFF2-40B4-BE49-F238E27FC236}">
                  <a16:creationId xmlns:a16="http://schemas.microsoft.com/office/drawing/2014/main" id="{477AF0E5-F0B4-BDEB-719B-D430D7203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077" y="461171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1" name="Oval 238">
              <a:extLst>
                <a:ext uri="{FF2B5EF4-FFF2-40B4-BE49-F238E27FC236}">
                  <a16:creationId xmlns:a16="http://schemas.microsoft.com/office/drawing/2014/main" id="{A151AF4B-340C-380C-9364-731BA75F5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1553" y="4684644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2" name="Oval 239">
              <a:extLst>
                <a:ext uri="{FF2B5EF4-FFF2-40B4-BE49-F238E27FC236}">
                  <a16:creationId xmlns:a16="http://schemas.microsoft.com/office/drawing/2014/main" id="{A15689F8-4654-846E-96AE-C7AF9DC27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3548" y="4749159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3" name="Oval 240">
              <a:extLst>
                <a:ext uri="{FF2B5EF4-FFF2-40B4-BE49-F238E27FC236}">
                  <a16:creationId xmlns:a16="http://schemas.microsoft.com/office/drawing/2014/main" id="{1B0EAD36-EAC8-459A-9B9A-C3865E1A3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8999" y="480993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4" name="Oval 241">
              <a:extLst>
                <a:ext uri="{FF2B5EF4-FFF2-40B4-BE49-F238E27FC236}">
                  <a16:creationId xmlns:a16="http://schemas.microsoft.com/office/drawing/2014/main" id="{65D06B56-D282-15AB-1FB7-1DE262BD3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709" y="4872580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5" name="Oval 242">
              <a:extLst>
                <a:ext uri="{FF2B5EF4-FFF2-40B4-BE49-F238E27FC236}">
                  <a16:creationId xmlns:a16="http://schemas.microsoft.com/office/drawing/2014/main" id="{CA613349-8F77-A0C8-8941-AE64E2F7D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6809" y="492868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6" name="Oval 243">
              <a:extLst>
                <a:ext uri="{FF2B5EF4-FFF2-40B4-BE49-F238E27FC236}">
                  <a16:creationId xmlns:a16="http://schemas.microsoft.com/office/drawing/2014/main" id="{B18979CB-C358-2B5A-6332-C0FAA666C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0105" y="497449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7" name="Oval 244">
              <a:extLst>
                <a:ext uri="{FF2B5EF4-FFF2-40B4-BE49-F238E27FC236}">
                  <a16:creationId xmlns:a16="http://schemas.microsoft.com/office/drawing/2014/main" id="{18E41B91-FE2B-32DC-7E3D-FAE4E789B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660" y="5017506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8" name="Oval 245">
              <a:extLst>
                <a:ext uri="{FF2B5EF4-FFF2-40B4-BE49-F238E27FC236}">
                  <a16:creationId xmlns:a16="http://schemas.microsoft.com/office/drawing/2014/main" id="{370450DB-1C7C-9B84-3718-654045D1E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410" y="508015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9" name="Oval 246">
              <a:extLst>
                <a:ext uri="{FF2B5EF4-FFF2-40B4-BE49-F238E27FC236}">
                  <a16:creationId xmlns:a16="http://schemas.microsoft.com/office/drawing/2014/main" id="{C6CCBD39-7AAE-DD08-3C20-6DCA5F437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356" y="511474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0" name="Oval 247">
              <a:extLst>
                <a:ext uri="{FF2B5EF4-FFF2-40B4-BE49-F238E27FC236}">
                  <a16:creationId xmlns:a16="http://schemas.microsoft.com/office/drawing/2014/main" id="{C2DC21FE-B19C-0F75-BB5B-422EB1CA9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2431" y="516149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1" name="Oval 248">
              <a:extLst>
                <a:ext uri="{FF2B5EF4-FFF2-40B4-BE49-F238E27FC236}">
                  <a16:creationId xmlns:a16="http://schemas.microsoft.com/office/drawing/2014/main" id="{6195D8E1-04F9-BED0-C7D1-FAEC2AD1F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701" y="519328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2" name="Oval 249">
              <a:extLst>
                <a:ext uri="{FF2B5EF4-FFF2-40B4-BE49-F238E27FC236}">
                  <a16:creationId xmlns:a16="http://schemas.microsoft.com/office/drawing/2014/main" id="{B8B3A281-6B15-E7BA-5BAB-487DD20F6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036" y="523629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3" name="Oval 250">
              <a:extLst>
                <a:ext uri="{FF2B5EF4-FFF2-40B4-BE49-F238E27FC236}">
                  <a16:creationId xmlns:a16="http://schemas.microsoft.com/office/drawing/2014/main" id="{7ECD573E-3C25-7C57-33D8-CF7DC184B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567" y="528211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4" name="Oval 251">
              <a:extLst>
                <a:ext uri="{FF2B5EF4-FFF2-40B4-BE49-F238E27FC236}">
                  <a16:creationId xmlns:a16="http://schemas.microsoft.com/office/drawing/2014/main" id="{875E55D6-7F70-E345-404D-7A1149C21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0162" y="531203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5" name="Oval 252">
              <a:extLst>
                <a:ext uri="{FF2B5EF4-FFF2-40B4-BE49-F238E27FC236}">
                  <a16:creationId xmlns:a16="http://schemas.microsoft.com/office/drawing/2014/main" id="{2BBB1586-F707-4214-A2CE-0D0F72694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07" y="375244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6" name="Oval 253">
              <a:extLst>
                <a:ext uri="{FF2B5EF4-FFF2-40B4-BE49-F238E27FC236}">
                  <a16:creationId xmlns:a16="http://schemas.microsoft.com/office/drawing/2014/main" id="{BAE760BB-1612-A515-06B5-9C5581D68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5248" y="3823503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7" name="Oval 254">
              <a:extLst>
                <a:ext uri="{FF2B5EF4-FFF2-40B4-BE49-F238E27FC236}">
                  <a16:creationId xmlns:a16="http://schemas.microsoft.com/office/drawing/2014/main" id="{50A9D741-FEFE-2268-B9C8-552E15A79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8098" y="3955339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8" name="Oval 255">
              <a:extLst>
                <a:ext uri="{FF2B5EF4-FFF2-40B4-BE49-F238E27FC236}">
                  <a16:creationId xmlns:a16="http://schemas.microsoft.com/office/drawing/2014/main" id="{E38B5103-1A34-2DAE-CAD0-29EF674598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259" y="4086240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9" name="Oval 256">
              <a:extLst>
                <a:ext uri="{FF2B5EF4-FFF2-40B4-BE49-F238E27FC236}">
                  <a16:creationId xmlns:a16="http://schemas.microsoft.com/office/drawing/2014/main" id="{EF8F8156-8EDB-9E12-E826-717423ACC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3354" y="420779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0" name="Oval 257">
              <a:extLst>
                <a:ext uri="{FF2B5EF4-FFF2-40B4-BE49-F238E27FC236}">
                  <a16:creationId xmlns:a16="http://schemas.microsoft.com/office/drawing/2014/main" id="{3FD74EF2-53CF-69D1-198D-96B417967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3970" y="430690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1" name="Oval 258">
              <a:extLst>
                <a:ext uri="{FF2B5EF4-FFF2-40B4-BE49-F238E27FC236}">
                  <a16:creationId xmlns:a16="http://schemas.microsoft.com/office/drawing/2014/main" id="{406E7FFF-4EC8-DA9C-59ED-D6D875656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3366" y="439853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2" name="Oval 259">
              <a:extLst>
                <a:ext uri="{FF2B5EF4-FFF2-40B4-BE49-F238E27FC236}">
                  <a16:creationId xmlns:a16="http://schemas.microsoft.com/office/drawing/2014/main" id="{24CD0855-176F-12D7-8ED2-BD3B5AE50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2476" y="448455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3" name="Oval 260">
              <a:extLst>
                <a:ext uri="{FF2B5EF4-FFF2-40B4-BE49-F238E27FC236}">
                  <a16:creationId xmlns:a16="http://schemas.microsoft.com/office/drawing/2014/main" id="{832A071F-D75A-6BB9-CD89-95697169B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237" y="456309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4" name="Oval 261">
              <a:extLst>
                <a:ext uri="{FF2B5EF4-FFF2-40B4-BE49-F238E27FC236}">
                  <a16:creationId xmlns:a16="http://schemas.microsoft.com/office/drawing/2014/main" id="{0BCC37E9-E2DE-A47F-FC70-8A9FF1DF2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4517" y="4623868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5" name="Oval 262">
              <a:extLst>
                <a:ext uri="{FF2B5EF4-FFF2-40B4-BE49-F238E27FC236}">
                  <a16:creationId xmlns:a16="http://schemas.microsoft.com/office/drawing/2014/main" id="{6FD584A2-1867-6C00-4088-FD6242C98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9318" y="469025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6" name="Oval 263">
              <a:extLst>
                <a:ext uri="{FF2B5EF4-FFF2-40B4-BE49-F238E27FC236}">
                  <a16:creationId xmlns:a16="http://schemas.microsoft.com/office/drawing/2014/main" id="{5FE519B7-E3E4-5547-FDB3-707EDFB12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508" y="4759444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7" name="Oval 264">
              <a:extLst>
                <a:ext uri="{FF2B5EF4-FFF2-40B4-BE49-F238E27FC236}">
                  <a16:creationId xmlns:a16="http://schemas.microsoft.com/office/drawing/2014/main" id="{1669C4CB-A4C4-D295-19FC-AEEB29F70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089" y="480993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8" name="Oval 265">
              <a:extLst>
                <a:ext uri="{FF2B5EF4-FFF2-40B4-BE49-F238E27FC236}">
                  <a16:creationId xmlns:a16="http://schemas.microsoft.com/office/drawing/2014/main" id="{C22D3F95-3C44-E74F-2FAF-BD10E74ED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994" y="486229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9" name="Oval 266">
              <a:extLst>
                <a:ext uri="{FF2B5EF4-FFF2-40B4-BE49-F238E27FC236}">
                  <a16:creationId xmlns:a16="http://schemas.microsoft.com/office/drawing/2014/main" id="{0C7082B4-EC04-8403-040F-F0A0B33C3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6159" y="493055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0" name="Oval 267">
              <a:extLst>
                <a:ext uri="{FF2B5EF4-FFF2-40B4-BE49-F238E27FC236}">
                  <a16:creationId xmlns:a16="http://schemas.microsoft.com/office/drawing/2014/main" id="{2A1016B4-60D2-CEA8-E17F-4F1A1946C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8520" y="4979170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1" name="Oval 268">
              <a:extLst>
                <a:ext uri="{FF2B5EF4-FFF2-40B4-BE49-F238E27FC236}">
                  <a16:creationId xmlns:a16="http://schemas.microsoft.com/office/drawing/2014/main" id="{07BB9062-A4F0-7BEE-3EC0-8E7026ED0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140" y="5024051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2" name="Oval 269">
              <a:extLst>
                <a:ext uri="{FF2B5EF4-FFF2-40B4-BE49-F238E27FC236}">
                  <a16:creationId xmlns:a16="http://schemas.microsoft.com/office/drawing/2014/main" id="{C56FEE72-AB81-4B49-B224-4468A08B3F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2956" y="506893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3" name="Oval 270">
              <a:extLst>
                <a:ext uri="{FF2B5EF4-FFF2-40B4-BE49-F238E27FC236}">
                  <a16:creationId xmlns:a16="http://schemas.microsoft.com/office/drawing/2014/main" id="{86FE56B1-8B5E-9474-975F-C90E7FBB3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966" y="511474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4" name="Oval 271">
              <a:extLst>
                <a:ext uri="{FF2B5EF4-FFF2-40B4-BE49-F238E27FC236}">
                  <a16:creationId xmlns:a16="http://schemas.microsoft.com/office/drawing/2014/main" id="{9FBE376E-558D-C16F-1118-7F5AC000D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8041" y="515869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5" name="Oval 272">
              <a:extLst>
                <a:ext uri="{FF2B5EF4-FFF2-40B4-BE49-F238E27FC236}">
                  <a16:creationId xmlns:a16="http://schemas.microsoft.com/office/drawing/2014/main" id="{CD3CF997-FDB8-7994-405D-5FA23D231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376" y="519609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6" name="Oval 273">
              <a:extLst>
                <a:ext uri="{FF2B5EF4-FFF2-40B4-BE49-F238E27FC236}">
                  <a16:creationId xmlns:a16="http://schemas.microsoft.com/office/drawing/2014/main" id="{959FA069-7227-C695-4ADF-669B5B67A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3776" y="524097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7" name="Oval 274">
              <a:extLst>
                <a:ext uri="{FF2B5EF4-FFF2-40B4-BE49-F238E27FC236}">
                  <a16:creationId xmlns:a16="http://schemas.microsoft.com/office/drawing/2014/main" id="{297F2D59-A6E4-89DF-8575-731AE8F29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307" y="529333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8" name="Oval 275">
              <a:extLst>
                <a:ext uri="{FF2B5EF4-FFF2-40B4-BE49-F238E27FC236}">
                  <a16:creationId xmlns:a16="http://schemas.microsoft.com/office/drawing/2014/main" id="{A6E5FA18-331E-C3D9-1462-1569F5C3C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3902" y="531577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9" name="Oval 276">
              <a:extLst>
                <a:ext uri="{FF2B5EF4-FFF2-40B4-BE49-F238E27FC236}">
                  <a16:creationId xmlns:a16="http://schemas.microsoft.com/office/drawing/2014/main" id="{CEF800CA-B196-E5EA-A6ED-552E09645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9443" y="3926354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0" name="Oval 277">
              <a:extLst>
                <a:ext uri="{FF2B5EF4-FFF2-40B4-BE49-F238E27FC236}">
                  <a16:creationId xmlns:a16="http://schemas.microsoft.com/office/drawing/2014/main" id="{B8705A97-DE85-6015-D73F-C9BC31DC4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2819" y="397497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1" name="Oval 278">
              <a:extLst>
                <a:ext uri="{FF2B5EF4-FFF2-40B4-BE49-F238E27FC236}">
                  <a16:creationId xmlns:a16="http://schemas.microsoft.com/office/drawing/2014/main" id="{439EEB07-CD4D-9141-4E4E-CA8959AD0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6399" y="4065670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2" name="Oval 279">
              <a:extLst>
                <a:ext uri="{FF2B5EF4-FFF2-40B4-BE49-F238E27FC236}">
                  <a16:creationId xmlns:a16="http://schemas.microsoft.com/office/drawing/2014/main" id="{B1A77D04-023C-4021-D9B1-0C0596824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3354" y="417039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3" name="Oval 280">
              <a:extLst>
                <a:ext uri="{FF2B5EF4-FFF2-40B4-BE49-F238E27FC236}">
                  <a16:creationId xmlns:a16="http://schemas.microsoft.com/office/drawing/2014/main" id="{ED071C94-6E7B-C7A8-23EB-9132F1C68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9660" y="426295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4" name="Oval 281">
              <a:extLst>
                <a:ext uri="{FF2B5EF4-FFF2-40B4-BE49-F238E27FC236}">
                  <a16:creationId xmlns:a16="http://schemas.microsoft.com/office/drawing/2014/main" id="{BC96A178-2B6F-51E5-2AD7-FEF2CFC2E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6901" y="435926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5" name="Oval 282">
              <a:extLst>
                <a:ext uri="{FF2B5EF4-FFF2-40B4-BE49-F238E27FC236}">
                  <a16:creationId xmlns:a16="http://schemas.microsoft.com/office/drawing/2014/main" id="{1E4CBE82-3191-1202-A0DB-D3F12D33F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0401" y="444902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6" name="Oval 283">
              <a:extLst>
                <a:ext uri="{FF2B5EF4-FFF2-40B4-BE49-F238E27FC236}">
                  <a16:creationId xmlns:a16="http://schemas.microsoft.com/office/drawing/2014/main" id="{FB5EF217-0A51-07DA-3153-04CC6D155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357" y="451166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7" name="Oval 284">
              <a:extLst>
                <a:ext uri="{FF2B5EF4-FFF2-40B4-BE49-F238E27FC236}">
                  <a16:creationId xmlns:a16="http://schemas.microsoft.com/office/drawing/2014/main" id="{FD4CCDA2-EA6C-CEA4-81CE-46C5D810E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702" y="4583663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8" name="Oval 285">
              <a:extLst>
                <a:ext uri="{FF2B5EF4-FFF2-40B4-BE49-F238E27FC236}">
                  <a16:creationId xmlns:a16="http://schemas.microsoft.com/office/drawing/2014/main" id="{0179092B-F19D-F1BE-0728-453AE41D5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3503" y="4644438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9" name="Oval 286">
              <a:extLst>
                <a:ext uri="{FF2B5EF4-FFF2-40B4-BE49-F238E27FC236}">
                  <a16:creationId xmlns:a16="http://schemas.microsoft.com/office/drawing/2014/main" id="{3276D9F1-DCE4-8A98-E12E-1029A0C51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628" y="470147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0" name="Oval 287">
              <a:extLst>
                <a:ext uri="{FF2B5EF4-FFF2-40B4-BE49-F238E27FC236}">
                  <a16:creationId xmlns:a16="http://schemas.microsoft.com/office/drawing/2014/main" id="{224E3843-F3B4-8194-CFB3-6621C19B6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9078" y="4765054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1" name="Oval 288">
              <a:extLst>
                <a:ext uri="{FF2B5EF4-FFF2-40B4-BE49-F238E27FC236}">
                  <a16:creationId xmlns:a16="http://schemas.microsoft.com/office/drawing/2014/main" id="{530DEEE4-8681-5FB4-45C6-CC0446E03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9854" y="481554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2" name="Oval 289">
              <a:extLst>
                <a:ext uri="{FF2B5EF4-FFF2-40B4-BE49-F238E27FC236}">
                  <a16:creationId xmlns:a16="http://schemas.microsoft.com/office/drawing/2014/main" id="{4E237832-78AD-1795-0089-285160EF4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889" y="4877255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3" name="Oval 290">
              <a:extLst>
                <a:ext uri="{FF2B5EF4-FFF2-40B4-BE49-F238E27FC236}">
                  <a16:creationId xmlns:a16="http://schemas.microsoft.com/office/drawing/2014/main" id="{54F62617-1259-E0EC-ECEC-DDD3F54B3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249" y="493522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4" name="Oval 291">
              <a:extLst>
                <a:ext uri="{FF2B5EF4-FFF2-40B4-BE49-F238E27FC236}">
                  <a16:creationId xmlns:a16="http://schemas.microsoft.com/office/drawing/2014/main" id="{32A3F0F4-5278-14BB-2305-E97405E01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740" y="497356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5" name="Oval 292">
              <a:extLst>
                <a:ext uri="{FF2B5EF4-FFF2-40B4-BE49-F238E27FC236}">
                  <a16:creationId xmlns:a16="http://schemas.microsoft.com/office/drawing/2014/main" id="{73F59319-FC46-18DF-C906-4B83777BD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7425" y="502498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6" name="Oval 293">
              <a:extLst>
                <a:ext uri="{FF2B5EF4-FFF2-40B4-BE49-F238E27FC236}">
                  <a16:creationId xmlns:a16="http://schemas.microsoft.com/office/drawing/2014/main" id="{44647F9A-8223-34E1-3E6B-0983CE66E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306" y="506799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7" name="Oval 294">
              <a:extLst>
                <a:ext uri="{FF2B5EF4-FFF2-40B4-BE49-F238E27FC236}">
                  <a16:creationId xmlns:a16="http://schemas.microsoft.com/office/drawing/2014/main" id="{2328D5CB-E149-8E72-19ED-DB0F0055E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381" y="511848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8" name="Oval 295">
              <a:extLst>
                <a:ext uri="{FF2B5EF4-FFF2-40B4-BE49-F238E27FC236}">
                  <a16:creationId xmlns:a16="http://schemas.microsoft.com/office/drawing/2014/main" id="{4A793D57-3AAA-B3FD-73AA-1C0556170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586" y="516617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9" name="Oval 296">
              <a:extLst>
                <a:ext uri="{FF2B5EF4-FFF2-40B4-BE49-F238E27FC236}">
                  <a16:creationId xmlns:a16="http://schemas.microsoft.com/office/drawing/2014/main" id="{71238F69-2690-4F29-13BC-DDE6864C0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2921" y="521011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0" name="Oval 297">
              <a:extLst>
                <a:ext uri="{FF2B5EF4-FFF2-40B4-BE49-F238E27FC236}">
                  <a16:creationId xmlns:a16="http://schemas.microsoft.com/office/drawing/2014/main" id="{7AEDA784-365B-C980-A005-783B6F105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0321" y="524938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1" name="Oval 298">
              <a:extLst>
                <a:ext uri="{FF2B5EF4-FFF2-40B4-BE49-F238E27FC236}">
                  <a16:creationId xmlns:a16="http://schemas.microsoft.com/office/drawing/2014/main" id="{90F72239-6B9F-30E3-4366-F0612D39A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4917" y="528772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2" name="Oval 299">
              <a:extLst>
                <a:ext uri="{FF2B5EF4-FFF2-40B4-BE49-F238E27FC236}">
                  <a16:creationId xmlns:a16="http://schemas.microsoft.com/office/drawing/2014/main" id="{190257D0-B373-8A35-7D76-2E5EB4EE3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577" y="5318578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3" name="Oval 300">
              <a:extLst>
                <a:ext uri="{FF2B5EF4-FFF2-40B4-BE49-F238E27FC236}">
                  <a16:creationId xmlns:a16="http://schemas.microsoft.com/office/drawing/2014/main" id="{8DD620DA-05A8-FABE-B930-61E0E46B0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3354" y="406660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4" name="Oval 301">
              <a:extLst>
                <a:ext uri="{FF2B5EF4-FFF2-40B4-BE49-F238E27FC236}">
                  <a16:creationId xmlns:a16="http://schemas.microsoft.com/office/drawing/2014/main" id="{3E494192-6839-7791-F0D5-4554A1303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250" y="4101200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5" name="Oval 302">
              <a:extLst>
                <a:ext uri="{FF2B5EF4-FFF2-40B4-BE49-F238E27FC236}">
                  <a16:creationId xmlns:a16="http://schemas.microsoft.com/office/drawing/2014/main" id="{1BCFDE84-6545-2F7B-1558-F6889FA91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325" y="416758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6" name="Oval 303">
              <a:extLst>
                <a:ext uri="{FF2B5EF4-FFF2-40B4-BE49-F238E27FC236}">
                  <a16:creationId xmlns:a16="http://schemas.microsoft.com/office/drawing/2014/main" id="{99AE77C3-9A28-56E0-7D97-B4A49707E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3970" y="425360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7" name="Oval 304">
              <a:extLst>
                <a:ext uri="{FF2B5EF4-FFF2-40B4-BE49-F238E27FC236}">
                  <a16:creationId xmlns:a16="http://schemas.microsoft.com/office/drawing/2014/main" id="{DD5BD437-2FDA-F99B-903F-227ED89D1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6901" y="432560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8" name="Oval 305">
              <a:extLst>
                <a:ext uri="{FF2B5EF4-FFF2-40B4-BE49-F238E27FC236}">
                  <a16:creationId xmlns:a16="http://schemas.microsoft.com/office/drawing/2014/main" id="{2D3DCDF7-F67A-4D7E-946D-AA3D5CD6B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4506" y="440601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9" name="Oval 306">
              <a:extLst>
                <a:ext uri="{FF2B5EF4-FFF2-40B4-BE49-F238E27FC236}">
                  <a16:creationId xmlns:a16="http://schemas.microsoft.com/office/drawing/2014/main" id="{DB9FDFD6-8982-5FED-7BD4-227FB8333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2112" y="449203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0" name="Oval 307">
              <a:extLst>
                <a:ext uri="{FF2B5EF4-FFF2-40B4-BE49-F238E27FC236}">
                  <a16:creationId xmlns:a16="http://schemas.microsoft.com/office/drawing/2014/main" id="{17115FFC-D869-64E8-3E94-0EF68836B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7847" y="4558418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1" name="Oval 308">
              <a:extLst>
                <a:ext uri="{FF2B5EF4-FFF2-40B4-BE49-F238E27FC236}">
                  <a16:creationId xmlns:a16="http://schemas.microsoft.com/office/drawing/2014/main" id="{C90C2740-1429-1506-8496-FFAC8E196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9843" y="461545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2" name="Oval 309">
              <a:extLst>
                <a:ext uri="{FF2B5EF4-FFF2-40B4-BE49-F238E27FC236}">
                  <a16:creationId xmlns:a16="http://schemas.microsoft.com/office/drawing/2014/main" id="{6C5B34A9-A5CA-0219-03E7-4D65AD18E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9033" y="4668748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3" name="Oval 310">
              <a:extLst>
                <a:ext uri="{FF2B5EF4-FFF2-40B4-BE49-F238E27FC236}">
                  <a16:creationId xmlns:a16="http://schemas.microsoft.com/office/drawing/2014/main" id="{1A0B9E9C-F7E5-E3E6-A508-BABAFD6A8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3548" y="4717369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4" name="Oval 311">
              <a:extLst>
                <a:ext uri="{FF2B5EF4-FFF2-40B4-BE49-F238E27FC236}">
                  <a16:creationId xmlns:a16="http://schemas.microsoft.com/office/drawing/2014/main" id="{CF5AA357-46A4-2016-7F2B-C87463516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389" y="476692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5" name="Oval 312">
              <a:extLst>
                <a:ext uri="{FF2B5EF4-FFF2-40B4-BE49-F238E27FC236}">
                  <a16:creationId xmlns:a16="http://schemas.microsoft.com/office/drawing/2014/main" id="{E0B4F3FC-C6C6-B1A3-FAA6-A8146BA66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1359" y="4833309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6" name="Oval 313">
              <a:extLst>
                <a:ext uri="{FF2B5EF4-FFF2-40B4-BE49-F238E27FC236}">
                  <a16:creationId xmlns:a16="http://schemas.microsoft.com/office/drawing/2014/main" id="{37AF8D99-7D32-A61A-FD89-B14CB79C7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4655" y="488941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7" name="Oval 314">
              <a:extLst>
                <a:ext uri="{FF2B5EF4-FFF2-40B4-BE49-F238E27FC236}">
                  <a16:creationId xmlns:a16="http://schemas.microsoft.com/office/drawing/2014/main" id="{A19A14D4-96CE-5D5F-E721-5A4076A67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080" y="493896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8" name="Oval 315">
              <a:extLst>
                <a:ext uri="{FF2B5EF4-FFF2-40B4-BE49-F238E27FC236}">
                  <a16:creationId xmlns:a16="http://schemas.microsoft.com/office/drawing/2014/main" id="{68F0F434-BD2E-1023-2EBC-D7CC5FD44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765" y="498945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9" name="Oval 316">
              <a:extLst>
                <a:ext uri="{FF2B5EF4-FFF2-40B4-BE49-F238E27FC236}">
                  <a16:creationId xmlns:a16="http://schemas.microsoft.com/office/drawing/2014/main" id="{06A228BD-1B53-E385-3D67-28A44F0CF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9580" y="503714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0" name="Oval 317">
              <a:extLst>
                <a:ext uri="{FF2B5EF4-FFF2-40B4-BE49-F238E27FC236}">
                  <a16:creationId xmlns:a16="http://schemas.microsoft.com/office/drawing/2014/main" id="{AE0D00B0-FB21-89F2-0EAE-CCF6B5D4F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526" y="508669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1" name="Oval 318">
              <a:extLst>
                <a:ext uri="{FF2B5EF4-FFF2-40B4-BE49-F238E27FC236}">
                  <a16:creationId xmlns:a16="http://schemas.microsoft.com/office/drawing/2014/main" id="{F8B87BF8-7B40-BA80-1D74-CF8C8E8F9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4666" y="512222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2" name="Oval 319">
              <a:extLst>
                <a:ext uri="{FF2B5EF4-FFF2-40B4-BE49-F238E27FC236}">
                  <a16:creationId xmlns:a16="http://schemas.microsoft.com/office/drawing/2014/main" id="{3A06720F-C3FE-AA0C-FB28-11835AAD4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3936" y="516897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3" name="Oval 320">
              <a:extLst>
                <a:ext uri="{FF2B5EF4-FFF2-40B4-BE49-F238E27FC236}">
                  <a16:creationId xmlns:a16="http://schemas.microsoft.com/office/drawing/2014/main" id="{7B0D12D5-2D5B-20DA-7E56-78B304DDA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336" y="521479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4" name="Oval 321">
              <a:extLst>
                <a:ext uri="{FF2B5EF4-FFF2-40B4-BE49-F238E27FC236}">
                  <a16:creationId xmlns:a16="http://schemas.microsoft.com/office/drawing/2014/main" id="{BCFE586C-C0C4-DC0F-870F-2508AC1D0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7801" y="524564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5" name="Oval 322">
              <a:extLst>
                <a:ext uri="{FF2B5EF4-FFF2-40B4-BE49-F238E27FC236}">
                  <a16:creationId xmlns:a16="http://schemas.microsoft.com/office/drawing/2014/main" id="{1D2AFE35-6F6D-C050-E876-2AD1BC3B3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2397" y="528865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6" name="Oval 323">
              <a:extLst>
                <a:ext uri="{FF2B5EF4-FFF2-40B4-BE49-F238E27FC236}">
                  <a16:creationId xmlns:a16="http://schemas.microsoft.com/office/drawing/2014/main" id="{46B03066-448F-0668-07B8-D694710EC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6411" y="4179741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7" name="Oval 324">
              <a:extLst>
                <a:ext uri="{FF2B5EF4-FFF2-40B4-BE49-F238E27FC236}">
                  <a16:creationId xmlns:a16="http://schemas.microsoft.com/office/drawing/2014/main" id="{E1452C5B-5D8C-9519-49D8-D948393D8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6695" y="419844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8" name="Oval 325">
              <a:extLst>
                <a:ext uri="{FF2B5EF4-FFF2-40B4-BE49-F238E27FC236}">
                  <a16:creationId xmlns:a16="http://schemas.microsoft.com/office/drawing/2014/main" id="{D9D30D7F-4B2C-552C-599A-14A2C2CAD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7551" y="4251736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9" name="Oval 326">
              <a:extLst>
                <a:ext uri="{FF2B5EF4-FFF2-40B4-BE49-F238E27FC236}">
                  <a16:creationId xmlns:a16="http://schemas.microsoft.com/office/drawing/2014/main" id="{F3603EB7-652C-5666-7642-CA4162A2A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3366" y="432279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0" name="Oval 327">
              <a:extLst>
                <a:ext uri="{FF2B5EF4-FFF2-40B4-BE49-F238E27FC236}">
                  <a16:creationId xmlns:a16="http://schemas.microsoft.com/office/drawing/2014/main" id="{D25AFF6F-4F36-604B-37B8-52AF78A6E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0401" y="438263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1" name="Oval 328">
              <a:extLst>
                <a:ext uri="{FF2B5EF4-FFF2-40B4-BE49-F238E27FC236}">
                  <a16:creationId xmlns:a16="http://schemas.microsoft.com/office/drawing/2014/main" id="{774C815E-8518-E20D-56B8-FC6714741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2112" y="444621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2" name="Oval 329">
              <a:extLst>
                <a:ext uri="{FF2B5EF4-FFF2-40B4-BE49-F238E27FC236}">
                  <a16:creationId xmlns:a16="http://schemas.microsoft.com/office/drawing/2014/main" id="{898A49EE-EE70-A95F-B433-0E0E3789B3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7562" y="4520083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3" name="Oval 330">
              <a:extLst>
                <a:ext uri="{FF2B5EF4-FFF2-40B4-BE49-F238E27FC236}">
                  <a16:creationId xmlns:a16="http://schemas.microsoft.com/office/drawing/2014/main" id="{CD239F0B-213C-079A-3654-5E36B4966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077" y="4584598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4" name="Oval 331">
              <a:extLst>
                <a:ext uri="{FF2B5EF4-FFF2-40B4-BE49-F238E27FC236}">
                  <a16:creationId xmlns:a16="http://schemas.microsoft.com/office/drawing/2014/main" id="{C24B6AB8-3F2A-E3F8-0718-C6B7CC757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658" y="463976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5" name="Oval 332">
              <a:extLst>
                <a:ext uri="{FF2B5EF4-FFF2-40B4-BE49-F238E27FC236}">
                  <a16:creationId xmlns:a16="http://schemas.microsoft.com/office/drawing/2014/main" id="{9BAA2590-3010-48F7-33A7-A6840933C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7368" y="469399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6" name="Oval 333">
              <a:extLst>
                <a:ext uri="{FF2B5EF4-FFF2-40B4-BE49-F238E27FC236}">
                  <a16:creationId xmlns:a16="http://schemas.microsoft.com/office/drawing/2014/main" id="{80647F13-1403-8881-C6F0-5FB4309E0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274" y="4745419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7" name="Oval 334">
              <a:extLst>
                <a:ext uri="{FF2B5EF4-FFF2-40B4-BE49-F238E27FC236}">
                  <a16:creationId xmlns:a16="http://schemas.microsoft.com/office/drawing/2014/main" id="{F8AB33FC-FB2F-4126-BF88-369A8F273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2374" y="4784689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8" name="Oval 335">
              <a:extLst>
                <a:ext uri="{FF2B5EF4-FFF2-40B4-BE49-F238E27FC236}">
                  <a16:creationId xmlns:a16="http://schemas.microsoft.com/office/drawing/2014/main" id="{476EDD97-D4F6-EECE-0D58-7F0C76933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669" y="4842659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9" name="Oval 336">
              <a:extLst>
                <a:ext uri="{FF2B5EF4-FFF2-40B4-BE49-F238E27FC236}">
                  <a16:creationId xmlns:a16="http://schemas.microsoft.com/office/drawing/2014/main" id="{92C6B774-B26D-56F4-8AB2-B332353E9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6159" y="488473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0" name="Oval 337">
              <a:extLst>
                <a:ext uri="{FF2B5EF4-FFF2-40B4-BE49-F238E27FC236}">
                  <a16:creationId xmlns:a16="http://schemas.microsoft.com/office/drawing/2014/main" id="{5D866410-706F-289C-40CA-DE145DCD4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4780" y="494551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1" name="Oval 338">
              <a:extLst>
                <a:ext uri="{FF2B5EF4-FFF2-40B4-BE49-F238E27FC236}">
                  <a16:creationId xmlns:a16="http://schemas.microsoft.com/office/drawing/2014/main" id="{8FACDB30-FF2E-DF0C-66CB-5120AD158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530" y="5002546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2" name="Oval 339">
              <a:extLst>
                <a:ext uri="{FF2B5EF4-FFF2-40B4-BE49-F238E27FC236}">
                  <a16:creationId xmlns:a16="http://schemas.microsoft.com/office/drawing/2014/main" id="{75FF1EEE-2494-8FCF-70BC-88727D5CA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4540" y="505771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3" name="Oval 340">
              <a:extLst>
                <a:ext uri="{FF2B5EF4-FFF2-40B4-BE49-F238E27FC236}">
                  <a16:creationId xmlns:a16="http://schemas.microsoft.com/office/drawing/2014/main" id="{CDB60171-61E7-4264-EBBE-401F188BB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616" y="509230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4" name="Oval 341">
              <a:extLst>
                <a:ext uri="{FF2B5EF4-FFF2-40B4-BE49-F238E27FC236}">
                  <a16:creationId xmlns:a16="http://schemas.microsoft.com/office/drawing/2014/main" id="{251AAD53-75BF-7FB8-8A9F-D42B8433A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6821" y="5118486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5" name="Oval 342">
              <a:extLst>
                <a:ext uri="{FF2B5EF4-FFF2-40B4-BE49-F238E27FC236}">
                  <a16:creationId xmlns:a16="http://schemas.microsoft.com/office/drawing/2014/main" id="{CBA27001-B22F-5D27-3478-8989DFE1C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156" y="515869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6" name="Oval 343">
              <a:extLst>
                <a:ext uri="{FF2B5EF4-FFF2-40B4-BE49-F238E27FC236}">
                  <a16:creationId xmlns:a16="http://schemas.microsoft.com/office/drawing/2014/main" id="{D4914E86-617E-C427-2F5F-ED48AC112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621" y="520824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7" name="Oval 344">
              <a:extLst>
                <a:ext uri="{FF2B5EF4-FFF2-40B4-BE49-F238E27FC236}">
                  <a16:creationId xmlns:a16="http://schemas.microsoft.com/office/drawing/2014/main" id="{2F2E2997-8158-E76B-9DA2-3A8E87B6A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7151" y="526060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8" name="Oval 345">
              <a:extLst>
                <a:ext uri="{FF2B5EF4-FFF2-40B4-BE49-F238E27FC236}">
                  <a16:creationId xmlns:a16="http://schemas.microsoft.com/office/drawing/2014/main" id="{EC5E7BD6-E2A4-AF8C-34A5-7E2E1AC5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0812" y="528772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9" name="Oval 346">
              <a:extLst>
                <a:ext uri="{FF2B5EF4-FFF2-40B4-BE49-F238E27FC236}">
                  <a16:creationId xmlns:a16="http://schemas.microsoft.com/office/drawing/2014/main" id="{CB1F3099-D848-57A8-363A-8D8CC28875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3537" y="532325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30" name="Oval 347">
              <a:extLst>
                <a:ext uri="{FF2B5EF4-FFF2-40B4-BE49-F238E27FC236}">
                  <a16:creationId xmlns:a16="http://schemas.microsoft.com/office/drawing/2014/main" id="{AF9597CF-7588-9FA6-E078-505834135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7026" y="426202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31" name="Oval 348">
              <a:extLst>
                <a:ext uri="{FF2B5EF4-FFF2-40B4-BE49-F238E27FC236}">
                  <a16:creationId xmlns:a16="http://schemas.microsoft.com/office/drawing/2014/main" id="{7CE9F3FC-3FAC-1E67-C4ED-BC5B18EDA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4506" y="427885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32" name="Oval 349">
              <a:extLst>
                <a:ext uri="{FF2B5EF4-FFF2-40B4-BE49-F238E27FC236}">
                  <a16:creationId xmlns:a16="http://schemas.microsoft.com/office/drawing/2014/main" id="{17C9D59C-9344-76EC-BE0C-951C51678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7881" y="432373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33" name="Oval 350">
              <a:extLst>
                <a:ext uri="{FF2B5EF4-FFF2-40B4-BE49-F238E27FC236}">
                  <a16:creationId xmlns:a16="http://schemas.microsoft.com/office/drawing/2014/main" id="{6DBC03EE-1F9A-1D36-D0A2-00D499C3F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2476" y="438076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34" name="Oval 351">
              <a:extLst>
                <a:ext uri="{FF2B5EF4-FFF2-40B4-BE49-F238E27FC236}">
                  <a16:creationId xmlns:a16="http://schemas.microsoft.com/office/drawing/2014/main" id="{ADE2795E-755E-79A8-463D-8D6BD6E7A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357" y="443873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35" name="Oval 352">
              <a:extLst>
                <a:ext uri="{FF2B5EF4-FFF2-40B4-BE49-F238E27FC236}">
                  <a16:creationId xmlns:a16="http://schemas.microsoft.com/office/drawing/2014/main" id="{9619C117-AC9B-1BD7-5044-FBF502A66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7847" y="450512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36" name="Oval 353">
              <a:extLst>
                <a:ext uri="{FF2B5EF4-FFF2-40B4-BE49-F238E27FC236}">
                  <a16:creationId xmlns:a16="http://schemas.microsoft.com/office/drawing/2014/main" id="{86941A1F-2F57-250C-5298-03567A282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077" y="4565898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37" name="Oval 354">
              <a:extLst>
                <a:ext uri="{FF2B5EF4-FFF2-40B4-BE49-F238E27FC236}">
                  <a16:creationId xmlns:a16="http://schemas.microsoft.com/office/drawing/2014/main" id="{3326B06D-1679-210B-9A7C-6760D5DC5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8178" y="4633218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38" name="Oval 355">
              <a:extLst>
                <a:ext uri="{FF2B5EF4-FFF2-40B4-BE49-F238E27FC236}">
                  <a16:creationId xmlns:a16="http://schemas.microsoft.com/office/drawing/2014/main" id="{D9847D2C-9563-C9BE-E21C-01ED9C0DB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3343" y="4676228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39" name="Oval 356">
              <a:extLst>
                <a:ext uri="{FF2B5EF4-FFF2-40B4-BE49-F238E27FC236}">
                  <a16:creationId xmlns:a16="http://schemas.microsoft.com/office/drawing/2014/main" id="{23B71920-E2E7-2C9F-087C-34B652A9A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508" y="4727654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40" name="Oval 357">
              <a:extLst>
                <a:ext uri="{FF2B5EF4-FFF2-40B4-BE49-F238E27FC236}">
                  <a16:creationId xmlns:a16="http://schemas.microsoft.com/office/drawing/2014/main" id="{D919B352-869E-6760-99F2-ABD8FA690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1804" y="478562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41" name="Oval 358">
              <a:extLst>
                <a:ext uri="{FF2B5EF4-FFF2-40B4-BE49-F238E27FC236}">
                  <a16:creationId xmlns:a16="http://schemas.microsoft.com/office/drawing/2014/main" id="{FB7E3DC3-1149-C87D-9CDA-427F7D0FA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3229" y="482302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42" name="Oval 359">
              <a:extLst>
                <a:ext uri="{FF2B5EF4-FFF2-40B4-BE49-F238E27FC236}">
                  <a16:creationId xmlns:a16="http://schemas.microsoft.com/office/drawing/2014/main" id="{A51EE305-A56E-E14A-907B-ADF6FEBC1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785" y="487258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43" name="Oval 360">
              <a:extLst>
                <a:ext uri="{FF2B5EF4-FFF2-40B4-BE49-F238E27FC236}">
                  <a16:creationId xmlns:a16="http://schemas.microsoft.com/office/drawing/2014/main" id="{30133FB6-8AA2-3398-586D-F975D5437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0470" y="492213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44" name="Oval 361">
              <a:extLst>
                <a:ext uri="{FF2B5EF4-FFF2-40B4-BE49-F238E27FC236}">
                  <a16:creationId xmlns:a16="http://schemas.microsoft.com/office/drawing/2014/main" id="{BC0EDF48-BB47-8468-E425-F42F7EAA0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285" y="497730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45" name="Oval 362">
              <a:extLst>
                <a:ext uri="{FF2B5EF4-FFF2-40B4-BE49-F238E27FC236}">
                  <a16:creationId xmlns:a16="http://schemas.microsoft.com/office/drawing/2014/main" id="{F84CDE38-1E3D-E1A3-B347-688938F88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0230" y="501376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46" name="Oval 363">
              <a:extLst>
                <a:ext uri="{FF2B5EF4-FFF2-40B4-BE49-F238E27FC236}">
                  <a16:creationId xmlns:a16="http://schemas.microsoft.com/office/drawing/2014/main" id="{30203906-730D-C16F-8AC7-36B30B76F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306" y="506425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47" name="Oval 364">
              <a:extLst>
                <a:ext uri="{FF2B5EF4-FFF2-40B4-BE49-F238E27FC236}">
                  <a16:creationId xmlns:a16="http://schemas.microsoft.com/office/drawing/2014/main" id="{ACDACCBC-17ED-6E8C-24AB-2456242BD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511" y="510259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48" name="Oval 365">
              <a:extLst>
                <a:ext uri="{FF2B5EF4-FFF2-40B4-BE49-F238E27FC236}">
                  <a16:creationId xmlns:a16="http://schemas.microsoft.com/office/drawing/2014/main" id="{2E86C609-1658-8D67-4247-191148CDD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846" y="513999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49" name="Oval 366">
              <a:extLst>
                <a:ext uri="{FF2B5EF4-FFF2-40B4-BE49-F238E27FC236}">
                  <a16:creationId xmlns:a16="http://schemas.microsoft.com/office/drawing/2014/main" id="{E2537684-8025-B8E5-554A-782C90582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7311" y="518300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50" name="Oval 367">
              <a:extLst>
                <a:ext uri="{FF2B5EF4-FFF2-40B4-BE49-F238E27FC236}">
                  <a16:creationId xmlns:a16="http://schemas.microsoft.com/office/drawing/2014/main" id="{F872E261-A4BD-4D1B-5D0B-57D3AD15E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2841" y="521853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51" name="Oval 368">
              <a:extLst>
                <a:ext uri="{FF2B5EF4-FFF2-40B4-BE49-F238E27FC236}">
                  <a16:creationId xmlns:a16="http://schemas.microsoft.com/office/drawing/2014/main" id="{5E1D32F3-6258-3A85-5AB3-936E48AA0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437" y="527276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52" name="Oval 369">
              <a:extLst>
                <a:ext uri="{FF2B5EF4-FFF2-40B4-BE49-F238E27FC236}">
                  <a16:creationId xmlns:a16="http://schemas.microsoft.com/office/drawing/2014/main" id="{96590E68-2184-EA86-5AD9-7F7740ECE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0162" y="530174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53" name="Oval 370">
              <a:extLst>
                <a:ext uri="{FF2B5EF4-FFF2-40B4-BE49-F238E27FC236}">
                  <a16:creationId xmlns:a16="http://schemas.microsoft.com/office/drawing/2014/main" id="{5233EB37-318E-14E0-7AD5-60E06C458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812" y="434243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54" name="Oval 371">
              <a:extLst>
                <a:ext uri="{FF2B5EF4-FFF2-40B4-BE49-F238E27FC236}">
                  <a16:creationId xmlns:a16="http://schemas.microsoft.com/office/drawing/2014/main" id="{DBE805E7-2950-E021-9A6C-14B932E8AC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357" y="437328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55" name="Oval 372">
              <a:extLst>
                <a:ext uri="{FF2B5EF4-FFF2-40B4-BE49-F238E27FC236}">
                  <a16:creationId xmlns:a16="http://schemas.microsoft.com/office/drawing/2014/main" id="{CFFB12CA-A34B-FF9D-9C9F-94F0B2D89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5122" y="440040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56" name="Oval 373">
              <a:extLst>
                <a:ext uri="{FF2B5EF4-FFF2-40B4-BE49-F238E27FC236}">
                  <a16:creationId xmlns:a16="http://schemas.microsoft.com/office/drawing/2014/main" id="{5A2875E1-AC78-10E6-ABD5-670355B00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237" y="444434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57" name="Oval 374">
              <a:extLst>
                <a:ext uri="{FF2B5EF4-FFF2-40B4-BE49-F238E27FC236}">
                  <a16:creationId xmlns:a16="http://schemas.microsoft.com/office/drawing/2014/main" id="{456C0EAA-041A-6202-2B79-3AB8C5223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702" y="4499513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58" name="Oval 375">
              <a:extLst>
                <a:ext uri="{FF2B5EF4-FFF2-40B4-BE49-F238E27FC236}">
                  <a16:creationId xmlns:a16="http://schemas.microsoft.com/office/drawing/2014/main" id="{6AA64746-9840-5EE7-076D-B63A624B7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9843" y="456309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59" name="Oval 376">
              <a:extLst>
                <a:ext uri="{FF2B5EF4-FFF2-40B4-BE49-F238E27FC236}">
                  <a16:creationId xmlns:a16="http://schemas.microsoft.com/office/drawing/2014/main" id="{F20E5A21-3E93-6B66-A31B-C0A1D4AE6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658" y="4612648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60" name="Oval 377">
              <a:extLst>
                <a:ext uri="{FF2B5EF4-FFF2-40B4-BE49-F238E27FC236}">
                  <a16:creationId xmlns:a16="http://schemas.microsoft.com/office/drawing/2014/main" id="{79F32DF9-1AB3-A252-82C9-D4CCAB55C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3343" y="467155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61" name="Oval 378">
              <a:extLst>
                <a:ext uri="{FF2B5EF4-FFF2-40B4-BE49-F238E27FC236}">
                  <a16:creationId xmlns:a16="http://schemas.microsoft.com/office/drawing/2014/main" id="{FE341E83-0B61-D0EF-0499-AD73C631C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1964" y="4719239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62" name="Oval 379">
              <a:extLst>
                <a:ext uri="{FF2B5EF4-FFF2-40B4-BE49-F238E27FC236}">
                  <a16:creationId xmlns:a16="http://schemas.microsoft.com/office/drawing/2014/main" id="{BA4F5A03-0359-E9D5-3CD6-A41F2F8A9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1519" y="4756639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63" name="Oval 380">
              <a:extLst>
                <a:ext uri="{FF2B5EF4-FFF2-40B4-BE49-F238E27FC236}">
                  <a16:creationId xmlns:a16="http://schemas.microsoft.com/office/drawing/2014/main" id="{7765C56F-232B-62AB-B31B-22F68021F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204" y="481180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64" name="Oval 381">
              <a:extLst>
                <a:ext uri="{FF2B5EF4-FFF2-40B4-BE49-F238E27FC236}">
                  <a16:creationId xmlns:a16="http://schemas.microsoft.com/office/drawing/2014/main" id="{CB72BE0E-FEC5-781C-9E3B-5B955C78F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889" y="485294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65" name="Oval 382">
              <a:extLst>
                <a:ext uri="{FF2B5EF4-FFF2-40B4-BE49-F238E27FC236}">
                  <a16:creationId xmlns:a16="http://schemas.microsoft.com/office/drawing/2014/main" id="{B5F6E835-A973-DBE3-3257-AC14CC5F1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2705" y="489221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66" name="Oval 383">
              <a:extLst>
                <a:ext uri="{FF2B5EF4-FFF2-40B4-BE49-F238E27FC236}">
                  <a16:creationId xmlns:a16="http://schemas.microsoft.com/office/drawing/2014/main" id="{C7D9B0B3-1D3A-881D-6EDA-8A7374BF6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6650" y="493896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67" name="Oval 384">
              <a:extLst>
                <a:ext uri="{FF2B5EF4-FFF2-40B4-BE49-F238E27FC236}">
                  <a16:creationId xmlns:a16="http://schemas.microsoft.com/office/drawing/2014/main" id="{4C034BE4-D5A4-70CB-3C59-AAED7B993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660" y="499880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68" name="Oval 385">
              <a:extLst>
                <a:ext uri="{FF2B5EF4-FFF2-40B4-BE49-F238E27FC236}">
                  <a16:creationId xmlns:a16="http://schemas.microsoft.com/office/drawing/2014/main" id="{15471391-5E06-FC42-1C67-6E4783FF9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0800" y="502124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69" name="Oval 386">
              <a:extLst>
                <a:ext uri="{FF2B5EF4-FFF2-40B4-BE49-F238E27FC236}">
                  <a16:creationId xmlns:a16="http://schemas.microsoft.com/office/drawing/2014/main" id="{72544E30-396D-BDA3-684D-40297C003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1006" y="506612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70" name="Oval 387">
              <a:extLst>
                <a:ext uri="{FF2B5EF4-FFF2-40B4-BE49-F238E27FC236}">
                  <a16:creationId xmlns:a16="http://schemas.microsoft.com/office/drawing/2014/main" id="{A34FCE83-74E2-0EE6-D9D1-AAECE71E7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9341" y="511194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71" name="Oval 388">
              <a:extLst>
                <a:ext uri="{FF2B5EF4-FFF2-40B4-BE49-F238E27FC236}">
                  <a16:creationId xmlns:a16="http://schemas.microsoft.com/office/drawing/2014/main" id="{636416F2-88E9-7E3A-EE27-60ECAEAB8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806" y="516336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72" name="Oval 389">
              <a:extLst>
                <a:ext uri="{FF2B5EF4-FFF2-40B4-BE49-F238E27FC236}">
                  <a16:creationId xmlns:a16="http://schemas.microsoft.com/office/drawing/2014/main" id="{8F6AC9C3-3A16-76EB-9DB8-BE6D89D34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336" y="520544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73" name="Oval 390">
              <a:extLst>
                <a:ext uri="{FF2B5EF4-FFF2-40B4-BE49-F238E27FC236}">
                  <a16:creationId xmlns:a16="http://schemas.microsoft.com/office/drawing/2014/main" id="{C18778E2-E5CC-6E7C-C74C-63D5AEF15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5931" y="522694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74" name="Oval 391">
              <a:extLst>
                <a:ext uri="{FF2B5EF4-FFF2-40B4-BE49-F238E27FC236}">
                  <a16:creationId xmlns:a16="http://schemas.microsoft.com/office/drawing/2014/main" id="{61A740C4-FBCC-B3CE-EB8B-5D2426B2B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591" y="526715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75" name="Oval 392">
              <a:extLst>
                <a:ext uri="{FF2B5EF4-FFF2-40B4-BE49-F238E27FC236}">
                  <a16:creationId xmlns:a16="http://schemas.microsoft.com/office/drawing/2014/main" id="{945BC835-8DCA-8F22-2DC7-ACBB2E1A0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1382" y="530455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76" name="Oval 393">
              <a:extLst>
                <a:ext uri="{FF2B5EF4-FFF2-40B4-BE49-F238E27FC236}">
                  <a16:creationId xmlns:a16="http://schemas.microsoft.com/office/drawing/2014/main" id="{6A99F440-CDB1-58CE-93F4-3B2117C9C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377" y="441723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77" name="Oval 394">
              <a:extLst>
                <a:ext uri="{FF2B5EF4-FFF2-40B4-BE49-F238E27FC236}">
                  <a16:creationId xmlns:a16="http://schemas.microsoft.com/office/drawing/2014/main" id="{C3E02BA2-CBF6-1729-EA78-76D7C47F9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8053" y="445089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78" name="Oval 395">
              <a:extLst>
                <a:ext uri="{FF2B5EF4-FFF2-40B4-BE49-F238E27FC236}">
                  <a16:creationId xmlns:a16="http://schemas.microsoft.com/office/drawing/2014/main" id="{CBCE1A6C-62FF-CD7E-1B57-4F1649389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077" y="448081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79" name="Oval 396">
              <a:extLst>
                <a:ext uri="{FF2B5EF4-FFF2-40B4-BE49-F238E27FC236}">
                  <a16:creationId xmlns:a16="http://schemas.microsoft.com/office/drawing/2014/main" id="{C779D53D-410A-097F-EF1E-F01FEAB89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4517" y="451447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80" name="Oval 397">
              <a:extLst>
                <a:ext uri="{FF2B5EF4-FFF2-40B4-BE49-F238E27FC236}">
                  <a16:creationId xmlns:a16="http://schemas.microsoft.com/office/drawing/2014/main" id="{E7E49BAA-9103-2A2E-C6C5-3CD8B7B52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3503" y="4549068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81" name="Oval 398">
              <a:extLst>
                <a:ext uri="{FF2B5EF4-FFF2-40B4-BE49-F238E27FC236}">
                  <a16:creationId xmlns:a16="http://schemas.microsoft.com/office/drawing/2014/main" id="{F11B6F37-5C07-A10B-34B8-DFEA2F2CC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9033" y="4609843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82" name="Oval 399">
              <a:extLst>
                <a:ext uri="{FF2B5EF4-FFF2-40B4-BE49-F238E27FC236}">
                  <a16:creationId xmlns:a16="http://schemas.microsoft.com/office/drawing/2014/main" id="{19E88A1C-0A21-2CFB-7957-30A411475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7368" y="4657528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83" name="Oval 400">
              <a:extLst>
                <a:ext uri="{FF2B5EF4-FFF2-40B4-BE49-F238E27FC236}">
                  <a16:creationId xmlns:a16="http://schemas.microsoft.com/office/drawing/2014/main" id="{0636B53B-17B4-81D0-34FC-FA8D1C2D6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508" y="4709889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84" name="Oval 401">
              <a:extLst>
                <a:ext uri="{FF2B5EF4-FFF2-40B4-BE49-F238E27FC236}">
                  <a16:creationId xmlns:a16="http://schemas.microsoft.com/office/drawing/2014/main" id="{19646929-CB8F-1B33-39DA-23897FB25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1519" y="4752899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85" name="Oval 402">
              <a:extLst>
                <a:ext uri="{FF2B5EF4-FFF2-40B4-BE49-F238E27FC236}">
                  <a16:creationId xmlns:a16="http://schemas.microsoft.com/office/drawing/2014/main" id="{F5AEE100-37AB-1D7D-DC36-CD0F6C83B6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4529" y="478749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86" name="Oval 403">
              <a:extLst>
                <a:ext uri="{FF2B5EF4-FFF2-40B4-BE49-F238E27FC236}">
                  <a16:creationId xmlns:a16="http://schemas.microsoft.com/office/drawing/2014/main" id="{69612FBC-358B-5955-8A6B-C73FC9A21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7539" y="483798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87" name="Oval 404">
              <a:extLst>
                <a:ext uri="{FF2B5EF4-FFF2-40B4-BE49-F238E27FC236}">
                  <a16:creationId xmlns:a16="http://schemas.microsoft.com/office/drawing/2014/main" id="{8E03198B-6CCE-C46A-5A7D-6E58FC2E5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549" y="488847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88" name="Oval 405">
              <a:extLst>
                <a:ext uri="{FF2B5EF4-FFF2-40B4-BE49-F238E27FC236}">
                  <a16:creationId xmlns:a16="http://schemas.microsoft.com/office/drawing/2014/main" id="{7B2B5F77-B6EB-B1F8-11E1-1C1A22D4A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2625" y="491652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9" name="Oval 407">
              <a:extLst>
                <a:ext uri="{FF2B5EF4-FFF2-40B4-BE49-F238E27FC236}">
                  <a16:creationId xmlns:a16="http://schemas.microsoft.com/office/drawing/2014/main" id="{6D707075-63E7-9486-D267-4FE9B7ABA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765" y="495205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0" name="Oval 408">
              <a:extLst>
                <a:ext uri="{FF2B5EF4-FFF2-40B4-BE49-F238E27FC236}">
                  <a16:creationId xmlns:a16="http://schemas.microsoft.com/office/drawing/2014/main" id="{15DB989F-8311-463C-6288-A728D2575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3970" y="501096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1" name="Oval 409">
              <a:extLst>
                <a:ext uri="{FF2B5EF4-FFF2-40B4-BE49-F238E27FC236}">
                  <a16:creationId xmlns:a16="http://schemas.microsoft.com/office/drawing/2014/main" id="{327DF9C5-6024-C9B8-8AE8-468E534DB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3240" y="505397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2" name="Oval 410">
              <a:extLst>
                <a:ext uri="{FF2B5EF4-FFF2-40B4-BE49-F238E27FC236}">
                  <a16:creationId xmlns:a16="http://schemas.microsoft.com/office/drawing/2014/main" id="{646EE5FC-F0BB-DE85-7060-DBC5671F5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641" y="509230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3" name="Oval 411">
              <a:extLst>
                <a:ext uri="{FF2B5EF4-FFF2-40B4-BE49-F238E27FC236}">
                  <a16:creationId xmlns:a16="http://schemas.microsoft.com/office/drawing/2014/main" id="{659D5AF0-7CF6-FD83-59A1-372D54B2D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8041" y="513531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4" name="Oval 412">
              <a:extLst>
                <a:ext uri="{FF2B5EF4-FFF2-40B4-BE49-F238E27FC236}">
                  <a16:creationId xmlns:a16="http://schemas.microsoft.com/office/drawing/2014/main" id="{B569FD5A-ACA1-35D0-3441-195A0C193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2636" y="516804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5" name="Oval 413">
              <a:extLst>
                <a:ext uri="{FF2B5EF4-FFF2-40B4-BE49-F238E27FC236}">
                  <a16:creationId xmlns:a16="http://schemas.microsoft.com/office/drawing/2014/main" id="{BE3735E3-4089-ADB8-61C7-768177F63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7231" y="520731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6" name="Oval 414">
              <a:extLst>
                <a:ext uri="{FF2B5EF4-FFF2-40B4-BE49-F238E27FC236}">
                  <a16:creationId xmlns:a16="http://schemas.microsoft.com/office/drawing/2014/main" id="{8FA68600-F4B3-F6A9-88D0-D0776972A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57" y="524003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7" name="Oval 415">
              <a:extLst>
                <a:ext uri="{FF2B5EF4-FFF2-40B4-BE49-F238E27FC236}">
                  <a16:creationId xmlns:a16="http://schemas.microsoft.com/office/drawing/2014/main" id="{3AFA1652-E1D0-8218-D21E-7936A25EF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682" y="527650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8" name="Oval 416">
              <a:extLst>
                <a:ext uri="{FF2B5EF4-FFF2-40B4-BE49-F238E27FC236}">
                  <a16:creationId xmlns:a16="http://schemas.microsoft.com/office/drawing/2014/main" id="{E5A2687A-5E32-4B01-3E95-7AFE38C34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3537" y="532044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9" name="Oval 417">
              <a:extLst>
                <a:ext uri="{FF2B5EF4-FFF2-40B4-BE49-F238E27FC236}">
                  <a16:creationId xmlns:a16="http://schemas.microsoft.com/office/drawing/2014/main" id="{89DCA8B6-9425-D76D-1FA6-E4AD6C48F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658" y="449857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0" name="Oval 418">
              <a:extLst>
                <a:ext uri="{FF2B5EF4-FFF2-40B4-BE49-F238E27FC236}">
                  <a16:creationId xmlns:a16="http://schemas.microsoft.com/office/drawing/2014/main" id="{69EE7D93-EF2E-06B9-1CDB-B5EDF0EB1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9398" y="451353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1" name="Oval 419">
              <a:extLst>
                <a:ext uri="{FF2B5EF4-FFF2-40B4-BE49-F238E27FC236}">
                  <a16:creationId xmlns:a16="http://schemas.microsoft.com/office/drawing/2014/main" id="{FCA12363-11C5-3340-EA58-D80796DC7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1553" y="453878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2" name="Oval 420">
              <a:extLst>
                <a:ext uri="{FF2B5EF4-FFF2-40B4-BE49-F238E27FC236}">
                  <a16:creationId xmlns:a16="http://schemas.microsoft.com/office/drawing/2014/main" id="{924523FC-2DF0-8FB9-F353-AD33527A8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9318" y="456309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3" name="Oval 421">
              <a:extLst>
                <a:ext uri="{FF2B5EF4-FFF2-40B4-BE49-F238E27FC236}">
                  <a16:creationId xmlns:a16="http://schemas.microsoft.com/office/drawing/2014/main" id="{4D234063-CB1C-0F72-E593-18E0914C9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628" y="4597688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4" name="Oval 422">
              <a:extLst>
                <a:ext uri="{FF2B5EF4-FFF2-40B4-BE49-F238E27FC236}">
                  <a16:creationId xmlns:a16="http://schemas.microsoft.com/office/drawing/2014/main" id="{7B22C307-7B11-6157-15D6-F1CCA9330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3548" y="4653788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5" name="Oval 423">
              <a:extLst>
                <a:ext uri="{FF2B5EF4-FFF2-40B4-BE49-F238E27FC236}">
                  <a16:creationId xmlns:a16="http://schemas.microsoft.com/office/drawing/2014/main" id="{0996CDBA-7D06-C9CA-ED86-43488F8EE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274" y="4706149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6" name="Oval 424">
              <a:extLst>
                <a:ext uri="{FF2B5EF4-FFF2-40B4-BE49-F238E27FC236}">
                  <a16:creationId xmlns:a16="http://schemas.microsoft.com/office/drawing/2014/main" id="{DB246A16-B89C-6404-2D7A-843B1336C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1804" y="475570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7" name="Oval 425">
              <a:extLst>
                <a:ext uri="{FF2B5EF4-FFF2-40B4-BE49-F238E27FC236}">
                  <a16:creationId xmlns:a16="http://schemas.microsoft.com/office/drawing/2014/main" id="{F27AAD7C-832F-654E-EF8D-B7AE89EF8D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204" y="4797779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8" name="Oval 426">
              <a:extLst>
                <a:ext uri="{FF2B5EF4-FFF2-40B4-BE49-F238E27FC236}">
                  <a16:creationId xmlns:a16="http://schemas.microsoft.com/office/drawing/2014/main" id="{B31AFC02-6057-1CF4-68A7-63F7D2471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7539" y="4835179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9" name="Oval 427">
              <a:extLst>
                <a:ext uri="{FF2B5EF4-FFF2-40B4-BE49-F238E27FC236}">
                  <a16:creationId xmlns:a16="http://schemas.microsoft.com/office/drawing/2014/main" id="{9E92D51B-B771-E739-B711-CB06A07FD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6809" y="488193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0" name="Oval 428">
              <a:extLst>
                <a:ext uri="{FF2B5EF4-FFF2-40B4-BE49-F238E27FC236}">
                  <a16:creationId xmlns:a16="http://schemas.microsoft.com/office/drawing/2014/main" id="{5B4B7E7F-AA4F-E079-9D0D-E118018BB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080" y="4923070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1" name="Oval 429">
              <a:extLst>
                <a:ext uri="{FF2B5EF4-FFF2-40B4-BE49-F238E27FC236}">
                  <a16:creationId xmlns:a16="http://schemas.microsoft.com/office/drawing/2014/main" id="{0D223A8E-AF7B-4B0A-EC0B-25500A299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415" y="496234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2" name="Oval 430">
              <a:extLst>
                <a:ext uri="{FF2B5EF4-FFF2-40B4-BE49-F238E27FC236}">
                  <a16:creationId xmlns:a16="http://schemas.microsoft.com/office/drawing/2014/main" id="{EA94D59E-F2EF-F77E-2897-F751D9AB8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2750" y="500161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3" name="Oval 431">
              <a:extLst>
                <a:ext uri="{FF2B5EF4-FFF2-40B4-BE49-F238E27FC236}">
                  <a16:creationId xmlns:a16="http://schemas.microsoft.com/office/drawing/2014/main" id="{99688132-9021-67A8-3C88-F6CB3CC00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0150" y="503620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4" name="Oval 432">
              <a:extLst>
                <a:ext uri="{FF2B5EF4-FFF2-40B4-BE49-F238E27FC236}">
                  <a16:creationId xmlns:a16="http://schemas.microsoft.com/office/drawing/2014/main" id="{6E50E391-6576-4544-FF62-7B78BF4E7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616" y="507921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5" name="Oval 433">
              <a:extLst>
                <a:ext uri="{FF2B5EF4-FFF2-40B4-BE49-F238E27FC236}">
                  <a16:creationId xmlns:a16="http://schemas.microsoft.com/office/drawing/2014/main" id="{6C53385D-1F0F-05B9-7316-7910F4986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146" y="511381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6" name="Oval 434">
              <a:extLst>
                <a:ext uri="{FF2B5EF4-FFF2-40B4-BE49-F238E27FC236}">
                  <a16:creationId xmlns:a16="http://schemas.microsoft.com/office/drawing/2014/main" id="{48F07BD5-F1C1-72CC-665C-8AE30A721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741" y="514840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7" name="Oval 435">
              <a:extLst>
                <a:ext uri="{FF2B5EF4-FFF2-40B4-BE49-F238E27FC236}">
                  <a16:creationId xmlns:a16="http://schemas.microsoft.com/office/drawing/2014/main" id="{8E112ACD-4B13-8F4C-62D2-8F072E1B6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0401" y="519048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8" name="Oval 436">
              <a:extLst>
                <a:ext uri="{FF2B5EF4-FFF2-40B4-BE49-F238E27FC236}">
                  <a16:creationId xmlns:a16="http://schemas.microsoft.com/office/drawing/2014/main" id="{3EE0C1DF-748E-3CFB-111B-366D41F38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3127" y="522975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9" name="Oval 437">
              <a:extLst>
                <a:ext uri="{FF2B5EF4-FFF2-40B4-BE49-F238E27FC236}">
                  <a16:creationId xmlns:a16="http://schemas.microsoft.com/office/drawing/2014/main" id="{C2FA36A6-2834-29D1-7C8B-C8D87C2B5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4917" y="525780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0" name="Oval 438">
              <a:extLst>
                <a:ext uri="{FF2B5EF4-FFF2-40B4-BE49-F238E27FC236}">
                  <a16:creationId xmlns:a16="http://schemas.microsoft.com/office/drawing/2014/main" id="{38F046D3-C3C5-5670-3794-EABB60D83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772" y="528491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1" name="Oval 439">
              <a:extLst>
                <a:ext uri="{FF2B5EF4-FFF2-40B4-BE49-F238E27FC236}">
                  <a16:creationId xmlns:a16="http://schemas.microsoft.com/office/drawing/2014/main" id="{61B1DCEB-3B80-00D4-5283-71E5E43CD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0458" y="457244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2" name="Oval 440">
              <a:extLst>
                <a:ext uri="{FF2B5EF4-FFF2-40B4-BE49-F238E27FC236}">
                  <a16:creationId xmlns:a16="http://schemas.microsoft.com/office/drawing/2014/main" id="{CD3ADB73-046A-A3F1-2FB5-05E090E11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3263" y="458366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3" name="Oval 441">
              <a:extLst>
                <a:ext uri="{FF2B5EF4-FFF2-40B4-BE49-F238E27FC236}">
                  <a16:creationId xmlns:a16="http://schemas.microsoft.com/office/drawing/2014/main" id="{D204F2FA-6C1D-BEB3-D3D3-04A4FCA29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3548" y="4597688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4" name="Oval 442">
              <a:extLst>
                <a:ext uri="{FF2B5EF4-FFF2-40B4-BE49-F238E27FC236}">
                  <a16:creationId xmlns:a16="http://schemas.microsoft.com/office/drawing/2014/main" id="{53E560EC-F253-77B3-7B8F-B2CC5BA05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508" y="4620128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5" name="Oval 443">
              <a:extLst>
                <a:ext uri="{FF2B5EF4-FFF2-40B4-BE49-F238E27FC236}">
                  <a16:creationId xmlns:a16="http://schemas.microsoft.com/office/drawing/2014/main" id="{525DE5B1-4A45-362F-32CB-1BCF8B18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9078" y="4656593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6" name="Oval 444">
              <a:extLst>
                <a:ext uri="{FF2B5EF4-FFF2-40B4-BE49-F238E27FC236}">
                  <a16:creationId xmlns:a16="http://schemas.microsoft.com/office/drawing/2014/main" id="{EAE6E201-07BB-622F-E534-4B6165768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389" y="470147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7" name="Oval 445">
              <a:extLst>
                <a:ext uri="{FF2B5EF4-FFF2-40B4-BE49-F238E27FC236}">
                  <a16:creationId xmlns:a16="http://schemas.microsoft.com/office/drawing/2014/main" id="{7256066E-B259-10AE-E08D-5905E744D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2374" y="4743549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8" name="Oval 446">
              <a:extLst>
                <a:ext uri="{FF2B5EF4-FFF2-40B4-BE49-F238E27FC236}">
                  <a16:creationId xmlns:a16="http://schemas.microsoft.com/office/drawing/2014/main" id="{B5699F2B-A84D-2552-D3F6-F8213D7B2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3229" y="4786559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9" name="Oval 447">
              <a:extLst>
                <a:ext uri="{FF2B5EF4-FFF2-40B4-BE49-F238E27FC236}">
                  <a16:creationId xmlns:a16="http://schemas.microsoft.com/office/drawing/2014/main" id="{7A5572E8-8A06-D17A-ECD5-1EF7FCCBC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889" y="4830504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0" name="Oval 448">
              <a:extLst>
                <a:ext uri="{FF2B5EF4-FFF2-40B4-BE49-F238E27FC236}">
                  <a16:creationId xmlns:a16="http://schemas.microsoft.com/office/drawing/2014/main" id="{07BC2C38-38E0-7553-217B-DC4D56AAE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549" y="486884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1" name="Oval 449">
              <a:extLst>
                <a:ext uri="{FF2B5EF4-FFF2-40B4-BE49-F238E27FC236}">
                  <a16:creationId xmlns:a16="http://schemas.microsoft.com/office/drawing/2014/main" id="{E98A0CAB-741E-139B-DB3C-C1AA22EE2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080" y="490717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2" name="Oval 450">
              <a:extLst>
                <a:ext uri="{FF2B5EF4-FFF2-40B4-BE49-F238E27FC236}">
                  <a16:creationId xmlns:a16="http://schemas.microsoft.com/office/drawing/2014/main" id="{95EA0133-C33F-DDC3-004B-02464B85F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610" y="495579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3" name="Oval 451">
              <a:extLst>
                <a:ext uri="{FF2B5EF4-FFF2-40B4-BE49-F238E27FC236}">
                  <a16:creationId xmlns:a16="http://schemas.microsoft.com/office/drawing/2014/main" id="{366FC4A7-C550-9DB3-F4AB-DEC4F9003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140" y="500067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4" name="Oval 452">
              <a:extLst>
                <a:ext uri="{FF2B5EF4-FFF2-40B4-BE49-F238E27FC236}">
                  <a16:creationId xmlns:a16="http://schemas.microsoft.com/office/drawing/2014/main" id="{17091A1B-4FC7-F3B2-DAB8-5A67754F8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735" y="503246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5" name="Oval 453">
              <a:extLst>
                <a:ext uri="{FF2B5EF4-FFF2-40B4-BE49-F238E27FC236}">
                  <a16:creationId xmlns:a16="http://schemas.microsoft.com/office/drawing/2014/main" id="{23B4744B-4E56-B654-ADF6-03D807C50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7266" y="506332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6" name="Oval 454">
              <a:extLst>
                <a:ext uri="{FF2B5EF4-FFF2-40B4-BE49-F238E27FC236}">
                  <a16:creationId xmlns:a16="http://schemas.microsoft.com/office/drawing/2014/main" id="{4E1864E4-39A7-3C20-E1B3-EDF146BFA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1861" y="511100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7" name="Oval 455">
              <a:extLst>
                <a:ext uri="{FF2B5EF4-FFF2-40B4-BE49-F238E27FC236}">
                  <a16:creationId xmlns:a16="http://schemas.microsoft.com/office/drawing/2014/main" id="{9081B755-8884-CD61-3C46-944519A6F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586" y="513999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8" name="Oval 456">
              <a:extLst>
                <a:ext uri="{FF2B5EF4-FFF2-40B4-BE49-F238E27FC236}">
                  <a16:creationId xmlns:a16="http://schemas.microsoft.com/office/drawing/2014/main" id="{C5490B1F-D3CD-3B27-606F-0A4010201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7311" y="516523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9" name="Oval 457">
              <a:extLst>
                <a:ext uri="{FF2B5EF4-FFF2-40B4-BE49-F238E27FC236}">
                  <a16:creationId xmlns:a16="http://schemas.microsoft.com/office/drawing/2014/main" id="{8ADE4566-6E91-F4BE-926A-ED86E75EC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036" y="520170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0" name="Oval 458">
              <a:extLst>
                <a:ext uri="{FF2B5EF4-FFF2-40B4-BE49-F238E27FC236}">
                  <a16:creationId xmlns:a16="http://schemas.microsoft.com/office/drawing/2014/main" id="{23893800-B9EE-38F5-148F-4702F89C8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891" y="524658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1" name="Oval 459">
              <a:extLst>
                <a:ext uri="{FF2B5EF4-FFF2-40B4-BE49-F238E27FC236}">
                  <a16:creationId xmlns:a16="http://schemas.microsoft.com/office/drawing/2014/main" id="{9F7A686B-00D9-88E5-C5EA-0AFC9E577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1747" y="528211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2" name="Oval 460">
              <a:extLst>
                <a:ext uri="{FF2B5EF4-FFF2-40B4-BE49-F238E27FC236}">
                  <a16:creationId xmlns:a16="http://schemas.microsoft.com/office/drawing/2014/main" id="{FB7B098A-A0C5-7DD1-4F4C-8904155C4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0732" y="530829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3" name="Oval 461">
              <a:extLst>
                <a:ext uri="{FF2B5EF4-FFF2-40B4-BE49-F238E27FC236}">
                  <a16:creationId xmlns:a16="http://schemas.microsoft.com/office/drawing/2014/main" id="{2FF1A1E6-2EB4-3079-F05A-FFBA4DD99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714" y="4630413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4" name="Oval 462">
              <a:extLst>
                <a:ext uri="{FF2B5EF4-FFF2-40B4-BE49-F238E27FC236}">
                  <a16:creationId xmlns:a16="http://schemas.microsoft.com/office/drawing/2014/main" id="{AFDCB364-6787-3CF4-64D2-B663CDD6D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1519" y="4641633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5" name="Oval 463">
              <a:extLst>
                <a:ext uri="{FF2B5EF4-FFF2-40B4-BE49-F238E27FC236}">
                  <a16:creationId xmlns:a16="http://schemas.microsoft.com/office/drawing/2014/main" id="{92CFB385-7E9B-219C-AC19-A4CED40F2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8999" y="465472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6" name="Oval 464">
              <a:extLst>
                <a:ext uri="{FF2B5EF4-FFF2-40B4-BE49-F238E27FC236}">
                  <a16:creationId xmlns:a16="http://schemas.microsoft.com/office/drawing/2014/main" id="{AFA743DB-1B88-AF94-E3FA-26189077F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089" y="468277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7" name="Oval 465">
              <a:extLst>
                <a:ext uri="{FF2B5EF4-FFF2-40B4-BE49-F238E27FC236}">
                  <a16:creationId xmlns:a16="http://schemas.microsoft.com/office/drawing/2014/main" id="{98276445-5928-FB60-54A0-FD38CA832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9854" y="4708019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8" name="Oval 466">
              <a:extLst>
                <a:ext uri="{FF2B5EF4-FFF2-40B4-BE49-F238E27FC236}">
                  <a16:creationId xmlns:a16="http://schemas.microsoft.com/office/drawing/2014/main" id="{E6E1FC35-2E8D-B466-A5C1-5F687FA4B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1359" y="4749159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9" name="Oval 467">
              <a:extLst>
                <a:ext uri="{FF2B5EF4-FFF2-40B4-BE49-F238E27FC236}">
                  <a16:creationId xmlns:a16="http://schemas.microsoft.com/office/drawing/2014/main" id="{D51D6276-6553-37C4-7EAD-6077569B1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669" y="4782819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0" name="Oval 468">
              <a:extLst>
                <a:ext uri="{FF2B5EF4-FFF2-40B4-BE49-F238E27FC236}">
                  <a16:creationId xmlns:a16="http://schemas.microsoft.com/office/drawing/2014/main" id="{6A2C5941-5F34-2D2C-38EF-25D4ECCE8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785" y="4822089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1" name="Oval 469">
              <a:extLst>
                <a:ext uri="{FF2B5EF4-FFF2-40B4-BE49-F238E27FC236}">
                  <a16:creationId xmlns:a16="http://schemas.microsoft.com/office/drawing/2014/main" id="{446CEDAA-2C0D-2AC6-A331-9C53EE433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2705" y="4865100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2" name="Oval 470">
              <a:extLst>
                <a:ext uri="{FF2B5EF4-FFF2-40B4-BE49-F238E27FC236}">
                  <a16:creationId xmlns:a16="http://schemas.microsoft.com/office/drawing/2014/main" id="{70891ACB-7E7F-3B29-DEB9-C2BA00B55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2625" y="489969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3" name="Oval 471">
              <a:extLst>
                <a:ext uri="{FF2B5EF4-FFF2-40B4-BE49-F238E27FC236}">
                  <a16:creationId xmlns:a16="http://schemas.microsoft.com/office/drawing/2014/main" id="{35F757BE-8704-FD56-CBF2-BDEE1ABD0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415" y="493522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4" name="Oval 472">
              <a:extLst>
                <a:ext uri="{FF2B5EF4-FFF2-40B4-BE49-F238E27FC236}">
                  <a16:creationId xmlns:a16="http://schemas.microsoft.com/office/drawing/2014/main" id="{CDF27D68-8052-548F-1B31-2C2CEC51E2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140" y="4973560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5" name="Oval 473">
              <a:extLst>
                <a:ext uri="{FF2B5EF4-FFF2-40B4-BE49-F238E27FC236}">
                  <a16:creationId xmlns:a16="http://schemas.microsoft.com/office/drawing/2014/main" id="{1F2A11F8-3F3D-6957-23E5-98DB1F247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865" y="501376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6" name="Oval 474">
              <a:extLst>
                <a:ext uri="{FF2B5EF4-FFF2-40B4-BE49-F238E27FC236}">
                  <a16:creationId xmlns:a16="http://schemas.microsoft.com/office/drawing/2014/main" id="{51FB0B41-585F-3611-8FED-0ABE1E80B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2590" y="504742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7" name="Oval 475">
              <a:extLst>
                <a:ext uri="{FF2B5EF4-FFF2-40B4-BE49-F238E27FC236}">
                  <a16:creationId xmlns:a16="http://schemas.microsoft.com/office/drawing/2014/main" id="{D5DB89DC-E333-5CFF-3537-1A1B48426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381" y="508295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8" name="Oval 476">
              <a:extLst>
                <a:ext uri="{FF2B5EF4-FFF2-40B4-BE49-F238E27FC236}">
                  <a16:creationId xmlns:a16="http://schemas.microsoft.com/office/drawing/2014/main" id="{C5DC9FEE-1147-0546-05FC-3DBE6BDA6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6171" y="512970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9" name="Oval 477">
              <a:extLst>
                <a:ext uri="{FF2B5EF4-FFF2-40B4-BE49-F238E27FC236}">
                  <a16:creationId xmlns:a16="http://schemas.microsoft.com/office/drawing/2014/main" id="{18F09079-3E82-4BDB-FACA-F1BC17C1A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961" y="516617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0" name="Oval 478">
              <a:extLst>
                <a:ext uri="{FF2B5EF4-FFF2-40B4-BE49-F238E27FC236}">
                  <a16:creationId xmlns:a16="http://schemas.microsoft.com/office/drawing/2014/main" id="{D4694B74-9E95-27B7-ED86-A6534637C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8816" y="519889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1" name="Oval 479">
              <a:extLst>
                <a:ext uri="{FF2B5EF4-FFF2-40B4-BE49-F238E27FC236}">
                  <a16:creationId xmlns:a16="http://schemas.microsoft.com/office/drawing/2014/main" id="{191FE4DB-4B97-ED0A-160F-DFF32EB8F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9671" y="523536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2" name="Oval 480">
              <a:extLst>
                <a:ext uri="{FF2B5EF4-FFF2-40B4-BE49-F238E27FC236}">
                  <a16:creationId xmlns:a16="http://schemas.microsoft.com/office/drawing/2014/main" id="{A1B47C06-0967-9C4C-E88C-6B98FD9DE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591" y="526528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3" name="Oval 481">
              <a:extLst>
                <a:ext uri="{FF2B5EF4-FFF2-40B4-BE49-F238E27FC236}">
                  <a16:creationId xmlns:a16="http://schemas.microsoft.com/office/drawing/2014/main" id="{AF9D52CE-BA4E-C79A-FF5F-B05AA6E4C7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577" y="529146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4" name="Oval 482">
              <a:extLst>
                <a:ext uri="{FF2B5EF4-FFF2-40B4-BE49-F238E27FC236}">
                  <a16:creationId xmlns:a16="http://schemas.microsoft.com/office/drawing/2014/main" id="{CECD1C25-30C5-FC88-8B20-D5DFCE804E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627" y="532231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5" name="Oval 483">
              <a:extLst>
                <a:ext uri="{FF2B5EF4-FFF2-40B4-BE49-F238E27FC236}">
                  <a16:creationId xmlns:a16="http://schemas.microsoft.com/office/drawing/2014/main" id="{FF4B16A4-5CA7-F5C3-AE6A-278AF0032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1359" y="4685578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6" name="Oval 484">
              <a:extLst>
                <a:ext uri="{FF2B5EF4-FFF2-40B4-BE49-F238E27FC236}">
                  <a16:creationId xmlns:a16="http://schemas.microsoft.com/office/drawing/2014/main" id="{6A8A3E9B-988E-9A29-5B6A-2FCD0C6DA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3229" y="4698669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7" name="Oval 485">
              <a:extLst>
                <a:ext uri="{FF2B5EF4-FFF2-40B4-BE49-F238E27FC236}">
                  <a16:creationId xmlns:a16="http://schemas.microsoft.com/office/drawing/2014/main" id="{19C0F173-21F4-1C98-D523-1E243B660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709" y="4707083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8" name="Oval 486">
              <a:extLst>
                <a:ext uri="{FF2B5EF4-FFF2-40B4-BE49-F238E27FC236}">
                  <a16:creationId xmlns:a16="http://schemas.microsoft.com/office/drawing/2014/main" id="{7E754551-FD8D-A412-E6E3-59E50F4A3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994" y="473326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9" name="Oval 487">
              <a:extLst>
                <a:ext uri="{FF2B5EF4-FFF2-40B4-BE49-F238E27FC236}">
                  <a16:creationId xmlns:a16="http://schemas.microsoft.com/office/drawing/2014/main" id="{F09D371F-2AEB-B149-5435-7D846EE58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889" y="4760379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0" name="Oval 488">
              <a:extLst>
                <a:ext uri="{FF2B5EF4-FFF2-40B4-BE49-F238E27FC236}">
                  <a16:creationId xmlns:a16="http://schemas.microsoft.com/office/drawing/2014/main" id="{9347892E-362E-64FD-BE46-0EB6405E1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4655" y="4794039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1" name="Oval 489">
              <a:extLst>
                <a:ext uri="{FF2B5EF4-FFF2-40B4-BE49-F238E27FC236}">
                  <a16:creationId xmlns:a16="http://schemas.microsoft.com/office/drawing/2014/main" id="{D399BBE3-5D5A-EB6D-5B26-A48755E13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6159" y="4829569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2" name="Oval 490">
              <a:extLst>
                <a:ext uri="{FF2B5EF4-FFF2-40B4-BE49-F238E27FC236}">
                  <a16:creationId xmlns:a16="http://schemas.microsoft.com/office/drawing/2014/main" id="{01CAF295-D7A6-62AE-D22B-4B5824FCD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0470" y="486697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3" name="Oval 491">
              <a:extLst>
                <a:ext uri="{FF2B5EF4-FFF2-40B4-BE49-F238E27FC236}">
                  <a16:creationId xmlns:a16="http://schemas.microsoft.com/office/drawing/2014/main" id="{3BCBB166-E009-6235-F7A5-EA4B217FD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6650" y="489969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4" name="Oval 492">
              <a:extLst>
                <a:ext uri="{FF2B5EF4-FFF2-40B4-BE49-F238E27FC236}">
                  <a16:creationId xmlns:a16="http://schemas.microsoft.com/office/drawing/2014/main" id="{94F75FA1-BF6F-C489-CC69-B6CC3862F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765" y="493335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5" name="Oval 493">
              <a:extLst>
                <a:ext uri="{FF2B5EF4-FFF2-40B4-BE49-F238E27FC236}">
                  <a16:creationId xmlns:a16="http://schemas.microsoft.com/office/drawing/2014/main" id="{3E0B2CA4-A93C-7954-4BCF-D82845405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2750" y="495766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6" name="Oval 494">
              <a:extLst>
                <a:ext uri="{FF2B5EF4-FFF2-40B4-BE49-F238E27FC236}">
                  <a16:creationId xmlns:a16="http://schemas.microsoft.com/office/drawing/2014/main" id="{76513F62-74E9-3B2A-6248-A6B9EE99A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735" y="498104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7" name="Oval 495">
              <a:extLst>
                <a:ext uri="{FF2B5EF4-FFF2-40B4-BE49-F238E27FC236}">
                  <a16:creationId xmlns:a16="http://schemas.microsoft.com/office/drawing/2014/main" id="{4D1FEEC1-D3BC-072A-BD5C-489FB1554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2590" y="5023115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8" name="Oval 496">
              <a:extLst>
                <a:ext uri="{FF2B5EF4-FFF2-40B4-BE49-F238E27FC236}">
                  <a16:creationId xmlns:a16="http://schemas.microsoft.com/office/drawing/2014/main" id="{4420E40F-10E8-62C1-69E7-6CB026C6F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511" y="507080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9" name="Oval 497">
              <a:extLst>
                <a:ext uri="{FF2B5EF4-FFF2-40B4-BE49-F238E27FC236}">
                  <a16:creationId xmlns:a16="http://schemas.microsoft.com/office/drawing/2014/main" id="{85D3A0D5-3E45-2EB2-DFE8-53C487DD1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2431" y="511100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0" name="Oval 498">
              <a:extLst>
                <a:ext uri="{FF2B5EF4-FFF2-40B4-BE49-F238E27FC236}">
                  <a16:creationId xmlns:a16="http://schemas.microsoft.com/office/drawing/2014/main" id="{5A13E026-89D7-7213-C2BF-119FC0091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351" y="5149341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1" name="Oval 499">
              <a:extLst>
                <a:ext uri="{FF2B5EF4-FFF2-40B4-BE49-F238E27FC236}">
                  <a16:creationId xmlns:a16="http://schemas.microsoft.com/office/drawing/2014/main" id="{D188010E-17E6-6A4E-462F-B73F776B0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336" y="518580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2" name="Oval 500">
              <a:extLst>
                <a:ext uri="{FF2B5EF4-FFF2-40B4-BE49-F238E27FC236}">
                  <a16:creationId xmlns:a16="http://schemas.microsoft.com/office/drawing/2014/main" id="{72844C26-D70E-CC81-63E7-377530C82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1257" y="5210116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3" name="Oval 501">
              <a:extLst>
                <a:ext uri="{FF2B5EF4-FFF2-40B4-BE49-F238E27FC236}">
                  <a16:creationId xmlns:a16="http://schemas.microsoft.com/office/drawing/2014/main" id="{138A00A3-1745-E7C3-DDC5-7BC477AC3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307" y="525499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4" name="Oval 502">
              <a:extLst>
                <a:ext uri="{FF2B5EF4-FFF2-40B4-BE49-F238E27FC236}">
                  <a16:creationId xmlns:a16="http://schemas.microsoft.com/office/drawing/2014/main" id="{C8A5E23B-43A3-8189-1558-EDC7BF7D0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292" y="529239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5" name="Oval 503">
              <a:extLst>
                <a:ext uri="{FF2B5EF4-FFF2-40B4-BE49-F238E27FC236}">
                  <a16:creationId xmlns:a16="http://schemas.microsoft.com/office/drawing/2014/main" id="{84FFD684-F75E-1543-CD8E-DDBF73E43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5407" y="531483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6" name="Oval 504">
              <a:extLst>
                <a:ext uri="{FF2B5EF4-FFF2-40B4-BE49-F238E27FC236}">
                  <a16:creationId xmlns:a16="http://schemas.microsoft.com/office/drawing/2014/main" id="{126FB4C3-59E4-3361-70A4-E84C18F25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9329" y="4748224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7" name="Oval 505">
              <a:extLst>
                <a:ext uri="{FF2B5EF4-FFF2-40B4-BE49-F238E27FC236}">
                  <a16:creationId xmlns:a16="http://schemas.microsoft.com/office/drawing/2014/main" id="{01AA4B9D-554A-D31C-91EC-ACFB8FCB6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199" y="4751964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8" name="Oval 506">
              <a:extLst>
                <a:ext uri="{FF2B5EF4-FFF2-40B4-BE49-F238E27FC236}">
                  <a16:creationId xmlns:a16="http://schemas.microsoft.com/office/drawing/2014/main" id="{BB691A7E-A832-5A96-F68D-83708B081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6809" y="475944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9" name="Oval 507">
              <a:extLst>
                <a:ext uri="{FF2B5EF4-FFF2-40B4-BE49-F238E27FC236}">
                  <a16:creationId xmlns:a16="http://schemas.microsoft.com/office/drawing/2014/main" id="{E75FF4B5-53BD-9F38-6B00-1DABC400D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6159" y="478375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0" name="Oval 508">
              <a:extLst>
                <a:ext uri="{FF2B5EF4-FFF2-40B4-BE49-F238E27FC236}">
                  <a16:creationId xmlns:a16="http://schemas.microsoft.com/office/drawing/2014/main" id="{055E130A-0C93-4D97-503E-155A3236F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249" y="480245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1" name="Oval 509">
              <a:extLst>
                <a:ext uri="{FF2B5EF4-FFF2-40B4-BE49-F238E27FC236}">
                  <a16:creationId xmlns:a16="http://schemas.microsoft.com/office/drawing/2014/main" id="{2DA1D5A1-AE80-D14E-55DB-63F8B8696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080" y="4837984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2" name="Oval 510">
              <a:extLst>
                <a:ext uri="{FF2B5EF4-FFF2-40B4-BE49-F238E27FC236}">
                  <a16:creationId xmlns:a16="http://schemas.microsoft.com/office/drawing/2014/main" id="{A3A9E6DD-0EA6-288B-B6E4-95DA01629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4780" y="486042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3" name="Oval 511">
              <a:extLst>
                <a:ext uri="{FF2B5EF4-FFF2-40B4-BE49-F238E27FC236}">
                  <a16:creationId xmlns:a16="http://schemas.microsoft.com/office/drawing/2014/main" id="{D1D55429-3DF8-0535-010E-69EA952ED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285" y="490156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4" name="Oval 512">
              <a:extLst>
                <a:ext uri="{FF2B5EF4-FFF2-40B4-BE49-F238E27FC236}">
                  <a16:creationId xmlns:a16="http://schemas.microsoft.com/office/drawing/2014/main" id="{0D12E0B7-D9C7-3FF8-1F08-43AD44DF1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660" y="4936160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5" name="Oval 513">
              <a:extLst>
                <a:ext uri="{FF2B5EF4-FFF2-40B4-BE49-F238E27FC236}">
                  <a16:creationId xmlns:a16="http://schemas.microsoft.com/office/drawing/2014/main" id="{478B80AB-35B8-7E1D-663B-6D23EBE56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3970" y="496608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6" name="Oval 514">
              <a:extLst>
                <a:ext uri="{FF2B5EF4-FFF2-40B4-BE49-F238E27FC236}">
                  <a16:creationId xmlns:a16="http://schemas.microsoft.com/office/drawing/2014/main" id="{F27A89FE-3847-FFA5-5E55-FA51FAB8B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0150" y="499693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7" name="Oval 515">
              <a:extLst>
                <a:ext uri="{FF2B5EF4-FFF2-40B4-BE49-F238E27FC236}">
                  <a16:creationId xmlns:a16="http://schemas.microsoft.com/office/drawing/2014/main" id="{341D84D3-EAD6-F71A-6F70-1812BA444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7266" y="5020310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8" name="Oval 516">
              <a:extLst>
                <a:ext uri="{FF2B5EF4-FFF2-40B4-BE49-F238E27FC236}">
                  <a16:creationId xmlns:a16="http://schemas.microsoft.com/office/drawing/2014/main" id="{D37DD2F0-4374-FAC4-F204-53C0F905B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381" y="505210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9" name="Oval 517">
              <a:extLst>
                <a:ext uri="{FF2B5EF4-FFF2-40B4-BE49-F238E27FC236}">
                  <a16:creationId xmlns:a16="http://schemas.microsoft.com/office/drawing/2014/main" id="{F062F742-EB99-8D7B-CA46-0A076F322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2431" y="510165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0" name="Oval 518">
              <a:extLst>
                <a:ext uri="{FF2B5EF4-FFF2-40B4-BE49-F238E27FC236}">
                  <a16:creationId xmlns:a16="http://schemas.microsoft.com/office/drawing/2014/main" id="{134FBF41-8012-2EBE-B424-34B8AC508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481" y="513812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1" name="Oval 519">
              <a:extLst>
                <a:ext uri="{FF2B5EF4-FFF2-40B4-BE49-F238E27FC236}">
                  <a16:creationId xmlns:a16="http://schemas.microsoft.com/office/drawing/2014/main" id="{19376BDA-985B-BE36-98D7-4743A6A75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8531" y="516710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2" name="Oval 520">
              <a:extLst>
                <a:ext uri="{FF2B5EF4-FFF2-40B4-BE49-F238E27FC236}">
                  <a16:creationId xmlns:a16="http://schemas.microsoft.com/office/drawing/2014/main" id="{69D54918-3449-6F90-7233-CC41F6B74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5647" y="520076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3" name="Oval 521">
              <a:extLst>
                <a:ext uri="{FF2B5EF4-FFF2-40B4-BE49-F238E27FC236}">
                  <a16:creationId xmlns:a16="http://schemas.microsoft.com/office/drawing/2014/main" id="{13F6AEE5-FFBF-413C-5440-0F3081020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697" y="522881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4" name="Oval 522">
              <a:extLst>
                <a:ext uri="{FF2B5EF4-FFF2-40B4-BE49-F238E27FC236}">
                  <a16:creationId xmlns:a16="http://schemas.microsoft.com/office/drawing/2014/main" id="{3BBB8D64-9D01-8E42-D190-5213C478D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0812" y="526341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5" name="Oval 523">
              <a:extLst>
                <a:ext uri="{FF2B5EF4-FFF2-40B4-BE49-F238E27FC236}">
                  <a16:creationId xmlns:a16="http://schemas.microsoft.com/office/drawing/2014/main" id="{FCFE35D6-B177-5CEB-0459-E389AA83A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7927" y="530548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6" name="Oval 524">
              <a:extLst>
                <a:ext uri="{FF2B5EF4-FFF2-40B4-BE49-F238E27FC236}">
                  <a16:creationId xmlns:a16="http://schemas.microsoft.com/office/drawing/2014/main" id="{B75BDF35-38F6-7912-AFDC-BB0744374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2625" y="479871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7" name="Oval 525">
              <a:extLst>
                <a:ext uri="{FF2B5EF4-FFF2-40B4-BE49-F238E27FC236}">
                  <a16:creationId xmlns:a16="http://schemas.microsoft.com/office/drawing/2014/main" id="{B077C68E-9CA6-D4E3-32C0-DAB45BCE8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495" y="4799649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8" name="Oval 526">
              <a:extLst>
                <a:ext uri="{FF2B5EF4-FFF2-40B4-BE49-F238E27FC236}">
                  <a16:creationId xmlns:a16="http://schemas.microsoft.com/office/drawing/2014/main" id="{BD7ED377-0FC4-EE13-85DA-1ED5BFABF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0105" y="4811804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9" name="Oval 527">
              <a:extLst>
                <a:ext uri="{FF2B5EF4-FFF2-40B4-BE49-F238E27FC236}">
                  <a16:creationId xmlns:a16="http://schemas.microsoft.com/office/drawing/2014/main" id="{DF7CA301-1A57-4F87-D9AB-4E929620B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8520" y="4832374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0" name="Oval 528">
              <a:extLst>
                <a:ext uri="{FF2B5EF4-FFF2-40B4-BE49-F238E27FC236}">
                  <a16:creationId xmlns:a16="http://schemas.microsoft.com/office/drawing/2014/main" id="{E9085306-0B1A-CC23-126D-14303719E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740" y="484920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1" name="Oval 529">
              <a:extLst>
                <a:ext uri="{FF2B5EF4-FFF2-40B4-BE49-F238E27FC236}">
                  <a16:creationId xmlns:a16="http://schemas.microsoft.com/office/drawing/2014/main" id="{4BEC059E-29DA-B705-9D68-A57D6ACC8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765" y="487819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2" name="Oval 530">
              <a:extLst>
                <a:ext uri="{FF2B5EF4-FFF2-40B4-BE49-F238E27FC236}">
                  <a16:creationId xmlns:a16="http://schemas.microsoft.com/office/drawing/2014/main" id="{E9AA8487-A7B8-5C30-5E0A-16F473D46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530" y="4899694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3" name="Oval 531">
              <a:extLst>
                <a:ext uri="{FF2B5EF4-FFF2-40B4-BE49-F238E27FC236}">
                  <a16:creationId xmlns:a16="http://schemas.microsoft.com/office/drawing/2014/main" id="{C79A7DF9-D917-6D6A-41BD-9CAB59C33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0230" y="4938965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4" name="Oval 532">
              <a:extLst>
                <a:ext uri="{FF2B5EF4-FFF2-40B4-BE49-F238E27FC236}">
                  <a16:creationId xmlns:a16="http://schemas.microsoft.com/office/drawing/2014/main" id="{F5E786F9-6D1D-E0C0-750B-EAC1D3B14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0800" y="497356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5" name="Oval 533">
              <a:extLst>
                <a:ext uri="{FF2B5EF4-FFF2-40B4-BE49-F238E27FC236}">
                  <a16:creationId xmlns:a16="http://schemas.microsoft.com/office/drawing/2014/main" id="{C4C3519C-7F47-9E4B-4B23-53DFD9645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3240" y="500535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6" name="Oval 534">
              <a:extLst>
                <a:ext uri="{FF2B5EF4-FFF2-40B4-BE49-F238E27FC236}">
                  <a16:creationId xmlns:a16="http://schemas.microsoft.com/office/drawing/2014/main" id="{BDDD04A3-E896-3783-08D1-4F6C5E773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616" y="502592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7" name="Oval 535">
              <a:extLst>
                <a:ext uri="{FF2B5EF4-FFF2-40B4-BE49-F238E27FC236}">
                  <a16:creationId xmlns:a16="http://schemas.microsoft.com/office/drawing/2014/main" id="{6D8F7204-8287-308C-2790-FF1383717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1861" y="5054905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8" name="Oval 536">
              <a:extLst>
                <a:ext uri="{FF2B5EF4-FFF2-40B4-BE49-F238E27FC236}">
                  <a16:creationId xmlns:a16="http://schemas.microsoft.com/office/drawing/2014/main" id="{BE38A0D1-C031-A645-7652-2454957B0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6171" y="508482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9" name="Oval 537">
              <a:extLst>
                <a:ext uri="{FF2B5EF4-FFF2-40B4-BE49-F238E27FC236}">
                  <a16:creationId xmlns:a16="http://schemas.microsoft.com/office/drawing/2014/main" id="{40613F2F-E244-E49E-13FE-C92F6B3F9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351" y="5124096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0" name="Oval 538">
              <a:extLst>
                <a:ext uri="{FF2B5EF4-FFF2-40B4-BE49-F238E27FC236}">
                  <a16:creationId xmlns:a16="http://schemas.microsoft.com/office/drawing/2014/main" id="{62F73412-F73D-EEDB-51BF-908FB03945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8531" y="5159626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1" name="Oval 539">
              <a:extLst>
                <a:ext uri="{FF2B5EF4-FFF2-40B4-BE49-F238E27FC236}">
                  <a16:creationId xmlns:a16="http://schemas.microsoft.com/office/drawing/2014/main" id="{A656442A-A255-5678-3F17-0D302FE92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3776" y="518954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2" name="Oval 540">
              <a:extLst>
                <a:ext uri="{FF2B5EF4-FFF2-40B4-BE49-F238E27FC236}">
                  <a16:creationId xmlns:a16="http://schemas.microsoft.com/office/drawing/2014/main" id="{03B2FCDE-B8F6-47FE-1CBB-C620D1596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57" y="521853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3" name="Oval 541">
              <a:extLst>
                <a:ext uri="{FF2B5EF4-FFF2-40B4-BE49-F238E27FC236}">
                  <a16:creationId xmlns:a16="http://schemas.microsoft.com/office/drawing/2014/main" id="{5D3F2574-DFC5-4D82-DD98-CFE20EDD1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137" y="525873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4" name="Oval 542">
              <a:extLst>
                <a:ext uri="{FF2B5EF4-FFF2-40B4-BE49-F238E27FC236}">
                  <a16:creationId xmlns:a16="http://schemas.microsoft.com/office/drawing/2014/main" id="{0BFE5A78-A77A-A93E-023C-90FA74BE4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2317" y="528678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5" name="Oval 543">
              <a:extLst>
                <a:ext uri="{FF2B5EF4-FFF2-40B4-BE49-F238E27FC236}">
                  <a16:creationId xmlns:a16="http://schemas.microsoft.com/office/drawing/2014/main" id="{208319C4-8DCC-93FC-B56A-FA4E61A40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7562" y="531577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6" name="Oval 544">
              <a:extLst>
                <a:ext uri="{FF2B5EF4-FFF2-40B4-BE49-F238E27FC236}">
                  <a16:creationId xmlns:a16="http://schemas.microsoft.com/office/drawing/2014/main" id="{5D47AF3C-12E2-5230-7BF7-706304BA4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115" y="484733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7" name="Oval 545">
              <a:extLst>
                <a:ext uri="{FF2B5EF4-FFF2-40B4-BE49-F238E27FC236}">
                  <a16:creationId xmlns:a16="http://schemas.microsoft.com/office/drawing/2014/main" id="{4461BF40-8D44-6F14-0CE0-8C9058F67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4985" y="484546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8" name="Oval 546">
              <a:extLst>
                <a:ext uri="{FF2B5EF4-FFF2-40B4-BE49-F238E27FC236}">
                  <a16:creationId xmlns:a16="http://schemas.microsoft.com/office/drawing/2014/main" id="{988D9FE1-C147-D020-FBF3-2428A9F53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660" y="4860424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9" name="Oval 547">
              <a:extLst>
                <a:ext uri="{FF2B5EF4-FFF2-40B4-BE49-F238E27FC236}">
                  <a16:creationId xmlns:a16="http://schemas.microsoft.com/office/drawing/2014/main" id="{F480BD43-000C-7D8F-292D-07FD40653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140" y="4870710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0" name="Oval 548">
              <a:extLst>
                <a:ext uri="{FF2B5EF4-FFF2-40B4-BE49-F238E27FC236}">
                  <a16:creationId xmlns:a16="http://schemas.microsoft.com/office/drawing/2014/main" id="{B6D01BE1-6C26-6176-776D-0C8872C59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7425" y="4893150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1" name="Oval 549">
              <a:extLst>
                <a:ext uri="{FF2B5EF4-FFF2-40B4-BE49-F238E27FC236}">
                  <a16:creationId xmlns:a16="http://schemas.microsoft.com/office/drawing/2014/main" id="{1B72DF60-B792-15AE-5D65-77339D91E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9580" y="492213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2" name="Oval 550">
              <a:extLst>
                <a:ext uri="{FF2B5EF4-FFF2-40B4-BE49-F238E27FC236}">
                  <a16:creationId xmlns:a16="http://schemas.microsoft.com/office/drawing/2014/main" id="{33FB021F-4BC0-04FC-D4FD-5F1FD447B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4540" y="494831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3" name="Oval 551">
              <a:extLst>
                <a:ext uri="{FF2B5EF4-FFF2-40B4-BE49-F238E27FC236}">
                  <a16:creationId xmlns:a16="http://schemas.microsoft.com/office/drawing/2014/main" id="{977B9D6D-1031-7B3C-BBEE-FCE0EAB16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306" y="4979170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4" name="Oval 552">
              <a:extLst>
                <a:ext uri="{FF2B5EF4-FFF2-40B4-BE49-F238E27FC236}">
                  <a16:creationId xmlns:a16="http://schemas.microsoft.com/office/drawing/2014/main" id="{8F174E29-2655-00B0-79DF-650EE97E3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1006" y="500254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5" name="Oval 553">
              <a:extLst>
                <a:ext uri="{FF2B5EF4-FFF2-40B4-BE49-F238E27FC236}">
                  <a16:creationId xmlns:a16="http://schemas.microsoft.com/office/drawing/2014/main" id="{549133E3-DD59-3E93-F090-5024EB567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641" y="503246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6" name="Oval 554">
              <a:extLst>
                <a:ext uri="{FF2B5EF4-FFF2-40B4-BE49-F238E27FC236}">
                  <a16:creationId xmlns:a16="http://schemas.microsoft.com/office/drawing/2014/main" id="{6072D512-16AA-3FF0-274A-6DD5F1B68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146" y="506145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7" name="Oval 555">
              <a:extLst>
                <a:ext uri="{FF2B5EF4-FFF2-40B4-BE49-F238E27FC236}">
                  <a16:creationId xmlns:a16="http://schemas.microsoft.com/office/drawing/2014/main" id="{F3BD0997-C30E-1CAD-F046-16CFB762F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586" y="508669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8" name="Oval 556">
              <a:extLst>
                <a:ext uri="{FF2B5EF4-FFF2-40B4-BE49-F238E27FC236}">
                  <a16:creationId xmlns:a16="http://schemas.microsoft.com/office/drawing/2014/main" id="{17EC3B5C-56AE-D59D-0A4B-E615161AC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961" y="511755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9" name="Oval 557">
              <a:extLst>
                <a:ext uri="{FF2B5EF4-FFF2-40B4-BE49-F238E27FC236}">
                  <a16:creationId xmlns:a16="http://schemas.microsoft.com/office/drawing/2014/main" id="{3660CF3B-A3A9-1F43-C9F1-4760D9838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336" y="514279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0" name="Oval 558">
              <a:extLst>
                <a:ext uri="{FF2B5EF4-FFF2-40B4-BE49-F238E27FC236}">
                  <a16:creationId xmlns:a16="http://schemas.microsoft.com/office/drawing/2014/main" id="{956E88CD-4F83-EB58-0DB5-24CB6A24D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5647" y="517271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1" name="Oval 559">
              <a:extLst>
                <a:ext uri="{FF2B5EF4-FFF2-40B4-BE49-F238E27FC236}">
                  <a16:creationId xmlns:a16="http://schemas.microsoft.com/office/drawing/2014/main" id="{96620D7D-7692-86A2-9E3E-2DBD4F010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57" y="520357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2" name="Oval 560">
              <a:extLst>
                <a:ext uri="{FF2B5EF4-FFF2-40B4-BE49-F238E27FC236}">
                  <a16:creationId xmlns:a16="http://schemas.microsoft.com/office/drawing/2014/main" id="{D50CC00D-28C3-9EDE-7E20-8D7CD2E15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4267" y="523910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3" name="Oval 561">
              <a:extLst>
                <a:ext uri="{FF2B5EF4-FFF2-40B4-BE49-F238E27FC236}">
                  <a16:creationId xmlns:a16="http://schemas.microsoft.com/office/drawing/2014/main" id="{72DAFDA2-F7CD-CFEA-1675-341DBF057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577" y="527556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4" name="Oval 562">
              <a:extLst>
                <a:ext uri="{FF2B5EF4-FFF2-40B4-BE49-F238E27FC236}">
                  <a16:creationId xmlns:a16="http://schemas.microsoft.com/office/drawing/2014/main" id="{DE3FF895-D9D6-9332-F4FC-97EEC066D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2887" y="530829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5" name="Oval 563">
              <a:extLst>
                <a:ext uri="{FF2B5EF4-FFF2-40B4-BE49-F238E27FC236}">
                  <a16:creationId xmlns:a16="http://schemas.microsoft.com/office/drawing/2014/main" id="{3FF42FC4-900D-6A67-CD91-D6AA546BC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0800" y="490063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6" name="Oval 564">
              <a:extLst>
                <a:ext uri="{FF2B5EF4-FFF2-40B4-BE49-F238E27FC236}">
                  <a16:creationId xmlns:a16="http://schemas.microsoft.com/office/drawing/2014/main" id="{5C2E19A6-0E4D-4C75-EDED-62E886823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735" y="490530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7" name="Oval 565">
              <a:extLst>
                <a:ext uri="{FF2B5EF4-FFF2-40B4-BE49-F238E27FC236}">
                  <a16:creationId xmlns:a16="http://schemas.microsoft.com/office/drawing/2014/main" id="{8B9FF33B-B7E2-235F-D422-B6D98075F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410" y="4909045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8" name="Oval 566">
              <a:extLst>
                <a:ext uri="{FF2B5EF4-FFF2-40B4-BE49-F238E27FC236}">
                  <a16:creationId xmlns:a16="http://schemas.microsoft.com/office/drawing/2014/main" id="{354BFBFC-8B2F-F1E2-622A-DEF1C6ABD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2956" y="492213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9" name="Oval 567">
              <a:extLst>
                <a:ext uri="{FF2B5EF4-FFF2-40B4-BE49-F238E27FC236}">
                  <a16:creationId xmlns:a16="http://schemas.microsoft.com/office/drawing/2014/main" id="{7A30E435-5A3C-585B-2BF0-1AF518483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306" y="493522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0" name="Oval 568">
              <a:extLst>
                <a:ext uri="{FF2B5EF4-FFF2-40B4-BE49-F238E27FC236}">
                  <a16:creationId xmlns:a16="http://schemas.microsoft.com/office/drawing/2014/main" id="{E144AF14-B05A-C19D-358D-15919B6A0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526" y="496327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1" name="Oval 569">
              <a:extLst>
                <a:ext uri="{FF2B5EF4-FFF2-40B4-BE49-F238E27FC236}">
                  <a16:creationId xmlns:a16="http://schemas.microsoft.com/office/drawing/2014/main" id="{A1A4D9FD-7128-F9E6-3E68-BEA116A35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616" y="498665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2" name="Oval 570">
              <a:extLst>
                <a:ext uri="{FF2B5EF4-FFF2-40B4-BE49-F238E27FC236}">
                  <a16:creationId xmlns:a16="http://schemas.microsoft.com/office/drawing/2014/main" id="{4AACC14C-1C43-2375-C37A-258A3769F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511" y="500254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3" name="Oval 571">
              <a:extLst>
                <a:ext uri="{FF2B5EF4-FFF2-40B4-BE49-F238E27FC236}">
                  <a16:creationId xmlns:a16="http://schemas.microsoft.com/office/drawing/2014/main" id="{51757CB3-38DA-73F4-EF1E-77B420CAC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9341" y="502685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4" name="Oval 572">
              <a:extLst>
                <a:ext uri="{FF2B5EF4-FFF2-40B4-BE49-F238E27FC236}">
                  <a16:creationId xmlns:a16="http://schemas.microsoft.com/office/drawing/2014/main" id="{99F4CE8A-A2B8-3CE6-A500-7FC7A6A0B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8041" y="5069865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5" name="Oval 573">
              <a:extLst>
                <a:ext uri="{FF2B5EF4-FFF2-40B4-BE49-F238E27FC236}">
                  <a16:creationId xmlns:a16="http://schemas.microsoft.com/office/drawing/2014/main" id="{E52E2BDD-0C06-3802-EF5C-D1C57A6C0D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741" y="510446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6" name="Oval 574">
              <a:extLst>
                <a:ext uri="{FF2B5EF4-FFF2-40B4-BE49-F238E27FC236}">
                  <a16:creationId xmlns:a16="http://schemas.microsoft.com/office/drawing/2014/main" id="{FE946B2E-0FFD-1B16-34A5-7D0D88BB3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7311" y="511942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7" name="Oval 575">
              <a:extLst>
                <a:ext uri="{FF2B5EF4-FFF2-40B4-BE49-F238E27FC236}">
                  <a16:creationId xmlns:a16="http://schemas.microsoft.com/office/drawing/2014/main" id="{ECE01A6E-BED4-AEDA-E92D-585265613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8816" y="514747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8" name="Oval 576">
              <a:extLst>
                <a:ext uri="{FF2B5EF4-FFF2-40B4-BE49-F238E27FC236}">
                  <a16:creationId xmlns:a16="http://schemas.microsoft.com/office/drawing/2014/main" id="{1BC0889E-C94C-0492-F8B3-A4714CEB6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1257" y="517739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9" name="Oval 577">
              <a:extLst>
                <a:ext uri="{FF2B5EF4-FFF2-40B4-BE49-F238E27FC236}">
                  <a16:creationId xmlns:a16="http://schemas.microsoft.com/office/drawing/2014/main" id="{6CA20D19-643D-B207-6206-E5A645394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697" y="520637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0" name="Oval 578">
              <a:extLst>
                <a:ext uri="{FF2B5EF4-FFF2-40B4-BE49-F238E27FC236}">
                  <a16:creationId xmlns:a16="http://schemas.microsoft.com/office/drawing/2014/main" id="{8DE74729-BFC7-55C7-0006-726AD9EC5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137" y="523629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1" name="Oval 579">
              <a:extLst>
                <a:ext uri="{FF2B5EF4-FFF2-40B4-BE49-F238E27FC236}">
                  <a16:creationId xmlns:a16="http://schemas.microsoft.com/office/drawing/2014/main" id="{A1B7FEDC-ED67-4B9B-D7C0-457FB8E15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577" y="526902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2" name="Oval 580">
              <a:extLst>
                <a:ext uri="{FF2B5EF4-FFF2-40B4-BE49-F238E27FC236}">
                  <a16:creationId xmlns:a16="http://schemas.microsoft.com/office/drawing/2014/main" id="{26F35BB0-5BD7-0D4E-3441-5ED3B8029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1952" y="529894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3" name="Oval 581">
              <a:extLst>
                <a:ext uri="{FF2B5EF4-FFF2-40B4-BE49-F238E27FC236}">
                  <a16:creationId xmlns:a16="http://schemas.microsoft.com/office/drawing/2014/main" id="{A63BD0EC-9299-7FC1-5D32-D5F445F8E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5680" y="495205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4" name="Oval 582">
              <a:extLst>
                <a:ext uri="{FF2B5EF4-FFF2-40B4-BE49-F238E27FC236}">
                  <a16:creationId xmlns:a16="http://schemas.microsoft.com/office/drawing/2014/main" id="{1E8E3C5E-C58E-F628-BD5A-BC501D4A6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616" y="495673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5" name="Oval 583">
              <a:extLst>
                <a:ext uri="{FF2B5EF4-FFF2-40B4-BE49-F238E27FC236}">
                  <a16:creationId xmlns:a16="http://schemas.microsoft.com/office/drawing/2014/main" id="{B9FCDC50-6C4E-EBA3-3046-224570060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356" y="495205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6" name="Oval 584">
              <a:extLst>
                <a:ext uri="{FF2B5EF4-FFF2-40B4-BE49-F238E27FC236}">
                  <a16:creationId xmlns:a16="http://schemas.microsoft.com/office/drawing/2014/main" id="{168C2528-0258-2C80-8AB1-2B285D979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966" y="496421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7" name="Oval 585">
              <a:extLst>
                <a:ext uri="{FF2B5EF4-FFF2-40B4-BE49-F238E27FC236}">
                  <a16:creationId xmlns:a16="http://schemas.microsoft.com/office/drawing/2014/main" id="{7CBBE32F-E65B-1EA9-83B4-685440395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381" y="498291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8" name="Oval 586">
              <a:extLst>
                <a:ext uri="{FF2B5EF4-FFF2-40B4-BE49-F238E27FC236}">
                  <a16:creationId xmlns:a16="http://schemas.microsoft.com/office/drawing/2014/main" id="{1B6B4B02-7B9D-3AB2-4ACF-1AE105384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4666" y="499600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9" name="Oval 587">
              <a:extLst>
                <a:ext uri="{FF2B5EF4-FFF2-40B4-BE49-F238E27FC236}">
                  <a16:creationId xmlns:a16="http://schemas.microsoft.com/office/drawing/2014/main" id="{2FFBD6BD-4754-90DB-70A4-18803192E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6821" y="503153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0" name="Oval 588">
              <a:extLst>
                <a:ext uri="{FF2B5EF4-FFF2-40B4-BE49-F238E27FC236}">
                  <a16:creationId xmlns:a16="http://schemas.microsoft.com/office/drawing/2014/main" id="{84EA8361-C635-D55D-E7B9-CDD1F9F7D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846" y="503807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1" name="Oval 589">
              <a:extLst>
                <a:ext uri="{FF2B5EF4-FFF2-40B4-BE49-F238E27FC236}">
                  <a16:creationId xmlns:a16="http://schemas.microsoft.com/office/drawing/2014/main" id="{88291437-FD99-B06F-865A-584AF1383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806" y="506051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2" name="Oval 590">
              <a:extLst>
                <a:ext uri="{FF2B5EF4-FFF2-40B4-BE49-F238E27FC236}">
                  <a16:creationId xmlns:a16="http://schemas.microsoft.com/office/drawing/2014/main" id="{7128F2DB-DAE9-B706-A5B8-532F413BA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2636" y="509791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3" name="Oval 591">
              <a:extLst>
                <a:ext uri="{FF2B5EF4-FFF2-40B4-BE49-F238E27FC236}">
                  <a16:creationId xmlns:a16="http://schemas.microsoft.com/office/drawing/2014/main" id="{BD023833-72A4-9ABD-10EE-F7C4859D5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0401" y="512690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4" name="Oval 592">
              <a:extLst>
                <a:ext uri="{FF2B5EF4-FFF2-40B4-BE49-F238E27FC236}">
                  <a16:creationId xmlns:a16="http://schemas.microsoft.com/office/drawing/2014/main" id="{8F22A51D-39E1-6DCE-1BC5-6DC109295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036" y="514840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5" name="Oval 593">
              <a:extLst>
                <a:ext uri="{FF2B5EF4-FFF2-40B4-BE49-F238E27FC236}">
                  <a16:creationId xmlns:a16="http://schemas.microsoft.com/office/drawing/2014/main" id="{56E88252-7C2A-13D3-8148-F79816A14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9671" y="517365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6" name="Oval 594">
              <a:extLst>
                <a:ext uri="{FF2B5EF4-FFF2-40B4-BE49-F238E27FC236}">
                  <a16:creationId xmlns:a16="http://schemas.microsoft.com/office/drawing/2014/main" id="{FD419A8E-413B-9069-754D-5F8896322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307" y="520918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7" name="Oval 595">
              <a:extLst>
                <a:ext uri="{FF2B5EF4-FFF2-40B4-BE49-F238E27FC236}">
                  <a16:creationId xmlns:a16="http://schemas.microsoft.com/office/drawing/2014/main" id="{0F956216-1471-8265-8570-D0CE395CB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0812" y="524284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8" name="Oval 596">
              <a:extLst>
                <a:ext uri="{FF2B5EF4-FFF2-40B4-BE49-F238E27FC236}">
                  <a16:creationId xmlns:a16="http://schemas.microsoft.com/office/drawing/2014/main" id="{BBB44D31-4DEB-3FE2-96EE-1D277EFBC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2317" y="527089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9" name="Oval 597">
              <a:extLst>
                <a:ext uri="{FF2B5EF4-FFF2-40B4-BE49-F238E27FC236}">
                  <a16:creationId xmlns:a16="http://schemas.microsoft.com/office/drawing/2014/main" id="{AA2324B5-CFE2-C103-360F-197889756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2887" y="529239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0" name="Oval 598">
              <a:extLst>
                <a:ext uri="{FF2B5EF4-FFF2-40B4-BE49-F238E27FC236}">
                  <a16:creationId xmlns:a16="http://schemas.microsoft.com/office/drawing/2014/main" id="{93BA0F53-CC28-5502-4644-F1285C6DA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5327" y="532325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1" name="Oval 599">
              <a:extLst>
                <a:ext uri="{FF2B5EF4-FFF2-40B4-BE49-F238E27FC236}">
                  <a16:creationId xmlns:a16="http://schemas.microsoft.com/office/drawing/2014/main" id="{2DD54C1B-C829-E654-883E-8A81E7EEF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7756" y="499506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2" name="Oval 600">
              <a:extLst>
                <a:ext uri="{FF2B5EF4-FFF2-40B4-BE49-F238E27FC236}">
                  <a16:creationId xmlns:a16="http://schemas.microsoft.com/office/drawing/2014/main" id="{9FCB05F4-1E4A-0BD6-EF59-DD8F17310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691" y="499787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3" name="Oval 601">
              <a:extLst>
                <a:ext uri="{FF2B5EF4-FFF2-40B4-BE49-F238E27FC236}">
                  <a16:creationId xmlns:a16="http://schemas.microsoft.com/office/drawing/2014/main" id="{8B1F53F9-6CBD-F19D-DF40-0B4D40579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2431" y="4991325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4" name="Oval 602">
              <a:extLst>
                <a:ext uri="{FF2B5EF4-FFF2-40B4-BE49-F238E27FC236}">
                  <a16:creationId xmlns:a16="http://schemas.microsoft.com/office/drawing/2014/main" id="{2E8A70CF-5D3F-4EF5-B119-F84330C54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8041" y="500815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5" name="Oval 603">
              <a:extLst>
                <a:ext uri="{FF2B5EF4-FFF2-40B4-BE49-F238E27FC236}">
                  <a16:creationId xmlns:a16="http://schemas.microsoft.com/office/drawing/2014/main" id="{B0B8EFEE-F013-E971-3B18-4875215E8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586" y="503059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6" name="Oval 604">
              <a:extLst>
                <a:ext uri="{FF2B5EF4-FFF2-40B4-BE49-F238E27FC236}">
                  <a16:creationId xmlns:a16="http://schemas.microsoft.com/office/drawing/2014/main" id="{08F43527-05A0-48B2-CF0A-F9D3EB6A1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3936" y="502872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7" name="Oval 605">
              <a:extLst>
                <a:ext uri="{FF2B5EF4-FFF2-40B4-BE49-F238E27FC236}">
                  <a16:creationId xmlns:a16="http://schemas.microsoft.com/office/drawing/2014/main" id="{D54ADA51-A203-842C-35A4-33FC5880B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156" y="5052101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8" name="Oval 606">
              <a:extLst>
                <a:ext uri="{FF2B5EF4-FFF2-40B4-BE49-F238E27FC236}">
                  <a16:creationId xmlns:a16="http://schemas.microsoft.com/office/drawing/2014/main" id="{9CF85853-738E-2789-6EF1-3EFE4F164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7311" y="508763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9" name="Oval 608">
              <a:extLst>
                <a:ext uri="{FF2B5EF4-FFF2-40B4-BE49-F238E27FC236}">
                  <a16:creationId xmlns:a16="http://schemas.microsoft.com/office/drawing/2014/main" id="{22FCD476-B3F9-FF77-205F-63A01FE82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336" y="511474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0" name="Oval 609">
              <a:extLst>
                <a:ext uri="{FF2B5EF4-FFF2-40B4-BE49-F238E27FC236}">
                  <a16:creationId xmlns:a16="http://schemas.microsoft.com/office/drawing/2014/main" id="{D750E92B-5334-BA78-303F-E0FCFC9AE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7231" y="513999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1" name="Oval 610">
              <a:extLst>
                <a:ext uri="{FF2B5EF4-FFF2-40B4-BE49-F238E27FC236}">
                  <a16:creationId xmlns:a16="http://schemas.microsoft.com/office/drawing/2014/main" id="{58C26704-B180-6A59-4D18-0CF53A7C6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3127" y="516336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2" name="Oval 611">
              <a:extLst>
                <a:ext uri="{FF2B5EF4-FFF2-40B4-BE49-F238E27FC236}">
                  <a16:creationId xmlns:a16="http://schemas.microsoft.com/office/drawing/2014/main" id="{6F29896C-EC80-3959-085D-0FD4D7142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891" y="518300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3" name="Oval 612">
              <a:extLst>
                <a:ext uri="{FF2B5EF4-FFF2-40B4-BE49-F238E27FC236}">
                  <a16:creationId xmlns:a16="http://schemas.microsoft.com/office/drawing/2014/main" id="{9DA48BEA-D318-C16E-1468-589679438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591" y="519328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4" name="Oval 613">
              <a:extLst>
                <a:ext uri="{FF2B5EF4-FFF2-40B4-BE49-F238E27FC236}">
                  <a16:creationId xmlns:a16="http://schemas.microsoft.com/office/drawing/2014/main" id="{7E44F53A-6FE3-C477-84EC-0F390B33B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292" y="523162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5" name="Oval 614">
              <a:extLst>
                <a:ext uri="{FF2B5EF4-FFF2-40B4-BE49-F238E27FC236}">
                  <a16:creationId xmlns:a16="http://schemas.microsoft.com/office/drawing/2014/main" id="{C45E11E5-6E0E-3D43-2478-8111DB4A1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7927" y="5272763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6" name="Oval 615">
              <a:extLst>
                <a:ext uri="{FF2B5EF4-FFF2-40B4-BE49-F238E27FC236}">
                  <a16:creationId xmlns:a16="http://schemas.microsoft.com/office/drawing/2014/main" id="{9388FB7E-B9C1-0AE4-67AB-D17AD79EE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7562" y="5308293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7" name="Oval 616">
              <a:extLst>
                <a:ext uri="{FF2B5EF4-FFF2-40B4-BE49-F238E27FC236}">
                  <a16:creationId xmlns:a16="http://schemas.microsoft.com/office/drawing/2014/main" id="{B0AE24B3-BC4A-1B52-BDAD-D482DA344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7197" y="531951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8" name="Oval 617">
              <a:extLst>
                <a:ext uri="{FF2B5EF4-FFF2-40B4-BE49-F238E27FC236}">
                  <a16:creationId xmlns:a16="http://schemas.microsoft.com/office/drawing/2014/main" id="{2F00949F-13A4-B9E2-2F6A-82D22C8C1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961" y="503433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9" name="Oval 618">
              <a:extLst>
                <a:ext uri="{FF2B5EF4-FFF2-40B4-BE49-F238E27FC236}">
                  <a16:creationId xmlns:a16="http://schemas.microsoft.com/office/drawing/2014/main" id="{DACBADF9-C5C5-BFF4-9310-A87F0B8D1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8896" y="502872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0" name="Oval 619">
              <a:extLst>
                <a:ext uri="{FF2B5EF4-FFF2-40B4-BE49-F238E27FC236}">
                  <a16:creationId xmlns:a16="http://schemas.microsoft.com/office/drawing/2014/main" id="{8CEF04E0-A3A1-5341-AEDD-D97F2A222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701" y="502498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1" name="Oval 620">
              <a:extLst>
                <a:ext uri="{FF2B5EF4-FFF2-40B4-BE49-F238E27FC236}">
                  <a16:creationId xmlns:a16="http://schemas.microsoft.com/office/drawing/2014/main" id="{E59EC350-D5CD-862B-47A5-D93D9DC1A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376" y="504649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2" name="Oval 621">
              <a:extLst>
                <a:ext uri="{FF2B5EF4-FFF2-40B4-BE49-F238E27FC236}">
                  <a16:creationId xmlns:a16="http://schemas.microsoft.com/office/drawing/2014/main" id="{26E0D60B-674D-5526-065E-320BDCC9E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2921" y="507360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3" name="Oval 622">
              <a:extLst>
                <a:ext uri="{FF2B5EF4-FFF2-40B4-BE49-F238E27FC236}">
                  <a16:creationId xmlns:a16="http://schemas.microsoft.com/office/drawing/2014/main" id="{B1B50E69-0706-BB31-F90B-00517A4F4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336" y="508295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4" name="Oval 623">
              <a:extLst>
                <a:ext uri="{FF2B5EF4-FFF2-40B4-BE49-F238E27FC236}">
                  <a16:creationId xmlns:a16="http://schemas.microsoft.com/office/drawing/2014/main" id="{62EFE283-DEDA-B7F8-1714-DACE51D26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621" y="508950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5" name="Oval 624">
              <a:extLst>
                <a:ext uri="{FF2B5EF4-FFF2-40B4-BE49-F238E27FC236}">
                  <a16:creationId xmlns:a16="http://schemas.microsoft.com/office/drawing/2014/main" id="{ED1767A3-806A-F88E-E432-932B6BE9D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2841" y="512035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6" name="Oval 625">
              <a:extLst>
                <a:ext uri="{FF2B5EF4-FFF2-40B4-BE49-F238E27FC236}">
                  <a16:creationId xmlns:a16="http://schemas.microsoft.com/office/drawing/2014/main" id="{23D561A7-D083-D991-5D38-ECD1F3871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5931" y="514560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7" name="Oval 626">
              <a:extLst>
                <a:ext uri="{FF2B5EF4-FFF2-40B4-BE49-F238E27FC236}">
                  <a16:creationId xmlns:a16="http://schemas.microsoft.com/office/drawing/2014/main" id="{01EB6439-946E-3228-36C1-380AE50C3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57" y="517365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8" name="Oval 627">
              <a:extLst>
                <a:ext uri="{FF2B5EF4-FFF2-40B4-BE49-F238E27FC236}">
                  <a16:creationId xmlns:a16="http://schemas.microsoft.com/office/drawing/2014/main" id="{1A3EC0F5-51F3-363A-C2C7-DBEE42419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4917" y="519796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9" name="Oval 628">
              <a:extLst>
                <a:ext uri="{FF2B5EF4-FFF2-40B4-BE49-F238E27FC236}">
                  <a16:creationId xmlns:a16="http://schemas.microsoft.com/office/drawing/2014/main" id="{3C3EDA54-EADA-8075-F909-3CA4F2AF0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1747" y="521572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0" name="Oval 629">
              <a:extLst>
                <a:ext uri="{FF2B5EF4-FFF2-40B4-BE49-F238E27FC236}">
                  <a16:creationId xmlns:a16="http://schemas.microsoft.com/office/drawing/2014/main" id="{03B85041-8CBF-DE94-31BA-EE2219C03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577" y="522975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1" name="Oval 630">
              <a:extLst>
                <a:ext uri="{FF2B5EF4-FFF2-40B4-BE49-F238E27FC236}">
                  <a16:creationId xmlns:a16="http://schemas.microsoft.com/office/drawing/2014/main" id="{7BF096C6-5DF3-4A84-9D89-EE61F6047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5407" y="526808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2" name="Oval 631">
              <a:extLst>
                <a:ext uri="{FF2B5EF4-FFF2-40B4-BE49-F238E27FC236}">
                  <a16:creationId xmlns:a16="http://schemas.microsoft.com/office/drawing/2014/main" id="{6B655F91-79C0-6060-EA37-B77A5E1E8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4107" y="529520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3" name="Oval 632">
              <a:extLst>
                <a:ext uri="{FF2B5EF4-FFF2-40B4-BE49-F238E27FC236}">
                  <a16:creationId xmlns:a16="http://schemas.microsoft.com/office/drawing/2014/main" id="{763A3A2C-6314-E011-1E74-F85FFEC57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6296" y="5071736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4" name="Oval 633">
              <a:extLst>
                <a:ext uri="{FF2B5EF4-FFF2-40B4-BE49-F238E27FC236}">
                  <a16:creationId xmlns:a16="http://schemas.microsoft.com/office/drawing/2014/main" id="{BF51781F-858B-D6B6-45C5-88438B7A6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7231" y="5058646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5" name="Oval 634">
              <a:extLst>
                <a:ext uri="{FF2B5EF4-FFF2-40B4-BE49-F238E27FC236}">
                  <a16:creationId xmlns:a16="http://schemas.microsoft.com/office/drawing/2014/main" id="{1880F244-FFAC-22AF-9B41-5C905657D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036" y="5065191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6" name="Oval 635">
              <a:extLst>
                <a:ext uri="{FF2B5EF4-FFF2-40B4-BE49-F238E27FC236}">
                  <a16:creationId xmlns:a16="http://schemas.microsoft.com/office/drawing/2014/main" id="{ED445DDB-B0B9-0420-749A-C16ED565F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3776" y="508108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7" name="Oval 636">
              <a:extLst>
                <a:ext uri="{FF2B5EF4-FFF2-40B4-BE49-F238E27FC236}">
                  <a16:creationId xmlns:a16="http://schemas.microsoft.com/office/drawing/2014/main" id="{718D9066-0F09-E018-80FF-12C52BF5A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0321" y="509511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8" name="Oval 637">
              <a:extLst>
                <a:ext uri="{FF2B5EF4-FFF2-40B4-BE49-F238E27FC236}">
                  <a16:creationId xmlns:a16="http://schemas.microsoft.com/office/drawing/2014/main" id="{0D780323-E395-8AD1-7B69-8FEE6B4DE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7801" y="511381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9" name="Oval 638">
              <a:extLst>
                <a:ext uri="{FF2B5EF4-FFF2-40B4-BE49-F238E27FC236}">
                  <a16:creationId xmlns:a16="http://schemas.microsoft.com/office/drawing/2014/main" id="{B86342FE-159C-BF8B-94DC-BDA01D1B3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7151" y="5127836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0" name="Oval 639">
              <a:extLst>
                <a:ext uri="{FF2B5EF4-FFF2-40B4-BE49-F238E27FC236}">
                  <a16:creationId xmlns:a16="http://schemas.microsoft.com/office/drawing/2014/main" id="{BF00C8B4-85C4-D3F2-1B37-5DF2F3B5A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437" y="514560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1" name="Oval 640">
              <a:extLst>
                <a:ext uri="{FF2B5EF4-FFF2-40B4-BE49-F238E27FC236}">
                  <a16:creationId xmlns:a16="http://schemas.microsoft.com/office/drawing/2014/main" id="{F6A455BF-120E-C7F8-D427-BDE24537D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591" y="516897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2" name="Oval 641">
              <a:extLst>
                <a:ext uri="{FF2B5EF4-FFF2-40B4-BE49-F238E27FC236}">
                  <a16:creationId xmlns:a16="http://schemas.microsoft.com/office/drawing/2014/main" id="{3750D3DB-DC3E-9873-F8D0-85A81D2C6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682" y="518487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3" name="Oval 642">
              <a:extLst>
                <a:ext uri="{FF2B5EF4-FFF2-40B4-BE49-F238E27FC236}">
                  <a16:creationId xmlns:a16="http://schemas.microsoft.com/office/drawing/2014/main" id="{E3652189-5575-5902-19C0-8CC3FC1E2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772" y="521572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4" name="Oval 643">
              <a:extLst>
                <a:ext uri="{FF2B5EF4-FFF2-40B4-BE49-F238E27FC236}">
                  <a16:creationId xmlns:a16="http://schemas.microsoft.com/office/drawing/2014/main" id="{D96BF11C-31F7-4ACF-5428-DF4F86C74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0732" y="525032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5" name="Oval 644">
              <a:extLst>
                <a:ext uri="{FF2B5EF4-FFF2-40B4-BE49-F238E27FC236}">
                  <a16:creationId xmlns:a16="http://schemas.microsoft.com/office/drawing/2014/main" id="{27691B0D-6440-6B0C-2716-DA80EE3F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627" y="527182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6" name="Oval 645">
              <a:extLst>
                <a:ext uri="{FF2B5EF4-FFF2-40B4-BE49-F238E27FC236}">
                  <a16:creationId xmlns:a16="http://schemas.microsoft.com/office/drawing/2014/main" id="{F7A71983-F45F-824A-119E-FC8C74516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3457" y="5308293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7" name="Oval 646">
              <a:extLst>
                <a:ext uri="{FF2B5EF4-FFF2-40B4-BE49-F238E27FC236}">
                  <a16:creationId xmlns:a16="http://schemas.microsoft.com/office/drawing/2014/main" id="{7E74C617-A118-08F0-3F39-8DDC88F22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0287" y="5323253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8" name="Oval 647">
              <a:extLst>
                <a:ext uri="{FF2B5EF4-FFF2-40B4-BE49-F238E27FC236}">
                  <a16:creationId xmlns:a16="http://schemas.microsoft.com/office/drawing/2014/main" id="{BDCBC552-4E12-DD3B-7DC5-FADC07E0A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761" y="511942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9" name="Oval 648">
              <a:extLst>
                <a:ext uri="{FF2B5EF4-FFF2-40B4-BE49-F238E27FC236}">
                  <a16:creationId xmlns:a16="http://schemas.microsoft.com/office/drawing/2014/main" id="{55C2E2D2-E843-3984-3FDF-4C5C418FD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697" y="511194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0" name="Oval 649">
              <a:extLst>
                <a:ext uri="{FF2B5EF4-FFF2-40B4-BE49-F238E27FC236}">
                  <a16:creationId xmlns:a16="http://schemas.microsoft.com/office/drawing/2014/main" id="{8DE0789B-6F02-844C-2605-C6ADF67FC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567" y="511474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1" name="Oval 650">
              <a:extLst>
                <a:ext uri="{FF2B5EF4-FFF2-40B4-BE49-F238E27FC236}">
                  <a16:creationId xmlns:a16="http://schemas.microsoft.com/office/drawing/2014/main" id="{95F95B97-CC65-5E84-022C-A8FC513D88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307" y="512409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2" name="Oval 651">
              <a:extLst>
                <a:ext uri="{FF2B5EF4-FFF2-40B4-BE49-F238E27FC236}">
                  <a16:creationId xmlns:a16="http://schemas.microsoft.com/office/drawing/2014/main" id="{523D209C-F189-A22F-72FF-BE8F41D3E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4917" y="513344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3" name="Oval 652">
              <a:extLst>
                <a:ext uri="{FF2B5EF4-FFF2-40B4-BE49-F238E27FC236}">
                  <a16:creationId xmlns:a16="http://schemas.microsoft.com/office/drawing/2014/main" id="{5D006702-1D58-B26F-8E0E-4BAFE7C68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2397" y="515588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4" name="Oval 653">
              <a:extLst>
                <a:ext uri="{FF2B5EF4-FFF2-40B4-BE49-F238E27FC236}">
                  <a16:creationId xmlns:a16="http://schemas.microsoft.com/office/drawing/2014/main" id="{5FF2A2B9-E7EB-B456-3930-988079615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0812" y="516804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5" name="Oval 654">
              <a:extLst>
                <a:ext uri="{FF2B5EF4-FFF2-40B4-BE49-F238E27FC236}">
                  <a16:creationId xmlns:a16="http://schemas.microsoft.com/office/drawing/2014/main" id="{F5D3B207-4034-7ED4-BDE0-C9BC60D7A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0162" y="518206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6" name="Oval 655">
              <a:extLst>
                <a:ext uri="{FF2B5EF4-FFF2-40B4-BE49-F238E27FC236}">
                  <a16:creationId xmlns:a16="http://schemas.microsoft.com/office/drawing/2014/main" id="{06DEFBF0-BB6D-F4F7-3028-DD9847D5B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1382" y="520263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7" name="Oval 656">
              <a:extLst>
                <a:ext uri="{FF2B5EF4-FFF2-40B4-BE49-F238E27FC236}">
                  <a16:creationId xmlns:a16="http://schemas.microsoft.com/office/drawing/2014/main" id="{63A85A77-5B11-81DA-4545-46077635D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3537" y="521385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8" name="Oval 657">
              <a:extLst>
                <a:ext uri="{FF2B5EF4-FFF2-40B4-BE49-F238E27FC236}">
                  <a16:creationId xmlns:a16="http://schemas.microsoft.com/office/drawing/2014/main" id="{4E345B8D-576F-B7E7-BA67-6FCAE2599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5692" y="524377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9" name="Oval 658">
              <a:extLst>
                <a:ext uri="{FF2B5EF4-FFF2-40B4-BE49-F238E27FC236}">
                  <a16:creationId xmlns:a16="http://schemas.microsoft.com/office/drawing/2014/main" id="{ECB9521D-6901-2719-88AA-9B13EFFCB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9717" y="527182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0" name="Oval 659">
              <a:extLst>
                <a:ext uri="{FF2B5EF4-FFF2-40B4-BE49-F238E27FC236}">
                  <a16:creationId xmlns:a16="http://schemas.microsoft.com/office/drawing/2014/main" id="{46AFE1AB-1C32-941B-9D86-ACC1E0DDC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677" y="5298943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1" name="Oval 660">
              <a:extLst>
                <a:ext uri="{FF2B5EF4-FFF2-40B4-BE49-F238E27FC236}">
                  <a16:creationId xmlns:a16="http://schemas.microsoft.com/office/drawing/2014/main" id="{12B17562-B682-B0C0-512F-4F3880BAB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7357" y="515121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2" name="Oval 661">
              <a:extLst>
                <a:ext uri="{FF2B5EF4-FFF2-40B4-BE49-F238E27FC236}">
                  <a16:creationId xmlns:a16="http://schemas.microsoft.com/office/drawing/2014/main" id="{65742025-467F-ADA0-8E70-178E82FE4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292" y="514653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3" name="Oval 662">
              <a:extLst>
                <a:ext uri="{FF2B5EF4-FFF2-40B4-BE49-F238E27FC236}">
                  <a16:creationId xmlns:a16="http://schemas.microsoft.com/office/drawing/2014/main" id="{868157BF-E370-A822-F652-37C70A102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0162" y="515308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4" name="Oval 663">
              <a:extLst>
                <a:ext uri="{FF2B5EF4-FFF2-40B4-BE49-F238E27FC236}">
                  <a16:creationId xmlns:a16="http://schemas.microsoft.com/office/drawing/2014/main" id="{ADC0FF34-7BF8-FDDD-EFB8-FD5C3110C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3902" y="516243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5" name="Oval 664">
              <a:extLst>
                <a:ext uri="{FF2B5EF4-FFF2-40B4-BE49-F238E27FC236}">
                  <a16:creationId xmlns:a16="http://schemas.microsoft.com/office/drawing/2014/main" id="{BEF90672-B16F-4067-3E7D-774243624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577" y="517084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6" name="Oval 665">
              <a:extLst>
                <a:ext uri="{FF2B5EF4-FFF2-40B4-BE49-F238E27FC236}">
                  <a16:creationId xmlns:a16="http://schemas.microsoft.com/office/drawing/2014/main" id="{FC81A47E-96BC-E871-4DDE-C23E5B871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5122" y="520263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7" name="Oval 666">
              <a:extLst>
                <a:ext uri="{FF2B5EF4-FFF2-40B4-BE49-F238E27FC236}">
                  <a16:creationId xmlns:a16="http://schemas.microsoft.com/office/drawing/2014/main" id="{9C112706-3D82-40A8-546B-F1A65FF8E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3537" y="519983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8" name="Oval 667">
              <a:extLst>
                <a:ext uri="{FF2B5EF4-FFF2-40B4-BE49-F238E27FC236}">
                  <a16:creationId xmlns:a16="http://schemas.microsoft.com/office/drawing/2014/main" id="{683E0201-A32E-8AED-6555-53EFB02D2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1952" y="521105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9" name="Oval 668">
              <a:extLst>
                <a:ext uri="{FF2B5EF4-FFF2-40B4-BE49-F238E27FC236}">
                  <a16:creationId xmlns:a16="http://schemas.microsoft.com/office/drawing/2014/main" id="{38BCE22C-4B64-F5EA-9FA1-8485B36C2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2237" y="523162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0" name="Oval 669">
              <a:extLst>
                <a:ext uri="{FF2B5EF4-FFF2-40B4-BE49-F238E27FC236}">
                  <a16:creationId xmlns:a16="http://schemas.microsoft.com/office/drawing/2014/main" id="{3FE39D11-6694-1C96-B1E2-FA36A26B3D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3457" y="524845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1" name="Oval 670">
              <a:extLst>
                <a:ext uri="{FF2B5EF4-FFF2-40B4-BE49-F238E27FC236}">
                  <a16:creationId xmlns:a16="http://schemas.microsoft.com/office/drawing/2014/main" id="{F0245135-E5B7-3133-F22B-29ACA55C4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677" y="527650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2" name="Oval 671">
              <a:extLst>
                <a:ext uri="{FF2B5EF4-FFF2-40B4-BE49-F238E27FC236}">
                  <a16:creationId xmlns:a16="http://schemas.microsoft.com/office/drawing/2014/main" id="{DAB396D4-2225-F6AD-FAEB-225A5DFD4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767" y="529987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3" name="Oval 672">
              <a:extLst>
                <a:ext uri="{FF2B5EF4-FFF2-40B4-BE49-F238E27FC236}">
                  <a16:creationId xmlns:a16="http://schemas.microsoft.com/office/drawing/2014/main" id="{969AB504-BEF9-C60B-B602-257B7CB86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1017" y="518580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4" name="Oval 673">
              <a:extLst>
                <a:ext uri="{FF2B5EF4-FFF2-40B4-BE49-F238E27FC236}">
                  <a16:creationId xmlns:a16="http://schemas.microsoft.com/office/drawing/2014/main" id="{1DCE8497-C686-20E8-9131-0AF4B9051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1017" y="518206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5" name="Oval 674">
              <a:extLst>
                <a:ext uri="{FF2B5EF4-FFF2-40B4-BE49-F238E27FC236}">
                  <a16:creationId xmlns:a16="http://schemas.microsoft.com/office/drawing/2014/main" id="{36EEAC56-4A61-1B08-3931-83338119E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2887" y="518300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6" name="Oval 675">
              <a:extLst>
                <a:ext uri="{FF2B5EF4-FFF2-40B4-BE49-F238E27FC236}">
                  <a16:creationId xmlns:a16="http://schemas.microsoft.com/office/drawing/2014/main" id="{260B6088-BABD-3308-AA4F-C0965EC35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627" y="518580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7" name="Oval 676">
              <a:extLst>
                <a:ext uri="{FF2B5EF4-FFF2-40B4-BE49-F238E27FC236}">
                  <a16:creationId xmlns:a16="http://schemas.microsoft.com/office/drawing/2014/main" id="{AD6E2035-CFDC-30CD-BD1B-F6994F584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1302" y="520076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8" name="Oval 677">
              <a:extLst>
                <a:ext uri="{FF2B5EF4-FFF2-40B4-BE49-F238E27FC236}">
                  <a16:creationId xmlns:a16="http://schemas.microsoft.com/office/drawing/2014/main" id="{570878F7-C692-494A-8D11-6275EC947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6912" y="522975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9" name="Oval 678">
              <a:extLst>
                <a:ext uri="{FF2B5EF4-FFF2-40B4-BE49-F238E27FC236}">
                  <a16:creationId xmlns:a16="http://schemas.microsoft.com/office/drawing/2014/main" id="{7628F197-1A78-61C0-4433-519485BDF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4392" y="522975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0" name="Oval 679">
              <a:extLst>
                <a:ext uri="{FF2B5EF4-FFF2-40B4-BE49-F238E27FC236}">
                  <a16:creationId xmlns:a16="http://schemas.microsoft.com/office/drawing/2014/main" id="{6A52A473-56B5-677D-6B29-42A51609B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2807" y="523536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1" name="Oval 680">
              <a:extLst>
                <a:ext uri="{FF2B5EF4-FFF2-40B4-BE49-F238E27FC236}">
                  <a16:creationId xmlns:a16="http://schemas.microsoft.com/office/drawing/2014/main" id="{F63A3D75-B64E-C3DD-A63C-0E538B996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2157" y="5265283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2" name="Oval 681">
              <a:extLst>
                <a:ext uri="{FF2B5EF4-FFF2-40B4-BE49-F238E27FC236}">
                  <a16:creationId xmlns:a16="http://schemas.microsoft.com/office/drawing/2014/main" id="{3DC4A138-C149-F19A-AB2C-C091454D5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2442" y="527369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3" name="Oval 682">
              <a:extLst>
                <a:ext uri="{FF2B5EF4-FFF2-40B4-BE49-F238E27FC236}">
                  <a16:creationId xmlns:a16="http://schemas.microsoft.com/office/drawing/2014/main" id="{5B4E0972-69D8-0837-AF65-B8A008381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3662" y="529613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4" name="Oval 683">
              <a:extLst>
                <a:ext uri="{FF2B5EF4-FFF2-40B4-BE49-F238E27FC236}">
                  <a16:creationId xmlns:a16="http://schemas.microsoft.com/office/drawing/2014/main" id="{EC36989B-AA02-D549-D169-1E75FFE1C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4882" y="5322318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5" name="Oval 684">
              <a:extLst>
                <a:ext uri="{FF2B5EF4-FFF2-40B4-BE49-F238E27FC236}">
                  <a16:creationId xmlns:a16="http://schemas.microsoft.com/office/drawing/2014/main" id="{28C4E740-89A9-727F-C7DD-E26D0016D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2807" y="522414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6" name="Oval 685">
              <a:extLst>
                <a:ext uri="{FF2B5EF4-FFF2-40B4-BE49-F238E27FC236}">
                  <a16:creationId xmlns:a16="http://schemas.microsoft.com/office/drawing/2014/main" id="{04DDC760-F7D8-9613-D0F5-1F2C6A2DE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3742" y="521385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7" name="Oval 686">
              <a:extLst>
                <a:ext uri="{FF2B5EF4-FFF2-40B4-BE49-F238E27FC236}">
                  <a16:creationId xmlns:a16="http://schemas.microsoft.com/office/drawing/2014/main" id="{F52CD8E1-3967-906C-CEB3-9079A5F20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677" y="521292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8" name="Oval 687">
              <a:extLst>
                <a:ext uri="{FF2B5EF4-FFF2-40B4-BE49-F238E27FC236}">
                  <a16:creationId xmlns:a16="http://schemas.microsoft.com/office/drawing/2014/main" id="{EA882705-0DB9-99A5-D81F-AD6102117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8417" y="521759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9" name="Oval 688">
              <a:extLst>
                <a:ext uri="{FF2B5EF4-FFF2-40B4-BE49-F238E27FC236}">
                  <a16:creationId xmlns:a16="http://schemas.microsoft.com/office/drawing/2014/main" id="{F809A7A1-46A2-B484-CFEF-4AF41CA15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2157" y="522975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0" name="Oval 689">
              <a:extLst>
                <a:ext uri="{FF2B5EF4-FFF2-40B4-BE49-F238E27FC236}">
                  <a16:creationId xmlns:a16="http://schemas.microsoft.com/office/drawing/2014/main" id="{5F91CD87-1668-B5F0-2759-D52AA0687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767" y="525406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1" name="Oval 690">
              <a:extLst>
                <a:ext uri="{FF2B5EF4-FFF2-40B4-BE49-F238E27FC236}">
                  <a16:creationId xmlns:a16="http://schemas.microsoft.com/office/drawing/2014/main" id="{FEA2115C-9558-ADFA-09ED-B42F97918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312" y="526808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2" name="Oval 691">
              <a:extLst>
                <a:ext uri="{FF2B5EF4-FFF2-40B4-BE49-F238E27FC236}">
                  <a16:creationId xmlns:a16="http://schemas.microsoft.com/office/drawing/2014/main" id="{704415E0-1B45-D4CE-42EF-032378FBB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792" y="527743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3" name="Oval 692">
              <a:extLst>
                <a:ext uri="{FF2B5EF4-FFF2-40B4-BE49-F238E27FC236}">
                  <a16:creationId xmlns:a16="http://schemas.microsoft.com/office/drawing/2014/main" id="{18F2AE43-92E0-F07E-01F9-5225C681C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1142" y="530174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4" name="Oval 693">
              <a:extLst>
                <a:ext uri="{FF2B5EF4-FFF2-40B4-BE49-F238E27FC236}">
                  <a16:creationId xmlns:a16="http://schemas.microsoft.com/office/drawing/2014/main" id="{187679F2-CA6E-2C94-E624-C46DF4664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0492" y="5310163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5" name="Oval 694">
              <a:extLst>
                <a:ext uri="{FF2B5EF4-FFF2-40B4-BE49-F238E27FC236}">
                  <a16:creationId xmlns:a16="http://schemas.microsoft.com/office/drawing/2014/main" id="{9D1FB5FC-7668-7AAB-C73B-06888A6F6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0778" y="5325123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6" name="Oval 695">
              <a:extLst>
                <a:ext uri="{FF2B5EF4-FFF2-40B4-BE49-F238E27FC236}">
                  <a16:creationId xmlns:a16="http://schemas.microsoft.com/office/drawing/2014/main" id="{37A7E402-6177-894D-2C8F-AC9C99FC5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3662" y="524845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7" name="Oval 696">
              <a:extLst>
                <a:ext uri="{FF2B5EF4-FFF2-40B4-BE49-F238E27FC236}">
                  <a16:creationId xmlns:a16="http://schemas.microsoft.com/office/drawing/2014/main" id="{85BF9C53-A8E6-03B6-BDC3-63794E759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3662" y="524658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8" name="Oval 697">
              <a:extLst>
                <a:ext uri="{FF2B5EF4-FFF2-40B4-BE49-F238E27FC236}">
                  <a16:creationId xmlns:a16="http://schemas.microsoft.com/office/drawing/2014/main" id="{71B9DE60-600D-6BBC-4552-3ED20265E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5532" y="524471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9" name="Oval 698">
              <a:extLst>
                <a:ext uri="{FF2B5EF4-FFF2-40B4-BE49-F238E27FC236}">
                  <a16:creationId xmlns:a16="http://schemas.microsoft.com/office/drawing/2014/main" id="{E220E6B3-7414-EF25-A9DA-1242F50B9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8337" y="525499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0" name="Oval 699">
              <a:extLst>
                <a:ext uri="{FF2B5EF4-FFF2-40B4-BE49-F238E27FC236}">
                  <a16:creationId xmlns:a16="http://schemas.microsoft.com/office/drawing/2014/main" id="{58D940F5-2B1A-9DFF-383F-BFBF4EC1A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2078" y="525967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1" name="Oval 700">
              <a:extLst>
                <a:ext uri="{FF2B5EF4-FFF2-40B4-BE49-F238E27FC236}">
                  <a16:creationId xmlns:a16="http://schemas.microsoft.com/office/drawing/2014/main" id="{BEF67AC7-D562-4E59-00B8-8B99B0A49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688" y="526995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2" name="Oval 701">
              <a:extLst>
                <a:ext uri="{FF2B5EF4-FFF2-40B4-BE49-F238E27FC236}">
                  <a16:creationId xmlns:a16="http://schemas.microsoft.com/office/drawing/2014/main" id="{7594FBEA-669B-8EAE-8070-A8E2500FB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3298" y="529333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3" name="Oval 702">
              <a:extLst>
                <a:ext uri="{FF2B5EF4-FFF2-40B4-BE49-F238E27FC236}">
                  <a16:creationId xmlns:a16="http://schemas.microsoft.com/office/drawing/2014/main" id="{25011618-AD61-E39B-E815-C1C5E1196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0778" y="5308293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4" name="Oval 703">
              <a:extLst>
                <a:ext uri="{FF2B5EF4-FFF2-40B4-BE49-F238E27FC236}">
                  <a16:creationId xmlns:a16="http://schemas.microsoft.com/office/drawing/2014/main" id="{03B4C893-EFCB-F9D6-3ADE-26B762CAD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58" y="532512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5" name="Oval 704">
              <a:extLst>
                <a:ext uri="{FF2B5EF4-FFF2-40B4-BE49-F238E27FC236}">
                  <a16:creationId xmlns:a16="http://schemas.microsoft.com/office/drawing/2014/main" id="{DF5A399C-40CD-65DA-893E-44E06D8A1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2648" y="527276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6" name="Oval 705">
              <a:extLst>
                <a:ext uri="{FF2B5EF4-FFF2-40B4-BE49-F238E27FC236}">
                  <a16:creationId xmlns:a16="http://schemas.microsoft.com/office/drawing/2014/main" id="{4BBDC6E9-AA5B-D153-D920-0D0C8F576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582" y="5276503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7" name="Oval 706">
              <a:extLst>
                <a:ext uri="{FF2B5EF4-FFF2-40B4-BE49-F238E27FC236}">
                  <a16:creationId xmlns:a16="http://schemas.microsoft.com/office/drawing/2014/main" id="{6BC09C0D-EA93-6638-1E33-BEB4E9F93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4518" y="527089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8" name="Oval 707">
              <a:extLst>
                <a:ext uri="{FF2B5EF4-FFF2-40B4-BE49-F238E27FC236}">
                  <a16:creationId xmlns:a16="http://schemas.microsoft.com/office/drawing/2014/main" id="{66DDEC52-8B3F-C489-7CBE-CCFF4C2D2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7322" y="527837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9" name="Oval 708">
              <a:extLst>
                <a:ext uri="{FF2B5EF4-FFF2-40B4-BE49-F238E27FC236}">
                  <a16:creationId xmlns:a16="http://schemas.microsoft.com/office/drawing/2014/main" id="{0521E38F-E522-EB15-1852-8E7763D1E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062" y="528304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0" name="Oval 709">
              <a:extLst>
                <a:ext uri="{FF2B5EF4-FFF2-40B4-BE49-F238E27FC236}">
                  <a16:creationId xmlns:a16="http://schemas.microsoft.com/office/drawing/2014/main" id="{993D4436-7B51-9E55-B8F8-6E30C6531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738" y="529707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1" name="Oval 710">
              <a:extLst>
                <a:ext uri="{FF2B5EF4-FFF2-40B4-BE49-F238E27FC236}">
                  <a16:creationId xmlns:a16="http://schemas.microsoft.com/office/drawing/2014/main" id="{A36479D7-3C4E-D576-A829-62D66DC02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348" y="531203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2" name="Oval 711">
              <a:extLst>
                <a:ext uri="{FF2B5EF4-FFF2-40B4-BE49-F238E27FC236}">
                  <a16:creationId xmlns:a16="http://schemas.microsoft.com/office/drawing/2014/main" id="{9CFE31C8-5103-2754-0733-DE08D4658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1633" y="530174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3" name="Oval 712">
              <a:extLst>
                <a:ext uri="{FF2B5EF4-FFF2-40B4-BE49-F238E27FC236}">
                  <a16:creationId xmlns:a16="http://schemas.microsoft.com/office/drawing/2014/main" id="{AD6F83BF-6641-41E9-D3AF-EB2093399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1633" y="529613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4" name="Oval 713">
              <a:extLst>
                <a:ext uri="{FF2B5EF4-FFF2-40B4-BE49-F238E27FC236}">
                  <a16:creationId xmlns:a16="http://schemas.microsoft.com/office/drawing/2014/main" id="{B13C5535-8075-3661-3F77-CD668C33D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3503" y="5293333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5" name="Oval 714">
              <a:extLst>
                <a:ext uri="{FF2B5EF4-FFF2-40B4-BE49-F238E27FC236}">
                  <a16:creationId xmlns:a16="http://schemas.microsoft.com/office/drawing/2014/main" id="{2DEA4A4C-0921-26A9-704F-2B7603A15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373" y="530361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6" name="Oval 715">
              <a:extLst>
                <a:ext uri="{FF2B5EF4-FFF2-40B4-BE49-F238E27FC236}">
                  <a16:creationId xmlns:a16="http://schemas.microsoft.com/office/drawing/2014/main" id="{3C782A68-4D04-A50D-FA0B-851998A66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9113" y="530642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7" name="Oval 716">
              <a:extLst>
                <a:ext uri="{FF2B5EF4-FFF2-40B4-BE49-F238E27FC236}">
                  <a16:creationId xmlns:a16="http://schemas.microsoft.com/office/drawing/2014/main" id="{35E90F94-6A67-DB3C-435B-BCFD92BAA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788" y="5321383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8" name="Oval 717">
              <a:extLst>
                <a:ext uri="{FF2B5EF4-FFF2-40B4-BE49-F238E27FC236}">
                  <a16:creationId xmlns:a16="http://schemas.microsoft.com/office/drawing/2014/main" id="{1204415B-2943-D581-C113-3E63FB4BC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8748" y="5318578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9" name="Oval 718">
              <a:extLst>
                <a:ext uri="{FF2B5EF4-FFF2-40B4-BE49-F238E27FC236}">
                  <a16:creationId xmlns:a16="http://schemas.microsoft.com/office/drawing/2014/main" id="{8C8FD88D-F65A-2D7A-BA04-D710D1F23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9683" y="5314838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0" name="Oval 719">
              <a:extLst>
                <a:ext uri="{FF2B5EF4-FFF2-40B4-BE49-F238E27FC236}">
                  <a16:creationId xmlns:a16="http://schemas.microsoft.com/office/drawing/2014/main" id="{DBF9FF1E-1A3D-8569-83C8-51B8CB946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0618" y="5308293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1" name="Oval 720">
              <a:extLst>
                <a:ext uri="{FF2B5EF4-FFF2-40B4-BE49-F238E27FC236}">
                  <a16:creationId xmlns:a16="http://schemas.microsoft.com/office/drawing/2014/main" id="{06948D01-CADC-F6B1-395A-E352AD718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488" y="5318578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2" name="Oval 721">
              <a:extLst>
                <a:ext uri="{FF2B5EF4-FFF2-40B4-BE49-F238E27FC236}">
                  <a16:creationId xmlns:a16="http://schemas.microsoft.com/office/drawing/2014/main" id="{91A3A184-50D1-C25A-6C7B-51C0B246B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6798" y="532325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3" name="Oval 722">
              <a:extLst>
                <a:ext uri="{FF2B5EF4-FFF2-40B4-BE49-F238E27FC236}">
                  <a16:creationId xmlns:a16="http://schemas.microsoft.com/office/drawing/2014/main" id="{A0195A41-8C83-62AB-2FAA-C3196C589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8668" y="5326058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4" name="Oval 723">
              <a:extLst>
                <a:ext uri="{FF2B5EF4-FFF2-40B4-BE49-F238E27FC236}">
                  <a16:creationId xmlns:a16="http://schemas.microsoft.com/office/drawing/2014/main" id="{B1A0B5AD-6C04-4E74-B0C1-EFE0E5D9C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8748" y="5318578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5" name="Oval 724">
              <a:extLst>
                <a:ext uri="{FF2B5EF4-FFF2-40B4-BE49-F238E27FC236}">
                  <a16:creationId xmlns:a16="http://schemas.microsoft.com/office/drawing/2014/main" id="{6F3FE454-9E70-C1DE-D1F2-87C563F10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9683" y="5322318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6" name="Oval 725">
              <a:extLst>
                <a:ext uri="{FF2B5EF4-FFF2-40B4-BE49-F238E27FC236}">
                  <a16:creationId xmlns:a16="http://schemas.microsoft.com/office/drawing/2014/main" id="{39B85AD3-A411-4305-FF1C-0EFC587C0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0618" y="5326993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7" name="Oval 726">
              <a:extLst>
                <a:ext uri="{FF2B5EF4-FFF2-40B4-BE49-F238E27FC236}">
                  <a16:creationId xmlns:a16="http://schemas.microsoft.com/office/drawing/2014/main" id="{600FFD76-B457-8B78-1696-CF9FE69B8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488" y="532512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8" name="Oval 727">
              <a:extLst>
                <a:ext uri="{FF2B5EF4-FFF2-40B4-BE49-F238E27FC236}">
                  <a16:creationId xmlns:a16="http://schemas.microsoft.com/office/drawing/2014/main" id="{544D6AAB-22AD-0EDA-D572-406DF2B46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1633" y="530174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9" name="Oval 728">
              <a:extLst>
                <a:ext uri="{FF2B5EF4-FFF2-40B4-BE49-F238E27FC236}">
                  <a16:creationId xmlns:a16="http://schemas.microsoft.com/office/drawing/2014/main" id="{43B93CB2-763C-A7BE-A5D5-F39A5B4C5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1633" y="530268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0" name="Oval 729">
              <a:extLst>
                <a:ext uri="{FF2B5EF4-FFF2-40B4-BE49-F238E27FC236}">
                  <a16:creationId xmlns:a16="http://schemas.microsoft.com/office/drawing/2014/main" id="{01CE50FA-DA3F-25E7-5B3B-A2BBF40F9E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3503" y="5312033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1" name="Oval 730">
              <a:extLst>
                <a:ext uri="{FF2B5EF4-FFF2-40B4-BE49-F238E27FC236}">
                  <a16:creationId xmlns:a16="http://schemas.microsoft.com/office/drawing/2014/main" id="{774F014B-387D-A753-B98D-9CED33967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373" y="5309228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2" name="Oval 731">
              <a:extLst>
                <a:ext uri="{FF2B5EF4-FFF2-40B4-BE49-F238E27FC236}">
                  <a16:creationId xmlns:a16="http://schemas.microsoft.com/office/drawing/2014/main" id="{40B9E0EE-0B35-4B72-9FF3-9D5145DFB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9113" y="531016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3" name="Oval 732">
              <a:extLst>
                <a:ext uri="{FF2B5EF4-FFF2-40B4-BE49-F238E27FC236}">
                  <a16:creationId xmlns:a16="http://schemas.microsoft.com/office/drawing/2014/main" id="{78C31011-7DE9-2C70-56D5-EE3F696A4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2648" y="527276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4" name="Oval 733">
              <a:extLst>
                <a:ext uri="{FF2B5EF4-FFF2-40B4-BE49-F238E27FC236}">
                  <a16:creationId xmlns:a16="http://schemas.microsoft.com/office/drawing/2014/main" id="{069A2862-AEBB-0536-78E0-3D17830CF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582" y="527743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5" name="Oval 734">
              <a:extLst>
                <a:ext uri="{FF2B5EF4-FFF2-40B4-BE49-F238E27FC236}">
                  <a16:creationId xmlns:a16="http://schemas.microsoft.com/office/drawing/2014/main" id="{03DC60F9-BAF3-34F7-4426-BEDBB3404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4518" y="528024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6" name="Oval 735">
              <a:extLst>
                <a:ext uri="{FF2B5EF4-FFF2-40B4-BE49-F238E27FC236}">
                  <a16:creationId xmlns:a16="http://schemas.microsoft.com/office/drawing/2014/main" id="{ECB8EADF-3B3F-3658-6FA9-5DB8D0C37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7322" y="528398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7" name="Oval 736">
              <a:extLst>
                <a:ext uri="{FF2B5EF4-FFF2-40B4-BE49-F238E27FC236}">
                  <a16:creationId xmlns:a16="http://schemas.microsoft.com/office/drawing/2014/main" id="{FC21E8CE-7FDC-0B36-9847-03E4D862B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062" y="529239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8" name="Oval 737">
              <a:extLst>
                <a:ext uri="{FF2B5EF4-FFF2-40B4-BE49-F238E27FC236}">
                  <a16:creationId xmlns:a16="http://schemas.microsoft.com/office/drawing/2014/main" id="{FCB75394-017D-5973-479A-6CF528585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738" y="530642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9" name="Oval 738">
              <a:extLst>
                <a:ext uri="{FF2B5EF4-FFF2-40B4-BE49-F238E27FC236}">
                  <a16:creationId xmlns:a16="http://schemas.microsoft.com/office/drawing/2014/main" id="{6B4F1E36-357A-14A2-5B89-E83111F34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3662" y="524845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0" name="Oval 739">
              <a:extLst>
                <a:ext uri="{FF2B5EF4-FFF2-40B4-BE49-F238E27FC236}">
                  <a16:creationId xmlns:a16="http://schemas.microsoft.com/office/drawing/2014/main" id="{5053D97F-7D82-1656-063D-F6714B16E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3662" y="526060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1" name="Oval 740">
              <a:extLst>
                <a:ext uri="{FF2B5EF4-FFF2-40B4-BE49-F238E27FC236}">
                  <a16:creationId xmlns:a16="http://schemas.microsoft.com/office/drawing/2014/main" id="{B2031FFE-9AFB-6F0C-5674-9DF4A036D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5532" y="524658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2" name="Oval 741">
              <a:extLst>
                <a:ext uri="{FF2B5EF4-FFF2-40B4-BE49-F238E27FC236}">
                  <a16:creationId xmlns:a16="http://schemas.microsoft.com/office/drawing/2014/main" id="{16E981DD-6952-6376-6A1D-CC995E31C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8337" y="524751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3" name="Oval 742">
              <a:extLst>
                <a:ext uri="{FF2B5EF4-FFF2-40B4-BE49-F238E27FC236}">
                  <a16:creationId xmlns:a16="http://schemas.microsoft.com/office/drawing/2014/main" id="{23012F33-9F76-A7C4-10BC-09119FB91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2078" y="526621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4" name="Oval 743">
              <a:extLst>
                <a:ext uri="{FF2B5EF4-FFF2-40B4-BE49-F238E27FC236}">
                  <a16:creationId xmlns:a16="http://schemas.microsoft.com/office/drawing/2014/main" id="{AFB0F136-155D-33AA-F348-36C03F0AC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688" y="5283983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5" name="Oval 744">
              <a:extLst>
                <a:ext uri="{FF2B5EF4-FFF2-40B4-BE49-F238E27FC236}">
                  <a16:creationId xmlns:a16="http://schemas.microsoft.com/office/drawing/2014/main" id="{67B77B9A-2167-3D32-C0E6-9CAA6F7CD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3298" y="529613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6" name="Oval 745">
              <a:extLst>
                <a:ext uri="{FF2B5EF4-FFF2-40B4-BE49-F238E27FC236}">
                  <a16:creationId xmlns:a16="http://schemas.microsoft.com/office/drawing/2014/main" id="{7BCA4B92-D647-D73E-445A-8C56DA6A4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0778" y="5314838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7" name="Oval 746">
              <a:extLst>
                <a:ext uri="{FF2B5EF4-FFF2-40B4-BE49-F238E27FC236}">
                  <a16:creationId xmlns:a16="http://schemas.microsoft.com/office/drawing/2014/main" id="{37F95D97-C850-2FCE-4783-D9BECCF09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2807" y="522414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8" name="Oval 747">
              <a:extLst>
                <a:ext uri="{FF2B5EF4-FFF2-40B4-BE49-F238E27FC236}">
                  <a16:creationId xmlns:a16="http://schemas.microsoft.com/office/drawing/2014/main" id="{00F22E90-43E0-E4E2-D76A-FA1A5E17A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3742" y="522040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9" name="Oval 748">
              <a:extLst>
                <a:ext uri="{FF2B5EF4-FFF2-40B4-BE49-F238E27FC236}">
                  <a16:creationId xmlns:a16="http://schemas.microsoft.com/office/drawing/2014/main" id="{75FEC01A-D8E7-6D34-0D17-DC2AED9E69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677" y="520450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0" name="Oval 749">
              <a:extLst>
                <a:ext uri="{FF2B5EF4-FFF2-40B4-BE49-F238E27FC236}">
                  <a16:creationId xmlns:a16="http://schemas.microsoft.com/office/drawing/2014/main" id="{63B0E905-D14B-7D0D-C475-AA1814524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8417" y="522040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1" name="Oval 750">
              <a:extLst>
                <a:ext uri="{FF2B5EF4-FFF2-40B4-BE49-F238E27FC236}">
                  <a16:creationId xmlns:a16="http://schemas.microsoft.com/office/drawing/2014/main" id="{D6A777F5-38F5-C0BA-E190-7A9C9EC8E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2157" y="524845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2" name="Oval 751">
              <a:extLst>
                <a:ext uri="{FF2B5EF4-FFF2-40B4-BE49-F238E27FC236}">
                  <a16:creationId xmlns:a16="http://schemas.microsoft.com/office/drawing/2014/main" id="{3D54A3E5-1603-6E62-5F07-0E8E764F8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767" y="525406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3" name="Oval 752">
              <a:extLst>
                <a:ext uri="{FF2B5EF4-FFF2-40B4-BE49-F238E27FC236}">
                  <a16:creationId xmlns:a16="http://schemas.microsoft.com/office/drawing/2014/main" id="{C1F1D5BC-0462-6069-3E74-74DC95BE5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312" y="526154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4" name="Oval 753">
              <a:extLst>
                <a:ext uri="{FF2B5EF4-FFF2-40B4-BE49-F238E27FC236}">
                  <a16:creationId xmlns:a16="http://schemas.microsoft.com/office/drawing/2014/main" id="{06400EE8-6F70-C301-950D-F2A603AF0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792" y="528211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5" name="Oval 754">
              <a:extLst>
                <a:ext uri="{FF2B5EF4-FFF2-40B4-BE49-F238E27FC236}">
                  <a16:creationId xmlns:a16="http://schemas.microsoft.com/office/drawing/2014/main" id="{BB164435-67A3-6184-8EE8-CF0D09878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1142" y="530361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6" name="Oval 755">
              <a:extLst>
                <a:ext uri="{FF2B5EF4-FFF2-40B4-BE49-F238E27FC236}">
                  <a16:creationId xmlns:a16="http://schemas.microsoft.com/office/drawing/2014/main" id="{E23C886E-2790-DFCF-B415-A1D895885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0492" y="5324188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7" name="Oval 756">
              <a:extLst>
                <a:ext uri="{FF2B5EF4-FFF2-40B4-BE49-F238E27FC236}">
                  <a16:creationId xmlns:a16="http://schemas.microsoft.com/office/drawing/2014/main" id="{54C73044-769C-61E9-4D0A-B0A21078F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1017" y="518580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8" name="Oval 757">
              <a:extLst>
                <a:ext uri="{FF2B5EF4-FFF2-40B4-BE49-F238E27FC236}">
                  <a16:creationId xmlns:a16="http://schemas.microsoft.com/office/drawing/2014/main" id="{6D0D6D4A-136C-29B3-56FD-B46117EB9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1017" y="517926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9" name="Oval 758">
              <a:extLst>
                <a:ext uri="{FF2B5EF4-FFF2-40B4-BE49-F238E27FC236}">
                  <a16:creationId xmlns:a16="http://schemas.microsoft.com/office/drawing/2014/main" id="{CBDA4134-2CB5-9EFF-315F-57B72250C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2887" y="517271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0" name="Oval 759">
              <a:extLst>
                <a:ext uri="{FF2B5EF4-FFF2-40B4-BE49-F238E27FC236}">
                  <a16:creationId xmlns:a16="http://schemas.microsoft.com/office/drawing/2014/main" id="{CAA21CA4-6DFE-4DEE-25B0-7B90BC9A3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627" y="519609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1" name="Oval 760">
              <a:extLst>
                <a:ext uri="{FF2B5EF4-FFF2-40B4-BE49-F238E27FC236}">
                  <a16:creationId xmlns:a16="http://schemas.microsoft.com/office/drawing/2014/main" id="{9C21D676-10AA-B088-E608-455C4470F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1302" y="522507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2" name="Oval 761">
              <a:extLst>
                <a:ext uri="{FF2B5EF4-FFF2-40B4-BE49-F238E27FC236}">
                  <a16:creationId xmlns:a16="http://schemas.microsoft.com/office/drawing/2014/main" id="{01A1D180-76BD-7081-7812-3F0CADE9E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6912" y="522881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3" name="Oval 762">
              <a:extLst>
                <a:ext uri="{FF2B5EF4-FFF2-40B4-BE49-F238E27FC236}">
                  <a16:creationId xmlns:a16="http://schemas.microsoft.com/office/drawing/2014/main" id="{6D4254E8-70C3-0DF3-8285-B4D3C6BB1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4392" y="523162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4" name="Oval 763">
              <a:extLst>
                <a:ext uri="{FF2B5EF4-FFF2-40B4-BE49-F238E27FC236}">
                  <a16:creationId xmlns:a16="http://schemas.microsoft.com/office/drawing/2014/main" id="{AE9ACB42-6692-2272-8AA0-516FBB56B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2807" y="524845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5" name="Oval 764">
              <a:extLst>
                <a:ext uri="{FF2B5EF4-FFF2-40B4-BE49-F238E27FC236}">
                  <a16:creationId xmlns:a16="http://schemas.microsoft.com/office/drawing/2014/main" id="{EFC45700-19D1-A522-66E0-45AB681C0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2157" y="527182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6" name="Oval 765">
              <a:extLst>
                <a:ext uri="{FF2B5EF4-FFF2-40B4-BE49-F238E27FC236}">
                  <a16:creationId xmlns:a16="http://schemas.microsoft.com/office/drawing/2014/main" id="{1976A149-B515-1543-5032-E04F01184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2442" y="5302683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7" name="Oval 766">
              <a:extLst>
                <a:ext uri="{FF2B5EF4-FFF2-40B4-BE49-F238E27FC236}">
                  <a16:creationId xmlns:a16="http://schemas.microsoft.com/office/drawing/2014/main" id="{70A04802-3372-20A9-EB63-5A75A88A5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3662" y="5325123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8" name="Oval 767">
              <a:extLst>
                <a:ext uri="{FF2B5EF4-FFF2-40B4-BE49-F238E27FC236}">
                  <a16:creationId xmlns:a16="http://schemas.microsoft.com/office/drawing/2014/main" id="{328E1934-CCCF-8012-5142-4E724B78B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7357" y="515121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9" name="Oval 768">
              <a:extLst>
                <a:ext uri="{FF2B5EF4-FFF2-40B4-BE49-F238E27FC236}">
                  <a16:creationId xmlns:a16="http://schemas.microsoft.com/office/drawing/2014/main" id="{B21D80E8-2AE6-8FF3-4693-945532837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292" y="514466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0" name="Oval 769">
              <a:extLst>
                <a:ext uri="{FF2B5EF4-FFF2-40B4-BE49-F238E27FC236}">
                  <a16:creationId xmlns:a16="http://schemas.microsoft.com/office/drawing/2014/main" id="{4BAADBFF-5BDA-4B78-82A1-C3BC189CF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0162" y="513064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1" name="Oval 770">
              <a:extLst>
                <a:ext uri="{FF2B5EF4-FFF2-40B4-BE49-F238E27FC236}">
                  <a16:creationId xmlns:a16="http://schemas.microsoft.com/office/drawing/2014/main" id="{420D7007-D2FE-9E3A-FD0A-C8045604C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3902" y="515401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2" name="Oval 771">
              <a:extLst>
                <a:ext uri="{FF2B5EF4-FFF2-40B4-BE49-F238E27FC236}">
                  <a16:creationId xmlns:a16="http://schemas.microsoft.com/office/drawing/2014/main" id="{AD2AB39B-D40D-5360-4BEC-5D6FFB2F0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577" y="518861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3" name="Oval 772">
              <a:extLst>
                <a:ext uri="{FF2B5EF4-FFF2-40B4-BE49-F238E27FC236}">
                  <a16:creationId xmlns:a16="http://schemas.microsoft.com/office/drawing/2014/main" id="{CB64AF29-2AA9-5F34-CF7A-FD897DBF7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5122" y="520263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4" name="Oval 773">
              <a:extLst>
                <a:ext uri="{FF2B5EF4-FFF2-40B4-BE49-F238E27FC236}">
                  <a16:creationId xmlns:a16="http://schemas.microsoft.com/office/drawing/2014/main" id="{A133907B-F134-8F98-AB14-6BF8DAF06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3537" y="520731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5" name="Oval 774">
              <a:extLst>
                <a:ext uri="{FF2B5EF4-FFF2-40B4-BE49-F238E27FC236}">
                  <a16:creationId xmlns:a16="http://schemas.microsoft.com/office/drawing/2014/main" id="{8773A6D2-A77B-36C4-5D32-D75B75A6A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1952" y="521385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6" name="Oval 775">
              <a:extLst>
                <a:ext uri="{FF2B5EF4-FFF2-40B4-BE49-F238E27FC236}">
                  <a16:creationId xmlns:a16="http://schemas.microsoft.com/office/drawing/2014/main" id="{8F7BF7B9-3B87-4209-3262-32257FA97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2237" y="524284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7" name="Oval 776">
              <a:extLst>
                <a:ext uri="{FF2B5EF4-FFF2-40B4-BE49-F238E27FC236}">
                  <a16:creationId xmlns:a16="http://schemas.microsoft.com/office/drawing/2014/main" id="{2105BB78-9DF7-375C-06E7-FCFC3539C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3457" y="5272763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8" name="Oval 777">
              <a:extLst>
                <a:ext uri="{FF2B5EF4-FFF2-40B4-BE49-F238E27FC236}">
                  <a16:creationId xmlns:a16="http://schemas.microsoft.com/office/drawing/2014/main" id="{A2E7E59D-D12E-3185-D548-62B87115F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677" y="529894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9" name="Oval 778">
              <a:extLst>
                <a:ext uri="{FF2B5EF4-FFF2-40B4-BE49-F238E27FC236}">
                  <a16:creationId xmlns:a16="http://schemas.microsoft.com/office/drawing/2014/main" id="{2132DF5A-AA79-FB91-E2E0-787350A09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767" y="5320448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0" name="Oval 779">
              <a:extLst>
                <a:ext uri="{FF2B5EF4-FFF2-40B4-BE49-F238E27FC236}">
                  <a16:creationId xmlns:a16="http://schemas.microsoft.com/office/drawing/2014/main" id="{31751A8A-2410-1D37-BC1E-3347EDCB1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761" y="511942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1" name="Oval 780">
              <a:extLst>
                <a:ext uri="{FF2B5EF4-FFF2-40B4-BE49-F238E27FC236}">
                  <a16:creationId xmlns:a16="http://schemas.microsoft.com/office/drawing/2014/main" id="{DE79BA80-C896-0B1D-CBA5-F4C317FB8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697" y="510820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2" name="Oval 781">
              <a:extLst>
                <a:ext uri="{FF2B5EF4-FFF2-40B4-BE49-F238E27FC236}">
                  <a16:creationId xmlns:a16="http://schemas.microsoft.com/office/drawing/2014/main" id="{0603A218-1807-7BAF-EA77-7091452E6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567" y="509698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3" name="Oval 782">
              <a:extLst>
                <a:ext uri="{FF2B5EF4-FFF2-40B4-BE49-F238E27FC236}">
                  <a16:creationId xmlns:a16="http://schemas.microsoft.com/office/drawing/2014/main" id="{FB287316-FAD1-8B7C-8FBC-FAD4E7648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307" y="512316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4" name="Oval 783">
              <a:extLst>
                <a:ext uri="{FF2B5EF4-FFF2-40B4-BE49-F238E27FC236}">
                  <a16:creationId xmlns:a16="http://schemas.microsoft.com/office/drawing/2014/main" id="{074B7AAC-C231-EF30-EE33-66373C430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4917" y="515308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5" name="Oval 784">
              <a:extLst>
                <a:ext uri="{FF2B5EF4-FFF2-40B4-BE49-F238E27FC236}">
                  <a16:creationId xmlns:a16="http://schemas.microsoft.com/office/drawing/2014/main" id="{0962877C-947B-1634-3890-33650197D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2397" y="517178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6" name="Oval 785">
              <a:extLst>
                <a:ext uri="{FF2B5EF4-FFF2-40B4-BE49-F238E27FC236}">
                  <a16:creationId xmlns:a16="http://schemas.microsoft.com/office/drawing/2014/main" id="{583DDDB0-8D3C-5D28-D4C8-29E52118A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0812" y="518113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7" name="Oval 786">
              <a:extLst>
                <a:ext uri="{FF2B5EF4-FFF2-40B4-BE49-F238E27FC236}">
                  <a16:creationId xmlns:a16="http://schemas.microsoft.com/office/drawing/2014/main" id="{AB377038-699E-4AAF-ADD4-5A2E41ABF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0162" y="518954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8" name="Oval 787">
              <a:extLst>
                <a:ext uri="{FF2B5EF4-FFF2-40B4-BE49-F238E27FC236}">
                  <a16:creationId xmlns:a16="http://schemas.microsoft.com/office/drawing/2014/main" id="{D95AE723-80B7-327F-5C4C-A5E37C091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1382" y="521759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9" name="Oval 788">
              <a:extLst>
                <a:ext uri="{FF2B5EF4-FFF2-40B4-BE49-F238E27FC236}">
                  <a16:creationId xmlns:a16="http://schemas.microsoft.com/office/drawing/2014/main" id="{8888DA63-1D7B-4F73-F3EA-B5B5E6E4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3537" y="524377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0" name="Oval 789">
              <a:extLst>
                <a:ext uri="{FF2B5EF4-FFF2-40B4-BE49-F238E27FC236}">
                  <a16:creationId xmlns:a16="http://schemas.microsoft.com/office/drawing/2014/main" id="{0E5323CF-CB93-FDB1-9121-57AC144EF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5692" y="526434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1" name="Oval 790">
              <a:extLst>
                <a:ext uri="{FF2B5EF4-FFF2-40B4-BE49-F238E27FC236}">
                  <a16:creationId xmlns:a16="http://schemas.microsoft.com/office/drawing/2014/main" id="{DF9FFE38-70A1-83F4-AEFF-CB8953376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9717" y="529146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2" name="Oval 791">
              <a:extLst>
                <a:ext uri="{FF2B5EF4-FFF2-40B4-BE49-F238E27FC236}">
                  <a16:creationId xmlns:a16="http://schemas.microsoft.com/office/drawing/2014/main" id="{48E962E1-CFD7-FCA8-7F51-65734CF4B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6296" y="5071736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3" name="Oval 792">
              <a:extLst>
                <a:ext uri="{FF2B5EF4-FFF2-40B4-BE49-F238E27FC236}">
                  <a16:creationId xmlns:a16="http://schemas.microsoft.com/office/drawing/2014/main" id="{A5DE6301-CFEF-A660-9B64-1CF4C2433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7231" y="506612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4" name="Oval 793">
              <a:extLst>
                <a:ext uri="{FF2B5EF4-FFF2-40B4-BE49-F238E27FC236}">
                  <a16:creationId xmlns:a16="http://schemas.microsoft.com/office/drawing/2014/main" id="{BB8DE6B5-3CE3-A17C-8BE8-4501757B4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036" y="5061451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5" name="Oval 794">
              <a:extLst>
                <a:ext uri="{FF2B5EF4-FFF2-40B4-BE49-F238E27FC236}">
                  <a16:creationId xmlns:a16="http://schemas.microsoft.com/office/drawing/2014/main" id="{E5E4B8BA-15C8-E287-C6B3-65A93299A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3776" y="508389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6" name="Oval 795">
              <a:extLst>
                <a:ext uri="{FF2B5EF4-FFF2-40B4-BE49-F238E27FC236}">
                  <a16:creationId xmlns:a16="http://schemas.microsoft.com/office/drawing/2014/main" id="{988E8F40-6C12-1B01-EC99-662FE0C502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0321" y="5114746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7" name="Oval 796">
              <a:extLst>
                <a:ext uri="{FF2B5EF4-FFF2-40B4-BE49-F238E27FC236}">
                  <a16:creationId xmlns:a16="http://schemas.microsoft.com/office/drawing/2014/main" id="{7F982013-7F29-534D-8961-69F0BCFB0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7801" y="512970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8" name="Oval 797">
              <a:extLst>
                <a:ext uri="{FF2B5EF4-FFF2-40B4-BE49-F238E27FC236}">
                  <a16:creationId xmlns:a16="http://schemas.microsoft.com/office/drawing/2014/main" id="{5FBFF6FF-77E5-43A1-AA60-B2DE2B077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7151" y="514653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9" name="Oval 798">
              <a:extLst>
                <a:ext uri="{FF2B5EF4-FFF2-40B4-BE49-F238E27FC236}">
                  <a16:creationId xmlns:a16="http://schemas.microsoft.com/office/drawing/2014/main" id="{761D1855-D817-19A8-A8C9-AEC2FAA35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437" y="516804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0" name="Oval 799">
              <a:extLst>
                <a:ext uri="{FF2B5EF4-FFF2-40B4-BE49-F238E27FC236}">
                  <a16:creationId xmlns:a16="http://schemas.microsoft.com/office/drawing/2014/main" id="{6F375A7B-5B91-0D8C-3A58-587D71D57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591" y="519983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1" name="Oval 800">
              <a:extLst>
                <a:ext uri="{FF2B5EF4-FFF2-40B4-BE49-F238E27FC236}">
                  <a16:creationId xmlns:a16="http://schemas.microsoft.com/office/drawing/2014/main" id="{E73F8AE8-DB49-A8D2-1045-830E8F10C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682" y="521479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2" name="Oval 801">
              <a:extLst>
                <a:ext uri="{FF2B5EF4-FFF2-40B4-BE49-F238E27FC236}">
                  <a16:creationId xmlns:a16="http://schemas.microsoft.com/office/drawing/2014/main" id="{8F4C1967-3B75-2123-4926-544206519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772" y="523816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3" name="Oval 802">
              <a:extLst>
                <a:ext uri="{FF2B5EF4-FFF2-40B4-BE49-F238E27FC236}">
                  <a16:creationId xmlns:a16="http://schemas.microsoft.com/office/drawing/2014/main" id="{7C2DF8E1-4D69-C5F4-48F4-32BE6F20B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0732" y="526341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4" name="Oval 803">
              <a:extLst>
                <a:ext uri="{FF2B5EF4-FFF2-40B4-BE49-F238E27FC236}">
                  <a16:creationId xmlns:a16="http://schemas.microsoft.com/office/drawing/2014/main" id="{9AA12604-E365-4509-F8A2-1F66187DA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627" y="528865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5" name="Oval 804">
              <a:extLst>
                <a:ext uri="{FF2B5EF4-FFF2-40B4-BE49-F238E27FC236}">
                  <a16:creationId xmlns:a16="http://schemas.microsoft.com/office/drawing/2014/main" id="{1DA5798C-9EF9-0E12-CD57-B4AAC658D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3457" y="5312968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6" name="Oval 805">
              <a:extLst>
                <a:ext uri="{FF2B5EF4-FFF2-40B4-BE49-F238E27FC236}">
                  <a16:creationId xmlns:a16="http://schemas.microsoft.com/office/drawing/2014/main" id="{01B242D7-1081-FFF2-450B-30F77F1B0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961" y="503433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7" name="Oval 806">
              <a:extLst>
                <a:ext uri="{FF2B5EF4-FFF2-40B4-BE49-F238E27FC236}">
                  <a16:creationId xmlns:a16="http://schemas.microsoft.com/office/drawing/2014/main" id="{013DC770-5615-CF27-1651-67B895481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8896" y="502592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8" name="Oval 807">
              <a:extLst>
                <a:ext uri="{FF2B5EF4-FFF2-40B4-BE49-F238E27FC236}">
                  <a16:creationId xmlns:a16="http://schemas.microsoft.com/office/drawing/2014/main" id="{44570EF8-82F7-DEC6-4071-7CBFCA75D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701" y="501750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9" name="Oval 809">
              <a:extLst>
                <a:ext uri="{FF2B5EF4-FFF2-40B4-BE49-F238E27FC236}">
                  <a16:creationId xmlns:a16="http://schemas.microsoft.com/office/drawing/2014/main" id="{AA5C1ED2-74EB-8796-9D3A-C09A58FC5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376" y="504555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0" name="Oval 810">
              <a:extLst>
                <a:ext uri="{FF2B5EF4-FFF2-40B4-BE49-F238E27FC236}">
                  <a16:creationId xmlns:a16="http://schemas.microsoft.com/office/drawing/2014/main" id="{F6908BC3-78C0-FAF9-4BBF-77C5AF290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2921" y="507173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1" name="Oval 811">
              <a:extLst>
                <a:ext uri="{FF2B5EF4-FFF2-40B4-BE49-F238E27FC236}">
                  <a16:creationId xmlns:a16="http://schemas.microsoft.com/office/drawing/2014/main" id="{CB242B03-E253-9E6C-2B8B-AE8CF80FB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336" y="508576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2" name="Oval 812">
              <a:extLst>
                <a:ext uri="{FF2B5EF4-FFF2-40B4-BE49-F238E27FC236}">
                  <a16:creationId xmlns:a16="http://schemas.microsoft.com/office/drawing/2014/main" id="{CC7CAEC9-C42B-EC59-EF53-F7CDC9C33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621" y="511381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3" name="Oval 813">
              <a:extLst>
                <a:ext uri="{FF2B5EF4-FFF2-40B4-BE49-F238E27FC236}">
                  <a16:creationId xmlns:a16="http://schemas.microsoft.com/office/drawing/2014/main" id="{EAC516FD-DB93-9A1E-ADE8-C66BA06F6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2841" y="513905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4" name="Oval 814">
              <a:extLst>
                <a:ext uri="{FF2B5EF4-FFF2-40B4-BE49-F238E27FC236}">
                  <a16:creationId xmlns:a16="http://schemas.microsoft.com/office/drawing/2014/main" id="{97102737-79C5-6BC1-0213-AF51573CF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5931" y="516523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5" name="Oval 815">
              <a:extLst>
                <a:ext uri="{FF2B5EF4-FFF2-40B4-BE49-F238E27FC236}">
                  <a16:creationId xmlns:a16="http://schemas.microsoft.com/office/drawing/2014/main" id="{46B55901-9227-C478-9CBE-7A30C1EC4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57" y="518954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6" name="Oval 816">
              <a:extLst>
                <a:ext uri="{FF2B5EF4-FFF2-40B4-BE49-F238E27FC236}">
                  <a16:creationId xmlns:a16="http://schemas.microsoft.com/office/drawing/2014/main" id="{85DFAC91-EEB2-B015-EB86-2148E1D50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4917" y="521759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7" name="Oval 817">
              <a:extLst>
                <a:ext uri="{FF2B5EF4-FFF2-40B4-BE49-F238E27FC236}">
                  <a16:creationId xmlns:a16="http://schemas.microsoft.com/office/drawing/2014/main" id="{88FB2A42-6EC5-D2AA-9520-B09265145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1747" y="524377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8" name="Oval 818">
              <a:extLst>
                <a:ext uri="{FF2B5EF4-FFF2-40B4-BE49-F238E27FC236}">
                  <a16:creationId xmlns:a16="http://schemas.microsoft.com/office/drawing/2014/main" id="{3450F7A6-495F-AA7F-B2AA-6D68BB7FC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577" y="525873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9" name="Oval 819">
              <a:extLst>
                <a:ext uri="{FF2B5EF4-FFF2-40B4-BE49-F238E27FC236}">
                  <a16:creationId xmlns:a16="http://schemas.microsoft.com/office/drawing/2014/main" id="{B3393CD3-57B4-D144-A984-EE954ECA2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5407" y="528304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0" name="Oval 820">
              <a:extLst>
                <a:ext uri="{FF2B5EF4-FFF2-40B4-BE49-F238E27FC236}">
                  <a16:creationId xmlns:a16="http://schemas.microsoft.com/office/drawing/2014/main" id="{F4399773-CB1B-3B81-88CA-5B87673B4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4107" y="531390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1" name="Oval 821">
              <a:extLst>
                <a:ext uri="{FF2B5EF4-FFF2-40B4-BE49-F238E27FC236}">
                  <a16:creationId xmlns:a16="http://schemas.microsoft.com/office/drawing/2014/main" id="{529FFC89-778E-6094-27E3-3B62E2E05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7756" y="499506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2" name="Oval 822">
              <a:extLst>
                <a:ext uri="{FF2B5EF4-FFF2-40B4-BE49-F238E27FC236}">
                  <a16:creationId xmlns:a16="http://schemas.microsoft.com/office/drawing/2014/main" id="{1EC0684D-CFFC-C0C3-F78B-6C7BE683A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691" y="499132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3" name="Oval 823">
              <a:extLst>
                <a:ext uri="{FF2B5EF4-FFF2-40B4-BE49-F238E27FC236}">
                  <a16:creationId xmlns:a16="http://schemas.microsoft.com/office/drawing/2014/main" id="{069BEC34-3C9B-F1B3-038E-453C37523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2431" y="4987585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4" name="Oval 824">
              <a:extLst>
                <a:ext uri="{FF2B5EF4-FFF2-40B4-BE49-F238E27FC236}">
                  <a16:creationId xmlns:a16="http://schemas.microsoft.com/office/drawing/2014/main" id="{295BE0AA-CE8A-B7BC-DA9A-CBDD76F44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8041" y="501376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5" name="Oval 825">
              <a:extLst>
                <a:ext uri="{FF2B5EF4-FFF2-40B4-BE49-F238E27FC236}">
                  <a16:creationId xmlns:a16="http://schemas.microsoft.com/office/drawing/2014/main" id="{C3655BD1-7959-4276-77AF-3A5A47255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586" y="503246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6" name="Oval 826">
              <a:extLst>
                <a:ext uri="{FF2B5EF4-FFF2-40B4-BE49-F238E27FC236}">
                  <a16:creationId xmlns:a16="http://schemas.microsoft.com/office/drawing/2014/main" id="{3818F681-3EE3-0037-456B-1681BC5D0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3936" y="504088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7" name="Oval 827">
              <a:extLst>
                <a:ext uri="{FF2B5EF4-FFF2-40B4-BE49-F238E27FC236}">
                  <a16:creationId xmlns:a16="http://schemas.microsoft.com/office/drawing/2014/main" id="{C8660F00-0A71-D8E7-D3CA-13F954956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156" y="5073606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8" name="Oval 828">
              <a:extLst>
                <a:ext uri="{FF2B5EF4-FFF2-40B4-BE49-F238E27FC236}">
                  <a16:creationId xmlns:a16="http://schemas.microsoft.com/office/drawing/2014/main" id="{E7525F9C-DEA7-C1AD-E06A-12641B7A1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7311" y="510820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9" name="Oval 829">
              <a:extLst>
                <a:ext uri="{FF2B5EF4-FFF2-40B4-BE49-F238E27FC236}">
                  <a16:creationId xmlns:a16="http://schemas.microsoft.com/office/drawing/2014/main" id="{8679B11E-94DD-F100-28D6-46A09AC6E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336" y="513625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0" name="Oval 830">
              <a:extLst>
                <a:ext uri="{FF2B5EF4-FFF2-40B4-BE49-F238E27FC236}">
                  <a16:creationId xmlns:a16="http://schemas.microsoft.com/office/drawing/2014/main" id="{5369378C-3E2E-725C-46EB-CAEFFA3B3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7231" y="515401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1" name="Oval 831">
              <a:extLst>
                <a:ext uri="{FF2B5EF4-FFF2-40B4-BE49-F238E27FC236}">
                  <a16:creationId xmlns:a16="http://schemas.microsoft.com/office/drawing/2014/main" id="{D8F57262-69BA-2531-A05D-ACB61CA25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3127" y="517552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2" name="Oval 832">
              <a:extLst>
                <a:ext uri="{FF2B5EF4-FFF2-40B4-BE49-F238E27FC236}">
                  <a16:creationId xmlns:a16="http://schemas.microsoft.com/office/drawing/2014/main" id="{E4E64229-3576-0ADF-42C1-8D5F978B2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891" y="520357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3" name="Oval 833">
              <a:extLst>
                <a:ext uri="{FF2B5EF4-FFF2-40B4-BE49-F238E27FC236}">
                  <a16:creationId xmlns:a16="http://schemas.microsoft.com/office/drawing/2014/main" id="{31977C1E-3A33-71AE-AB49-6D0963B39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591" y="523162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4" name="Oval 834">
              <a:extLst>
                <a:ext uri="{FF2B5EF4-FFF2-40B4-BE49-F238E27FC236}">
                  <a16:creationId xmlns:a16="http://schemas.microsoft.com/office/drawing/2014/main" id="{71EC49D2-0FFD-A88B-BB12-A3B28BCB4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292" y="525686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5" name="Oval 835">
              <a:extLst>
                <a:ext uri="{FF2B5EF4-FFF2-40B4-BE49-F238E27FC236}">
                  <a16:creationId xmlns:a16="http://schemas.microsoft.com/office/drawing/2014/main" id="{FC053B83-8343-7E1A-6442-DC19FC33C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7927" y="528398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6" name="Oval 836">
              <a:extLst>
                <a:ext uri="{FF2B5EF4-FFF2-40B4-BE49-F238E27FC236}">
                  <a16:creationId xmlns:a16="http://schemas.microsoft.com/office/drawing/2014/main" id="{ACA1F7F7-E019-4EF4-E022-875AFB0E12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7562" y="532605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7" name="Oval 837">
              <a:extLst>
                <a:ext uri="{FF2B5EF4-FFF2-40B4-BE49-F238E27FC236}">
                  <a16:creationId xmlns:a16="http://schemas.microsoft.com/office/drawing/2014/main" id="{C60DE59F-F687-C238-3CD1-442868F8D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5680" y="495205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8" name="Oval 838">
              <a:extLst>
                <a:ext uri="{FF2B5EF4-FFF2-40B4-BE49-F238E27FC236}">
                  <a16:creationId xmlns:a16="http://schemas.microsoft.com/office/drawing/2014/main" id="{B709B2A8-5F4A-3F6C-CA23-0294FE428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616" y="495299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9" name="Oval 839">
              <a:extLst>
                <a:ext uri="{FF2B5EF4-FFF2-40B4-BE49-F238E27FC236}">
                  <a16:creationId xmlns:a16="http://schemas.microsoft.com/office/drawing/2014/main" id="{4F1CE5CA-6A88-1E43-3AD0-5F032E95C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356" y="495299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0" name="Oval 840">
              <a:extLst>
                <a:ext uri="{FF2B5EF4-FFF2-40B4-BE49-F238E27FC236}">
                  <a16:creationId xmlns:a16="http://schemas.microsoft.com/office/drawing/2014/main" id="{37FDCF3F-C4E0-D837-2B6F-F0AC85B65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966" y="498197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1" name="Oval 841">
              <a:extLst>
                <a:ext uri="{FF2B5EF4-FFF2-40B4-BE49-F238E27FC236}">
                  <a16:creationId xmlns:a16="http://schemas.microsoft.com/office/drawing/2014/main" id="{826750AB-AE9A-3E0C-67C2-902E9A3B6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381" y="498758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2" name="Oval 842">
              <a:extLst>
                <a:ext uri="{FF2B5EF4-FFF2-40B4-BE49-F238E27FC236}">
                  <a16:creationId xmlns:a16="http://schemas.microsoft.com/office/drawing/2014/main" id="{A2B71B07-1398-4A7F-C416-C0869987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4666" y="499974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3" name="Oval 843">
              <a:extLst>
                <a:ext uri="{FF2B5EF4-FFF2-40B4-BE49-F238E27FC236}">
                  <a16:creationId xmlns:a16="http://schemas.microsoft.com/office/drawing/2014/main" id="{7DB958B2-6AEF-0201-3CA6-77FBBC869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6821" y="503246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4" name="Oval 844">
              <a:extLst>
                <a:ext uri="{FF2B5EF4-FFF2-40B4-BE49-F238E27FC236}">
                  <a16:creationId xmlns:a16="http://schemas.microsoft.com/office/drawing/2014/main" id="{D78C96F9-E6C8-18BB-1766-33BE8A1DD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846" y="506706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5" name="Oval 845">
              <a:extLst>
                <a:ext uri="{FF2B5EF4-FFF2-40B4-BE49-F238E27FC236}">
                  <a16:creationId xmlns:a16="http://schemas.microsoft.com/office/drawing/2014/main" id="{721B23AD-1EE2-FBBE-82E0-3BD7C080C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806" y="509978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6" name="Oval 846">
              <a:extLst>
                <a:ext uri="{FF2B5EF4-FFF2-40B4-BE49-F238E27FC236}">
                  <a16:creationId xmlns:a16="http://schemas.microsoft.com/office/drawing/2014/main" id="{29FCA343-07A3-8A83-DEC2-45084C094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2636" y="511942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7" name="Oval 847">
              <a:extLst>
                <a:ext uri="{FF2B5EF4-FFF2-40B4-BE49-F238E27FC236}">
                  <a16:creationId xmlns:a16="http://schemas.microsoft.com/office/drawing/2014/main" id="{C1D5B0A2-18E1-FF45-0B0C-07141F9EE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0401" y="514092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8" name="Oval 848">
              <a:extLst>
                <a:ext uri="{FF2B5EF4-FFF2-40B4-BE49-F238E27FC236}">
                  <a16:creationId xmlns:a16="http://schemas.microsoft.com/office/drawing/2014/main" id="{948A0161-DE06-1E24-9C2B-42D382BCC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036" y="5168976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9" name="Oval 849">
              <a:extLst>
                <a:ext uri="{FF2B5EF4-FFF2-40B4-BE49-F238E27FC236}">
                  <a16:creationId xmlns:a16="http://schemas.microsoft.com/office/drawing/2014/main" id="{2E1918D8-9050-498C-D690-A142565A0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9671" y="5198896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0" name="Oval 850">
              <a:extLst>
                <a:ext uri="{FF2B5EF4-FFF2-40B4-BE49-F238E27FC236}">
                  <a16:creationId xmlns:a16="http://schemas.microsoft.com/office/drawing/2014/main" id="{32206505-E641-CF79-273C-E8187609F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307" y="522694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1" name="Oval 851">
              <a:extLst>
                <a:ext uri="{FF2B5EF4-FFF2-40B4-BE49-F238E27FC236}">
                  <a16:creationId xmlns:a16="http://schemas.microsoft.com/office/drawing/2014/main" id="{0034B815-6E75-5486-12F5-E91B65972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0812" y="526528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2" name="Oval 852">
              <a:extLst>
                <a:ext uri="{FF2B5EF4-FFF2-40B4-BE49-F238E27FC236}">
                  <a16:creationId xmlns:a16="http://schemas.microsoft.com/office/drawing/2014/main" id="{A7188E51-8DFF-EB04-3465-67C9A6562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2317" y="530642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3" name="Oval 853">
              <a:extLst>
                <a:ext uri="{FF2B5EF4-FFF2-40B4-BE49-F238E27FC236}">
                  <a16:creationId xmlns:a16="http://schemas.microsoft.com/office/drawing/2014/main" id="{0A675889-BBF8-06D0-A767-2C905ECA0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0800" y="490063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4" name="Oval 854">
              <a:extLst>
                <a:ext uri="{FF2B5EF4-FFF2-40B4-BE49-F238E27FC236}">
                  <a16:creationId xmlns:a16="http://schemas.microsoft.com/office/drawing/2014/main" id="{219222CD-8613-BDD9-D2AA-A0D84B17E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735" y="489876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5" name="Oval 855">
              <a:extLst>
                <a:ext uri="{FF2B5EF4-FFF2-40B4-BE49-F238E27FC236}">
                  <a16:creationId xmlns:a16="http://schemas.microsoft.com/office/drawing/2014/main" id="{C423532D-1E74-37E1-CA1B-DA606150E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410" y="4906240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6" name="Oval 856">
              <a:extLst>
                <a:ext uri="{FF2B5EF4-FFF2-40B4-BE49-F238E27FC236}">
                  <a16:creationId xmlns:a16="http://schemas.microsoft.com/office/drawing/2014/main" id="{56ACDF76-48EE-E52E-67E3-DC1D3D2DA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2956" y="493709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7" name="Oval 857">
              <a:extLst>
                <a:ext uri="{FF2B5EF4-FFF2-40B4-BE49-F238E27FC236}">
                  <a16:creationId xmlns:a16="http://schemas.microsoft.com/office/drawing/2014/main" id="{A733E1C5-0F8E-424E-6147-C07E12A41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306" y="495018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8" name="Oval 858">
              <a:extLst>
                <a:ext uri="{FF2B5EF4-FFF2-40B4-BE49-F238E27FC236}">
                  <a16:creationId xmlns:a16="http://schemas.microsoft.com/office/drawing/2014/main" id="{501419D9-5067-740E-2CBB-74EB43924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526" y="4966080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9" name="Oval 859">
              <a:extLst>
                <a:ext uri="{FF2B5EF4-FFF2-40B4-BE49-F238E27FC236}">
                  <a16:creationId xmlns:a16="http://schemas.microsoft.com/office/drawing/2014/main" id="{7A1ADB37-FFC7-821A-57DB-D4CA31F47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616" y="499506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0" name="Oval 860">
              <a:extLst>
                <a:ext uri="{FF2B5EF4-FFF2-40B4-BE49-F238E27FC236}">
                  <a16:creationId xmlns:a16="http://schemas.microsoft.com/office/drawing/2014/main" id="{9D37C37F-08F4-6D14-8578-55B748ADF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511" y="502498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1" name="Oval 861">
              <a:extLst>
                <a:ext uri="{FF2B5EF4-FFF2-40B4-BE49-F238E27FC236}">
                  <a16:creationId xmlns:a16="http://schemas.microsoft.com/office/drawing/2014/main" id="{49243B8B-FAB2-9F6F-D229-FE0E31478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9341" y="506238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2" name="Oval 862">
              <a:extLst>
                <a:ext uri="{FF2B5EF4-FFF2-40B4-BE49-F238E27FC236}">
                  <a16:creationId xmlns:a16="http://schemas.microsoft.com/office/drawing/2014/main" id="{C8C7284F-D1BF-81D6-6F21-C27CEE9AB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8041" y="509043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3" name="Oval 863">
              <a:extLst>
                <a:ext uri="{FF2B5EF4-FFF2-40B4-BE49-F238E27FC236}">
                  <a16:creationId xmlns:a16="http://schemas.microsoft.com/office/drawing/2014/main" id="{A0CAA816-2B74-A7C2-B191-7C7941407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741" y="510165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4" name="Oval 864">
              <a:extLst>
                <a:ext uri="{FF2B5EF4-FFF2-40B4-BE49-F238E27FC236}">
                  <a16:creationId xmlns:a16="http://schemas.microsoft.com/office/drawing/2014/main" id="{E74F4F61-3949-9B72-7548-440607D9D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7311" y="512690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5" name="Oval 865">
              <a:extLst>
                <a:ext uri="{FF2B5EF4-FFF2-40B4-BE49-F238E27FC236}">
                  <a16:creationId xmlns:a16="http://schemas.microsoft.com/office/drawing/2014/main" id="{B2E6CF82-8B46-9FB6-7A12-37196AF06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8816" y="516430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6" name="Oval 866">
              <a:extLst>
                <a:ext uri="{FF2B5EF4-FFF2-40B4-BE49-F238E27FC236}">
                  <a16:creationId xmlns:a16="http://schemas.microsoft.com/office/drawing/2014/main" id="{31D88CE4-F2A2-1D92-9727-64BAB3F46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1257" y="5198896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7" name="Oval 867">
              <a:extLst>
                <a:ext uri="{FF2B5EF4-FFF2-40B4-BE49-F238E27FC236}">
                  <a16:creationId xmlns:a16="http://schemas.microsoft.com/office/drawing/2014/main" id="{44393E34-0F41-A2A7-3B4B-63C2A0508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697" y="523349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8" name="Oval 868">
              <a:extLst>
                <a:ext uri="{FF2B5EF4-FFF2-40B4-BE49-F238E27FC236}">
                  <a16:creationId xmlns:a16="http://schemas.microsoft.com/office/drawing/2014/main" id="{9768CCCA-0B15-6F7D-1E51-EA3D11CE7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137" y="527556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9" name="Oval 869">
              <a:extLst>
                <a:ext uri="{FF2B5EF4-FFF2-40B4-BE49-F238E27FC236}">
                  <a16:creationId xmlns:a16="http://schemas.microsoft.com/office/drawing/2014/main" id="{284CB74D-D5BF-7A51-BD43-D8C09C01B4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577" y="530735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0" name="Oval 870">
              <a:extLst>
                <a:ext uri="{FF2B5EF4-FFF2-40B4-BE49-F238E27FC236}">
                  <a16:creationId xmlns:a16="http://schemas.microsoft.com/office/drawing/2014/main" id="{9A74244A-079D-CED7-80D3-54B218E1A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115" y="484733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1" name="Oval 871">
              <a:extLst>
                <a:ext uri="{FF2B5EF4-FFF2-40B4-BE49-F238E27FC236}">
                  <a16:creationId xmlns:a16="http://schemas.microsoft.com/office/drawing/2014/main" id="{54806FDE-1D25-27A8-547F-954DA2543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4985" y="4842659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2" name="Oval 872">
              <a:extLst>
                <a:ext uri="{FF2B5EF4-FFF2-40B4-BE49-F238E27FC236}">
                  <a16:creationId xmlns:a16="http://schemas.microsoft.com/office/drawing/2014/main" id="{BD237B11-5F5D-F288-A97D-BCC9B2C21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660" y="4861360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3" name="Oval 873">
              <a:extLst>
                <a:ext uri="{FF2B5EF4-FFF2-40B4-BE49-F238E27FC236}">
                  <a16:creationId xmlns:a16="http://schemas.microsoft.com/office/drawing/2014/main" id="{926D38B6-B71F-775E-1B8B-3D666CA95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140" y="4890344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4" name="Oval 874">
              <a:extLst>
                <a:ext uri="{FF2B5EF4-FFF2-40B4-BE49-F238E27FC236}">
                  <a16:creationId xmlns:a16="http://schemas.microsoft.com/office/drawing/2014/main" id="{03132DA8-5E77-1ABD-5809-440C77C2B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7425" y="4918395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5" name="Oval 875">
              <a:extLst>
                <a:ext uri="{FF2B5EF4-FFF2-40B4-BE49-F238E27FC236}">
                  <a16:creationId xmlns:a16="http://schemas.microsoft.com/office/drawing/2014/main" id="{9E4520A1-BCD4-E6E8-E826-1A01C9514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9580" y="493335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6" name="Oval 876">
              <a:extLst>
                <a:ext uri="{FF2B5EF4-FFF2-40B4-BE49-F238E27FC236}">
                  <a16:creationId xmlns:a16="http://schemas.microsoft.com/office/drawing/2014/main" id="{1341ED33-5477-7CD3-A47F-2CEF3E82E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4540" y="495486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7" name="Oval 877">
              <a:extLst>
                <a:ext uri="{FF2B5EF4-FFF2-40B4-BE49-F238E27FC236}">
                  <a16:creationId xmlns:a16="http://schemas.microsoft.com/office/drawing/2014/main" id="{DAAB042B-41BA-190F-33BB-530461AAC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306" y="4981040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8" name="Oval 878">
              <a:extLst>
                <a:ext uri="{FF2B5EF4-FFF2-40B4-BE49-F238E27FC236}">
                  <a16:creationId xmlns:a16="http://schemas.microsoft.com/office/drawing/2014/main" id="{91A3D377-6D28-0CF0-9BC7-4ED9C021DF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1006" y="5026855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9" name="Oval 879">
              <a:extLst>
                <a:ext uri="{FF2B5EF4-FFF2-40B4-BE49-F238E27FC236}">
                  <a16:creationId xmlns:a16="http://schemas.microsoft.com/office/drawing/2014/main" id="{E923FB68-8E21-E180-459F-244DCE5E9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641" y="505677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0" name="Oval 880">
              <a:extLst>
                <a:ext uri="{FF2B5EF4-FFF2-40B4-BE49-F238E27FC236}">
                  <a16:creationId xmlns:a16="http://schemas.microsoft.com/office/drawing/2014/main" id="{C0A504E8-AC47-D2C8-2D13-C856B24C3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146" y="507267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1" name="Oval 881">
              <a:extLst>
                <a:ext uri="{FF2B5EF4-FFF2-40B4-BE49-F238E27FC236}">
                  <a16:creationId xmlns:a16="http://schemas.microsoft.com/office/drawing/2014/main" id="{31E08B5B-0001-633F-111B-DCDC5D850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586" y="511287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2" name="Oval 882">
              <a:extLst>
                <a:ext uri="{FF2B5EF4-FFF2-40B4-BE49-F238E27FC236}">
                  <a16:creationId xmlns:a16="http://schemas.microsoft.com/office/drawing/2014/main" id="{4E0704DC-9F89-CC61-38D0-7D089C3C2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961" y="514560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3" name="Oval 883">
              <a:extLst>
                <a:ext uri="{FF2B5EF4-FFF2-40B4-BE49-F238E27FC236}">
                  <a16:creationId xmlns:a16="http://schemas.microsoft.com/office/drawing/2014/main" id="{7AE6B8BB-7A67-E8CE-9E45-FB62F1C8B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336" y="517365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4" name="Oval 884">
              <a:extLst>
                <a:ext uri="{FF2B5EF4-FFF2-40B4-BE49-F238E27FC236}">
                  <a16:creationId xmlns:a16="http://schemas.microsoft.com/office/drawing/2014/main" id="{2ED14E12-1CC6-45D7-4743-77FFA6827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5647" y="520263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5" name="Oval 885">
              <a:extLst>
                <a:ext uri="{FF2B5EF4-FFF2-40B4-BE49-F238E27FC236}">
                  <a16:creationId xmlns:a16="http://schemas.microsoft.com/office/drawing/2014/main" id="{3F3195C9-731F-6F61-F92A-5806F3D09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57" y="525032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6" name="Oval 886">
              <a:extLst>
                <a:ext uri="{FF2B5EF4-FFF2-40B4-BE49-F238E27FC236}">
                  <a16:creationId xmlns:a16="http://schemas.microsoft.com/office/drawing/2014/main" id="{1094BEA7-CB22-3C13-E05B-541350F9F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4267" y="528211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7" name="Oval 887">
              <a:extLst>
                <a:ext uri="{FF2B5EF4-FFF2-40B4-BE49-F238E27FC236}">
                  <a16:creationId xmlns:a16="http://schemas.microsoft.com/office/drawing/2014/main" id="{75F8F7FB-312E-98FA-2EFA-D74F80AB0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577" y="530829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8" name="Oval 888">
              <a:extLst>
                <a:ext uri="{FF2B5EF4-FFF2-40B4-BE49-F238E27FC236}">
                  <a16:creationId xmlns:a16="http://schemas.microsoft.com/office/drawing/2014/main" id="{F4AF4AC7-5826-510A-F537-A8998E525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2625" y="479871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9" name="Oval 889">
              <a:extLst>
                <a:ext uri="{FF2B5EF4-FFF2-40B4-BE49-F238E27FC236}">
                  <a16:creationId xmlns:a16="http://schemas.microsoft.com/office/drawing/2014/main" id="{C0EACD17-883E-7250-DBE9-E4039F862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495" y="4792169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0" name="Oval 890">
              <a:extLst>
                <a:ext uri="{FF2B5EF4-FFF2-40B4-BE49-F238E27FC236}">
                  <a16:creationId xmlns:a16="http://schemas.microsoft.com/office/drawing/2014/main" id="{678E0F84-32E5-C61D-AF95-17D0E556D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0105" y="4813674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1" name="Oval 891">
              <a:extLst>
                <a:ext uri="{FF2B5EF4-FFF2-40B4-BE49-F238E27FC236}">
                  <a16:creationId xmlns:a16="http://schemas.microsoft.com/office/drawing/2014/main" id="{8AB06764-45EC-95FC-EF60-6BE46D602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8520" y="4844529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2" name="Oval 892">
              <a:extLst>
                <a:ext uri="{FF2B5EF4-FFF2-40B4-BE49-F238E27FC236}">
                  <a16:creationId xmlns:a16="http://schemas.microsoft.com/office/drawing/2014/main" id="{73134A9B-AC3A-46F7-40A7-BC5FDC42B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740" y="488006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3" name="Oval 893">
              <a:extLst>
                <a:ext uri="{FF2B5EF4-FFF2-40B4-BE49-F238E27FC236}">
                  <a16:creationId xmlns:a16="http://schemas.microsoft.com/office/drawing/2014/main" id="{E29F175B-9619-827D-D209-BCC8A5739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765" y="489689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4" name="Oval 894">
              <a:extLst>
                <a:ext uri="{FF2B5EF4-FFF2-40B4-BE49-F238E27FC236}">
                  <a16:creationId xmlns:a16="http://schemas.microsoft.com/office/drawing/2014/main" id="{30340641-3323-8C0C-5222-1052FD047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530" y="4916525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5" name="Oval 895">
              <a:extLst>
                <a:ext uri="{FF2B5EF4-FFF2-40B4-BE49-F238E27FC236}">
                  <a16:creationId xmlns:a16="http://schemas.microsoft.com/office/drawing/2014/main" id="{EA63C014-6EBC-299F-AC80-F3223DF97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0230" y="4947380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6" name="Oval 896">
              <a:extLst>
                <a:ext uri="{FF2B5EF4-FFF2-40B4-BE49-F238E27FC236}">
                  <a16:creationId xmlns:a16="http://schemas.microsoft.com/office/drawing/2014/main" id="{F027E8B8-0E1A-200D-F95E-8FC78EADE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0800" y="498291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7" name="Oval 897">
              <a:extLst>
                <a:ext uri="{FF2B5EF4-FFF2-40B4-BE49-F238E27FC236}">
                  <a16:creationId xmlns:a16="http://schemas.microsoft.com/office/drawing/2014/main" id="{BF2A1C11-E584-8915-7FB6-29DAD7E7C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3240" y="500628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8" name="Oval 898">
              <a:extLst>
                <a:ext uri="{FF2B5EF4-FFF2-40B4-BE49-F238E27FC236}">
                  <a16:creationId xmlns:a16="http://schemas.microsoft.com/office/drawing/2014/main" id="{BD92BB0C-E1B0-A625-FE6D-F5920C9D4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616" y="504088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9" name="Oval 899">
              <a:extLst>
                <a:ext uri="{FF2B5EF4-FFF2-40B4-BE49-F238E27FC236}">
                  <a16:creationId xmlns:a16="http://schemas.microsoft.com/office/drawing/2014/main" id="{CB0BBAC5-4A93-CBDB-F9CC-0631FD0BC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1861" y="509043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0" name="Oval 900">
              <a:extLst>
                <a:ext uri="{FF2B5EF4-FFF2-40B4-BE49-F238E27FC236}">
                  <a16:creationId xmlns:a16="http://schemas.microsoft.com/office/drawing/2014/main" id="{549A8F86-7698-A2BC-7CA3-63717BF9A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6171" y="511942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1" name="Oval 901">
              <a:extLst>
                <a:ext uri="{FF2B5EF4-FFF2-40B4-BE49-F238E27FC236}">
                  <a16:creationId xmlns:a16="http://schemas.microsoft.com/office/drawing/2014/main" id="{74793586-B606-0032-C7FE-C3C89703C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351" y="5146536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2" name="Oval 902">
              <a:extLst>
                <a:ext uri="{FF2B5EF4-FFF2-40B4-BE49-F238E27FC236}">
                  <a16:creationId xmlns:a16="http://schemas.microsoft.com/office/drawing/2014/main" id="{90943227-7E36-163C-D89D-AC8E03A9A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8531" y="518206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3" name="Oval 903">
              <a:extLst>
                <a:ext uri="{FF2B5EF4-FFF2-40B4-BE49-F238E27FC236}">
                  <a16:creationId xmlns:a16="http://schemas.microsoft.com/office/drawing/2014/main" id="{C4B5CE4C-B424-0426-DA84-A28F961E1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3776" y="522694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4" name="Oval 904">
              <a:extLst>
                <a:ext uri="{FF2B5EF4-FFF2-40B4-BE49-F238E27FC236}">
                  <a16:creationId xmlns:a16="http://schemas.microsoft.com/office/drawing/2014/main" id="{C2FEFD52-336F-7D63-750D-80CA465D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57" y="525032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5" name="Oval 905">
              <a:extLst>
                <a:ext uri="{FF2B5EF4-FFF2-40B4-BE49-F238E27FC236}">
                  <a16:creationId xmlns:a16="http://schemas.microsoft.com/office/drawing/2014/main" id="{B3EFFFAB-FE2B-B986-DE7A-6649965A4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137" y="528117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6" name="Oval 906">
              <a:extLst>
                <a:ext uri="{FF2B5EF4-FFF2-40B4-BE49-F238E27FC236}">
                  <a16:creationId xmlns:a16="http://schemas.microsoft.com/office/drawing/2014/main" id="{4982655B-DEB1-23BF-05CC-0BFB73CE1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2317" y="531390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7" name="Oval 907">
              <a:extLst>
                <a:ext uri="{FF2B5EF4-FFF2-40B4-BE49-F238E27FC236}">
                  <a16:creationId xmlns:a16="http://schemas.microsoft.com/office/drawing/2014/main" id="{0C15BFB7-8360-F373-6B8E-29E3A4247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9329" y="4748224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8" name="Oval 908">
              <a:extLst>
                <a:ext uri="{FF2B5EF4-FFF2-40B4-BE49-F238E27FC236}">
                  <a16:creationId xmlns:a16="http://schemas.microsoft.com/office/drawing/2014/main" id="{D0DBF046-99BE-F091-83B0-62F00992A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199" y="4745419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9" name="Oval 909">
              <a:extLst>
                <a:ext uri="{FF2B5EF4-FFF2-40B4-BE49-F238E27FC236}">
                  <a16:creationId xmlns:a16="http://schemas.microsoft.com/office/drawing/2014/main" id="{19AC5741-C503-41F5-56CA-B96EDCFD9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6809" y="476505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0" name="Oval 910">
              <a:extLst>
                <a:ext uri="{FF2B5EF4-FFF2-40B4-BE49-F238E27FC236}">
                  <a16:creationId xmlns:a16="http://schemas.microsoft.com/office/drawing/2014/main" id="{36E6AACA-23E3-8942-A2F6-4952794D5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6159" y="479123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1" name="Oval 911">
              <a:extLst>
                <a:ext uri="{FF2B5EF4-FFF2-40B4-BE49-F238E27FC236}">
                  <a16:creationId xmlns:a16="http://schemas.microsoft.com/office/drawing/2014/main" id="{457A664F-AAD9-40A3-0558-3C4CAA43B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249" y="482302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2" name="Oval 912">
              <a:extLst>
                <a:ext uri="{FF2B5EF4-FFF2-40B4-BE49-F238E27FC236}">
                  <a16:creationId xmlns:a16="http://schemas.microsoft.com/office/drawing/2014/main" id="{AA75D207-128F-3A22-54F7-F211516D8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080" y="4851074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3" name="Oval 913">
              <a:extLst>
                <a:ext uri="{FF2B5EF4-FFF2-40B4-BE49-F238E27FC236}">
                  <a16:creationId xmlns:a16="http://schemas.microsoft.com/office/drawing/2014/main" id="{69D54DD1-DD6D-C2C7-4CBA-BFD08B3773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4780" y="488006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4" name="Oval 914">
              <a:extLst>
                <a:ext uri="{FF2B5EF4-FFF2-40B4-BE49-F238E27FC236}">
                  <a16:creationId xmlns:a16="http://schemas.microsoft.com/office/drawing/2014/main" id="{DBF1E367-54EC-6D41-0CBF-311B56EC2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285" y="490904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5" name="Oval 915">
              <a:extLst>
                <a:ext uri="{FF2B5EF4-FFF2-40B4-BE49-F238E27FC236}">
                  <a16:creationId xmlns:a16="http://schemas.microsoft.com/office/drawing/2014/main" id="{66037009-32B0-464D-F0F0-34D71A0110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660" y="4943640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6" name="Oval 916">
              <a:extLst>
                <a:ext uri="{FF2B5EF4-FFF2-40B4-BE49-F238E27FC236}">
                  <a16:creationId xmlns:a16="http://schemas.microsoft.com/office/drawing/2014/main" id="{FC9F9586-50C6-7CDD-F963-E163A1C32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3970" y="497356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7" name="Oval 917">
              <a:extLst>
                <a:ext uri="{FF2B5EF4-FFF2-40B4-BE49-F238E27FC236}">
                  <a16:creationId xmlns:a16="http://schemas.microsoft.com/office/drawing/2014/main" id="{1378EA2B-40C4-C15B-88FB-DFE5A8AD9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0150" y="501189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8" name="Oval 918">
              <a:extLst>
                <a:ext uri="{FF2B5EF4-FFF2-40B4-BE49-F238E27FC236}">
                  <a16:creationId xmlns:a16="http://schemas.microsoft.com/office/drawing/2014/main" id="{A95FAB90-8B9D-217A-473B-9F6F459DF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7266" y="5052101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9" name="Oval 919">
              <a:extLst>
                <a:ext uri="{FF2B5EF4-FFF2-40B4-BE49-F238E27FC236}">
                  <a16:creationId xmlns:a16="http://schemas.microsoft.com/office/drawing/2014/main" id="{62396169-8DD5-DA14-144C-DA11A352D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381" y="508669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0" name="Oval 920">
              <a:extLst>
                <a:ext uri="{FF2B5EF4-FFF2-40B4-BE49-F238E27FC236}">
                  <a16:creationId xmlns:a16="http://schemas.microsoft.com/office/drawing/2014/main" id="{E8FB6363-9FC4-DDC4-8E31-3B96C7C4A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2431" y="5121291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1" name="Oval 921">
              <a:extLst>
                <a:ext uri="{FF2B5EF4-FFF2-40B4-BE49-F238E27FC236}">
                  <a16:creationId xmlns:a16="http://schemas.microsoft.com/office/drawing/2014/main" id="{3CD6F157-3162-CE0A-6B8C-5E08BE161B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481" y="516243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2" name="Oval 922">
              <a:extLst>
                <a:ext uri="{FF2B5EF4-FFF2-40B4-BE49-F238E27FC236}">
                  <a16:creationId xmlns:a16="http://schemas.microsoft.com/office/drawing/2014/main" id="{1084EFE7-EA8F-FA12-A8D7-EF4738B41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8531" y="5197026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3" name="Oval 923">
              <a:extLst>
                <a:ext uri="{FF2B5EF4-FFF2-40B4-BE49-F238E27FC236}">
                  <a16:creationId xmlns:a16="http://schemas.microsoft.com/office/drawing/2014/main" id="{9C389A5B-FC1D-4F18-F5B1-3D0A305EF5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5647" y="522133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4" name="Oval 924">
              <a:extLst>
                <a:ext uri="{FF2B5EF4-FFF2-40B4-BE49-F238E27FC236}">
                  <a16:creationId xmlns:a16="http://schemas.microsoft.com/office/drawing/2014/main" id="{27CC16BF-BCA7-4315-B84F-451E2CF2C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697" y="526247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5" name="Oval 925">
              <a:extLst>
                <a:ext uri="{FF2B5EF4-FFF2-40B4-BE49-F238E27FC236}">
                  <a16:creationId xmlns:a16="http://schemas.microsoft.com/office/drawing/2014/main" id="{BE64CDCC-820B-6227-2B01-D6126EA97E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0812" y="529613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6" name="Oval 926">
              <a:extLst>
                <a:ext uri="{FF2B5EF4-FFF2-40B4-BE49-F238E27FC236}">
                  <a16:creationId xmlns:a16="http://schemas.microsoft.com/office/drawing/2014/main" id="{53694B08-7DC7-24BA-DCAB-122046D02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1359" y="4685578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7" name="Oval 927">
              <a:extLst>
                <a:ext uri="{FF2B5EF4-FFF2-40B4-BE49-F238E27FC236}">
                  <a16:creationId xmlns:a16="http://schemas.microsoft.com/office/drawing/2014/main" id="{8806BF98-5230-F183-D910-25E67EBF9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3229" y="4685578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8" name="Oval 928">
              <a:extLst>
                <a:ext uri="{FF2B5EF4-FFF2-40B4-BE49-F238E27FC236}">
                  <a16:creationId xmlns:a16="http://schemas.microsoft.com/office/drawing/2014/main" id="{318D1A3D-B4D4-93E3-323E-735527FD4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709" y="4710823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9" name="Oval 929">
              <a:extLst>
                <a:ext uri="{FF2B5EF4-FFF2-40B4-BE49-F238E27FC236}">
                  <a16:creationId xmlns:a16="http://schemas.microsoft.com/office/drawing/2014/main" id="{275B306C-E26E-8190-5A1F-6270271AB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994" y="4737939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0" name="Oval 930">
              <a:extLst>
                <a:ext uri="{FF2B5EF4-FFF2-40B4-BE49-F238E27FC236}">
                  <a16:creationId xmlns:a16="http://schemas.microsoft.com/office/drawing/2014/main" id="{E5E95261-71CF-C66C-D00D-72EBA4AF1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889" y="4767859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1" name="Oval 931">
              <a:extLst>
                <a:ext uri="{FF2B5EF4-FFF2-40B4-BE49-F238E27FC236}">
                  <a16:creationId xmlns:a16="http://schemas.microsoft.com/office/drawing/2014/main" id="{DD950516-9CCF-03FA-01F1-28059F96F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4655" y="480058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2" name="Oval 932">
              <a:extLst>
                <a:ext uri="{FF2B5EF4-FFF2-40B4-BE49-F238E27FC236}">
                  <a16:creationId xmlns:a16="http://schemas.microsoft.com/office/drawing/2014/main" id="{88DF0BB1-AE88-0F7E-D0F2-661899270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6159" y="4837049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3" name="Oval 933">
              <a:extLst>
                <a:ext uri="{FF2B5EF4-FFF2-40B4-BE49-F238E27FC236}">
                  <a16:creationId xmlns:a16="http://schemas.microsoft.com/office/drawing/2014/main" id="{4E0D660B-B19E-FBFA-0C65-BB573C636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0470" y="487164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4" name="Oval 934">
              <a:extLst>
                <a:ext uri="{FF2B5EF4-FFF2-40B4-BE49-F238E27FC236}">
                  <a16:creationId xmlns:a16="http://schemas.microsoft.com/office/drawing/2014/main" id="{D4830B8F-1312-813C-DCB2-4ED06213F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6650" y="491746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5" name="Oval 935">
              <a:extLst>
                <a:ext uri="{FF2B5EF4-FFF2-40B4-BE49-F238E27FC236}">
                  <a16:creationId xmlns:a16="http://schemas.microsoft.com/office/drawing/2014/main" id="{540C567C-F862-A154-9D2C-C3325192A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765" y="494738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6" name="Oval 936">
              <a:extLst>
                <a:ext uri="{FF2B5EF4-FFF2-40B4-BE49-F238E27FC236}">
                  <a16:creationId xmlns:a16="http://schemas.microsoft.com/office/drawing/2014/main" id="{A38E0A93-C7D3-C0CE-E1EC-D893EBE2A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2750" y="497917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7" name="Oval 937">
              <a:extLst>
                <a:ext uri="{FF2B5EF4-FFF2-40B4-BE49-F238E27FC236}">
                  <a16:creationId xmlns:a16="http://schemas.microsoft.com/office/drawing/2014/main" id="{E458CAD1-BC7F-EA60-3E9E-6A8287936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735" y="501096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8" name="Oval 938">
              <a:extLst>
                <a:ext uri="{FF2B5EF4-FFF2-40B4-BE49-F238E27FC236}">
                  <a16:creationId xmlns:a16="http://schemas.microsoft.com/office/drawing/2014/main" id="{2246E495-5EDD-DEBB-954F-5B54C29A2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2590" y="5048361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9" name="Oval 939">
              <a:extLst>
                <a:ext uri="{FF2B5EF4-FFF2-40B4-BE49-F238E27FC236}">
                  <a16:creationId xmlns:a16="http://schemas.microsoft.com/office/drawing/2014/main" id="{6906E835-70F3-7699-15F4-4E79E4848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511" y="508763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0" name="Oval 940">
              <a:extLst>
                <a:ext uri="{FF2B5EF4-FFF2-40B4-BE49-F238E27FC236}">
                  <a16:creationId xmlns:a16="http://schemas.microsoft.com/office/drawing/2014/main" id="{30A5FDF8-57B1-975C-2B21-F1CBDBC516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2431" y="513344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1" name="Oval 941">
              <a:extLst>
                <a:ext uri="{FF2B5EF4-FFF2-40B4-BE49-F238E27FC236}">
                  <a16:creationId xmlns:a16="http://schemas.microsoft.com/office/drawing/2014/main" id="{D2D975CF-EA3D-9FBF-7C35-F0462EF70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351" y="517178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2" name="Oval 942">
              <a:extLst>
                <a:ext uri="{FF2B5EF4-FFF2-40B4-BE49-F238E27FC236}">
                  <a16:creationId xmlns:a16="http://schemas.microsoft.com/office/drawing/2014/main" id="{8F930AC2-E3AC-86FA-9AF6-C311797DD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336" y="519983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3" name="Oval 943">
              <a:extLst>
                <a:ext uri="{FF2B5EF4-FFF2-40B4-BE49-F238E27FC236}">
                  <a16:creationId xmlns:a16="http://schemas.microsoft.com/office/drawing/2014/main" id="{A12DA6B1-259E-A2F5-6CCF-DCF503A28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1257" y="523910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4" name="Oval 944">
              <a:extLst>
                <a:ext uri="{FF2B5EF4-FFF2-40B4-BE49-F238E27FC236}">
                  <a16:creationId xmlns:a16="http://schemas.microsoft.com/office/drawing/2014/main" id="{A629A9D5-9C6E-9525-8BEC-69DD52713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307" y="527650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5" name="Oval 945">
              <a:extLst>
                <a:ext uri="{FF2B5EF4-FFF2-40B4-BE49-F238E27FC236}">
                  <a16:creationId xmlns:a16="http://schemas.microsoft.com/office/drawing/2014/main" id="{8A395380-6EF6-2D94-7B76-37B881EED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292" y="530455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6" name="Oval 946">
              <a:extLst>
                <a:ext uri="{FF2B5EF4-FFF2-40B4-BE49-F238E27FC236}">
                  <a16:creationId xmlns:a16="http://schemas.microsoft.com/office/drawing/2014/main" id="{8EFD13B2-A4D2-7A07-A13F-CDDE61EF3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714" y="4630413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7" name="Oval 947">
              <a:extLst>
                <a:ext uri="{FF2B5EF4-FFF2-40B4-BE49-F238E27FC236}">
                  <a16:creationId xmlns:a16="http://schemas.microsoft.com/office/drawing/2014/main" id="{952122B6-C937-30B4-E2AD-23AEB482D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1519" y="4636023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8" name="Oval 948">
              <a:extLst>
                <a:ext uri="{FF2B5EF4-FFF2-40B4-BE49-F238E27FC236}">
                  <a16:creationId xmlns:a16="http://schemas.microsoft.com/office/drawing/2014/main" id="{6B66A983-5710-DBBD-8634-433496B46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8999" y="466033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9" name="Oval 949">
              <a:extLst>
                <a:ext uri="{FF2B5EF4-FFF2-40B4-BE49-F238E27FC236}">
                  <a16:creationId xmlns:a16="http://schemas.microsoft.com/office/drawing/2014/main" id="{43BCCBFB-5D30-4B08-F678-9B08AC3BC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089" y="469773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0" name="Oval 950">
              <a:extLst>
                <a:ext uri="{FF2B5EF4-FFF2-40B4-BE49-F238E27FC236}">
                  <a16:creationId xmlns:a16="http://schemas.microsoft.com/office/drawing/2014/main" id="{0986EF3B-1FA6-FE76-8906-96434B389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9854" y="4731393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1" name="Oval 951">
              <a:extLst>
                <a:ext uri="{FF2B5EF4-FFF2-40B4-BE49-F238E27FC236}">
                  <a16:creationId xmlns:a16="http://schemas.microsoft.com/office/drawing/2014/main" id="{3F7E46B0-11EF-37AA-B64D-F0E3055DD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1359" y="4769729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2" name="Oval 952">
              <a:extLst>
                <a:ext uri="{FF2B5EF4-FFF2-40B4-BE49-F238E27FC236}">
                  <a16:creationId xmlns:a16="http://schemas.microsoft.com/office/drawing/2014/main" id="{0CEB5C69-6457-64DA-7986-CB5CA38F0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669" y="4805259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3" name="Oval 953">
              <a:extLst>
                <a:ext uri="{FF2B5EF4-FFF2-40B4-BE49-F238E27FC236}">
                  <a16:creationId xmlns:a16="http://schemas.microsoft.com/office/drawing/2014/main" id="{BCCEF453-90E9-4C8C-F789-0D221F4D7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785" y="483050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4" name="Oval 954">
              <a:extLst>
                <a:ext uri="{FF2B5EF4-FFF2-40B4-BE49-F238E27FC236}">
                  <a16:creationId xmlns:a16="http://schemas.microsoft.com/office/drawing/2014/main" id="{B40B013A-889E-EACB-5E62-AC3141BD1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2705" y="4868840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5" name="Oval 955">
              <a:extLst>
                <a:ext uri="{FF2B5EF4-FFF2-40B4-BE49-F238E27FC236}">
                  <a16:creationId xmlns:a16="http://schemas.microsoft.com/office/drawing/2014/main" id="{7EA95DA7-0677-F024-1431-ECAE87811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2625" y="491652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6" name="Oval 956">
              <a:extLst>
                <a:ext uri="{FF2B5EF4-FFF2-40B4-BE49-F238E27FC236}">
                  <a16:creationId xmlns:a16="http://schemas.microsoft.com/office/drawing/2014/main" id="{B47036C0-2018-5B3F-9BB8-9B339BFEF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415" y="494644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7" name="Oval 957">
              <a:extLst>
                <a:ext uri="{FF2B5EF4-FFF2-40B4-BE49-F238E27FC236}">
                  <a16:creationId xmlns:a16="http://schemas.microsoft.com/office/drawing/2014/main" id="{97981500-8200-ECC9-0D6E-F4009BC70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140" y="496888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8" name="Oval 958">
              <a:extLst>
                <a:ext uri="{FF2B5EF4-FFF2-40B4-BE49-F238E27FC236}">
                  <a16:creationId xmlns:a16="http://schemas.microsoft.com/office/drawing/2014/main" id="{3BAD07D3-A531-AF28-3463-E980B4DFF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865" y="5014700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9" name="Oval 959">
              <a:extLst>
                <a:ext uri="{FF2B5EF4-FFF2-40B4-BE49-F238E27FC236}">
                  <a16:creationId xmlns:a16="http://schemas.microsoft.com/office/drawing/2014/main" id="{B33AC1AE-7A06-E7B1-875C-4DC85EC7E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2590" y="5058645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0" name="Oval 960">
              <a:extLst>
                <a:ext uri="{FF2B5EF4-FFF2-40B4-BE49-F238E27FC236}">
                  <a16:creationId xmlns:a16="http://schemas.microsoft.com/office/drawing/2014/main" id="{5C4A1F6E-983D-CE8F-70CD-0CFB20F0F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381" y="510446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1" name="Oval 961">
              <a:extLst>
                <a:ext uri="{FF2B5EF4-FFF2-40B4-BE49-F238E27FC236}">
                  <a16:creationId xmlns:a16="http://schemas.microsoft.com/office/drawing/2014/main" id="{A3805C65-0612-1FE1-B8F4-2B7BC17AC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6171" y="515121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2" name="Oval 962">
              <a:extLst>
                <a:ext uri="{FF2B5EF4-FFF2-40B4-BE49-F238E27FC236}">
                  <a16:creationId xmlns:a16="http://schemas.microsoft.com/office/drawing/2014/main" id="{823F3E85-A07F-6AF9-DD35-5F46F9F3C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961" y="518580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3" name="Oval 963">
              <a:extLst>
                <a:ext uri="{FF2B5EF4-FFF2-40B4-BE49-F238E27FC236}">
                  <a16:creationId xmlns:a16="http://schemas.microsoft.com/office/drawing/2014/main" id="{51721A05-3EEE-C654-4080-FE00AC08E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8816" y="522414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4" name="Oval 964">
              <a:extLst>
                <a:ext uri="{FF2B5EF4-FFF2-40B4-BE49-F238E27FC236}">
                  <a16:creationId xmlns:a16="http://schemas.microsoft.com/office/drawing/2014/main" id="{3792ED89-BB61-B87E-D408-AFF113929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9671" y="525967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5" name="Oval 965">
              <a:extLst>
                <a:ext uri="{FF2B5EF4-FFF2-40B4-BE49-F238E27FC236}">
                  <a16:creationId xmlns:a16="http://schemas.microsoft.com/office/drawing/2014/main" id="{B3951CFE-8936-5D98-7DD6-6B37CACEA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591" y="528117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6" name="Oval 966">
              <a:extLst>
                <a:ext uri="{FF2B5EF4-FFF2-40B4-BE49-F238E27FC236}">
                  <a16:creationId xmlns:a16="http://schemas.microsoft.com/office/drawing/2014/main" id="{40525AD0-4E68-3A0A-8632-BF9F56BB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577" y="531390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7" name="Oval 967">
              <a:extLst>
                <a:ext uri="{FF2B5EF4-FFF2-40B4-BE49-F238E27FC236}">
                  <a16:creationId xmlns:a16="http://schemas.microsoft.com/office/drawing/2014/main" id="{4CF441BC-7813-747B-A87C-7DFDB146D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0458" y="457244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8" name="Oval 968">
              <a:extLst>
                <a:ext uri="{FF2B5EF4-FFF2-40B4-BE49-F238E27FC236}">
                  <a16:creationId xmlns:a16="http://schemas.microsoft.com/office/drawing/2014/main" id="{FB6D6F4A-10D3-D561-421B-3D67706948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3263" y="4584598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9" name="Oval 969">
              <a:extLst>
                <a:ext uri="{FF2B5EF4-FFF2-40B4-BE49-F238E27FC236}">
                  <a16:creationId xmlns:a16="http://schemas.microsoft.com/office/drawing/2014/main" id="{8E1FB1A9-7A3D-BD97-92EA-B5CF8196E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3548" y="4621998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0" name="Oval 970">
              <a:extLst>
                <a:ext uri="{FF2B5EF4-FFF2-40B4-BE49-F238E27FC236}">
                  <a16:creationId xmlns:a16="http://schemas.microsoft.com/office/drawing/2014/main" id="{333319D7-2444-967F-E6F6-065CBDEA9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508" y="4655658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1" name="Oval 971">
              <a:extLst>
                <a:ext uri="{FF2B5EF4-FFF2-40B4-BE49-F238E27FC236}">
                  <a16:creationId xmlns:a16="http://schemas.microsoft.com/office/drawing/2014/main" id="{CC9EB279-6E65-AAB6-CF31-7B3005C40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9078" y="4686513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2" name="Oval 972">
              <a:extLst>
                <a:ext uri="{FF2B5EF4-FFF2-40B4-BE49-F238E27FC236}">
                  <a16:creationId xmlns:a16="http://schemas.microsoft.com/office/drawing/2014/main" id="{33F3F2A4-F7B9-F2C7-AD4E-97869FCC7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389" y="472204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3" name="Oval 973">
              <a:extLst>
                <a:ext uri="{FF2B5EF4-FFF2-40B4-BE49-F238E27FC236}">
                  <a16:creationId xmlns:a16="http://schemas.microsoft.com/office/drawing/2014/main" id="{595DA0DC-83D8-EF5F-4B34-219022427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2374" y="4761314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4" name="Oval 974">
              <a:extLst>
                <a:ext uri="{FF2B5EF4-FFF2-40B4-BE49-F238E27FC236}">
                  <a16:creationId xmlns:a16="http://schemas.microsoft.com/office/drawing/2014/main" id="{AD9E3597-EE3A-AB2F-3DD3-14348E7DF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3229" y="478936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5" name="Oval 975">
              <a:extLst>
                <a:ext uri="{FF2B5EF4-FFF2-40B4-BE49-F238E27FC236}">
                  <a16:creationId xmlns:a16="http://schemas.microsoft.com/office/drawing/2014/main" id="{1A87645B-E937-4F42-37CE-1DA3D1F53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889" y="4829569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6" name="Oval 976">
              <a:extLst>
                <a:ext uri="{FF2B5EF4-FFF2-40B4-BE49-F238E27FC236}">
                  <a16:creationId xmlns:a16="http://schemas.microsoft.com/office/drawing/2014/main" id="{1897AE1F-B847-57DD-9D61-A9ACD4D03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549" y="487912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7" name="Oval 977">
              <a:extLst>
                <a:ext uri="{FF2B5EF4-FFF2-40B4-BE49-F238E27FC236}">
                  <a16:creationId xmlns:a16="http://schemas.microsoft.com/office/drawing/2014/main" id="{8DE08EC1-98B1-D99E-0590-3054D9EE5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080" y="4911850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8" name="Oval 978">
              <a:extLst>
                <a:ext uri="{FF2B5EF4-FFF2-40B4-BE49-F238E27FC236}">
                  <a16:creationId xmlns:a16="http://schemas.microsoft.com/office/drawing/2014/main" id="{5C668C9C-85B6-7860-DD3E-651E3623C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610" y="4945510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9" name="Oval 979">
              <a:extLst>
                <a:ext uri="{FF2B5EF4-FFF2-40B4-BE49-F238E27FC236}">
                  <a16:creationId xmlns:a16="http://schemas.microsoft.com/office/drawing/2014/main" id="{1FC3DAD4-E70D-F271-D123-838604A7E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140" y="4987585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0" name="Oval 980">
              <a:extLst>
                <a:ext uri="{FF2B5EF4-FFF2-40B4-BE49-F238E27FC236}">
                  <a16:creationId xmlns:a16="http://schemas.microsoft.com/office/drawing/2014/main" id="{A0C15384-C2F8-3F5A-C4B4-E8508ED90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735" y="502592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1" name="Oval 981">
              <a:extLst>
                <a:ext uri="{FF2B5EF4-FFF2-40B4-BE49-F238E27FC236}">
                  <a16:creationId xmlns:a16="http://schemas.microsoft.com/office/drawing/2014/main" id="{3A718E2F-385D-DE34-9A4A-774B6D439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7266" y="507921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2" name="Oval 982">
              <a:extLst>
                <a:ext uri="{FF2B5EF4-FFF2-40B4-BE49-F238E27FC236}">
                  <a16:creationId xmlns:a16="http://schemas.microsoft.com/office/drawing/2014/main" id="{B9959138-D0DC-AAEE-BAB4-EBBD043DA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1861" y="5128771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3" name="Oval 983">
              <a:extLst>
                <a:ext uri="{FF2B5EF4-FFF2-40B4-BE49-F238E27FC236}">
                  <a16:creationId xmlns:a16="http://schemas.microsoft.com/office/drawing/2014/main" id="{76302374-B1A0-4653-27DB-F1B5E8FEF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586" y="517271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4" name="Oval 984">
              <a:extLst>
                <a:ext uri="{FF2B5EF4-FFF2-40B4-BE49-F238E27FC236}">
                  <a16:creationId xmlns:a16="http://schemas.microsoft.com/office/drawing/2014/main" id="{50463DB1-7A73-60D9-D96D-5E780D8A6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7311" y="519889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5" name="Oval 985">
              <a:extLst>
                <a:ext uri="{FF2B5EF4-FFF2-40B4-BE49-F238E27FC236}">
                  <a16:creationId xmlns:a16="http://schemas.microsoft.com/office/drawing/2014/main" id="{16FFA70F-ED2A-5FA2-ED7D-57807E801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036" y="5228816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6" name="Oval 986">
              <a:extLst>
                <a:ext uri="{FF2B5EF4-FFF2-40B4-BE49-F238E27FC236}">
                  <a16:creationId xmlns:a16="http://schemas.microsoft.com/office/drawing/2014/main" id="{E22F1500-B661-51BD-C40A-15FBFDB88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891" y="526247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7" name="Oval 987">
              <a:extLst>
                <a:ext uri="{FF2B5EF4-FFF2-40B4-BE49-F238E27FC236}">
                  <a16:creationId xmlns:a16="http://schemas.microsoft.com/office/drawing/2014/main" id="{20E3D516-12A0-C87C-803C-65098BF52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1747" y="529520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8" name="Oval 988">
              <a:extLst>
                <a:ext uri="{FF2B5EF4-FFF2-40B4-BE49-F238E27FC236}">
                  <a16:creationId xmlns:a16="http://schemas.microsoft.com/office/drawing/2014/main" id="{A6C5A242-5944-1AE8-DFBD-7C220F1FA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0732" y="532512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9" name="Oval 989">
              <a:extLst>
                <a:ext uri="{FF2B5EF4-FFF2-40B4-BE49-F238E27FC236}">
                  <a16:creationId xmlns:a16="http://schemas.microsoft.com/office/drawing/2014/main" id="{444D0C0F-8F92-EFE9-66EA-813E53958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658" y="449857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0" name="Oval 990">
              <a:extLst>
                <a:ext uri="{FF2B5EF4-FFF2-40B4-BE49-F238E27FC236}">
                  <a16:creationId xmlns:a16="http://schemas.microsoft.com/office/drawing/2014/main" id="{B6C10B21-9128-0651-88A3-F61CF4BFC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9398" y="451821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1" name="Oval 991">
              <a:extLst>
                <a:ext uri="{FF2B5EF4-FFF2-40B4-BE49-F238E27FC236}">
                  <a16:creationId xmlns:a16="http://schemas.microsoft.com/office/drawing/2014/main" id="{47B94854-89E4-76CE-90BF-E64351A7F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1553" y="4556548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2" name="Oval 992">
              <a:extLst>
                <a:ext uri="{FF2B5EF4-FFF2-40B4-BE49-F238E27FC236}">
                  <a16:creationId xmlns:a16="http://schemas.microsoft.com/office/drawing/2014/main" id="{ECFD2A06-0F4A-4C99-718A-34E91BF8F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9318" y="4595818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3" name="Oval 993">
              <a:extLst>
                <a:ext uri="{FF2B5EF4-FFF2-40B4-BE49-F238E27FC236}">
                  <a16:creationId xmlns:a16="http://schemas.microsoft.com/office/drawing/2014/main" id="{5D3388B6-C9E0-5FC9-5F2B-757F21BC3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628" y="463228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4" name="Oval 994">
              <a:extLst>
                <a:ext uri="{FF2B5EF4-FFF2-40B4-BE49-F238E27FC236}">
                  <a16:creationId xmlns:a16="http://schemas.microsoft.com/office/drawing/2014/main" id="{5E2DE705-BAFE-96AA-2725-8687759F7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3548" y="4663138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5" name="Oval 995">
              <a:extLst>
                <a:ext uri="{FF2B5EF4-FFF2-40B4-BE49-F238E27FC236}">
                  <a16:creationId xmlns:a16="http://schemas.microsoft.com/office/drawing/2014/main" id="{7E5048DA-205B-2813-93F9-BD2BEA8C7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274" y="4706149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6" name="Oval 996">
              <a:extLst>
                <a:ext uri="{FF2B5EF4-FFF2-40B4-BE49-F238E27FC236}">
                  <a16:creationId xmlns:a16="http://schemas.microsoft.com/office/drawing/2014/main" id="{B32C5F53-4D0A-5A82-ED2A-5690047D5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1804" y="475757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7" name="Oval 997">
              <a:extLst>
                <a:ext uri="{FF2B5EF4-FFF2-40B4-BE49-F238E27FC236}">
                  <a16:creationId xmlns:a16="http://schemas.microsoft.com/office/drawing/2014/main" id="{907FCFD0-8705-B9F4-95BD-030A66748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204" y="479684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8" name="Oval 998">
              <a:extLst>
                <a:ext uri="{FF2B5EF4-FFF2-40B4-BE49-F238E27FC236}">
                  <a16:creationId xmlns:a16="http://schemas.microsoft.com/office/drawing/2014/main" id="{17765FAB-4381-B477-ABB5-0A2B0B854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7539" y="483050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9" name="Oval 999">
              <a:extLst>
                <a:ext uri="{FF2B5EF4-FFF2-40B4-BE49-F238E27FC236}">
                  <a16:creationId xmlns:a16="http://schemas.microsoft.com/office/drawing/2014/main" id="{8D292748-203F-8364-F39B-C1C2C2F49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6809" y="487538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0" name="Oval 1000">
              <a:extLst>
                <a:ext uri="{FF2B5EF4-FFF2-40B4-BE49-F238E27FC236}">
                  <a16:creationId xmlns:a16="http://schemas.microsoft.com/office/drawing/2014/main" id="{33FB4B90-6D65-9CE4-039D-FDA4BEAFC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080" y="492587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1" name="Oval 1001">
              <a:extLst>
                <a:ext uri="{FF2B5EF4-FFF2-40B4-BE49-F238E27FC236}">
                  <a16:creationId xmlns:a16="http://schemas.microsoft.com/office/drawing/2014/main" id="{AC646FDA-2CE9-C8C9-2944-E081F3123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415" y="496608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2" name="Oval 1002">
              <a:extLst>
                <a:ext uri="{FF2B5EF4-FFF2-40B4-BE49-F238E27FC236}">
                  <a16:creationId xmlns:a16="http://schemas.microsoft.com/office/drawing/2014/main" id="{8AA8BBC3-80C5-9AB5-5395-E8D85326A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2750" y="500535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3" name="Oval 1003">
              <a:extLst>
                <a:ext uri="{FF2B5EF4-FFF2-40B4-BE49-F238E27FC236}">
                  <a16:creationId xmlns:a16="http://schemas.microsoft.com/office/drawing/2014/main" id="{F9D0B1E9-5480-4DD3-9949-B1853FF96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0150" y="504929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4" name="Oval 1004">
              <a:extLst>
                <a:ext uri="{FF2B5EF4-FFF2-40B4-BE49-F238E27FC236}">
                  <a16:creationId xmlns:a16="http://schemas.microsoft.com/office/drawing/2014/main" id="{3CB3F90F-1BDF-7976-6D1B-A59721656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616" y="509230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5" name="Oval 1005">
              <a:extLst>
                <a:ext uri="{FF2B5EF4-FFF2-40B4-BE49-F238E27FC236}">
                  <a16:creationId xmlns:a16="http://schemas.microsoft.com/office/drawing/2014/main" id="{0C5D46A2-11B6-B999-C907-7ED4ABA92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146" y="513812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6" name="Oval 1006">
              <a:extLst>
                <a:ext uri="{FF2B5EF4-FFF2-40B4-BE49-F238E27FC236}">
                  <a16:creationId xmlns:a16="http://schemas.microsoft.com/office/drawing/2014/main" id="{5E5EC9EF-C39F-6D88-355A-2664667C5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741" y="517084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7" name="Oval 1007">
              <a:extLst>
                <a:ext uri="{FF2B5EF4-FFF2-40B4-BE49-F238E27FC236}">
                  <a16:creationId xmlns:a16="http://schemas.microsoft.com/office/drawing/2014/main" id="{2472DE80-029B-C17B-FEE1-51AC4252B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0401" y="520450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8" name="Oval 1008">
              <a:extLst>
                <a:ext uri="{FF2B5EF4-FFF2-40B4-BE49-F238E27FC236}">
                  <a16:creationId xmlns:a16="http://schemas.microsoft.com/office/drawing/2014/main" id="{6B80CA5E-B4CD-A6B3-8677-10DE84E11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3127" y="524471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5" name="Oval 1010">
              <a:extLst>
                <a:ext uri="{FF2B5EF4-FFF2-40B4-BE49-F238E27FC236}">
                  <a16:creationId xmlns:a16="http://schemas.microsoft.com/office/drawing/2014/main" id="{F9C871B9-712E-17F2-DEE5-D941B1D77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4917" y="528865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6" name="Oval 1011">
              <a:extLst>
                <a:ext uri="{FF2B5EF4-FFF2-40B4-BE49-F238E27FC236}">
                  <a16:creationId xmlns:a16="http://schemas.microsoft.com/office/drawing/2014/main" id="{E93CB38D-9C0A-A1EE-D407-0F8FD1FA0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772" y="532138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7" name="Oval 1012">
              <a:extLst>
                <a:ext uri="{FF2B5EF4-FFF2-40B4-BE49-F238E27FC236}">
                  <a16:creationId xmlns:a16="http://schemas.microsoft.com/office/drawing/2014/main" id="{27F18C0F-875E-D941-D461-DCA796028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377" y="441723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8" name="Oval 1013">
              <a:extLst>
                <a:ext uri="{FF2B5EF4-FFF2-40B4-BE49-F238E27FC236}">
                  <a16:creationId xmlns:a16="http://schemas.microsoft.com/office/drawing/2014/main" id="{A0EE17A3-EE78-B9C6-6271-5D09F1CD9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8053" y="444247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9" name="Oval 1014">
              <a:extLst>
                <a:ext uri="{FF2B5EF4-FFF2-40B4-BE49-F238E27FC236}">
                  <a16:creationId xmlns:a16="http://schemas.microsoft.com/office/drawing/2014/main" id="{57DB18F2-1E67-AE83-1F64-117748930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077" y="447707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0" name="Oval 1015">
              <a:extLst>
                <a:ext uri="{FF2B5EF4-FFF2-40B4-BE49-F238E27FC236}">
                  <a16:creationId xmlns:a16="http://schemas.microsoft.com/office/drawing/2014/main" id="{05574968-4F52-31EC-ECC4-613F0C304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4517" y="451914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1" name="Oval 1016">
              <a:extLst>
                <a:ext uri="{FF2B5EF4-FFF2-40B4-BE49-F238E27FC236}">
                  <a16:creationId xmlns:a16="http://schemas.microsoft.com/office/drawing/2014/main" id="{8898A8D2-3D94-4917-F11A-BEEE9BC5F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3503" y="4573378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2" name="Oval 1017">
              <a:extLst>
                <a:ext uri="{FF2B5EF4-FFF2-40B4-BE49-F238E27FC236}">
                  <a16:creationId xmlns:a16="http://schemas.microsoft.com/office/drawing/2014/main" id="{ACD07FED-C171-5EFA-77A2-4C1FB635B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9033" y="4614518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3" name="Oval 1018">
              <a:extLst>
                <a:ext uri="{FF2B5EF4-FFF2-40B4-BE49-F238E27FC236}">
                  <a16:creationId xmlns:a16="http://schemas.microsoft.com/office/drawing/2014/main" id="{43C09879-23FD-EAFA-DD63-27DDC6E34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7368" y="4659398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4" name="Oval 1019">
              <a:extLst>
                <a:ext uri="{FF2B5EF4-FFF2-40B4-BE49-F238E27FC236}">
                  <a16:creationId xmlns:a16="http://schemas.microsoft.com/office/drawing/2014/main" id="{D06FF835-2797-EE41-CF19-324355278D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508" y="4717369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5" name="Oval 1020">
              <a:extLst>
                <a:ext uri="{FF2B5EF4-FFF2-40B4-BE49-F238E27FC236}">
                  <a16:creationId xmlns:a16="http://schemas.microsoft.com/office/drawing/2014/main" id="{CBB45F5C-F767-F0C9-CC3C-FEFC706B4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1519" y="4755704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6" name="Oval 1021">
              <a:extLst>
                <a:ext uri="{FF2B5EF4-FFF2-40B4-BE49-F238E27FC236}">
                  <a16:creationId xmlns:a16="http://schemas.microsoft.com/office/drawing/2014/main" id="{FAF9F051-BD6E-52FD-2045-2EFBD5209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4529" y="4797779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7" name="Oval 1022">
              <a:extLst>
                <a:ext uri="{FF2B5EF4-FFF2-40B4-BE49-F238E27FC236}">
                  <a16:creationId xmlns:a16="http://schemas.microsoft.com/office/drawing/2014/main" id="{228EB265-A3C7-2BE5-5C44-3273D561E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7539" y="4838919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8" name="Oval 1023">
              <a:extLst>
                <a:ext uri="{FF2B5EF4-FFF2-40B4-BE49-F238E27FC236}">
                  <a16:creationId xmlns:a16="http://schemas.microsoft.com/office/drawing/2014/main" id="{3D259B5A-5B1A-4177-0D76-E37C67335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549" y="489969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9" name="Oval 1024">
              <a:extLst>
                <a:ext uri="{FF2B5EF4-FFF2-40B4-BE49-F238E27FC236}">
                  <a16:creationId xmlns:a16="http://schemas.microsoft.com/office/drawing/2014/main" id="{0C8FDF4F-DA7F-2544-50F4-3BC248B18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2625" y="494925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0" name="Oval 1025">
              <a:extLst>
                <a:ext uri="{FF2B5EF4-FFF2-40B4-BE49-F238E27FC236}">
                  <a16:creationId xmlns:a16="http://schemas.microsoft.com/office/drawing/2014/main" id="{2B6EBF95-C76B-7EAC-7378-E6D3873BC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765" y="498852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1" name="Oval 1026">
              <a:extLst>
                <a:ext uri="{FF2B5EF4-FFF2-40B4-BE49-F238E27FC236}">
                  <a16:creationId xmlns:a16="http://schemas.microsoft.com/office/drawing/2014/main" id="{35CD3393-E4A9-824D-CE7C-838062F13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3970" y="502124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2" name="Oval 1027">
              <a:extLst>
                <a:ext uri="{FF2B5EF4-FFF2-40B4-BE49-F238E27FC236}">
                  <a16:creationId xmlns:a16="http://schemas.microsoft.com/office/drawing/2014/main" id="{68D9B3BA-9204-5012-A3AD-68493C6DB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3240" y="506238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3" name="Oval 1028">
              <a:extLst>
                <a:ext uri="{FF2B5EF4-FFF2-40B4-BE49-F238E27FC236}">
                  <a16:creationId xmlns:a16="http://schemas.microsoft.com/office/drawing/2014/main" id="{D93B52C9-0BE0-EC1A-D513-5C9E31C37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641" y="511007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4" name="Oval 1029">
              <a:extLst>
                <a:ext uri="{FF2B5EF4-FFF2-40B4-BE49-F238E27FC236}">
                  <a16:creationId xmlns:a16="http://schemas.microsoft.com/office/drawing/2014/main" id="{78B975DB-B1B3-9912-7FE0-75A4C2DDC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8041" y="515869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5" name="Oval 1030">
              <a:extLst>
                <a:ext uri="{FF2B5EF4-FFF2-40B4-BE49-F238E27FC236}">
                  <a16:creationId xmlns:a16="http://schemas.microsoft.com/office/drawing/2014/main" id="{96108851-6FC6-8C81-2C79-608326BBA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2636" y="518580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6" name="Oval 1031">
              <a:extLst>
                <a:ext uri="{FF2B5EF4-FFF2-40B4-BE49-F238E27FC236}">
                  <a16:creationId xmlns:a16="http://schemas.microsoft.com/office/drawing/2014/main" id="{868FDFF7-6D54-408E-596F-607D7178D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7231" y="522040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7" name="Oval 1032">
              <a:extLst>
                <a:ext uri="{FF2B5EF4-FFF2-40B4-BE49-F238E27FC236}">
                  <a16:creationId xmlns:a16="http://schemas.microsoft.com/office/drawing/2014/main" id="{E2E8C4DB-0210-CB2C-5AD6-128913989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57" y="527837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8" name="Oval 1033">
              <a:extLst>
                <a:ext uri="{FF2B5EF4-FFF2-40B4-BE49-F238E27FC236}">
                  <a16:creationId xmlns:a16="http://schemas.microsoft.com/office/drawing/2014/main" id="{67F633C6-D48D-4BE2-2E2D-CDD874BB4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682" y="530735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9" name="Oval 1034">
              <a:extLst>
                <a:ext uri="{FF2B5EF4-FFF2-40B4-BE49-F238E27FC236}">
                  <a16:creationId xmlns:a16="http://schemas.microsoft.com/office/drawing/2014/main" id="{30510505-3956-473F-1365-1F5B5159D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812" y="434243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0" name="Oval 1035">
              <a:extLst>
                <a:ext uri="{FF2B5EF4-FFF2-40B4-BE49-F238E27FC236}">
                  <a16:creationId xmlns:a16="http://schemas.microsoft.com/office/drawing/2014/main" id="{4383AF5B-2B92-5916-57E4-80CF9DA98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357" y="436767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1" name="Oval 1036">
              <a:extLst>
                <a:ext uri="{FF2B5EF4-FFF2-40B4-BE49-F238E27FC236}">
                  <a16:creationId xmlns:a16="http://schemas.microsoft.com/office/drawing/2014/main" id="{D99B768E-1C9D-1D96-F2BA-AF6C2BAE8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5122" y="440507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2" name="Oval 1037">
              <a:extLst>
                <a:ext uri="{FF2B5EF4-FFF2-40B4-BE49-F238E27FC236}">
                  <a16:creationId xmlns:a16="http://schemas.microsoft.com/office/drawing/2014/main" id="{F32416CB-E056-4BAA-828E-F36C4C0B9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237" y="445182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3" name="Oval 1038">
              <a:extLst>
                <a:ext uri="{FF2B5EF4-FFF2-40B4-BE49-F238E27FC236}">
                  <a16:creationId xmlns:a16="http://schemas.microsoft.com/office/drawing/2014/main" id="{C9F639A5-8BEA-7B86-52F8-09F7EDB9B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702" y="451260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4" name="Oval 1039">
              <a:extLst>
                <a:ext uri="{FF2B5EF4-FFF2-40B4-BE49-F238E27FC236}">
                  <a16:creationId xmlns:a16="http://schemas.microsoft.com/office/drawing/2014/main" id="{BA6CCC1D-E6A7-990F-ADB2-D48B41260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9843" y="4565898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5" name="Oval 1040">
              <a:extLst>
                <a:ext uri="{FF2B5EF4-FFF2-40B4-BE49-F238E27FC236}">
                  <a16:creationId xmlns:a16="http://schemas.microsoft.com/office/drawing/2014/main" id="{1B576789-C8CF-D9B5-70B4-B67CCFD5C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658" y="461919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6" name="Oval 1041">
              <a:extLst>
                <a:ext uri="{FF2B5EF4-FFF2-40B4-BE49-F238E27FC236}">
                  <a16:creationId xmlns:a16="http://schemas.microsoft.com/office/drawing/2014/main" id="{B2D5ED27-A29F-9B9E-7ADA-DB2B68DDB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3343" y="466968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7" name="Oval 1042">
              <a:extLst>
                <a:ext uri="{FF2B5EF4-FFF2-40B4-BE49-F238E27FC236}">
                  <a16:creationId xmlns:a16="http://schemas.microsoft.com/office/drawing/2014/main" id="{46923766-EE7D-E484-EAFA-D280670AF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1964" y="4719239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8" name="Oval 1043">
              <a:extLst>
                <a:ext uri="{FF2B5EF4-FFF2-40B4-BE49-F238E27FC236}">
                  <a16:creationId xmlns:a16="http://schemas.microsoft.com/office/drawing/2014/main" id="{EF6B84CD-2F05-D836-9C66-43D20F433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1519" y="4778144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9" name="Oval 1044">
              <a:extLst>
                <a:ext uri="{FF2B5EF4-FFF2-40B4-BE49-F238E27FC236}">
                  <a16:creationId xmlns:a16="http://schemas.microsoft.com/office/drawing/2014/main" id="{1422EA0A-A07E-B756-5850-AC4515D65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204" y="482302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0" name="Oval 1045">
              <a:extLst>
                <a:ext uri="{FF2B5EF4-FFF2-40B4-BE49-F238E27FC236}">
                  <a16:creationId xmlns:a16="http://schemas.microsoft.com/office/drawing/2014/main" id="{434A38A8-E1AC-AB36-55BF-D4FE2DFEA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889" y="4878190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1" name="Oval 1046">
              <a:extLst>
                <a:ext uri="{FF2B5EF4-FFF2-40B4-BE49-F238E27FC236}">
                  <a16:creationId xmlns:a16="http://schemas.microsoft.com/office/drawing/2014/main" id="{095553E6-FC8C-A140-663F-B3EE9AC78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2705" y="491278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2" name="Oval 1047">
              <a:extLst>
                <a:ext uri="{FF2B5EF4-FFF2-40B4-BE49-F238E27FC236}">
                  <a16:creationId xmlns:a16="http://schemas.microsoft.com/office/drawing/2014/main" id="{DD68CBBC-F859-70F7-A71C-91FF00A1C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6650" y="496421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3" name="Oval 1048">
              <a:extLst>
                <a:ext uri="{FF2B5EF4-FFF2-40B4-BE49-F238E27FC236}">
                  <a16:creationId xmlns:a16="http://schemas.microsoft.com/office/drawing/2014/main" id="{5671CEC8-7B2A-A0D4-2A95-E3321DF32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660" y="5014700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4" name="Oval 1049">
              <a:extLst>
                <a:ext uri="{FF2B5EF4-FFF2-40B4-BE49-F238E27FC236}">
                  <a16:creationId xmlns:a16="http://schemas.microsoft.com/office/drawing/2014/main" id="{E08D74DA-E066-EF38-F7B3-8B6A050FE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0800" y="505771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5" name="Oval 1050">
              <a:extLst>
                <a:ext uri="{FF2B5EF4-FFF2-40B4-BE49-F238E27FC236}">
                  <a16:creationId xmlns:a16="http://schemas.microsoft.com/office/drawing/2014/main" id="{26884C05-0FAD-E152-D2FA-6BB08BE3C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1006" y="510259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6" name="Oval 1051">
              <a:extLst>
                <a:ext uri="{FF2B5EF4-FFF2-40B4-BE49-F238E27FC236}">
                  <a16:creationId xmlns:a16="http://schemas.microsoft.com/office/drawing/2014/main" id="{A413F5AF-7BBB-1399-A0A0-93C7FD4D7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9341" y="515121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7" name="Oval 1052">
              <a:extLst>
                <a:ext uri="{FF2B5EF4-FFF2-40B4-BE49-F238E27FC236}">
                  <a16:creationId xmlns:a16="http://schemas.microsoft.com/office/drawing/2014/main" id="{A562EA57-5BE1-6C7D-831F-0BF465369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806" y="516897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8" name="Oval 1053">
              <a:extLst>
                <a:ext uri="{FF2B5EF4-FFF2-40B4-BE49-F238E27FC236}">
                  <a16:creationId xmlns:a16="http://schemas.microsoft.com/office/drawing/2014/main" id="{FB5850F9-FB68-714C-3A03-06F3F88DC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336" y="520076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9" name="Oval 1054">
              <a:extLst>
                <a:ext uri="{FF2B5EF4-FFF2-40B4-BE49-F238E27FC236}">
                  <a16:creationId xmlns:a16="http://schemas.microsoft.com/office/drawing/2014/main" id="{3C3AFA8A-472D-A3B7-E81A-882BC9705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5931" y="526247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0" name="Oval 1055">
              <a:extLst>
                <a:ext uri="{FF2B5EF4-FFF2-40B4-BE49-F238E27FC236}">
                  <a16:creationId xmlns:a16="http://schemas.microsoft.com/office/drawing/2014/main" id="{9512E96F-8312-7F92-FF66-20E0955F6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591" y="529426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1" name="Oval 1056">
              <a:extLst>
                <a:ext uri="{FF2B5EF4-FFF2-40B4-BE49-F238E27FC236}">
                  <a16:creationId xmlns:a16="http://schemas.microsoft.com/office/drawing/2014/main" id="{D251BE03-C2A4-A45C-7ED3-292C638CD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7026" y="426202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2" name="Oval 1057">
              <a:extLst>
                <a:ext uri="{FF2B5EF4-FFF2-40B4-BE49-F238E27FC236}">
                  <a16:creationId xmlns:a16="http://schemas.microsoft.com/office/drawing/2014/main" id="{1DAEA30A-B8ED-078B-5209-8D771CF96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4506" y="429194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3" name="Oval 1058">
              <a:extLst>
                <a:ext uri="{FF2B5EF4-FFF2-40B4-BE49-F238E27FC236}">
                  <a16:creationId xmlns:a16="http://schemas.microsoft.com/office/drawing/2014/main" id="{318542F0-53B0-1E76-CB41-6F0CC76B8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7881" y="4334951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4" name="Oval 1059">
              <a:extLst>
                <a:ext uri="{FF2B5EF4-FFF2-40B4-BE49-F238E27FC236}">
                  <a16:creationId xmlns:a16="http://schemas.microsoft.com/office/drawing/2014/main" id="{9EDBBADF-6AEE-AD19-DA5D-19E95EE94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2476" y="439946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5" name="Oval 1060">
              <a:extLst>
                <a:ext uri="{FF2B5EF4-FFF2-40B4-BE49-F238E27FC236}">
                  <a16:creationId xmlns:a16="http://schemas.microsoft.com/office/drawing/2014/main" id="{6B149918-C01A-109D-8E43-6A866835F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357" y="445930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6" name="Oval 1061">
              <a:extLst>
                <a:ext uri="{FF2B5EF4-FFF2-40B4-BE49-F238E27FC236}">
                  <a16:creationId xmlns:a16="http://schemas.microsoft.com/office/drawing/2014/main" id="{99B0DD65-17E1-F431-59DD-D91ECBBE3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7847" y="451447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7" name="Oval 1062">
              <a:extLst>
                <a:ext uri="{FF2B5EF4-FFF2-40B4-BE49-F238E27FC236}">
                  <a16:creationId xmlns:a16="http://schemas.microsoft.com/office/drawing/2014/main" id="{B643F69D-B7AA-0716-5778-0CF86ED49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077" y="456496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8" name="Oval 1063">
              <a:extLst>
                <a:ext uri="{FF2B5EF4-FFF2-40B4-BE49-F238E27FC236}">
                  <a16:creationId xmlns:a16="http://schemas.microsoft.com/office/drawing/2014/main" id="{368DFFCA-F57F-5F39-DD7A-D5703285B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8178" y="4623868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9" name="Oval 1064">
              <a:extLst>
                <a:ext uri="{FF2B5EF4-FFF2-40B4-BE49-F238E27FC236}">
                  <a16:creationId xmlns:a16="http://schemas.microsoft.com/office/drawing/2014/main" id="{4AD10BA9-C12E-29D3-119B-8BD30FE5D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3343" y="468277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0" name="Oval 1065">
              <a:extLst>
                <a:ext uri="{FF2B5EF4-FFF2-40B4-BE49-F238E27FC236}">
                  <a16:creationId xmlns:a16="http://schemas.microsoft.com/office/drawing/2014/main" id="{A4BE641A-2C97-3597-E570-3999165AE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508" y="4742614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1" name="Oval 1066">
              <a:extLst>
                <a:ext uri="{FF2B5EF4-FFF2-40B4-BE49-F238E27FC236}">
                  <a16:creationId xmlns:a16="http://schemas.microsoft.com/office/drawing/2014/main" id="{5555820C-C1DE-519A-B408-2A73F396F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1804" y="479871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2" name="Oval 1067">
              <a:extLst>
                <a:ext uri="{FF2B5EF4-FFF2-40B4-BE49-F238E27FC236}">
                  <a16:creationId xmlns:a16="http://schemas.microsoft.com/office/drawing/2014/main" id="{A1C4505C-11A5-F7A2-1CD4-EF571384D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3229" y="4852009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3" name="Oval 1068">
              <a:extLst>
                <a:ext uri="{FF2B5EF4-FFF2-40B4-BE49-F238E27FC236}">
                  <a16:creationId xmlns:a16="http://schemas.microsoft.com/office/drawing/2014/main" id="{ED2D2BE8-E540-42AE-B649-B7F38F80B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785" y="488380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4" name="Oval 1069">
              <a:extLst>
                <a:ext uri="{FF2B5EF4-FFF2-40B4-BE49-F238E27FC236}">
                  <a16:creationId xmlns:a16="http://schemas.microsoft.com/office/drawing/2014/main" id="{FF8CAAF9-C011-F65D-013D-522F66835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0470" y="493709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5" name="Oval 1070">
              <a:extLst>
                <a:ext uri="{FF2B5EF4-FFF2-40B4-BE49-F238E27FC236}">
                  <a16:creationId xmlns:a16="http://schemas.microsoft.com/office/drawing/2014/main" id="{FD821640-91B0-8736-B087-16AA0C3B1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285" y="499226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9" name="Oval 1071">
              <a:extLst>
                <a:ext uri="{FF2B5EF4-FFF2-40B4-BE49-F238E27FC236}">
                  <a16:creationId xmlns:a16="http://schemas.microsoft.com/office/drawing/2014/main" id="{3EFC41D9-EA8D-AEEC-00D9-44D914F52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0230" y="504368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0" name="Oval 1072">
              <a:extLst>
                <a:ext uri="{FF2B5EF4-FFF2-40B4-BE49-F238E27FC236}">
                  <a16:creationId xmlns:a16="http://schemas.microsoft.com/office/drawing/2014/main" id="{2AFFAA80-7BC2-C18C-FCE5-7E4872357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306" y="508576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1" name="Oval 1073">
              <a:extLst>
                <a:ext uri="{FF2B5EF4-FFF2-40B4-BE49-F238E27FC236}">
                  <a16:creationId xmlns:a16="http://schemas.microsoft.com/office/drawing/2014/main" id="{222419FA-733C-E749-4D2E-692B6D6BF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511" y="513344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2" name="Oval 1074">
              <a:extLst>
                <a:ext uri="{FF2B5EF4-FFF2-40B4-BE49-F238E27FC236}">
                  <a16:creationId xmlns:a16="http://schemas.microsoft.com/office/drawing/2014/main" id="{2424810C-0998-F7CD-1358-DD5BC213C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846" y="5164301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3" name="Oval 1075">
              <a:extLst>
                <a:ext uri="{FF2B5EF4-FFF2-40B4-BE49-F238E27FC236}">
                  <a16:creationId xmlns:a16="http://schemas.microsoft.com/office/drawing/2014/main" id="{7C8D2E8E-CC61-1329-8ED7-7CE62A761C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7311" y="519609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4" name="Oval 1076">
              <a:extLst>
                <a:ext uri="{FF2B5EF4-FFF2-40B4-BE49-F238E27FC236}">
                  <a16:creationId xmlns:a16="http://schemas.microsoft.com/office/drawing/2014/main" id="{C7128C6F-2965-D997-018E-19C8409A0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2841" y="524284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5" name="Oval 1077">
              <a:extLst>
                <a:ext uri="{FF2B5EF4-FFF2-40B4-BE49-F238E27FC236}">
                  <a16:creationId xmlns:a16="http://schemas.microsoft.com/office/drawing/2014/main" id="{98EDD85A-9321-C47A-D542-16EAC415A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437" y="528304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6" name="Oval 1078">
              <a:extLst>
                <a:ext uri="{FF2B5EF4-FFF2-40B4-BE49-F238E27FC236}">
                  <a16:creationId xmlns:a16="http://schemas.microsoft.com/office/drawing/2014/main" id="{0B207231-7012-4616-A87C-38050E57E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0162" y="532418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7" name="Oval 1079">
              <a:extLst>
                <a:ext uri="{FF2B5EF4-FFF2-40B4-BE49-F238E27FC236}">
                  <a16:creationId xmlns:a16="http://schemas.microsoft.com/office/drawing/2014/main" id="{75ED51B0-EF6B-DCBF-6D4B-28A168271C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6411" y="4179740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8" name="Oval 1080">
              <a:extLst>
                <a:ext uri="{FF2B5EF4-FFF2-40B4-BE49-F238E27FC236}">
                  <a16:creationId xmlns:a16="http://schemas.microsoft.com/office/drawing/2014/main" id="{D12201C7-5064-9857-C8C5-32ECC208C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6695" y="421340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9" name="Oval 1081">
              <a:extLst>
                <a:ext uri="{FF2B5EF4-FFF2-40B4-BE49-F238E27FC236}">
                  <a16:creationId xmlns:a16="http://schemas.microsoft.com/office/drawing/2014/main" id="{2F7D0B4C-74FF-ED88-9D36-1DF40BF92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7551" y="426015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0" name="Oval 1082">
              <a:extLst>
                <a:ext uri="{FF2B5EF4-FFF2-40B4-BE49-F238E27FC236}">
                  <a16:creationId xmlns:a16="http://schemas.microsoft.com/office/drawing/2014/main" id="{F6D8F2B7-D459-DE60-0BA4-7052EC003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3366" y="432560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1" name="Oval 1083">
              <a:extLst>
                <a:ext uri="{FF2B5EF4-FFF2-40B4-BE49-F238E27FC236}">
                  <a16:creationId xmlns:a16="http://schemas.microsoft.com/office/drawing/2014/main" id="{6B6DB391-87A9-B8D5-AFEF-002F0E87C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0401" y="440133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2" name="Oval 1084">
              <a:extLst>
                <a:ext uri="{FF2B5EF4-FFF2-40B4-BE49-F238E27FC236}">
                  <a16:creationId xmlns:a16="http://schemas.microsoft.com/office/drawing/2014/main" id="{3C931EA1-1B6E-1450-5921-3451D5353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2112" y="444808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3" name="Oval 1085">
              <a:extLst>
                <a:ext uri="{FF2B5EF4-FFF2-40B4-BE49-F238E27FC236}">
                  <a16:creationId xmlns:a16="http://schemas.microsoft.com/office/drawing/2014/main" id="{85528560-BF69-F322-0473-9B85855FF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7562" y="451821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4" name="Oval 1086">
              <a:extLst>
                <a:ext uri="{FF2B5EF4-FFF2-40B4-BE49-F238E27FC236}">
                  <a16:creationId xmlns:a16="http://schemas.microsoft.com/office/drawing/2014/main" id="{94116526-FD40-337C-B65B-46A71F782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077" y="459301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5" name="Oval 1087">
              <a:extLst>
                <a:ext uri="{FF2B5EF4-FFF2-40B4-BE49-F238E27FC236}">
                  <a16:creationId xmlns:a16="http://schemas.microsoft.com/office/drawing/2014/main" id="{889E921E-6E24-F8EB-E816-7D2CCA5A0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658" y="4655658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6" name="Oval 1088">
              <a:extLst>
                <a:ext uri="{FF2B5EF4-FFF2-40B4-BE49-F238E27FC236}">
                  <a16:creationId xmlns:a16="http://schemas.microsoft.com/office/drawing/2014/main" id="{C81078FA-06EF-F43F-3F03-601B938B9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7368" y="471269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7" name="Oval 1089">
              <a:extLst>
                <a:ext uri="{FF2B5EF4-FFF2-40B4-BE49-F238E27FC236}">
                  <a16:creationId xmlns:a16="http://schemas.microsoft.com/office/drawing/2014/main" id="{BB36588A-BD9F-8FB6-087A-84261BF09D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274" y="4768794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8" name="Oval 1090">
              <a:extLst>
                <a:ext uri="{FF2B5EF4-FFF2-40B4-BE49-F238E27FC236}">
                  <a16:creationId xmlns:a16="http://schemas.microsoft.com/office/drawing/2014/main" id="{882AD7AE-DEC3-C3E8-DB59-44B4922AC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2374" y="4824894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9" name="Oval 1091">
              <a:extLst>
                <a:ext uri="{FF2B5EF4-FFF2-40B4-BE49-F238E27FC236}">
                  <a16:creationId xmlns:a16="http://schemas.microsoft.com/office/drawing/2014/main" id="{78779988-DF08-96E8-5378-37FF255E8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669" y="4874450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10" name="Oval 1092">
              <a:extLst>
                <a:ext uri="{FF2B5EF4-FFF2-40B4-BE49-F238E27FC236}">
                  <a16:creationId xmlns:a16="http://schemas.microsoft.com/office/drawing/2014/main" id="{BEDD76E0-61BB-367F-AA38-DF933FCEC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6159" y="492120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11" name="Oval 1093">
              <a:extLst>
                <a:ext uri="{FF2B5EF4-FFF2-40B4-BE49-F238E27FC236}">
                  <a16:creationId xmlns:a16="http://schemas.microsoft.com/office/drawing/2014/main" id="{6EADCD53-2564-6217-04FD-3E6B68110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4780" y="4964210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0" name="Oval 1094">
              <a:extLst>
                <a:ext uri="{FF2B5EF4-FFF2-40B4-BE49-F238E27FC236}">
                  <a16:creationId xmlns:a16="http://schemas.microsoft.com/office/drawing/2014/main" id="{0E5C94CE-7FE2-D96B-C2E2-E5DBAF7BB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530" y="502311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1" name="Oval 1095">
              <a:extLst>
                <a:ext uri="{FF2B5EF4-FFF2-40B4-BE49-F238E27FC236}">
                  <a16:creationId xmlns:a16="http://schemas.microsoft.com/office/drawing/2014/main" id="{49CEAF59-C454-9397-7FB3-6704C7D3A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4540" y="506519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2" name="Oval 1096">
              <a:extLst>
                <a:ext uri="{FF2B5EF4-FFF2-40B4-BE49-F238E27FC236}">
                  <a16:creationId xmlns:a16="http://schemas.microsoft.com/office/drawing/2014/main" id="{571D7553-2461-AE8F-97EF-8C997A76B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616" y="511661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3" name="Oval 1097">
              <a:extLst>
                <a:ext uri="{FF2B5EF4-FFF2-40B4-BE49-F238E27FC236}">
                  <a16:creationId xmlns:a16="http://schemas.microsoft.com/office/drawing/2014/main" id="{B9137FFC-ABCC-5726-6AEF-D74E64B9B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6821" y="515775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4" name="Oval 1098">
              <a:extLst>
                <a:ext uri="{FF2B5EF4-FFF2-40B4-BE49-F238E27FC236}">
                  <a16:creationId xmlns:a16="http://schemas.microsoft.com/office/drawing/2014/main" id="{FEC2E496-4D11-0CE5-EC06-053472167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156" y="518954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5" name="Oval 1099">
              <a:extLst>
                <a:ext uri="{FF2B5EF4-FFF2-40B4-BE49-F238E27FC236}">
                  <a16:creationId xmlns:a16="http://schemas.microsoft.com/office/drawing/2014/main" id="{C829DD0C-2E8B-5071-969E-D742547D9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621" y="522414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6" name="Oval 1100">
              <a:extLst>
                <a:ext uri="{FF2B5EF4-FFF2-40B4-BE49-F238E27FC236}">
                  <a16:creationId xmlns:a16="http://schemas.microsoft.com/office/drawing/2014/main" id="{2148F2AB-CA9F-6E29-CEA5-4A8A1C1E9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7151" y="526621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7" name="Oval 1101">
              <a:extLst>
                <a:ext uri="{FF2B5EF4-FFF2-40B4-BE49-F238E27FC236}">
                  <a16:creationId xmlns:a16="http://schemas.microsoft.com/office/drawing/2014/main" id="{501DBBBD-2D5A-D871-8E3B-10E536CCD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0812" y="530642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8" name="Oval 1102">
              <a:extLst>
                <a:ext uri="{FF2B5EF4-FFF2-40B4-BE49-F238E27FC236}">
                  <a16:creationId xmlns:a16="http://schemas.microsoft.com/office/drawing/2014/main" id="{EA912473-8E87-C7D3-0476-E455322E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3354" y="406660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9" name="Oval 1103">
              <a:extLst>
                <a:ext uri="{FF2B5EF4-FFF2-40B4-BE49-F238E27FC236}">
                  <a16:creationId xmlns:a16="http://schemas.microsoft.com/office/drawing/2014/main" id="{95A38CA4-A787-E24D-9ED1-DAE8378CE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250" y="4091850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0" name="Oval 1104">
              <a:extLst>
                <a:ext uri="{FF2B5EF4-FFF2-40B4-BE49-F238E27FC236}">
                  <a16:creationId xmlns:a16="http://schemas.microsoft.com/office/drawing/2014/main" id="{47AC9A79-CF2C-FDC3-3F45-823C21E08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325" y="416571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1" name="Oval 1105">
              <a:extLst>
                <a:ext uri="{FF2B5EF4-FFF2-40B4-BE49-F238E27FC236}">
                  <a16:creationId xmlns:a16="http://schemas.microsoft.com/office/drawing/2014/main" id="{3F3D8244-6D5A-7549-54B9-F2DFFCADC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3970" y="425828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2" name="Oval 1106">
              <a:extLst>
                <a:ext uri="{FF2B5EF4-FFF2-40B4-BE49-F238E27FC236}">
                  <a16:creationId xmlns:a16="http://schemas.microsoft.com/office/drawing/2014/main" id="{2E8F124E-4ED7-3537-B994-412EDE6D8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6901" y="433682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3" name="Oval 1107">
              <a:extLst>
                <a:ext uri="{FF2B5EF4-FFF2-40B4-BE49-F238E27FC236}">
                  <a16:creationId xmlns:a16="http://schemas.microsoft.com/office/drawing/2014/main" id="{64E85002-B13D-3B55-C718-F61B73D37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4506" y="439479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4" name="Oval 1108">
              <a:extLst>
                <a:ext uri="{FF2B5EF4-FFF2-40B4-BE49-F238E27FC236}">
                  <a16:creationId xmlns:a16="http://schemas.microsoft.com/office/drawing/2014/main" id="{DCC9F85A-46B5-E852-52DF-16ED03F4B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2112" y="448268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5" name="Oval 1109">
              <a:extLst>
                <a:ext uri="{FF2B5EF4-FFF2-40B4-BE49-F238E27FC236}">
                  <a16:creationId xmlns:a16="http://schemas.microsoft.com/office/drawing/2014/main" id="{7622BDC0-7760-E230-E49C-6D2CBD6A8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7847" y="4562158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6" name="Oval 1110">
              <a:extLst>
                <a:ext uri="{FF2B5EF4-FFF2-40B4-BE49-F238E27FC236}">
                  <a16:creationId xmlns:a16="http://schemas.microsoft.com/office/drawing/2014/main" id="{FF7551C8-7569-2955-81EC-ECA039DEE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9843" y="462293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7" name="Oval 1111">
              <a:extLst>
                <a:ext uri="{FF2B5EF4-FFF2-40B4-BE49-F238E27FC236}">
                  <a16:creationId xmlns:a16="http://schemas.microsoft.com/office/drawing/2014/main" id="{D6667D3F-F11D-184D-9330-799AEBCFB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9033" y="4685578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8" name="Oval 1112">
              <a:extLst>
                <a:ext uri="{FF2B5EF4-FFF2-40B4-BE49-F238E27FC236}">
                  <a16:creationId xmlns:a16="http://schemas.microsoft.com/office/drawing/2014/main" id="{ECCF0CA9-D8D7-49B5-2960-7D021A5E8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3548" y="4740744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9" name="Oval 1113">
              <a:extLst>
                <a:ext uri="{FF2B5EF4-FFF2-40B4-BE49-F238E27FC236}">
                  <a16:creationId xmlns:a16="http://schemas.microsoft.com/office/drawing/2014/main" id="{6AB22260-9C86-D8CC-DDB3-368B855B4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389" y="480432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0" name="Oval 1114">
              <a:extLst>
                <a:ext uri="{FF2B5EF4-FFF2-40B4-BE49-F238E27FC236}">
                  <a16:creationId xmlns:a16="http://schemas.microsoft.com/office/drawing/2014/main" id="{396CB1FF-6BD4-8664-ADF0-040433377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1359" y="4852009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1" name="Oval 1115">
              <a:extLst>
                <a:ext uri="{FF2B5EF4-FFF2-40B4-BE49-F238E27FC236}">
                  <a16:creationId xmlns:a16="http://schemas.microsoft.com/office/drawing/2014/main" id="{417D4A55-619A-CC70-F310-B21876F20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4655" y="489969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2" name="Oval 1116">
              <a:extLst>
                <a:ext uri="{FF2B5EF4-FFF2-40B4-BE49-F238E27FC236}">
                  <a16:creationId xmlns:a16="http://schemas.microsoft.com/office/drawing/2014/main" id="{FA57C1DB-6E4D-93FD-F7BC-49E7556A9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080" y="4952990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3" name="Oval 1117">
              <a:extLst>
                <a:ext uri="{FF2B5EF4-FFF2-40B4-BE49-F238E27FC236}">
                  <a16:creationId xmlns:a16="http://schemas.microsoft.com/office/drawing/2014/main" id="{BB8DCA13-5A39-1148-F67D-244706F37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765" y="500067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4" name="Oval 1118">
              <a:extLst>
                <a:ext uri="{FF2B5EF4-FFF2-40B4-BE49-F238E27FC236}">
                  <a16:creationId xmlns:a16="http://schemas.microsoft.com/office/drawing/2014/main" id="{77205FF7-5F37-E1F6-D97F-135ACE010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9580" y="504649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5" name="Oval 1119">
              <a:extLst>
                <a:ext uri="{FF2B5EF4-FFF2-40B4-BE49-F238E27FC236}">
                  <a16:creationId xmlns:a16="http://schemas.microsoft.com/office/drawing/2014/main" id="{84B81284-5730-0536-F9FC-EE92419F0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526" y="510165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6" name="Oval 1120">
              <a:extLst>
                <a:ext uri="{FF2B5EF4-FFF2-40B4-BE49-F238E27FC236}">
                  <a16:creationId xmlns:a16="http://schemas.microsoft.com/office/drawing/2014/main" id="{1A4707A7-5A3D-07AB-39AB-B28D47EC9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4666" y="515121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7" name="Oval 1121">
              <a:extLst>
                <a:ext uri="{FF2B5EF4-FFF2-40B4-BE49-F238E27FC236}">
                  <a16:creationId xmlns:a16="http://schemas.microsoft.com/office/drawing/2014/main" id="{1CA77360-C1E8-94EA-8C43-658C96CCA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3936" y="518674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8" name="Oval 1122">
              <a:extLst>
                <a:ext uri="{FF2B5EF4-FFF2-40B4-BE49-F238E27FC236}">
                  <a16:creationId xmlns:a16="http://schemas.microsoft.com/office/drawing/2014/main" id="{B603B31B-2745-35F6-FFEE-88F7AD2EB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336" y="521479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9" name="Oval 1123">
              <a:extLst>
                <a:ext uri="{FF2B5EF4-FFF2-40B4-BE49-F238E27FC236}">
                  <a16:creationId xmlns:a16="http://schemas.microsoft.com/office/drawing/2014/main" id="{C7800FD0-9B43-A8E3-5E2C-62AF4BF06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7801" y="525780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0" name="Oval 1124">
              <a:extLst>
                <a:ext uri="{FF2B5EF4-FFF2-40B4-BE49-F238E27FC236}">
                  <a16:creationId xmlns:a16="http://schemas.microsoft.com/office/drawing/2014/main" id="{EF4C9F73-AFD9-BA4C-639F-B7E322F74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2397" y="5293332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1" name="Oval 1125">
              <a:extLst>
                <a:ext uri="{FF2B5EF4-FFF2-40B4-BE49-F238E27FC236}">
                  <a16:creationId xmlns:a16="http://schemas.microsoft.com/office/drawing/2014/main" id="{A7181F1F-9B3D-484E-9EB9-4065B96E5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9443" y="3926354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2" name="Oval 1126">
              <a:extLst>
                <a:ext uri="{FF2B5EF4-FFF2-40B4-BE49-F238E27FC236}">
                  <a16:creationId xmlns:a16="http://schemas.microsoft.com/office/drawing/2014/main" id="{373EF3FC-28C7-97CF-7E0A-B7ED14564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2819" y="3955339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3" name="Oval 1127">
              <a:extLst>
                <a:ext uri="{FF2B5EF4-FFF2-40B4-BE49-F238E27FC236}">
                  <a16:creationId xmlns:a16="http://schemas.microsoft.com/office/drawing/2014/main" id="{693535B8-4F8C-A747-8CF4-8155B0069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6399" y="406660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4" name="Oval 1128">
              <a:extLst>
                <a:ext uri="{FF2B5EF4-FFF2-40B4-BE49-F238E27FC236}">
                  <a16:creationId xmlns:a16="http://schemas.microsoft.com/office/drawing/2014/main" id="{26843145-BE19-4F52-08BF-C7B1A6E6E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3354" y="419096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5" name="Oval 1129">
              <a:extLst>
                <a:ext uri="{FF2B5EF4-FFF2-40B4-BE49-F238E27FC236}">
                  <a16:creationId xmlns:a16="http://schemas.microsoft.com/office/drawing/2014/main" id="{E651D8AA-51EB-82C2-9497-A9876665B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9660" y="426295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6" name="Oval 1130">
              <a:extLst>
                <a:ext uri="{FF2B5EF4-FFF2-40B4-BE49-F238E27FC236}">
                  <a16:creationId xmlns:a16="http://schemas.microsoft.com/office/drawing/2014/main" id="{7880EFC4-D3BD-318F-E4D8-F34276646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6901" y="434710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7" name="Oval 1131">
              <a:extLst>
                <a:ext uri="{FF2B5EF4-FFF2-40B4-BE49-F238E27FC236}">
                  <a16:creationId xmlns:a16="http://schemas.microsoft.com/office/drawing/2014/main" id="{3DF45480-93FF-D85C-A635-AB3041548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0401" y="444621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8" name="Oval 1132">
              <a:extLst>
                <a:ext uri="{FF2B5EF4-FFF2-40B4-BE49-F238E27FC236}">
                  <a16:creationId xmlns:a16="http://schemas.microsoft.com/office/drawing/2014/main" id="{F42FC6D6-2583-8E8C-3B21-36F4DAA99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357" y="4522888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9" name="Oval 1133">
              <a:extLst>
                <a:ext uri="{FF2B5EF4-FFF2-40B4-BE49-F238E27FC236}">
                  <a16:creationId xmlns:a16="http://schemas.microsoft.com/office/drawing/2014/main" id="{85504622-F64F-28C8-960F-DEE7D4212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702" y="4593948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0" name="Oval 1134">
              <a:extLst>
                <a:ext uri="{FF2B5EF4-FFF2-40B4-BE49-F238E27FC236}">
                  <a16:creationId xmlns:a16="http://schemas.microsoft.com/office/drawing/2014/main" id="{384600A9-035B-2B7B-0D30-6B9872F42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3503" y="4661268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1" name="Oval 1135">
              <a:extLst>
                <a:ext uri="{FF2B5EF4-FFF2-40B4-BE49-F238E27FC236}">
                  <a16:creationId xmlns:a16="http://schemas.microsoft.com/office/drawing/2014/main" id="{56C482EA-E5E1-90C1-6D79-5F5FEE50D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628" y="472391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2" name="Oval 1136">
              <a:extLst>
                <a:ext uri="{FF2B5EF4-FFF2-40B4-BE49-F238E27FC236}">
                  <a16:creationId xmlns:a16="http://schemas.microsoft.com/office/drawing/2014/main" id="{0A2560CB-7266-6459-2908-7FAA5B72F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9078" y="4782819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3" name="Oval 1137">
              <a:extLst>
                <a:ext uri="{FF2B5EF4-FFF2-40B4-BE49-F238E27FC236}">
                  <a16:creationId xmlns:a16="http://schemas.microsoft.com/office/drawing/2014/main" id="{99D5B59D-79DF-EF2E-1D36-706930412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9854" y="4832374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4" name="Oval 1138">
              <a:extLst>
                <a:ext uri="{FF2B5EF4-FFF2-40B4-BE49-F238E27FC236}">
                  <a16:creationId xmlns:a16="http://schemas.microsoft.com/office/drawing/2014/main" id="{25992E89-BF7A-0DDD-7C76-070CAB9B7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889" y="4879124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5" name="Oval 1139">
              <a:extLst>
                <a:ext uri="{FF2B5EF4-FFF2-40B4-BE49-F238E27FC236}">
                  <a16:creationId xmlns:a16="http://schemas.microsoft.com/office/drawing/2014/main" id="{B2410585-A37F-61D0-0A75-860B546AD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249" y="492961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6" name="Oval 1140">
              <a:extLst>
                <a:ext uri="{FF2B5EF4-FFF2-40B4-BE49-F238E27FC236}">
                  <a16:creationId xmlns:a16="http://schemas.microsoft.com/office/drawing/2014/main" id="{CB37C1C6-3C26-BC66-12DB-67539FD7C5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740" y="498197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0" name="Oval 1141">
              <a:extLst>
                <a:ext uri="{FF2B5EF4-FFF2-40B4-BE49-F238E27FC236}">
                  <a16:creationId xmlns:a16="http://schemas.microsoft.com/office/drawing/2014/main" id="{3C212A3C-9491-FFA1-6B8E-CEEC421A7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7425" y="5036205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1" name="Oval 1142">
              <a:extLst>
                <a:ext uri="{FF2B5EF4-FFF2-40B4-BE49-F238E27FC236}">
                  <a16:creationId xmlns:a16="http://schemas.microsoft.com/office/drawing/2014/main" id="{88E4440E-10BB-7862-1AB4-8FB5CFBC2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306" y="5087631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2" name="Oval 1143">
              <a:extLst>
                <a:ext uri="{FF2B5EF4-FFF2-40B4-BE49-F238E27FC236}">
                  <a16:creationId xmlns:a16="http://schemas.microsoft.com/office/drawing/2014/main" id="{D51FBF02-F220-B16D-DD85-E654AEEED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381" y="513438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3" name="Oval 1144">
              <a:extLst>
                <a:ext uri="{FF2B5EF4-FFF2-40B4-BE49-F238E27FC236}">
                  <a16:creationId xmlns:a16="http://schemas.microsoft.com/office/drawing/2014/main" id="{0FB6835A-1CFB-8504-C442-111869CAB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586" y="5173651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4" name="Oval 1145">
              <a:extLst>
                <a:ext uri="{FF2B5EF4-FFF2-40B4-BE49-F238E27FC236}">
                  <a16:creationId xmlns:a16="http://schemas.microsoft.com/office/drawing/2014/main" id="{94A55FCB-AF4F-CE39-2E2B-E3DD0320D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2921" y="520918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5" name="Oval 1146">
              <a:extLst>
                <a:ext uri="{FF2B5EF4-FFF2-40B4-BE49-F238E27FC236}">
                  <a16:creationId xmlns:a16="http://schemas.microsoft.com/office/drawing/2014/main" id="{0406AA11-E441-5198-AE92-94EF997C0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0321" y="5260607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6" name="Oval 1147">
              <a:extLst>
                <a:ext uri="{FF2B5EF4-FFF2-40B4-BE49-F238E27FC236}">
                  <a16:creationId xmlns:a16="http://schemas.microsoft.com/office/drawing/2014/main" id="{00A2D1D7-C8CC-E548-1B85-820084A77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4917" y="529707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7" name="Oval 1148">
              <a:extLst>
                <a:ext uri="{FF2B5EF4-FFF2-40B4-BE49-F238E27FC236}">
                  <a16:creationId xmlns:a16="http://schemas.microsoft.com/office/drawing/2014/main" id="{C5312015-A931-7F0C-2643-180A3D4D3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07" y="375244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8" name="Oval 1149">
              <a:extLst>
                <a:ext uri="{FF2B5EF4-FFF2-40B4-BE49-F238E27FC236}">
                  <a16:creationId xmlns:a16="http://schemas.microsoft.com/office/drawing/2014/main" id="{0C6247B5-7B55-EAB1-F7CE-08998CBBB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5248" y="3815088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9" name="Oval 1150">
              <a:extLst>
                <a:ext uri="{FF2B5EF4-FFF2-40B4-BE49-F238E27FC236}">
                  <a16:creationId xmlns:a16="http://schemas.microsoft.com/office/drawing/2014/main" id="{4D923A7C-5378-3FCC-63E4-64EA3BA44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8098" y="3960949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0" name="Oval 1151">
              <a:extLst>
                <a:ext uri="{FF2B5EF4-FFF2-40B4-BE49-F238E27FC236}">
                  <a16:creationId xmlns:a16="http://schemas.microsoft.com/office/drawing/2014/main" id="{14E20DC3-A63A-B7AE-2505-53B269A98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259" y="4099330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1" name="Oval 1152">
              <a:extLst>
                <a:ext uri="{FF2B5EF4-FFF2-40B4-BE49-F238E27FC236}">
                  <a16:creationId xmlns:a16="http://schemas.microsoft.com/office/drawing/2014/main" id="{D54B4D23-3529-28A8-499D-4A4BC4B35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3354" y="420311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2" name="Oval 1153">
              <a:extLst>
                <a:ext uri="{FF2B5EF4-FFF2-40B4-BE49-F238E27FC236}">
                  <a16:creationId xmlns:a16="http://schemas.microsoft.com/office/drawing/2014/main" id="{F67E8B21-2B32-93DB-24BD-73DD31074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3970" y="430690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3" name="Oval 1154">
              <a:extLst>
                <a:ext uri="{FF2B5EF4-FFF2-40B4-BE49-F238E27FC236}">
                  <a16:creationId xmlns:a16="http://schemas.microsoft.com/office/drawing/2014/main" id="{E8EEA876-FF5A-6317-CA38-C969280C7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3366" y="441349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4" name="Oval 1155">
              <a:extLst>
                <a:ext uri="{FF2B5EF4-FFF2-40B4-BE49-F238E27FC236}">
                  <a16:creationId xmlns:a16="http://schemas.microsoft.com/office/drawing/2014/main" id="{92AF3AA4-F525-5297-95BD-20C69E13F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2476" y="448548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5" name="Oval 1156">
              <a:extLst>
                <a:ext uri="{FF2B5EF4-FFF2-40B4-BE49-F238E27FC236}">
                  <a16:creationId xmlns:a16="http://schemas.microsoft.com/office/drawing/2014/main" id="{2A9B25E7-8476-BE5A-54D5-2BFA35EE2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237" y="455935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6" name="Oval 1157">
              <a:extLst>
                <a:ext uri="{FF2B5EF4-FFF2-40B4-BE49-F238E27FC236}">
                  <a16:creationId xmlns:a16="http://schemas.microsoft.com/office/drawing/2014/main" id="{079C9CB4-6C37-03E9-7E82-59AE02A86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4517" y="463041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7" name="Oval 1158">
              <a:extLst>
                <a:ext uri="{FF2B5EF4-FFF2-40B4-BE49-F238E27FC236}">
                  <a16:creationId xmlns:a16="http://schemas.microsoft.com/office/drawing/2014/main" id="{62032E53-6415-2C80-A622-8958EAEB2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9318" y="4705213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8" name="Oval 1159">
              <a:extLst>
                <a:ext uri="{FF2B5EF4-FFF2-40B4-BE49-F238E27FC236}">
                  <a16:creationId xmlns:a16="http://schemas.microsoft.com/office/drawing/2014/main" id="{6D66291A-080E-1569-001C-F887424DF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508" y="4769729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9" name="Oval 1160">
              <a:extLst>
                <a:ext uri="{FF2B5EF4-FFF2-40B4-BE49-F238E27FC236}">
                  <a16:creationId xmlns:a16="http://schemas.microsoft.com/office/drawing/2014/main" id="{1EF128C5-B606-F3D0-B2C3-9D19CB85C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089" y="4816479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0" name="Oval 1161">
              <a:extLst>
                <a:ext uri="{FF2B5EF4-FFF2-40B4-BE49-F238E27FC236}">
                  <a16:creationId xmlns:a16="http://schemas.microsoft.com/office/drawing/2014/main" id="{43D52970-63B4-DDC9-C6D1-F6803ACBC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994" y="4869774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1" name="Oval 1162">
              <a:extLst>
                <a:ext uri="{FF2B5EF4-FFF2-40B4-BE49-F238E27FC236}">
                  <a16:creationId xmlns:a16="http://schemas.microsoft.com/office/drawing/2014/main" id="{6FB59774-61A0-0F8A-9FD0-015BC7D2C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6159" y="492026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2" name="Oval 1163">
              <a:extLst>
                <a:ext uri="{FF2B5EF4-FFF2-40B4-BE49-F238E27FC236}">
                  <a16:creationId xmlns:a16="http://schemas.microsoft.com/office/drawing/2014/main" id="{69A18D58-6E12-63F4-C44A-C746E8865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8520" y="497823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3" name="Oval 1164">
              <a:extLst>
                <a:ext uri="{FF2B5EF4-FFF2-40B4-BE49-F238E27FC236}">
                  <a16:creationId xmlns:a16="http://schemas.microsoft.com/office/drawing/2014/main" id="{38AE3403-31D2-7AF2-D766-A4E1B7971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140" y="503433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4" name="Oval 1165">
              <a:extLst>
                <a:ext uri="{FF2B5EF4-FFF2-40B4-BE49-F238E27FC236}">
                  <a16:creationId xmlns:a16="http://schemas.microsoft.com/office/drawing/2014/main" id="{CEAF349A-0C1D-06BF-CD83-FE9E78282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2956" y="507547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5" name="Oval 1166">
              <a:extLst>
                <a:ext uri="{FF2B5EF4-FFF2-40B4-BE49-F238E27FC236}">
                  <a16:creationId xmlns:a16="http://schemas.microsoft.com/office/drawing/2014/main" id="{4E99419C-FE15-C5D7-B39F-3AA1B4D61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966" y="512222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6" name="Oval 1167">
              <a:extLst>
                <a:ext uri="{FF2B5EF4-FFF2-40B4-BE49-F238E27FC236}">
                  <a16:creationId xmlns:a16="http://schemas.microsoft.com/office/drawing/2014/main" id="{E97DB169-A4AF-02E7-1882-E077DF6A7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8041" y="516523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7" name="Oval 1168">
              <a:extLst>
                <a:ext uri="{FF2B5EF4-FFF2-40B4-BE49-F238E27FC236}">
                  <a16:creationId xmlns:a16="http://schemas.microsoft.com/office/drawing/2014/main" id="{C43D16E4-6FFF-B2BC-815A-1B26934F5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376" y="520637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8" name="Oval 1169">
              <a:extLst>
                <a:ext uri="{FF2B5EF4-FFF2-40B4-BE49-F238E27FC236}">
                  <a16:creationId xmlns:a16="http://schemas.microsoft.com/office/drawing/2014/main" id="{4105636B-CCE6-EED9-B922-69C9CAFED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3776" y="525499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9" name="Oval 1170">
              <a:extLst>
                <a:ext uri="{FF2B5EF4-FFF2-40B4-BE49-F238E27FC236}">
                  <a16:creationId xmlns:a16="http://schemas.microsoft.com/office/drawing/2014/main" id="{876D64C4-CF95-8C86-088B-C62A238DF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307" y="528959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0" name="Oval 1171">
              <a:extLst>
                <a:ext uri="{FF2B5EF4-FFF2-40B4-BE49-F238E27FC236}">
                  <a16:creationId xmlns:a16="http://schemas.microsoft.com/office/drawing/2014/main" id="{DDE23AC2-03FD-1D10-6D19-E30064618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3902" y="5322317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1" name="Oval 1172">
              <a:extLst>
                <a:ext uri="{FF2B5EF4-FFF2-40B4-BE49-F238E27FC236}">
                  <a16:creationId xmlns:a16="http://schemas.microsoft.com/office/drawing/2014/main" id="{9088B243-53A9-D634-E81E-854290722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7140" y="3475681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2" name="Oval 1173">
              <a:extLst>
                <a:ext uri="{FF2B5EF4-FFF2-40B4-BE49-F238E27FC236}">
                  <a16:creationId xmlns:a16="http://schemas.microsoft.com/office/drawing/2014/main" id="{2C9D7E48-7651-E830-6E5E-7A4351892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4096" y="358788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3" name="Oval 1174">
              <a:extLst>
                <a:ext uri="{FF2B5EF4-FFF2-40B4-BE49-F238E27FC236}">
                  <a16:creationId xmlns:a16="http://schemas.microsoft.com/office/drawing/2014/main" id="{18C9A200-1FFC-44D9-DEEC-FC9D937C8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8292" y="3813218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4" name="Oval 1175">
              <a:extLst>
                <a:ext uri="{FF2B5EF4-FFF2-40B4-BE49-F238E27FC236}">
                  <a16:creationId xmlns:a16="http://schemas.microsoft.com/office/drawing/2014/main" id="{F2891774-3FDC-16CA-613D-DDF034AC8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8098" y="4017984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5" name="Oval 1176">
              <a:extLst>
                <a:ext uri="{FF2B5EF4-FFF2-40B4-BE49-F238E27FC236}">
                  <a16:creationId xmlns:a16="http://schemas.microsoft.com/office/drawing/2014/main" id="{EA49F689-8CA4-17A5-5B03-8F6838604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6399" y="415449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6" name="Oval 1177">
              <a:extLst>
                <a:ext uri="{FF2B5EF4-FFF2-40B4-BE49-F238E27FC236}">
                  <a16:creationId xmlns:a16="http://schemas.microsoft.com/office/drawing/2014/main" id="{3D9465FF-BE3B-0BA4-F659-E55C29953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325" y="427043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7" name="Oval 1178">
              <a:extLst>
                <a:ext uri="{FF2B5EF4-FFF2-40B4-BE49-F238E27FC236}">
                  <a16:creationId xmlns:a16="http://schemas.microsoft.com/office/drawing/2014/main" id="{D8829DDC-61CA-54D1-89AF-BBBCF92C1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7551" y="437141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8" name="Oval 1179">
              <a:extLst>
                <a:ext uri="{FF2B5EF4-FFF2-40B4-BE49-F238E27FC236}">
                  <a16:creationId xmlns:a16="http://schemas.microsoft.com/office/drawing/2014/main" id="{CF9330E5-4BAB-A4D5-B21D-92331DC51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7881" y="446585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9" name="Oval 1180">
              <a:extLst>
                <a:ext uri="{FF2B5EF4-FFF2-40B4-BE49-F238E27FC236}">
                  <a16:creationId xmlns:a16="http://schemas.microsoft.com/office/drawing/2014/main" id="{3A7DC8F7-A3DD-0213-62E4-1E6C16EB5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5122" y="4539718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0" name="Oval 1181">
              <a:extLst>
                <a:ext uri="{FF2B5EF4-FFF2-40B4-BE49-F238E27FC236}">
                  <a16:creationId xmlns:a16="http://schemas.microsoft.com/office/drawing/2014/main" id="{BB8762FF-8660-858A-72F0-C608A47E5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077" y="461171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1" name="Oval 1182">
              <a:extLst>
                <a:ext uri="{FF2B5EF4-FFF2-40B4-BE49-F238E27FC236}">
                  <a16:creationId xmlns:a16="http://schemas.microsoft.com/office/drawing/2014/main" id="{5C19D4D3-D2DE-E9AE-7820-8B927F08F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1553" y="4689319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2" name="Oval 1183">
              <a:extLst>
                <a:ext uri="{FF2B5EF4-FFF2-40B4-BE49-F238E27FC236}">
                  <a16:creationId xmlns:a16="http://schemas.microsoft.com/office/drawing/2014/main" id="{9474FFD5-3681-5FBF-CF54-7335267D0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3548" y="4749159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3" name="Oval 1184">
              <a:extLst>
                <a:ext uri="{FF2B5EF4-FFF2-40B4-BE49-F238E27FC236}">
                  <a16:creationId xmlns:a16="http://schemas.microsoft.com/office/drawing/2014/main" id="{A665C08A-3ADD-A39A-0582-5ADFF04D3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8999" y="4798714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4" name="Oval 1185">
              <a:extLst>
                <a:ext uri="{FF2B5EF4-FFF2-40B4-BE49-F238E27FC236}">
                  <a16:creationId xmlns:a16="http://schemas.microsoft.com/office/drawing/2014/main" id="{48D6BE17-327F-7FBC-4461-4188EACA5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709" y="4857620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5" name="Oval 1186">
              <a:extLst>
                <a:ext uri="{FF2B5EF4-FFF2-40B4-BE49-F238E27FC236}">
                  <a16:creationId xmlns:a16="http://schemas.microsoft.com/office/drawing/2014/main" id="{FA2926E9-C376-1964-66D2-46FDC31F6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6809" y="491839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6" name="Oval 1187">
              <a:extLst>
                <a:ext uri="{FF2B5EF4-FFF2-40B4-BE49-F238E27FC236}">
                  <a16:creationId xmlns:a16="http://schemas.microsoft.com/office/drawing/2014/main" id="{42409FCC-B469-ADBD-94E0-0E92592FB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0105" y="497449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7" name="Oval 1188">
              <a:extLst>
                <a:ext uri="{FF2B5EF4-FFF2-40B4-BE49-F238E27FC236}">
                  <a16:creationId xmlns:a16="http://schemas.microsoft.com/office/drawing/2014/main" id="{ED92E1D8-BB8C-9CD5-0DF3-F0B0D003E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660" y="5024051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8" name="Oval 1189">
              <a:extLst>
                <a:ext uri="{FF2B5EF4-FFF2-40B4-BE49-F238E27FC236}">
                  <a16:creationId xmlns:a16="http://schemas.microsoft.com/office/drawing/2014/main" id="{F3F22980-0222-EFD9-3543-4BAED6BDD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410" y="5065191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9" name="Oval 1190">
              <a:extLst>
                <a:ext uri="{FF2B5EF4-FFF2-40B4-BE49-F238E27FC236}">
                  <a16:creationId xmlns:a16="http://schemas.microsoft.com/office/drawing/2014/main" id="{1AB26233-3CB3-4020-3456-4E36F341B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356" y="5109136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0" name="Oval 1191">
              <a:extLst>
                <a:ext uri="{FF2B5EF4-FFF2-40B4-BE49-F238E27FC236}">
                  <a16:creationId xmlns:a16="http://schemas.microsoft.com/office/drawing/2014/main" id="{4094B470-5114-A726-CFBA-BF96B3BAC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2431" y="5163366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1" name="Oval 1192">
              <a:extLst>
                <a:ext uri="{FF2B5EF4-FFF2-40B4-BE49-F238E27FC236}">
                  <a16:creationId xmlns:a16="http://schemas.microsoft.com/office/drawing/2014/main" id="{F227F682-027A-8DC7-A324-559C1D2A8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701" y="521105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2" name="Oval 1193">
              <a:extLst>
                <a:ext uri="{FF2B5EF4-FFF2-40B4-BE49-F238E27FC236}">
                  <a16:creationId xmlns:a16="http://schemas.microsoft.com/office/drawing/2014/main" id="{BCC5B21B-F14E-388D-BB2C-019CA1335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036" y="5251257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3" name="Oval 1194">
              <a:extLst>
                <a:ext uri="{FF2B5EF4-FFF2-40B4-BE49-F238E27FC236}">
                  <a16:creationId xmlns:a16="http://schemas.microsoft.com/office/drawing/2014/main" id="{5800DB68-BA8D-1AA9-43DE-E5F25757EC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567" y="5276502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4" name="Oval 1195">
              <a:extLst>
                <a:ext uri="{FF2B5EF4-FFF2-40B4-BE49-F238E27FC236}">
                  <a16:creationId xmlns:a16="http://schemas.microsoft.com/office/drawing/2014/main" id="{5184E96A-5082-C126-3B24-1B51B281B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0162" y="531016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5" name="Oval 1196">
              <a:extLst>
                <a:ext uri="{FF2B5EF4-FFF2-40B4-BE49-F238E27FC236}">
                  <a16:creationId xmlns:a16="http://schemas.microsoft.com/office/drawing/2014/main" id="{CF54B424-905A-87A3-3A8D-D833FC038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837" y="3234450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6" name="Oval 1197">
              <a:extLst>
                <a:ext uri="{FF2B5EF4-FFF2-40B4-BE49-F238E27FC236}">
                  <a16:creationId xmlns:a16="http://schemas.microsoft.com/office/drawing/2014/main" id="{F74720C2-83B2-03B2-9719-BDF69EBF7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5989" y="3336365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7" name="Oval 1198">
              <a:extLst>
                <a:ext uri="{FF2B5EF4-FFF2-40B4-BE49-F238E27FC236}">
                  <a16:creationId xmlns:a16="http://schemas.microsoft.com/office/drawing/2014/main" id="{21E3008E-CC85-F420-BDF6-079E887F9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4096" y="365520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8" name="Oval 1199">
              <a:extLst>
                <a:ext uri="{FF2B5EF4-FFF2-40B4-BE49-F238E27FC236}">
                  <a16:creationId xmlns:a16="http://schemas.microsoft.com/office/drawing/2014/main" id="{54E0FA1A-74B9-FC30-6A74-C2469809D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5248" y="3933834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9" name="Oval 1200">
              <a:extLst>
                <a:ext uri="{FF2B5EF4-FFF2-40B4-BE49-F238E27FC236}">
                  <a16:creationId xmlns:a16="http://schemas.microsoft.com/office/drawing/2014/main" id="{7E60BCF0-2973-ED19-48FE-37E0035D9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2819" y="4104005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0" name="Oval 1201">
              <a:extLst>
                <a:ext uri="{FF2B5EF4-FFF2-40B4-BE49-F238E27FC236}">
                  <a16:creationId xmlns:a16="http://schemas.microsoft.com/office/drawing/2014/main" id="{2AD37B70-7AC2-3777-0D75-C1AE383EE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250" y="4230230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1" name="Oval 1202">
              <a:extLst>
                <a:ext uri="{FF2B5EF4-FFF2-40B4-BE49-F238E27FC236}">
                  <a16:creationId xmlns:a16="http://schemas.microsoft.com/office/drawing/2014/main" id="{FB15668E-37E0-6FBC-5657-7BA9487E9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6695" y="432840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2" name="Oval 1203">
              <a:extLst>
                <a:ext uri="{FF2B5EF4-FFF2-40B4-BE49-F238E27FC236}">
                  <a16:creationId xmlns:a16="http://schemas.microsoft.com/office/drawing/2014/main" id="{AADB72EC-0A06-4863-7296-87B46DDB1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4506" y="4431257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3" name="Oval 1204">
              <a:extLst>
                <a:ext uri="{FF2B5EF4-FFF2-40B4-BE49-F238E27FC236}">
                  <a16:creationId xmlns:a16="http://schemas.microsoft.com/office/drawing/2014/main" id="{F79C00A1-EF01-EF5D-E0EF-8D5682AC5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357" y="452756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4" name="Oval 1205">
              <a:extLst>
                <a:ext uri="{FF2B5EF4-FFF2-40B4-BE49-F238E27FC236}">
                  <a16:creationId xmlns:a16="http://schemas.microsoft.com/office/drawing/2014/main" id="{43960DE5-7207-F635-7E32-9CF15BD8E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8053" y="4607038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5" name="Oval 1206">
              <a:extLst>
                <a:ext uri="{FF2B5EF4-FFF2-40B4-BE49-F238E27FC236}">
                  <a16:creationId xmlns:a16="http://schemas.microsoft.com/office/drawing/2014/main" id="{AA675CA4-5D4C-FCE9-977C-7484F30EA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9398" y="467716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6" name="Oval 1207">
              <a:extLst>
                <a:ext uri="{FF2B5EF4-FFF2-40B4-BE49-F238E27FC236}">
                  <a16:creationId xmlns:a16="http://schemas.microsoft.com/office/drawing/2014/main" id="{B80645D8-341A-2254-483E-46AE3A1C8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3263" y="4737003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7" name="Oval 1208">
              <a:extLst>
                <a:ext uri="{FF2B5EF4-FFF2-40B4-BE49-F238E27FC236}">
                  <a16:creationId xmlns:a16="http://schemas.microsoft.com/office/drawing/2014/main" id="{97E69B9E-09A3-590D-D78C-068628D0E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1519" y="4796844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8" name="Oval 1209">
              <a:extLst>
                <a:ext uri="{FF2B5EF4-FFF2-40B4-BE49-F238E27FC236}">
                  <a16:creationId xmlns:a16="http://schemas.microsoft.com/office/drawing/2014/main" id="{F926A83C-8166-CFE3-A7CB-21F628B49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3229" y="485762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6" name="Oval 1211">
              <a:extLst>
                <a:ext uri="{FF2B5EF4-FFF2-40B4-BE49-F238E27FC236}">
                  <a16:creationId xmlns:a16="http://schemas.microsoft.com/office/drawing/2014/main" id="{6BC16922-102C-B368-9ABC-15E17CF25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199" y="4914655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7" name="Oval 1212">
              <a:extLst>
                <a:ext uri="{FF2B5EF4-FFF2-40B4-BE49-F238E27FC236}">
                  <a16:creationId xmlns:a16="http://schemas.microsoft.com/office/drawing/2014/main" id="{F6E6EAA3-AAE0-E8A8-7445-E196E5988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495" y="4965145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8" name="Oval 1213">
              <a:extLst>
                <a:ext uri="{FF2B5EF4-FFF2-40B4-BE49-F238E27FC236}">
                  <a16:creationId xmlns:a16="http://schemas.microsoft.com/office/drawing/2014/main" id="{F0147CEF-CC9C-A64D-06CB-A8EB93BDA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4985" y="5007220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9" name="Oval 1214">
              <a:extLst>
                <a:ext uri="{FF2B5EF4-FFF2-40B4-BE49-F238E27FC236}">
                  <a16:creationId xmlns:a16="http://schemas.microsoft.com/office/drawing/2014/main" id="{A5BB1829-8680-5D5B-8406-C64DF1E3B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735" y="5058646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0" name="Oval 1215">
              <a:extLst>
                <a:ext uri="{FF2B5EF4-FFF2-40B4-BE49-F238E27FC236}">
                  <a16:creationId xmlns:a16="http://schemas.microsoft.com/office/drawing/2014/main" id="{0A5C0F62-7BE4-2945-317C-E143FE83E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616" y="510633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1" name="Oval 1216">
              <a:extLst>
                <a:ext uri="{FF2B5EF4-FFF2-40B4-BE49-F238E27FC236}">
                  <a16:creationId xmlns:a16="http://schemas.microsoft.com/office/drawing/2014/main" id="{C1624F44-8EC1-2F88-7C1B-C45EFC418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691" y="5149341"/>
              <a:ext cx="13090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2" name="Oval 1217">
              <a:extLst>
                <a:ext uri="{FF2B5EF4-FFF2-40B4-BE49-F238E27FC236}">
                  <a16:creationId xmlns:a16="http://schemas.microsoft.com/office/drawing/2014/main" id="{6BA6D03A-4D20-6545-2D38-8DB3A73FC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8896" y="5196092"/>
              <a:ext cx="13090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3" name="Oval 1218">
              <a:extLst>
                <a:ext uri="{FF2B5EF4-FFF2-40B4-BE49-F238E27FC236}">
                  <a16:creationId xmlns:a16="http://schemas.microsoft.com/office/drawing/2014/main" id="{748D08A0-F1CB-1865-5611-C5BDDD510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7231" y="524471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4" name="Oval 1219">
              <a:extLst>
                <a:ext uri="{FF2B5EF4-FFF2-40B4-BE49-F238E27FC236}">
                  <a16:creationId xmlns:a16="http://schemas.microsoft.com/office/drawing/2014/main" id="{7CC51F4A-C926-D099-153B-51A3C457C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697" y="5274632"/>
              <a:ext cx="12155" cy="1309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3" name="Oval 1220">
              <a:extLst>
                <a:ext uri="{FF2B5EF4-FFF2-40B4-BE49-F238E27FC236}">
                  <a16:creationId xmlns:a16="http://schemas.microsoft.com/office/drawing/2014/main" id="{5A79B686-5FE5-3567-703D-1ACBF42B0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292" y="5314838"/>
              <a:ext cx="12155" cy="12155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4" name="Line 1221">
              <a:extLst>
                <a:ext uri="{FF2B5EF4-FFF2-40B4-BE49-F238E27FC236}">
                  <a16:creationId xmlns:a16="http://schemas.microsoft.com/office/drawing/2014/main" id="{B721C0BC-9D1F-9397-FB2B-1CE131FCBE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2926833"/>
              <a:ext cx="2535735" cy="2405769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5" name="Freeform 1222">
              <a:extLst>
                <a:ext uri="{FF2B5EF4-FFF2-40B4-BE49-F238E27FC236}">
                  <a16:creationId xmlns:a16="http://schemas.microsoft.com/office/drawing/2014/main" id="{724013FC-29EE-A23A-D5DB-3A93CDF95A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21028" y="3220425"/>
              <a:ext cx="42076" cy="41140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6" name="Freeform 1223">
              <a:extLst>
                <a:ext uri="{FF2B5EF4-FFF2-40B4-BE49-F238E27FC236}">
                  <a16:creationId xmlns:a16="http://schemas.microsoft.com/office/drawing/2014/main" id="{0B0C145B-2294-29BD-B663-BBE56B491A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63332" y="3573857"/>
              <a:ext cx="42076" cy="41140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9"/>
                    <a:pt x="69" y="139"/>
                  </a:cubicBezTo>
                  <a:cubicBezTo>
                    <a:pt x="108" y="139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7" name="Freeform 1224">
              <a:extLst>
                <a:ext uri="{FF2B5EF4-FFF2-40B4-BE49-F238E27FC236}">
                  <a16:creationId xmlns:a16="http://schemas.microsoft.com/office/drawing/2014/main" id="{25005CBE-59E8-090C-63A8-D0CE08D707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81234" y="3945989"/>
              <a:ext cx="41140" cy="420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9"/>
                    <a:pt x="69" y="139"/>
                  </a:cubicBezTo>
                  <a:cubicBezTo>
                    <a:pt x="108" y="139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8" name="Freeform 1225">
              <a:extLst>
                <a:ext uri="{FF2B5EF4-FFF2-40B4-BE49-F238E27FC236}">
                  <a16:creationId xmlns:a16="http://schemas.microsoft.com/office/drawing/2014/main" id="{3BDE8B12-AF23-0228-BA2D-9C01D4E04D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5635" y="4176001"/>
              <a:ext cx="41140" cy="420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9" name="Freeform 1226">
              <a:extLst>
                <a:ext uri="{FF2B5EF4-FFF2-40B4-BE49-F238E27FC236}">
                  <a16:creationId xmlns:a16="http://schemas.microsoft.com/office/drawing/2014/main" id="{3DBBDC7D-925C-449A-1A92-D0837AA80A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80481" y="4321862"/>
              <a:ext cx="41140" cy="41140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70 w 139"/>
                <a:gd name="T7" fmla="*/ 128 h 139"/>
                <a:gd name="T8" fmla="*/ 11 w 139"/>
                <a:gd name="T9" fmla="*/ 70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70 h 139"/>
                <a:gd name="T16" fmla="*/ 70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0" name="Freeform 1227">
              <a:extLst>
                <a:ext uri="{FF2B5EF4-FFF2-40B4-BE49-F238E27FC236}">
                  <a16:creationId xmlns:a16="http://schemas.microsoft.com/office/drawing/2014/main" id="{E1516FBC-6DB5-0B1E-D718-8E6C218B7F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2602" y="4434062"/>
              <a:ext cx="42076" cy="41140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1" name="Freeform 1228">
              <a:extLst>
                <a:ext uri="{FF2B5EF4-FFF2-40B4-BE49-F238E27FC236}">
                  <a16:creationId xmlns:a16="http://schemas.microsoft.com/office/drawing/2014/main" id="{A5DE4DC2-2BE4-3A6E-8A86-6A1ABCD32E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4153" y="4550938"/>
              <a:ext cx="40206" cy="41140"/>
            </a:xfrm>
            <a:custGeom>
              <a:avLst/>
              <a:gdLst>
                <a:gd name="T0" fmla="*/ 69 w 138"/>
                <a:gd name="T1" fmla="*/ 10 h 138"/>
                <a:gd name="T2" fmla="*/ 128 w 138"/>
                <a:gd name="T3" fmla="*/ 69 h 138"/>
                <a:gd name="T4" fmla="*/ 128 w 138"/>
                <a:gd name="T5" fmla="*/ 69 h 138"/>
                <a:gd name="T6" fmla="*/ 69 w 138"/>
                <a:gd name="T7" fmla="*/ 128 h 138"/>
                <a:gd name="T8" fmla="*/ 10 w 138"/>
                <a:gd name="T9" fmla="*/ 69 h 138"/>
                <a:gd name="T10" fmla="*/ 69 w 138"/>
                <a:gd name="T11" fmla="*/ 10 h 138"/>
                <a:gd name="T12" fmla="*/ 69 w 138"/>
                <a:gd name="T13" fmla="*/ 0 h 138"/>
                <a:gd name="T14" fmla="*/ 0 w 138"/>
                <a:gd name="T15" fmla="*/ 69 h 138"/>
                <a:gd name="T16" fmla="*/ 69 w 138"/>
                <a:gd name="T17" fmla="*/ 138 h 138"/>
                <a:gd name="T18" fmla="*/ 138 w 138"/>
                <a:gd name="T19" fmla="*/ 69 h 138"/>
                <a:gd name="T20" fmla="*/ 138 w 138"/>
                <a:gd name="T21" fmla="*/ 69 h 138"/>
                <a:gd name="T22" fmla="*/ 69 w 138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8">
                  <a:moveTo>
                    <a:pt x="69" y="10"/>
                  </a:moveTo>
                  <a:cubicBezTo>
                    <a:pt x="101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1" y="128"/>
                    <a:pt x="69" y="128"/>
                  </a:cubicBezTo>
                  <a:cubicBezTo>
                    <a:pt x="37" y="128"/>
                    <a:pt x="10" y="101"/>
                    <a:pt x="10" y="69"/>
                  </a:cubicBezTo>
                  <a:cubicBezTo>
                    <a:pt x="10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2" name="Freeform 1229">
              <a:extLst>
                <a:ext uri="{FF2B5EF4-FFF2-40B4-BE49-F238E27FC236}">
                  <a16:creationId xmlns:a16="http://schemas.microsoft.com/office/drawing/2014/main" id="{B014858B-1DA4-BF22-1E32-7E7EBCE68C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7938" y="4654724"/>
              <a:ext cx="41140" cy="41140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3" name="Freeform 1230">
              <a:extLst>
                <a:ext uri="{FF2B5EF4-FFF2-40B4-BE49-F238E27FC236}">
                  <a16:creationId xmlns:a16="http://schemas.microsoft.com/office/drawing/2014/main" id="{000D2177-1158-58F1-8D01-AB191ED73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40504" y="4741679"/>
              <a:ext cx="41140" cy="41140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9"/>
                    <a:pt x="69" y="139"/>
                  </a:cubicBezTo>
                  <a:cubicBezTo>
                    <a:pt x="108" y="139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4" name="Freeform 1231">
              <a:extLst>
                <a:ext uri="{FF2B5EF4-FFF2-40B4-BE49-F238E27FC236}">
                  <a16:creationId xmlns:a16="http://schemas.microsoft.com/office/drawing/2014/main" id="{DB85883F-21C9-D2BC-4D49-57B6D4944B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2785" y="4816479"/>
              <a:ext cx="41140" cy="41140"/>
            </a:xfrm>
            <a:custGeom>
              <a:avLst/>
              <a:gdLst>
                <a:gd name="T0" fmla="*/ 70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70 w 139"/>
                <a:gd name="T7" fmla="*/ 128 h 138"/>
                <a:gd name="T8" fmla="*/ 11 w 139"/>
                <a:gd name="T9" fmla="*/ 69 h 138"/>
                <a:gd name="T10" fmla="*/ 70 w 139"/>
                <a:gd name="T11" fmla="*/ 10 h 138"/>
                <a:gd name="T12" fmla="*/ 70 w 139"/>
                <a:gd name="T13" fmla="*/ 0 h 138"/>
                <a:gd name="T14" fmla="*/ 0 w 139"/>
                <a:gd name="T15" fmla="*/ 69 h 138"/>
                <a:gd name="T16" fmla="*/ 70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70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70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70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70" y="10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70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5" name="Freeform 1232">
              <a:extLst>
                <a:ext uri="{FF2B5EF4-FFF2-40B4-BE49-F238E27FC236}">
                  <a16:creationId xmlns:a16="http://schemas.microsoft.com/office/drawing/2014/main" id="{F3DC93E3-FF8A-FEEA-5245-93DA1A49F2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97585" y="4896890"/>
              <a:ext cx="41140" cy="420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6" name="Freeform 1233">
              <a:extLst>
                <a:ext uri="{FF2B5EF4-FFF2-40B4-BE49-F238E27FC236}">
                  <a16:creationId xmlns:a16="http://schemas.microsoft.com/office/drawing/2014/main" id="{A65B714E-8010-444E-66BA-9D2E3A18E7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64905" y="4954860"/>
              <a:ext cx="42076" cy="41140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7" name="Freeform 1234">
              <a:extLst>
                <a:ext uri="{FF2B5EF4-FFF2-40B4-BE49-F238E27FC236}">
                  <a16:creationId xmlns:a16="http://schemas.microsoft.com/office/drawing/2014/main" id="{23EE49BF-16C9-0AE3-CDFA-107976D42B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27550" y="5033401"/>
              <a:ext cx="41140" cy="41140"/>
            </a:xfrm>
            <a:custGeom>
              <a:avLst/>
              <a:gdLst>
                <a:gd name="T0" fmla="*/ 69 w 138"/>
                <a:gd name="T1" fmla="*/ 10 h 138"/>
                <a:gd name="T2" fmla="*/ 128 w 138"/>
                <a:gd name="T3" fmla="*/ 69 h 138"/>
                <a:gd name="T4" fmla="*/ 128 w 138"/>
                <a:gd name="T5" fmla="*/ 69 h 138"/>
                <a:gd name="T6" fmla="*/ 69 w 138"/>
                <a:gd name="T7" fmla="*/ 128 h 138"/>
                <a:gd name="T8" fmla="*/ 10 w 138"/>
                <a:gd name="T9" fmla="*/ 69 h 138"/>
                <a:gd name="T10" fmla="*/ 69 w 138"/>
                <a:gd name="T11" fmla="*/ 10 h 138"/>
                <a:gd name="T12" fmla="*/ 69 w 138"/>
                <a:gd name="T13" fmla="*/ 0 h 138"/>
                <a:gd name="T14" fmla="*/ 0 w 138"/>
                <a:gd name="T15" fmla="*/ 69 h 138"/>
                <a:gd name="T16" fmla="*/ 69 w 138"/>
                <a:gd name="T17" fmla="*/ 138 h 138"/>
                <a:gd name="T18" fmla="*/ 138 w 138"/>
                <a:gd name="T19" fmla="*/ 69 h 138"/>
                <a:gd name="T20" fmla="*/ 138 w 138"/>
                <a:gd name="T21" fmla="*/ 69 h 138"/>
                <a:gd name="T22" fmla="*/ 69 w 138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8">
                  <a:moveTo>
                    <a:pt x="69" y="10"/>
                  </a:moveTo>
                  <a:cubicBezTo>
                    <a:pt x="101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69"/>
                  </a:cubicBezTo>
                  <a:cubicBezTo>
                    <a:pt x="10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8" name="Freeform 1235">
              <a:extLst>
                <a:ext uri="{FF2B5EF4-FFF2-40B4-BE49-F238E27FC236}">
                  <a16:creationId xmlns:a16="http://schemas.microsoft.com/office/drawing/2014/main" id="{6C998BD7-F58D-EB2B-21D9-E8A9B0B297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85521" y="5107266"/>
              <a:ext cx="41140" cy="40205"/>
            </a:xfrm>
            <a:custGeom>
              <a:avLst/>
              <a:gdLst>
                <a:gd name="T0" fmla="*/ 69 w 138"/>
                <a:gd name="T1" fmla="*/ 10 h 138"/>
                <a:gd name="T2" fmla="*/ 128 w 138"/>
                <a:gd name="T3" fmla="*/ 69 h 138"/>
                <a:gd name="T4" fmla="*/ 128 w 138"/>
                <a:gd name="T5" fmla="*/ 69 h 138"/>
                <a:gd name="T6" fmla="*/ 69 w 138"/>
                <a:gd name="T7" fmla="*/ 128 h 138"/>
                <a:gd name="T8" fmla="*/ 10 w 138"/>
                <a:gd name="T9" fmla="*/ 69 h 138"/>
                <a:gd name="T10" fmla="*/ 69 w 138"/>
                <a:gd name="T11" fmla="*/ 10 h 138"/>
                <a:gd name="T12" fmla="*/ 69 w 138"/>
                <a:gd name="T13" fmla="*/ 0 h 138"/>
                <a:gd name="T14" fmla="*/ 0 w 138"/>
                <a:gd name="T15" fmla="*/ 69 h 138"/>
                <a:gd name="T16" fmla="*/ 69 w 138"/>
                <a:gd name="T17" fmla="*/ 138 h 138"/>
                <a:gd name="T18" fmla="*/ 138 w 138"/>
                <a:gd name="T19" fmla="*/ 69 h 138"/>
                <a:gd name="T20" fmla="*/ 138 w 138"/>
                <a:gd name="T21" fmla="*/ 69 h 138"/>
                <a:gd name="T22" fmla="*/ 69 w 138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8">
                  <a:moveTo>
                    <a:pt x="69" y="10"/>
                  </a:moveTo>
                  <a:cubicBezTo>
                    <a:pt x="101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1" y="128"/>
                    <a:pt x="69" y="128"/>
                  </a:cubicBezTo>
                  <a:cubicBezTo>
                    <a:pt x="37" y="128"/>
                    <a:pt x="10" y="101"/>
                    <a:pt x="10" y="69"/>
                  </a:cubicBezTo>
                  <a:cubicBezTo>
                    <a:pt x="10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9" name="Freeform 1236">
              <a:extLst>
                <a:ext uri="{FF2B5EF4-FFF2-40B4-BE49-F238E27FC236}">
                  <a16:creationId xmlns:a16="http://schemas.microsoft.com/office/drawing/2014/main" id="{0F77C46E-A672-0A31-2F80-0100E9D05E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39751" y="5168041"/>
              <a:ext cx="41140" cy="41140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70 w 139"/>
                <a:gd name="T7" fmla="*/ 128 h 139"/>
                <a:gd name="T8" fmla="*/ 11 w 139"/>
                <a:gd name="T9" fmla="*/ 70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70 h 139"/>
                <a:gd name="T16" fmla="*/ 70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0" name="Freeform 1237">
              <a:extLst>
                <a:ext uri="{FF2B5EF4-FFF2-40B4-BE49-F238E27FC236}">
                  <a16:creationId xmlns:a16="http://schemas.microsoft.com/office/drawing/2014/main" id="{90DD441E-1D29-A716-9784-B22AB40795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90241" y="5235362"/>
              <a:ext cx="41140" cy="41140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1" name="Freeform 1238">
              <a:extLst>
                <a:ext uri="{FF2B5EF4-FFF2-40B4-BE49-F238E27FC236}">
                  <a16:creationId xmlns:a16="http://schemas.microsoft.com/office/drawing/2014/main" id="{DF206408-CAB1-F2D1-5C54-F08010C965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37927" y="5293332"/>
              <a:ext cx="41140" cy="41140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69 h 139"/>
                <a:gd name="T4" fmla="*/ 128 w 138"/>
                <a:gd name="T5" fmla="*/ 69 h 139"/>
                <a:gd name="T6" fmla="*/ 69 w 138"/>
                <a:gd name="T7" fmla="*/ 128 h 139"/>
                <a:gd name="T8" fmla="*/ 10 w 138"/>
                <a:gd name="T9" fmla="*/ 69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69 h 139"/>
                <a:gd name="T16" fmla="*/ 69 w 138"/>
                <a:gd name="T17" fmla="*/ 139 h 139"/>
                <a:gd name="T18" fmla="*/ 138 w 138"/>
                <a:gd name="T19" fmla="*/ 69 h 139"/>
                <a:gd name="T20" fmla="*/ 138 w 138"/>
                <a:gd name="T21" fmla="*/ 69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69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2" name="Line 1239">
              <a:extLst>
                <a:ext uri="{FF2B5EF4-FFF2-40B4-BE49-F238E27FC236}">
                  <a16:creationId xmlns:a16="http://schemas.microsoft.com/office/drawing/2014/main" id="{EF9FCC3A-2280-3A47-388E-2B981C7938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2781907"/>
              <a:ext cx="2526385" cy="2550695"/>
            </a:xfrm>
            <a:prstGeom prst="line">
              <a:avLst/>
            </a:prstGeom>
            <a:noFill/>
            <a:ln w="6350" cap="flat">
              <a:solidFill>
                <a:srgbClr val="0059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3" name="Freeform 1240">
              <a:extLst>
                <a:ext uri="{FF2B5EF4-FFF2-40B4-BE49-F238E27FC236}">
                  <a16:creationId xmlns:a16="http://schemas.microsoft.com/office/drawing/2014/main" id="{F2DB6D08-DAA5-DFF1-6A0D-D23F58AA10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28508" y="3336366"/>
              <a:ext cx="27115" cy="27115"/>
            </a:xfrm>
            <a:custGeom>
              <a:avLst/>
              <a:gdLst>
                <a:gd name="T0" fmla="*/ 0 w 29"/>
                <a:gd name="T1" fmla="*/ 0 h 29"/>
                <a:gd name="T2" fmla="*/ 29 w 29"/>
                <a:gd name="T3" fmla="*/ 29 h 29"/>
                <a:gd name="T4" fmla="*/ 0 w 29"/>
                <a:gd name="T5" fmla="*/ 29 h 29"/>
                <a:gd name="T6" fmla="*/ 29 w 29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9">
                  <a:moveTo>
                    <a:pt x="0" y="0"/>
                  </a:moveTo>
                  <a:lnTo>
                    <a:pt x="29" y="29"/>
                  </a:lnTo>
                  <a:moveTo>
                    <a:pt x="0" y="29"/>
                  </a:moveTo>
                  <a:lnTo>
                    <a:pt x="29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4" name="Freeform 1241">
              <a:extLst>
                <a:ext uri="{FF2B5EF4-FFF2-40B4-BE49-F238E27FC236}">
                  <a16:creationId xmlns:a16="http://schemas.microsoft.com/office/drawing/2014/main" id="{D0CC5DD9-92E6-8775-7DB0-BDF2B0045D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70812" y="3816023"/>
              <a:ext cx="27115" cy="26180"/>
            </a:xfrm>
            <a:custGeom>
              <a:avLst/>
              <a:gdLst>
                <a:gd name="T0" fmla="*/ 0 w 29"/>
                <a:gd name="T1" fmla="*/ 0 h 28"/>
                <a:gd name="T2" fmla="*/ 29 w 29"/>
                <a:gd name="T3" fmla="*/ 28 h 28"/>
                <a:gd name="T4" fmla="*/ 0 w 29"/>
                <a:gd name="T5" fmla="*/ 28 h 28"/>
                <a:gd name="T6" fmla="*/ 29 w 29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8">
                  <a:moveTo>
                    <a:pt x="0" y="0"/>
                  </a:moveTo>
                  <a:lnTo>
                    <a:pt x="29" y="28"/>
                  </a:lnTo>
                  <a:moveTo>
                    <a:pt x="0" y="28"/>
                  </a:moveTo>
                  <a:lnTo>
                    <a:pt x="29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5" name="Freeform 1242">
              <a:extLst>
                <a:ext uri="{FF2B5EF4-FFF2-40B4-BE49-F238E27FC236}">
                  <a16:creationId xmlns:a16="http://schemas.microsoft.com/office/drawing/2014/main" id="{3C43649C-D6F1-A5B8-D8B8-9FA31C8AB3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87779" y="4078760"/>
              <a:ext cx="27115" cy="27115"/>
            </a:xfrm>
            <a:custGeom>
              <a:avLst/>
              <a:gdLst>
                <a:gd name="T0" fmla="*/ 0 w 29"/>
                <a:gd name="T1" fmla="*/ 0 h 29"/>
                <a:gd name="T2" fmla="*/ 29 w 29"/>
                <a:gd name="T3" fmla="*/ 29 h 29"/>
                <a:gd name="T4" fmla="*/ 0 w 29"/>
                <a:gd name="T5" fmla="*/ 29 h 29"/>
                <a:gd name="T6" fmla="*/ 29 w 29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9">
                  <a:moveTo>
                    <a:pt x="0" y="0"/>
                  </a:moveTo>
                  <a:lnTo>
                    <a:pt x="29" y="29"/>
                  </a:lnTo>
                  <a:moveTo>
                    <a:pt x="0" y="29"/>
                  </a:moveTo>
                  <a:lnTo>
                    <a:pt x="29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6" name="Freeform 1243">
              <a:extLst>
                <a:ext uri="{FF2B5EF4-FFF2-40B4-BE49-F238E27FC236}">
                  <a16:creationId xmlns:a16="http://schemas.microsoft.com/office/drawing/2014/main" id="{097C7E81-3150-B4F4-A3AE-C9C81B9B1B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13115" y="4255476"/>
              <a:ext cx="27115" cy="27115"/>
            </a:xfrm>
            <a:custGeom>
              <a:avLst/>
              <a:gdLst>
                <a:gd name="T0" fmla="*/ 0 w 29"/>
                <a:gd name="T1" fmla="*/ 0 h 29"/>
                <a:gd name="T2" fmla="*/ 29 w 29"/>
                <a:gd name="T3" fmla="*/ 29 h 29"/>
                <a:gd name="T4" fmla="*/ 0 w 29"/>
                <a:gd name="T5" fmla="*/ 29 h 29"/>
                <a:gd name="T6" fmla="*/ 29 w 29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9">
                  <a:moveTo>
                    <a:pt x="0" y="0"/>
                  </a:moveTo>
                  <a:lnTo>
                    <a:pt x="29" y="29"/>
                  </a:lnTo>
                  <a:moveTo>
                    <a:pt x="0" y="29"/>
                  </a:moveTo>
                  <a:lnTo>
                    <a:pt x="29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7" name="Freeform 1244">
              <a:extLst>
                <a:ext uri="{FF2B5EF4-FFF2-40B4-BE49-F238E27FC236}">
                  <a16:creationId xmlns:a16="http://schemas.microsoft.com/office/drawing/2014/main" id="{4D91C06A-B7F4-4EBA-C298-C686C64FAF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87026" y="4398532"/>
              <a:ext cx="27115" cy="27115"/>
            </a:xfrm>
            <a:custGeom>
              <a:avLst/>
              <a:gdLst>
                <a:gd name="T0" fmla="*/ 0 w 29"/>
                <a:gd name="T1" fmla="*/ 0 h 29"/>
                <a:gd name="T2" fmla="*/ 29 w 29"/>
                <a:gd name="T3" fmla="*/ 29 h 29"/>
                <a:gd name="T4" fmla="*/ 0 w 29"/>
                <a:gd name="T5" fmla="*/ 29 h 29"/>
                <a:gd name="T6" fmla="*/ 29 w 29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9">
                  <a:moveTo>
                    <a:pt x="0" y="0"/>
                  </a:moveTo>
                  <a:lnTo>
                    <a:pt x="29" y="29"/>
                  </a:lnTo>
                  <a:moveTo>
                    <a:pt x="0" y="29"/>
                  </a:moveTo>
                  <a:lnTo>
                    <a:pt x="29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8" name="Freeform 1245">
              <a:extLst>
                <a:ext uri="{FF2B5EF4-FFF2-40B4-BE49-F238E27FC236}">
                  <a16:creationId xmlns:a16="http://schemas.microsoft.com/office/drawing/2014/main" id="{ED55F98A-90D1-6117-C0EB-BB675863A1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30082" y="4513537"/>
              <a:ext cx="27115" cy="26180"/>
            </a:xfrm>
            <a:custGeom>
              <a:avLst/>
              <a:gdLst>
                <a:gd name="T0" fmla="*/ 0 w 29"/>
                <a:gd name="T1" fmla="*/ 0 h 28"/>
                <a:gd name="T2" fmla="*/ 29 w 29"/>
                <a:gd name="T3" fmla="*/ 28 h 28"/>
                <a:gd name="T4" fmla="*/ 0 w 29"/>
                <a:gd name="T5" fmla="*/ 28 h 28"/>
                <a:gd name="T6" fmla="*/ 29 w 29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8">
                  <a:moveTo>
                    <a:pt x="0" y="0"/>
                  </a:moveTo>
                  <a:lnTo>
                    <a:pt x="29" y="28"/>
                  </a:lnTo>
                  <a:moveTo>
                    <a:pt x="0" y="28"/>
                  </a:moveTo>
                  <a:lnTo>
                    <a:pt x="29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9" name="Freeform 1246">
              <a:extLst>
                <a:ext uri="{FF2B5EF4-FFF2-40B4-BE49-F238E27FC236}">
                  <a16:creationId xmlns:a16="http://schemas.microsoft.com/office/drawing/2014/main" id="{56B0F913-D9C1-00C2-B15E-1685A08027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0698" y="4626673"/>
              <a:ext cx="27115" cy="26180"/>
            </a:xfrm>
            <a:custGeom>
              <a:avLst/>
              <a:gdLst>
                <a:gd name="T0" fmla="*/ 0 w 29"/>
                <a:gd name="T1" fmla="*/ 0 h 28"/>
                <a:gd name="T2" fmla="*/ 29 w 29"/>
                <a:gd name="T3" fmla="*/ 28 h 28"/>
                <a:gd name="T4" fmla="*/ 0 w 29"/>
                <a:gd name="T5" fmla="*/ 28 h 28"/>
                <a:gd name="T6" fmla="*/ 29 w 29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8">
                  <a:moveTo>
                    <a:pt x="0" y="0"/>
                  </a:moveTo>
                  <a:lnTo>
                    <a:pt x="29" y="28"/>
                  </a:lnTo>
                  <a:moveTo>
                    <a:pt x="0" y="28"/>
                  </a:moveTo>
                  <a:lnTo>
                    <a:pt x="29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0" name="Freeform 1247">
              <a:extLst>
                <a:ext uri="{FF2B5EF4-FFF2-40B4-BE49-F238E27FC236}">
                  <a16:creationId xmlns:a16="http://schemas.microsoft.com/office/drawing/2014/main" id="{6DBE5B74-B49D-2679-591E-6FC10F94F7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55418" y="4712694"/>
              <a:ext cx="27115" cy="27115"/>
            </a:xfrm>
            <a:custGeom>
              <a:avLst/>
              <a:gdLst>
                <a:gd name="T0" fmla="*/ 0 w 29"/>
                <a:gd name="T1" fmla="*/ 0 h 29"/>
                <a:gd name="T2" fmla="*/ 29 w 29"/>
                <a:gd name="T3" fmla="*/ 29 h 29"/>
                <a:gd name="T4" fmla="*/ 0 w 29"/>
                <a:gd name="T5" fmla="*/ 29 h 29"/>
                <a:gd name="T6" fmla="*/ 29 w 29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9">
                  <a:moveTo>
                    <a:pt x="0" y="0"/>
                  </a:moveTo>
                  <a:lnTo>
                    <a:pt x="29" y="29"/>
                  </a:lnTo>
                  <a:moveTo>
                    <a:pt x="0" y="29"/>
                  </a:moveTo>
                  <a:lnTo>
                    <a:pt x="29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1" name="Freeform 1248">
              <a:extLst>
                <a:ext uri="{FF2B5EF4-FFF2-40B4-BE49-F238E27FC236}">
                  <a16:creationId xmlns:a16="http://schemas.microsoft.com/office/drawing/2014/main" id="{8E56BF99-BE50-9F41-CCC0-87DA9DB7A3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47049" y="4780014"/>
              <a:ext cx="27115" cy="27115"/>
            </a:xfrm>
            <a:custGeom>
              <a:avLst/>
              <a:gdLst>
                <a:gd name="T0" fmla="*/ 0 w 29"/>
                <a:gd name="T1" fmla="*/ 0 h 29"/>
                <a:gd name="T2" fmla="*/ 29 w 29"/>
                <a:gd name="T3" fmla="*/ 29 h 29"/>
                <a:gd name="T4" fmla="*/ 0 w 29"/>
                <a:gd name="T5" fmla="*/ 29 h 29"/>
                <a:gd name="T6" fmla="*/ 29 w 29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9">
                  <a:moveTo>
                    <a:pt x="0" y="0"/>
                  </a:moveTo>
                  <a:lnTo>
                    <a:pt x="29" y="29"/>
                  </a:lnTo>
                  <a:moveTo>
                    <a:pt x="0" y="29"/>
                  </a:moveTo>
                  <a:lnTo>
                    <a:pt x="29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2" name="Freeform 1249">
              <a:extLst>
                <a:ext uri="{FF2B5EF4-FFF2-40B4-BE49-F238E27FC236}">
                  <a16:creationId xmlns:a16="http://schemas.microsoft.com/office/drawing/2014/main" id="{A99E9AE8-E0AA-3BE5-50FD-B0FFCE1578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9329" y="4874450"/>
              <a:ext cx="27115" cy="27115"/>
            </a:xfrm>
            <a:custGeom>
              <a:avLst/>
              <a:gdLst>
                <a:gd name="T0" fmla="*/ 0 w 29"/>
                <a:gd name="T1" fmla="*/ 0 h 29"/>
                <a:gd name="T2" fmla="*/ 29 w 29"/>
                <a:gd name="T3" fmla="*/ 29 h 29"/>
                <a:gd name="T4" fmla="*/ 0 w 29"/>
                <a:gd name="T5" fmla="*/ 29 h 29"/>
                <a:gd name="T6" fmla="*/ 29 w 29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9">
                  <a:moveTo>
                    <a:pt x="0" y="0"/>
                  </a:moveTo>
                  <a:lnTo>
                    <a:pt x="29" y="29"/>
                  </a:lnTo>
                  <a:moveTo>
                    <a:pt x="0" y="29"/>
                  </a:moveTo>
                  <a:lnTo>
                    <a:pt x="29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3" name="Freeform 1250">
              <a:extLst>
                <a:ext uri="{FF2B5EF4-FFF2-40B4-BE49-F238E27FC236}">
                  <a16:creationId xmlns:a16="http://schemas.microsoft.com/office/drawing/2014/main" id="{6B441468-98DF-E9A1-1E93-65F44A5105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04130" y="4949250"/>
              <a:ext cx="27115" cy="26180"/>
            </a:xfrm>
            <a:custGeom>
              <a:avLst/>
              <a:gdLst>
                <a:gd name="T0" fmla="*/ 0 w 29"/>
                <a:gd name="T1" fmla="*/ 0 h 28"/>
                <a:gd name="T2" fmla="*/ 29 w 29"/>
                <a:gd name="T3" fmla="*/ 28 h 28"/>
                <a:gd name="T4" fmla="*/ 0 w 29"/>
                <a:gd name="T5" fmla="*/ 28 h 28"/>
                <a:gd name="T6" fmla="*/ 29 w 29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8">
                  <a:moveTo>
                    <a:pt x="0" y="0"/>
                  </a:moveTo>
                  <a:lnTo>
                    <a:pt x="29" y="28"/>
                  </a:lnTo>
                  <a:moveTo>
                    <a:pt x="0" y="28"/>
                  </a:moveTo>
                  <a:lnTo>
                    <a:pt x="29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4" name="Freeform 1251">
              <a:extLst>
                <a:ext uri="{FF2B5EF4-FFF2-40B4-BE49-F238E27FC236}">
                  <a16:creationId xmlns:a16="http://schemas.microsoft.com/office/drawing/2014/main" id="{1E9F2586-1957-C96A-56C4-17248E5B66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72385" y="5007220"/>
              <a:ext cx="27115" cy="26180"/>
            </a:xfrm>
            <a:custGeom>
              <a:avLst/>
              <a:gdLst>
                <a:gd name="T0" fmla="*/ 0 w 29"/>
                <a:gd name="T1" fmla="*/ 0 h 28"/>
                <a:gd name="T2" fmla="*/ 29 w 29"/>
                <a:gd name="T3" fmla="*/ 28 h 28"/>
                <a:gd name="T4" fmla="*/ 0 w 29"/>
                <a:gd name="T5" fmla="*/ 28 h 28"/>
                <a:gd name="T6" fmla="*/ 29 w 29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8">
                  <a:moveTo>
                    <a:pt x="0" y="0"/>
                  </a:moveTo>
                  <a:lnTo>
                    <a:pt x="29" y="28"/>
                  </a:lnTo>
                  <a:moveTo>
                    <a:pt x="0" y="28"/>
                  </a:moveTo>
                  <a:lnTo>
                    <a:pt x="29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5" name="Freeform 1252">
              <a:extLst>
                <a:ext uri="{FF2B5EF4-FFF2-40B4-BE49-F238E27FC236}">
                  <a16:creationId xmlns:a16="http://schemas.microsoft.com/office/drawing/2014/main" id="{09FB2C4C-29FA-1DE1-26CD-C13BADF870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35030" y="5064256"/>
              <a:ext cx="27115" cy="26180"/>
            </a:xfrm>
            <a:custGeom>
              <a:avLst/>
              <a:gdLst>
                <a:gd name="T0" fmla="*/ 0 w 29"/>
                <a:gd name="T1" fmla="*/ 0 h 28"/>
                <a:gd name="T2" fmla="*/ 29 w 29"/>
                <a:gd name="T3" fmla="*/ 28 h 28"/>
                <a:gd name="T4" fmla="*/ 0 w 29"/>
                <a:gd name="T5" fmla="*/ 28 h 28"/>
                <a:gd name="T6" fmla="*/ 29 w 29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8">
                  <a:moveTo>
                    <a:pt x="0" y="0"/>
                  </a:moveTo>
                  <a:lnTo>
                    <a:pt x="29" y="28"/>
                  </a:lnTo>
                  <a:moveTo>
                    <a:pt x="0" y="28"/>
                  </a:moveTo>
                  <a:lnTo>
                    <a:pt x="29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6" name="Freeform 1253">
              <a:extLst>
                <a:ext uri="{FF2B5EF4-FFF2-40B4-BE49-F238E27FC236}">
                  <a16:creationId xmlns:a16="http://schemas.microsoft.com/office/drawing/2014/main" id="{6E9E1E23-E00E-4E9E-ECD5-6273B83591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3001" y="5130641"/>
              <a:ext cx="27115" cy="27115"/>
            </a:xfrm>
            <a:custGeom>
              <a:avLst/>
              <a:gdLst>
                <a:gd name="T0" fmla="*/ 0 w 29"/>
                <a:gd name="T1" fmla="*/ 0 h 29"/>
                <a:gd name="T2" fmla="*/ 29 w 29"/>
                <a:gd name="T3" fmla="*/ 29 h 29"/>
                <a:gd name="T4" fmla="*/ 0 w 29"/>
                <a:gd name="T5" fmla="*/ 29 h 29"/>
                <a:gd name="T6" fmla="*/ 29 w 29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9">
                  <a:moveTo>
                    <a:pt x="0" y="0"/>
                  </a:moveTo>
                  <a:lnTo>
                    <a:pt x="29" y="29"/>
                  </a:lnTo>
                  <a:moveTo>
                    <a:pt x="0" y="29"/>
                  </a:moveTo>
                  <a:lnTo>
                    <a:pt x="29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7" name="Freeform 1254">
              <a:extLst>
                <a:ext uri="{FF2B5EF4-FFF2-40B4-BE49-F238E27FC236}">
                  <a16:creationId xmlns:a16="http://schemas.microsoft.com/office/drawing/2014/main" id="{5058260B-2F3B-AED7-9CAC-92ACFBAC3F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7231" y="5183001"/>
              <a:ext cx="27115" cy="27115"/>
            </a:xfrm>
            <a:custGeom>
              <a:avLst/>
              <a:gdLst>
                <a:gd name="T0" fmla="*/ 0 w 29"/>
                <a:gd name="T1" fmla="*/ 0 h 29"/>
                <a:gd name="T2" fmla="*/ 29 w 29"/>
                <a:gd name="T3" fmla="*/ 29 h 29"/>
                <a:gd name="T4" fmla="*/ 0 w 29"/>
                <a:gd name="T5" fmla="*/ 29 h 29"/>
                <a:gd name="T6" fmla="*/ 29 w 29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9">
                  <a:moveTo>
                    <a:pt x="0" y="0"/>
                  </a:moveTo>
                  <a:lnTo>
                    <a:pt x="29" y="29"/>
                  </a:lnTo>
                  <a:moveTo>
                    <a:pt x="0" y="29"/>
                  </a:moveTo>
                  <a:lnTo>
                    <a:pt x="29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8" name="Freeform 1255">
              <a:extLst>
                <a:ext uri="{FF2B5EF4-FFF2-40B4-BE49-F238E27FC236}">
                  <a16:creationId xmlns:a16="http://schemas.microsoft.com/office/drawing/2014/main" id="{1AE8BFD4-2D29-8DD5-F54C-4717B6CDBD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97721" y="5232557"/>
              <a:ext cx="27115" cy="27115"/>
            </a:xfrm>
            <a:custGeom>
              <a:avLst/>
              <a:gdLst>
                <a:gd name="T0" fmla="*/ 0 w 29"/>
                <a:gd name="T1" fmla="*/ 0 h 29"/>
                <a:gd name="T2" fmla="*/ 29 w 29"/>
                <a:gd name="T3" fmla="*/ 29 h 29"/>
                <a:gd name="T4" fmla="*/ 0 w 29"/>
                <a:gd name="T5" fmla="*/ 29 h 29"/>
                <a:gd name="T6" fmla="*/ 29 w 29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9">
                  <a:moveTo>
                    <a:pt x="0" y="0"/>
                  </a:moveTo>
                  <a:lnTo>
                    <a:pt x="29" y="29"/>
                  </a:lnTo>
                  <a:moveTo>
                    <a:pt x="0" y="29"/>
                  </a:moveTo>
                  <a:lnTo>
                    <a:pt x="29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9" name="Freeform 1256">
              <a:extLst>
                <a:ext uri="{FF2B5EF4-FFF2-40B4-BE49-F238E27FC236}">
                  <a16:creationId xmlns:a16="http://schemas.microsoft.com/office/drawing/2014/main" id="{193CBB94-6C56-D428-00D1-DE45432C8A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4472" y="5292397"/>
              <a:ext cx="27115" cy="26180"/>
            </a:xfrm>
            <a:custGeom>
              <a:avLst/>
              <a:gdLst>
                <a:gd name="T0" fmla="*/ 0 w 29"/>
                <a:gd name="T1" fmla="*/ 0 h 28"/>
                <a:gd name="T2" fmla="*/ 29 w 29"/>
                <a:gd name="T3" fmla="*/ 28 h 28"/>
                <a:gd name="T4" fmla="*/ 0 w 29"/>
                <a:gd name="T5" fmla="*/ 28 h 28"/>
                <a:gd name="T6" fmla="*/ 29 w 29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8">
                  <a:moveTo>
                    <a:pt x="0" y="0"/>
                  </a:moveTo>
                  <a:lnTo>
                    <a:pt x="29" y="28"/>
                  </a:lnTo>
                  <a:moveTo>
                    <a:pt x="0" y="28"/>
                  </a:moveTo>
                  <a:lnTo>
                    <a:pt x="29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0" name="Line 1257">
              <a:extLst>
                <a:ext uri="{FF2B5EF4-FFF2-40B4-BE49-F238E27FC236}">
                  <a16:creationId xmlns:a16="http://schemas.microsoft.com/office/drawing/2014/main" id="{6C8682E8-255F-7DDB-E88B-21F438BFE4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3037164"/>
              <a:ext cx="2533865" cy="2295438"/>
            </a:xfrm>
            <a:prstGeom prst="line">
              <a:avLst/>
            </a:prstGeom>
            <a:noFill/>
            <a:ln w="6350" cap="flat">
              <a:solidFill>
                <a:srgbClr val="59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1" name="Oval 1258">
              <a:extLst>
                <a:ext uri="{FF2B5EF4-FFF2-40B4-BE49-F238E27FC236}">
                  <a16:creationId xmlns:a16="http://schemas.microsoft.com/office/drawing/2014/main" id="{71AC494A-932D-BCF5-09C8-2B2B1FAAB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837" y="3266240"/>
              <a:ext cx="12155" cy="1309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2" name="Oval 1259">
              <a:extLst>
                <a:ext uri="{FF2B5EF4-FFF2-40B4-BE49-F238E27FC236}">
                  <a16:creationId xmlns:a16="http://schemas.microsoft.com/office/drawing/2014/main" id="{61CA7770-FE51-DC60-90DC-7F0AC19A9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7140" y="3569182"/>
              <a:ext cx="12155" cy="1309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3" name="Oval 1260">
              <a:extLst>
                <a:ext uri="{FF2B5EF4-FFF2-40B4-BE49-F238E27FC236}">
                  <a16:creationId xmlns:a16="http://schemas.microsoft.com/office/drawing/2014/main" id="{EEC9913F-D0BF-F085-F627-68FAFFD35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07" y="3889889"/>
              <a:ext cx="13090" cy="12155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4" name="Oval 1261">
              <a:extLst>
                <a:ext uri="{FF2B5EF4-FFF2-40B4-BE49-F238E27FC236}">
                  <a16:creationId xmlns:a16="http://schemas.microsoft.com/office/drawing/2014/main" id="{433DD947-0CF2-0121-9DFF-895618899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9443" y="4079695"/>
              <a:ext cx="12155" cy="1309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5" name="Oval 1262">
              <a:extLst>
                <a:ext uri="{FF2B5EF4-FFF2-40B4-BE49-F238E27FC236}">
                  <a16:creationId xmlns:a16="http://schemas.microsoft.com/office/drawing/2014/main" id="{836ED695-E4B0-37E2-E6EB-945C0D54A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3354" y="4220881"/>
              <a:ext cx="13090" cy="1309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6" name="Oval 1263">
              <a:extLst>
                <a:ext uri="{FF2B5EF4-FFF2-40B4-BE49-F238E27FC236}">
                  <a16:creationId xmlns:a16="http://schemas.microsoft.com/office/drawing/2014/main" id="{A5182E1D-3DA1-1D7A-4FD3-29140FDCA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6411" y="4332146"/>
              <a:ext cx="12155" cy="1309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7" name="Oval 1264">
              <a:extLst>
                <a:ext uri="{FF2B5EF4-FFF2-40B4-BE49-F238E27FC236}">
                  <a16:creationId xmlns:a16="http://schemas.microsoft.com/office/drawing/2014/main" id="{3912CED6-1F47-7B0A-D4F0-481CE844D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7026" y="4430322"/>
              <a:ext cx="12155" cy="12155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8" name="Oval 1265">
              <a:extLst>
                <a:ext uri="{FF2B5EF4-FFF2-40B4-BE49-F238E27FC236}">
                  <a16:creationId xmlns:a16="http://schemas.microsoft.com/office/drawing/2014/main" id="{D6D0B7F3-543F-8F4B-50C3-B181A809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812" y="4527563"/>
              <a:ext cx="13090" cy="12155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9" name="Oval 1266">
              <a:extLst>
                <a:ext uri="{FF2B5EF4-FFF2-40B4-BE49-F238E27FC236}">
                  <a16:creationId xmlns:a16="http://schemas.microsoft.com/office/drawing/2014/main" id="{FD11AECF-F620-22CE-7B6C-48BBB66E3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377" y="4601428"/>
              <a:ext cx="13090" cy="12155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0" name="Oval 1267">
              <a:extLst>
                <a:ext uri="{FF2B5EF4-FFF2-40B4-BE49-F238E27FC236}">
                  <a16:creationId xmlns:a16="http://schemas.microsoft.com/office/drawing/2014/main" id="{CA7194C8-04F7-909B-DB2D-02AC23B21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658" y="4669684"/>
              <a:ext cx="13090" cy="1309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1" name="Oval 1268">
              <a:extLst>
                <a:ext uri="{FF2B5EF4-FFF2-40B4-BE49-F238E27FC236}">
                  <a16:creationId xmlns:a16="http://schemas.microsoft.com/office/drawing/2014/main" id="{83996B97-F922-FB78-8D41-6281CB381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0458" y="4734199"/>
              <a:ext cx="13090" cy="12155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2" name="Oval 1269">
              <a:extLst>
                <a:ext uri="{FF2B5EF4-FFF2-40B4-BE49-F238E27FC236}">
                  <a16:creationId xmlns:a16="http://schemas.microsoft.com/office/drawing/2014/main" id="{EB668915-7FD3-35C1-86D2-8E521DF81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714" y="4796844"/>
              <a:ext cx="12155" cy="1309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3" name="Oval 1270">
              <a:extLst>
                <a:ext uri="{FF2B5EF4-FFF2-40B4-BE49-F238E27FC236}">
                  <a16:creationId xmlns:a16="http://schemas.microsoft.com/office/drawing/2014/main" id="{59E887F0-DF6F-B31C-FB5A-31BB2F7C9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1359" y="4854815"/>
              <a:ext cx="12155" cy="12155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4" name="Oval 1271">
              <a:extLst>
                <a:ext uri="{FF2B5EF4-FFF2-40B4-BE49-F238E27FC236}">
                  <a16:creationId xmlns:a16="http://schemas.microsoft.com/office/drawing/2014/main" id="{F46FA42E-B2E4-2AF5-64CF-E084BEEB4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9329" y="4903435"/>
              <a:ext cx="12155" cy="1309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5" name="Oval 1272">
              <a:extLst>
                <a:ext uri="{FF2B5EF4-FFF2-40B4-BE49-F238E27FC236}">
                  <a16:creationId xmlns:a16="http://schemas.microsoft.com/office/drawing/2014/main" id="{D4D9F556-7CE9-8E21-EA2D-4E27847C9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2625" y="4959535"/>
              <a:ext cx="13090" cy="12155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6" name="Oval 1273">
              <a:extLst>
                <a:ext uri="{FF2B5EF4-FFF2-40B4-BE49-F238E27FC236}">
                  <a16:creationId xmlns:a16="http://schemas.microsoft.com/office/drawing/2014/main" id="{BDF4282D-4E0F-B71F-0150-8072FA049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115" y="5012830"/>
              <a:ext cx="13090" cy="12155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7" name="Oval 1274">
              <a:extLst>
                <a:ext uri="{FF2B5EF4-FFF2-40B4-BE49-F238E27FC236}">
                  <a16:creationId xmlns:a16="http://schemas.microsoft.com/office/drawing/2014/main" id="{C80A90AE-7F5C-F430-B075-259F817BB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0800" y="5052101"/>
              <a:ext cx="13090" cy="12155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8" name="Oval 1275">
              <a:extLst>
                <a:ext uri="{FF2B5EF4-FFF2-40B4-BE49-F238E27FC236}">
                  <a16:creationId xmlns:a16="http://schemas.microsoft.com/office/drawing/2014/main" id="{390822A0-BB72-ECA1-0B8F-A8141A7BD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5680" y="5101656"/>
              <a:ext cx="13090" cy="12155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9" name="Oval 1276">
              <a:extLst>
                <a:ext uri="{FF2B5EF4-FFF2-40B4-BE49-F238E27FC236}">
                  <a16:creationId xmlns:a16="http://schemas.microsoft.com/office/drawing/2014/main" id="{A99B25DF-F7EE-E155-54E0-08043BCA5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7756" y="5142797"/>
              <a:ext cx="13090" cy="12155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0" name="Oval 1277">
              <a:extLst>
                <a:ext uri="{FF2B5EF4-FFF2-40B4-BE49-F238E27FC236}">
                  <a16:creationId xmlns:a16="http://schemas.microsoft.com/office/drawing/2014/main" id="{70E4BAB2-2766-A306-2130-682B216CFD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961" y="5196092"/>
              <a:ext cx="13090" cy="1309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1" name="Oval 1278">
              <a:extLst>
                <a:ext uri="{FF2B5EF4-FFF2-40B4-BE49-F238E27FC236}">
                  <a16:creationId xmlns:a16="http://schemas.microsoft.com/office/drawing/2014/main" id="{A7988EBA-26B3-4287-1E2B-E656AD013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6296" y="5239102"/>
              <a:ext cx="12155" cy="1309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2" name="Oval 1279">
              <a:extLst>
                <a:ext uri="{FF2B5EF4-FFF2-40B4-BE49-F238E27FC236}">
                  <a16:creationId xmlns:a16="http://schemas.microsoft.com/office/drawing/2014/main" id="{1598EB0D-EA97-2F98-E468-9EEEA2F52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761" y="5267152"/>
              <a:ext cx="12155" cy="12155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3" name="Oval 1280">
              <a:extLst>
                <a:ext uri="{FF2B5EF4-FFF2-40B4-BE49-F238E27FC236}">
                  <a16:creationId xmlns:a16="http://schemas.microsoft.com/office/drawing/2014/main" id="{E32A7E3E-029C-C027-E1B2-2F3C7D00D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7357" y="5318578"/>
              <a:ext cx="13090" cy="12155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4" name="Line 1281">
              <a:extLst>
                <a:ext uri="{FF2B5EF4-FFF2-40B4-BE49-F238E27FC236}">
                  <a16:creationId xmlns:a16="http://schemas.microsoft.com/office/drawing/2014/main" id="{8CCC591A-EA1E-1C88-4D24-96E26042E7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3065214"/>
              <a:ext cx="2489920" cy="2267388"/>
            </a:xfrm>
            <a:prstGeom prst="line">
              <a:avLst/>
            </a:prstGeom>
            <a:noFill/>
            <a:ln w="6350" cap="flat">
              <a:solidFill>
                <a:srgbClr val="00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5" name="Oval 1282">
              <a:extLst>
                <a:ext uri="{FF2B5EF4-FFF2-40B4-BE49-F238E27FC236}">
                  <a16:creationId xmlns:a16="http://schemas.microsoft.com/office/drawing/2014/main" id="{81756768-14BC-B0B4-13AA-EC31B13F5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837" y="3234450"/>
              <a:ext cx="12155" cy="12155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6" name="Oval 1283">
              <a:extLst>
                <a:ext uri="{FF2B5EF4-FFF2-40B4-BE49-F238E27FC236}">
                  <a16:creationId xmlns:a16="http://schemas.microsoft.com/office/drawing/2014/main" id="{442CECE1-1857-F0FF-A3D6-C1FA02CA9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7140" y="3475681"/>
              <a:ext cx="12155" cy="12155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7" name="Oval 1284">
              <a:extLst>
                <a:ext uri="{FF2B5EF4-FFF2-40B4-BE49-F238E27FC236}">
                  <a16:creationId xmlns:a16="http://schemas.microsoft.com/office/drawing/2014/main" id="{590AE735-7977-B6EE-9322-3B4E8AEE0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07" y="3752443"/>
              <a:ext cx="13090" cy="1309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8" name="Oval 1285">
              <a:extLst>
                <a:ext uri="{FF2B5EF4-FFF2-40B4-BE49-F238E27FC236}">
                  <a16:creationId xmlns:a16="http://schemas.microsoft.com/office/drawing/2014/main" id="{F7112840-C04F-452F-9B0A-8B6FB2D8C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9443" y="3926354"/>
              <a:ext cx="12155" cy="12155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9" name="Oval 1286">
              <a:extLst>
                <a:ext uri="{FF2B5EF4-FFF2-40B4-BE49-F238E27FC236}">
                  <a16:creationId xmlns:a16="http://schemas.microsoft.com/office/drawing/2014/main" id="{331D696A-ED2F-51CB-E67B-4539C3CC8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3354" y="4066605"/>
              <a:ext cx="13090" cy="1309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0" name="Oval 1287">
              <a:extLst>
                <a:ext uri="{FF2B5EF4-FFF2-40B4-BE49-F238E27FC236}">
                  <a16:creationId xmlns:a16="http://schemas.microsoft.com/office/drawing/2014/main" id="{B6FBE272-2966-F4B1-F30B-B036D5409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6411" y="4179741"/>
              <a:ext cx="12155" cy="12155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1" name="Oval 1288">
              <a:extLst>
                <a:ext uri="{FF2B5EF4-FFF2-40B4-BE49-F238E27FC236}">
                  <a16:creationId xmlns:a16="http://schemas.microsoft.com/office/drawing/2014/main" id="{63880B36-93A7-27EB-9711-4DE800A2E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7026" y="4262021"/>
              <a:ext cx="12155" cy="1309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2" name="Oval 1289">
              <a:extLst>
                <a:ext uri="{FF2B5EF4-FFF2-40B4-BE49-F238E27FC236}">
                  <a16:creationId xmlns:a16="http://schemas.microsoft.com/office/drawing/2014/main" id="{7C245B61-1F7C-AEFF-9577-90001FE8C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812" y="4342432"/>
              <a:ext cx="13090" cy="1309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3" name="Oval 1290">
              <a:extLst>
                <a:ext uri="{FF2B5EF4-FFF2-40B4-BE49-F238E27FC236}">
                  <a16:creationId xmlns:a16="http://schemas.microsoft.com/office/drawing/2014/main" id="{DF77A587-1F06-37DB-3E12-38646F0B9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377" y="4417232"/>
              <a:ext cx="13090" cy="12155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4" name="Oval 1291">
              <a:extLst>
                <a:ext uri="{FF2B5EF4-FFF2-40B4-BE49-F238E27FC236}">
                  <a16:creationId xmlns:a16="http://schemas.microsoft.com/office/drawing/2014/main" id="{58683E78-FB22-95AA-57F9-C05F5F953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658" y="4498577"/>
              <a:ext cx="13090" cy="1309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5" name="Oval 1292">
              <a:extLst>
                <a:ext uri="{FF2B5EF4-FFF2-40B4-BE49-F238E27FC236}">
                  <a16:creationId xmlns:a16="http://schemas.microsoft.com/office/drawing/2014/main" id="{D6496D24-8ADF-F3B7-1998-ADCE1B41B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0458" y="4572443"/>
              <a:ext cx="13090" cy="12155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6" name="Oval 1293">
              <a:extLst>
                <a:ext uri="{FF2B5EF4-FFF2-40B4-BE49-F238E27FC236}">
                  <a16:creationId xmlns:a16="http://schemas.microsoft.com/office/drawing/2014/main" id="{16372989-F3AC-2A09-FC39-38104B22A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714" y="4630413"/>
              <a:ext cx="12155" cy="1309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7" name="Oval 1294">
              <a:extLst>
                <a:ext uri="{FF2B5EF4-FFF2-40B4-BE49-F238E27FC236}">
                  <a16:creationId xmlns:a16="http://schemas.microsoft.com/office/drawing/2014/main" id="{5DF2E6CF-CB2D-BB7F-7C4E-76AA8D587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1359" y="4685578"/>
              <a:ext cx="12155" cy="1309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8" name="Oval 1295">
              <a:extLst>
                <a:ext uri="{FF2B5EF4-FFF2-40B4-BE49-F238E27FC236}">
                  <a16:creationId xmlns:a16="http://schemas.microsoft.com/office/drawing/2014/main" id="{10DE9365-612A-EFF9-7E18-5DDF15433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9329" y="4748224"/>
              <a:ext cx="12155" cy="12155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9" name="Oval 1296">
              <a:extLst>
                <a:ext uri="{FF2B5EF4-FFF2-40B4-BE49-F238E27FC236}">
                  <a16:creationId xmlns:a16="http://schemas.microsoft.com/office/drawing/2014/main" id="{3247BEF2-DE6E-DBA6-A53A-662E047C3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2625" y="4798714"/>
              <a:ext cx="13090" cy="12155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0" name="Oval 1297">
              <a:extLst>
                <a:ext uri="{FF2B5EF4-FFF2-40B4-BE49-F238E27FC236}">
                  <a16:creationId xmlns:a16="http://schemas.microsoft.com/office/drawing/2014/main" id="{7AA773BA-D015-99DE-7843-9A7CA2B202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115" y="4847335"/>
              <a:ext cx="13090" cy="1309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1" name="Oval 1298">
              <a:extLst>
                <a:ext uri="{FF2B5EF4-FFF2-40B4-BE49-F238E27FC236}">
                  <a16:creationId xmlns:a16="http://schemas.microsoft.com/office/drawing/2014/main" id="{9360C5EA-9F2C-4040-3713-A49409094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0800" y="4900630"/>
              <a:ext cx="13090" cy="1309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2" name="Oval 1299">
              <a:extLst>
                <a:ext uri="{FF2B5EF4-FFF2-40B4-BE49-F238E27FC236}">
                  <a16:creationId xmlns:a16="http://schemas.microsoft.com/office/drawing/2014/main" id="{0C9AA99E-2846-51EB-4E9B-CC3D1A4C9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5680" y="4952055"/>
              <a:ext cx="13090" cy="12155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3" name="Oval 1300">
              <a:extLst>
                <a:ext uri="{FF2B5EF4-FFF2-40B4-BE49-F238E27FC236}">
                  <a16:creationId xmlns:a16="http://schemas.microsoft.com/office/drawing/2014/main" id="{C768B0C4-F065-EEC3-12B3-D88BC2F1C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7756" y="4995066"/>
              <a:ext cx="13090" cy="1309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4" name="Oval 1301">
              <a:extLst>
                <a:ext uri="{FF2B5EF4-FFF2-40B4-BE49-F238E27FC236}">
                  <a16:creationId xmlns:a16="http://schemas.microsoft.com/office/drawing/2014/main" id="{84C379A7-E6A0-66BF-D6B3-B1253AD66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961" y="5034336"/>
              <a:ext cx="13090" cy="12155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5" name="Oval 1302">
              <a:extLst>
                <a:ext uri="{FF2B5EF4-FFF2-40B4-BE49-F238E27FC236}">
                  <a16:creationId xmlns:a16="http://schemas.microsoft.com/office/drawing/2014/main" id="{037B7D2F-BE03-3009-8B04-3BC8B5524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6296" y="5071736"/>
              <a:ext cx="12155" cy="12155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6" name="Oval 1303">
              <a:extLst>
                <a:ext uri="{FF2B5EF4-FFF2-40B4-BE49-F238E27FC236}">
                  <a16:creationId xmlns:a16="http://schemas.microsoft.com/office/drawing/2014/main" id="{2C96EC3A-AE90-7EDD-EC27-36653D374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761" y="5119421"/>
              <a:ext cx="12155" cy="12155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7" name="Oval 1304">
              <a:extLst>
                <a:ext uri="{FF2B5EF4-FFF2-40B4-BE49-F238E27FC236}">
                  <a16:creationId xmlns:a16="http://schemas.microsoft.com/office/drawing/2014/main" id="{3AF8E3BA-BBE8-DC29-457C-9AFCDD8AE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7357" y="5151211"/>
              <a:ext cx="13090" cy="1309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8" name="Oval 1305">
              <a:extLst>
                <a:ext uri="{FF2B5EF4-FFF2-40B4-BE49-F238E27FC236}">
                  <a16:creationId xmlns:a16="http://schemas.microsoft.com/office/drawing/2014/main" id="{CD1CD02A-052C-D7D9-7B69-7F30AD4D5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1017" y="5185807"/>
              <a:ext cx="12155" cy="1309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9" name="Oval 1306">
              <a:extLst>
                <a:ext uri="{FF2B5EF4-FFF2-40B4-BE49-F238E27FC236}">
                  <a16:creationId xmlns:a16="http://schemas.microsoft.com/office/drawing/2014/main" id="{A9CA27EB-5D87-A091-FD18-FA05C61E8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2807" y="5224142"/>
              <a:ext cx="12155" cy="12155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0" name="Oval 1307">
              <a:extLst>
                <a:ext uri="{FF2B5EF4-FFF2-40B4-BE49-F238E27FC236}">
                  <a16:creationId xmlns:a16="http://schemas.microsoft.com/office/drawing/2014/main" id="{CF7B0702-94AA-3661-806F-2AD7A5F35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3662" y="5248452"/>
              <a:ext cx="12155" cy="12155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1" name="Oval 1308">
              <a:extLst>
                <a:ext uri="{FF2B5EF4-FFF2-40B4-BE49-F238E27FC236}">
                  <a16:creationId xmlns:a16="http://schemas.microsoft.com/office/drawing/2014/main" id="{788C0AE2-92C5-5E28-36E7-B0F26C620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2648" y="5272762"/>
              <a:ext cx="13090" cy="12155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2" name="Oval 1309">
              <a:extLst>
                <a:ext uri="{FF2B5EF4-FFF2-40B4-BE49-F238E27FC236}">
                  <a16:creationId xmlns:a16="http://schemas.microsoft.com/office/drawing/2014/main" id="{C3266D02-C5E4-586C-BF97-3F5FC270F4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1633" y="5301747"/>
              <a:ext cx="12155" cy="12155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3" name="Oval 1310">
              <a:extLst>
                <a:ext uri="{FF2B5EF4-FFF2-40B4-BE49-F238E27FC236}">
                  <a16:creationId xmlns:a16="http://schemas.microsoft.com/office/drawing/2014/main" id="{50546F01-EF6E-30EC-4B66-329149489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8748" y="5318578"/>
              <a:ext cx="13090" cy="12155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4" name="Line 1311">
              <a:extLst>
                <a:ext uri="{FF2B5EF4-FFF2-40B4-BE49-F238E27FC236}">
                  <a16:creationId xmlns:a16="http://schemas.microsoft.com/office/drawing/2014/main" id="{BAB2FFFD-B1DC-D869-0703-37E1597B34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447" y="2936183"/>
              <a:ext cx="2676921" cy="2396419"/>
            </a:xfrm>
            <a:prstGeom prst="line">
              <a:avLst/>
            </a:prstGeom>
            <a:noFill/>
            <a:ln w="6350" cap="flat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792" name="TextBox 7791">
            <a:extLst>
              <a:ext uri="{FF2B5EF4-FFF2-40B4-BE49-F238E27FC236}">
                <a16:creationId xmlns:a16="http://schemas.microsoft.com/office/drawing/2014/main" id="{E4270B6C-76A3-B9D7-C0A5-4FF020B002F0}"/>
              </a:ext>
            </a:extLst>
          </p:cNvPr>
          <p:cNvSpPr txBox="1"/>
          <p:nvPr/>
        </p:nvSpPr>
        <p:spPr>
          <a:xfrm>
            <a:off x="5108843" y="1162472"/>
            <a:ext cx="5787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nimg_spec_n2_r64_20Apr2020_dotplot_tweaked.emf</a:t>
            </a:r>
          </a:p>
        </p:txBody>
      </p:sp>
      <p:sp>
        <p:nvSpPr>
          <p:cNvPr id="7793" name="TextBox 7792">
            <a:extLst>
              <a:ext uri="{FF2B5EF4-FFF2-40B4-BE49-F238E27FC236}">
                <a16:creationId xmlns:a16="http://schemas.microsoft.com/office/drawing/2014/main" id="{FACBFA98-8870-899B-E29D-AC0902AB4914}"/>
              </a:ext>
            </a:extLst>
          </p:cNvPr>
          <p:cNvSpPr txBox="1"/>
          <p:nvPr/>
        </p:nvSpPr>
        <p:spPr>
          <a:xfrm>
            <a:off x="8476003" y="1574815"/>
            <a:ext cx="883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OLD</a:t>
            </a:r>
          </a:p>
        </p:txBody>
      </p:sp>
    </p:spTree>
    <p:extLst>
      <p:ext uri="{BB962C8B-B14F-4D97-AF65-F5344CB8AC3E}">
        <p14:creationId xmlns:p14="http://schemas.microsoft.com/office/powerpoint/2010/main" val="1712023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5995</TotalTime>
  <Words>110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D Victor</dc:creator>
  <cp:lastModifiedBy>Jonathan D Victor</cp:lastModifiedBy>
  <cp:revision>46</cp:revision>
  <dcterms:created xsi:type="dcterms:W3CDTF">2023-01-30T15:20:04Z</dcterms:created>
  <dcterms:modified xsi:type="dcterms:W3CDTF">2023-05-11T17:21:31Z</dcterms:modified>
</cp:coreProperties>
</file>