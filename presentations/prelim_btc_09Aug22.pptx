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D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554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DE680-ACDC-43FA-A63D-14DDE69FE9EF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E78E4-A78D-45D6-95F1-DF621B01A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79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bone_btc_demo</a:t>
            </a:r>
            <a:r>
              <a:rPr lang="en-US" dirty="0"/>
              <a:t>-&gt; </a:t>
            </a:r>
            <a:r>
              <a:rPr lang="en-US" dirty="0" err="1"/>
              <a:t>bone_btc_plot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78E4-A78D-45D6-95F1-DF621B01A9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91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bone_btc_demo</a:t>
            </a:r>
            <a:r>
              <a:rPr lang="en-US" dirty="0"/>
              <a:t>-&gt; </a:t>
            </a:r>
            <a:r>
              <a:rPr lang="en-US" dirty="0" err="1"/>
              <a:t>bone_btc_plot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78E4-A78D-45D6-95F1-DF621B01A9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71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ffdm_btc_plot_nistats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78E4-A78D-45D6-95F1-DF621B01A9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04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bone_btc_demo</a:t>
            </a:r>
            <a:r>
              <a:rPr lang="en-US" dirty="0"/>
              <a:t>-&gt; </a:t>
            </a:r>
            <a:r>
              <a:rPr lang="en-US" dirty="0" err="1"/>
              <a:t>bone_btc_plot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78E4-A78D-45D6-95F1-DF621B01A9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38E5-F63D-4947-9176-12F3A84EF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C84EF-CF3B-4E8F-878C-4005A3117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5A52B-A60C-48DE-8AB8-FCE178BDB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F2972-3607-428F-B6EC-6BC2DB71D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94A0C-8A3A-4297-BCC0-C43343B6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1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D05B-729C-4244-9396-6AC5DDA3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383D-0CE5-4BE9-96F4-874D0A494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07EF6-40D7-4B06-8C89-FD0068CB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206D2-272A-4C2E-B9F4-705407B6B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E6440-DCA4-4269-9C1D-2CA3D26E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2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A2070-DC4B-45B8-87DD-815E11A26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A1D9C-6677-40EC-968F-01A6C95FA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2FB56-B737-4D5B-90AE-CCE2271E2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4C639-8DE4-42BC-8D9A-B690FBA0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9C27B-C9C1-4A03-B3CD-59E38639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7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F0DF8-FD87-414C-9216-2B576B794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7099-2387-4935-943C-D264C7EED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A4EB3-FDF1-499A-976A-049A89FCC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65456-F210-4D7D-A38A-5F8B148F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6B519-9BE5-4FEF-AF3E-3D570408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9D368-274A-4F61-B31A-CD04F5B8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6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C71F-265F-49AD-BACD-1E2DE5A99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1CE7E-18EE-43DD-AE15-B49F032BC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01981-FF11-47D0-A481-C9059FD8F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D48EF9-1FA7-49CA-91AE-E2A7FCDCD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1E1BA-A19B-4443-8733-51BF1F440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FE4C35-2536-4397-964A-E9CDFAAE7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274F8-CBF6-4E1C-8B39-E51FBAB4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6851D-71E2-4C06-8151-FF53119F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67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22C82-E396-49AA-A3D2-88DBA05C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008F6-2DEA-4693-B02B-87E9A9E7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4ADF1-0DE1-44D4-B971-57B95BC5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BDAE2-CC3C-4E3F-9929-1EC9E69A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8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269CEA-C4FB-4F0D-8836-DB3251AA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2CD0E3-0702-4B2C-AF8C-CC90D8558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E7567-2477-4625-882B-C055612F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57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77085-5DFB-4C0C-BB99-8E269D63B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04202-72F4-427D-A8AC-F205A1821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09BCA-0860-498F-8C47-B7A8167EA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60432-B7D2-405D-A513-02857725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9769E-E83C-4F73-A168-F16CDDE14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2A1CD-50D1-4AD6-A54D-283BB34A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92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4425-8626-4C4C-A43E-615FC212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9BC0F4-E0D9-4684-B1FD-B4B2CB855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D849E-6ABE-421C-B666-0A0AACF5C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FFEFC-F768-499A-8ED4-B74B2D9B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20215-8850-4FED-8E7A-5B6F5719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4E3CB-3F38-41D6-8140-43CBEA87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4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549C-50EA-471B-A556-1BAB256D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A198E-AD18-4C88-9563-3217D462C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0AB63-5B08-477B-9927-96F1907A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9A866-C99B-4D23-AD49-2165CAF8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02B2A-2A5D-4820-A3C5-A6AFF803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94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046633-6096-4164-A98B-4BC9D57D4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292C9-0331-4292-B722-180D5A03C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2CB73-F17D-4F30-9B4E-AC960BA7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DBC46-8761-41F2-8AFF-E9DD42B2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654B9-39E2-4806-8DF4-9886AF1E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7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64DB-E581-458D-B7C6-BB5D5E110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E9AD4-6487-4F84-8608-CB2C20E1D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416C3-A473-449C-9281-48254285B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E6331-D8E9-407B-9DBA-43AD6EF4668B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C5554-3FCA-483D-A55C-75529A690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8F040-EFB0-4436-920E-009DC6E01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9AB22-B7E3-465C-9268-CCB685AF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06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roup 1199">
            <a:extLst>
              <a:ext uri="{FF2B5EF4-FFF2-40B4-BE49-F238E27FC236}">
                <a16:creationId xmlns:a16="http://schemas.microsoft.com/office/drawing/2014/main" id="{5EE25F2F-8014-493F-B15E-5D753D6746B5}"/>
              </a:ext>
            </a:extLst>
          </p:cNvPr>
          <p:cNvGrpSpPr/>
          <p:nvPr/>
        </p:nvGrpSpPr>
        <p:grpSpPr>
          <a:xfrm>
            <a:off x="1108075" y="600075"/>
            <a:ext cx="2259014" cy="6048375"/>
            <a:chOff x="1108075" y="600075"/>
            <a:chExt cx="2259014" cy="6048375"/>
          </a:xfrm>
        </p:grpSpPr>
        <p:sp>
          <p:nvSpPr>
            <p:cNvPr id="1258" name="Rectangle 7">
              <a:extLst>
                <a:ext uri="{FF2B5EF4-FFF2-40B4-BE49-F238E27FC236}">
                  <a16:creationId xmlns:a16="http://schemas.microsoft.com/office/drawing/2014/main" id="{2490F26D-A5D6-448E-901D-AA5863DD0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426" y="790575"/>
              <a:ext cx="1744663" cy="54467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9" name="Rectangle 8">
              <a:extLst>
                <a:ext uri="{FF2B5EF4-FFF2-40B4-BE49-F238E27FC236}">
                  <a16:creationId xmlns:a16="http://schemas.microsoft.com/office/drawing/2014/main" id="{E22D81BA-DF16-4A40-ACB2-4D9E75B7D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6301" y="600075"/>
              <a:ext cx="8382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N= 1 R=128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1FA52E7C-5D22-4138-871C-3039A436E9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2426" y="790575"/>
              <a:ext cx="1744663" cy="544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60" name="Line 10">
              <a:extLst>
                <a:ext uri="{FF2B5EF4-FFF2-40B4-BE49-F238E27FC236}">
                  <a16:creationId xmlns:a16="http://schemas.microsoft.com/office/drawing/2014/main" id="{1F416E99-D385-4E36-B4AC-EE2CA6EBB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426" y="6237288"/>
              <a:ext cx="17446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1" name="Line 11">
              <a:extLst>
                <a:ext uri="{FF2B5EF4-FFF2-40B4-BE49-F238E27FC236}">
                  <a16:creationId xmlns:a16="http://schemas.microsoft.com/office/drawing/2014/main" id="{D3910D80-C756-4E3B-8C6F-3E7BF5F08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426" y="790575"/>
              <a:ext cx="17446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2" name="Line 12">
              <a:extLst>
                <a:ext uri="{FF2B5EF4-FFF2-40B4-BE49-F238E27FC236}">
                  <a16:creationId xmlns:a16="http://schemas.microsoft.com/office/drawing/2014/main" id="{2F6B209A-1604-4B01-9F9F-8AEF855D5B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9738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3" name="Line 13">
              <a:extLst>
                <a:ext uri="{FF2B5EF4-FFF2-40B4-BE49-F238E27FC236}">
                  <a16:creationId xmlns:a16="http://schemas.microsoft.com/office/drawing/2014/main" id="{890B72E6-4600-4FC5-AA6C-9991B2085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4363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4" name="Line 14">
              <a:extLst>
                <a:ext uri="{FF2B5EF4-FFF2-40B4-BE49-F238E27FC236}">
                  <a16:creationId xmlns:a16="http://schemas.microsoft.com/office/drawing/2014/main" id="{5DE4DDD2-7C53-4981-A2ED-5B08B0903B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8988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5" name="Line 15">
              <a:extLst>
                <a:ext uri="{FF2B5EF4-FFF2-40B4-BE49-F238E27FC236}">
                  <a16:creationId xmlns:a16="http://schemas.microsoft.com/office/drawing/2014/main" id="{B8C9234A-5C23-4514-B8EC-165542FE3A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3613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6" name="Line 16">
              <a:extLst>
                <a:ext uri="{FF2B5EF4-FFF2-40B4-BE49-F238E27FC236}">
                  <a16:creationId xmlns:a16="http://schemas.microsoft.com/office/drawing/2014/main" id="{57DD986D-22BB-4C7F-A0B5-95D8A12734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8238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7" name="Line 17">
              <a:extLst>
                <a:ext uri="{FF2B5EF4-FFF2-40B4-BE49-F238E27FC236}">
                  <a16:creationId xmlns:a16="http://schemas.microsoft.com/office/drawing/2014/main" id="{FB8DDC1E-58D6-4078-9801-95373EF30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127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8" name="Line 18">
              <a:extLst>
                <a:ext uri="{FF2B5EF4-FFF2-40B4-BE49-F238E27FC236}">
                  <a16:creationId xmlns:a16="http://schemas.microsoft.com/office/drawing/2014/main" id="{2D975EB0-4180-45D3-A81B-09B75BC44B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55901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9" name="Line 19">
              <a:extLst>
                <a:ext uri="{FF2B5EF4-FFF2-40B4-BE49-F238E27FC236}">
                  <a16:creationId xmlns:a16="http://schemas.microsoft.com/office/drawing/2014/main" id="{AC062C29-6914-4C9F-8941-B5CFEC247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052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0" name="Line 20">
              <a:extLst>
                <a:ext uri="{FF2B5EF4-FFF2-40B4-BE49-F238E27FC236}">
                  <a16:creationId xmlns:a16="http://schemas.microsoft.com/office/drawing/2014/main" id="{3A73951A-1C63-4ADA-93D2-D1FB4A6D47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5151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1" name="Line 21">
              <a:extLst>
                <a:ext uri="{FF2B5EF4-FFF2-40B4-BE49-F238E27FC236}">
                  <a16:creationId xmlns:a16="http://schemas.microsoft.com/office/drawing/2014/main" id="{5922C2A9-DAB0-448F-841C-EDB5C4A602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977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2" name="Line 22">
              <a:extLst>
                <a:ext uri="{FF2B5EF4-FFF2-40B4-BE49-F238E27FC236}">
                  <a16:creationId xmlns:a16="http://schemas.microsoft.com/office/drawing/2014/main" id="{5E4C0C01-1681-40CC-908D-EC04BE36B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9738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3" name="Line 23">
              <a:extLst>
                <a:ext uri="{FF2B5EF4-FFF2-40B4-BE49-F238E27FC236}">
                  <a16:creationId xmlns:a16="http://schemas.microsoft.com/office/drawing/2014/main" id="{FBF4F273-78E4-49DA-B6FA-CFACD95BF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4363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4" name="Line 24">
              <a:extLst>
                <a:ext uri="{FF2B5EF4-FFF2-40B4-BE49-F238E27FC236}">
                  <a16:creationId xmlns:a16="http://schemas.microsoft.com/office/drawing/2014/main" id="{3CB49C7F-D418-4437-A6A2-657E9977E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8988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5" name="Line 25">
              <a:extLst>
                <a:ext uri="{FF2B5EF4-FFF2-40B4-BE49-F238E27FC236}">
                  <a16:creationId xmlns:a16="http://schemas.microsoft.com/office/drawing/2014/main" id="{4E016C8B-7E4B-49CA-90E6-20769427F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3613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6" name="Line 26">
              <a:extLst>
                <a:ext uri="{FF2B5EF4-FFF2-40B4-BE49-F238E27FC236}">
                  <a16:creationId xmlns:a16="http://schemas.microsoft.com/office/drawing/2014/main" id="{0AF5C149-2BF6-4BDA-BA83-A04E462D3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238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7" name="Line 27">
              <a:extLst>
                <a:ext uri="{FF2B5EF4-FFF2-40B4-BE49-F238E27FC236}">
                  <a16:creationId xmlns:a16="http://schemas.microsoft.com/office/drawing/2014/main" id="{A6E26DA5-D3EE-4949-B7C1-8B1930240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127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8" name="Line 28">
              <a:extLst>
                <a:ext uri="{FF2B5EF4-FFF2-40B4-BE49-F238E27FC236}">
                  <a16:creationId xmlns:a16="http://schemas.microsoft.com/office/drawing/2014/main" id="{B1E112A3-02DC-452C-9052-A0215B227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5901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9" name="Line 29">
              <a:extLst>
                <a:ext uri="{FF2B5EF4-FFF2-40B4-BE49-F238E27FC236}">
                  <a16:creationId xmlns:a16="http://schemas.microsoft.com/office/drawing/2014/main" id="{57DD33C8-F3AC-4BBE-B089-1422D0D35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052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4" name="Line 30">
              <a:extLst>
                <a:ext uri="{FF2B5EF4-FFF2-40B4-BE49-F238E27FC236}">
                  <a16:creationId xmlns:a16="http://schemas.microsoft.com/office/drawing/2014/main" id="{CACB081B-8D67-4A2A-82EB-3240DFDF8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151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5" name="Line 31">
              <a:extLst>
                <a:ext uri="{FF2B5EF4-FFF2-40B4-BE49-F238E27FC236}">
                  <a16:creationId xmlns:a16="http://schemas.microsoft.com/office/drawing/2014/main" id="{4D79CC25-29E9-454F-A0DA-A5B524B34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977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6" name="Rectangle 32">
              <a:extLst>
                <a:ext uri="{FF2B5EF4-FFF2-40B4-BE49-F238E27FC236}">
                  <a16:creationId xmlns:a16="http://schemas.microsoft.com/office/drawing/2014/main" id="{7BF638EA-2930-4F20-B5A9-19C804627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051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7" name="Rectangle 33">
              <a:extLst>
                <a:ext uri="{FF2B5EF4-FFF2-40B4-BE49-F238E27FC236}">
                  <a16:creationId xmlns:a16="http://schemas.microsoft.com/office/drawing/2014/main" id="{7A529BAD-D0F7-4C7C-BBF7-F42BDFABA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1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8" name="Rectangle 34">
              <a:extLst>
                <a:ext uri="{FF2B5EF4-FFF2-40B4-BE49-F238E27FC236}">
                  <a16:creationId xmlns:a16="http://schemas.microsoft.com/office/drawing/2014/main" id="{6BBD5E19-FEA0-4F4C-BA84-F879F0100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001" y="62960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9" name="Rectangle 35">
              <a:extLst>
                <a:ext uri="{FF2B5EF4-FFF2-40B4-BE49-F238E27FC236}">
                  <a16:creationId xmlns:a16="http://schemas.microsoft.com/office/drawing/2014/main" id="{BCA16C8A-08FE-4D78-AA87-82CE18EBD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926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0" name="Rectangle 36">
              <a:extLst>
                <a:ext uri="{FF2B5EF4-FFF2-40B4-BE49-F238E27FC236}">
                  <a16:creationId xmlns:a16="http://schemas.microsoft.com/office/drawing/2014/main" id="{079F3E93-D8E8-4028-9F99-D213FDD7D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376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1" name="Rectangle 37">
              <a:extLst>
                <a:ext uri="{FF2B5EF4-FFF2-40B4-BE49-F238E27FC236}">
                  <a16:creationId xmlns:a16="http://schemas.microsoft.com/office/drawing/2014/main" id="{17F739AE-44C7-4F2D-90C5-45D48BEF3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401" y="6296025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2" name="Rectangle 38">
              <a:extLst>
                <a:ext uri="{FF2B5EF4-FFF2-40B4-BE49-F238E27FC236}">
                  <a16:creationId xmlns:a16="http://schemas.microsoft.com/office/drawing/2014/main" id="{790841D1-541D-48C8-BA23-7C180CBB4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7801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4" name="Rectangle 39">
              <a:extLst>
                <a:ext uri="{FF2B5EF4-FFF2-40B4-BE49-F238E27FC236}">
                  <a16:creationId xmlns:a16="http://schemas.microsoft.com/office/drawing/2014/main" id="{3E0EF0E3-37EE-486E-814C-D947ECDD6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0363" y="62960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5" name="Rectangle 40">
              <a:extLst>
                <a:ext uri="{FF2B5EF4-FFF2-40B4-BE49-F238E27FC236}">
                  <a16:creationId xmlns:a16="http://schemas.microsoft.com/office/drawing/2014/main" id="{4221A6DD-E21D-4711-919D-E9B0B6023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2288" y="6296025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6" name="Rectangle 41">
              <a:extLst>
                <a:ext uri="{FF2B5EF4-FFF2-40B4-BE49-F238E27FC236}">
                  <a16:creationId xmlns:a16="http://schemas.microsoft.com/office/drawing/2014/main" id="{263707A1-2215-4DCF-8807-1BB399DF1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263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7" name="Rectangle 42">
              <a:extLst>
                <a:ext uri="{FF2B5EF4-FFF2-40B4-BE49-F238E27FC236}">
                  <a16:creationId xmlns:a16="http://schemas.microsoft.com/office/drawing/2014/main" id="{8052FBED-49FA-43FC-8469-4BF587500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801" y="6467475"/>
              <a:ext cx="4191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8" name="Line 43">
              <a:extLst>
                <a:ext uri="{FF2B5EF4-FFF2-40B4-BE49-F238E27FC236}">
                  <a16:creationId xmlns:a16="http://schemas.microsoft.com/office/drawing/2014/main" id="{4A722FCC-EEB3-43CC-840E-81AAB39E6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426" y="790575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Line 44">
              <a:extLst>
                <a:ext uri="{FF2B5EF4-FFF2-40B4-BE49-F238E27FC236}">
                  <a16:creationId xmlns:a16="http://schemas.microsoft.com/office/drawing/2014/main" id="{8C44FBFC-02FB-420F-ABF4-3851F38D9D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7088" y="790575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0" name="Line 45">
              <a:extLst>
                <a:ext uri="{FF2B5EF4-FFF2-40B4-BE49-F238E27FC236}">
                  <a16:creationId xmlns:a16="http://schemas.microsoft.com/office/drawing/2014/main" id="{8367291D-5BB3-45C7-A2C4-757653F2B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426" y="16748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1" name="Line 46">
              <a:extLst>
                <a:ext uri="{FF2B5EF4-FFF2-40B4-BE49-F238E27FC236}">
                  <a16:creationId xmlns:a16="http://schemas.microsoft.com/office/drawing/2014/main" id="{F6440BE3-5899-4364-9716-BB7B678BF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426" y="255905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2" name="Line 47">
              <a:extLst>
                <a:ext uri="{FF2B5EF4-FFF2-40B4-BE49-F238E27FC236}">
                  <a16:creationId xmlns:a16="http://schemas.microsoft.com/office/drawing/2014/main" id="{E678261B-CA4C-40D9-82F8-CE1FE5A0D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426" y="3444875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3" name="Line 48">
              <a:extLst>
                <a:ext uri="{FF2B5EF4-FFF2-40B4-BE49-F238E27FC236}">
                  <a16:creationId xmlns:a16="http://schemas.microsoft.com/office/drawing/2014/main" id="{35CE0997-68B9-4CC5-803B-2FE6EF8F6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426" y="43291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" name="Line 49">
              <a:extLst>
                <a:ext uri="{FF2B5EF4-FFF2-40B4-BE49-F238E27FC236}">
                  <a16:creationId xmlns:a16="http://schemas.microsoft.com/office/drawing/2014/main" id="{ED68E9F7-28B3-4E22-BFD8-A3085836BE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426" y="521335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5" name="Line 50">
              <a:extLst>
                <a:ext uri="{FF2B5EF4-FFF2-40B4-BE49-F238E27FC236}">
                  <a16:creationId xmlns:a16="http://schemas.microsoft.com/office/drawing/2014/main" id="{312C481E-FDFA-4AA1-B0AE-A76D80AAEE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426" y="6099175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6" name="Line 51">
              <a:extLst>
                <a:ext uri="{FF2B5EF4-FFF2-40B4-BE49-F238E27FC236}">
                  <a16:creationId xmlns:a16="http://schemas.microsoft.com/office/drawing/2014/main" id="{EA4EC3E0-0042-4F00-BA37-999F637DEB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3113" y="16748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7" name="Line 52">
              <a:extLst>
                <a:ext uri="{FF2B5EF4-FFF2-40B4-BE49-F238E27FC236}">
                  <a16:creationId xmlns:a16="http://schemas.microsoft.com/office/drawing/2014/main" id="{0DE2449A-0582-4185-BB2F-BFCA4870B1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3113" y="255905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8" name="Line 53">
              <a:extLst>
                <a:ext uri="{FF2B5EF4-FFF2-40B4-BE49-F238E27FC236}">
                  <a16:creationId xmlns:a16="http://schemas.microsoft.com/office/drawing/2014/main" id="{92071B1F-2FC8-43EE-9B53-2716CBB28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3113" y="3444875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9" name="Line 54">
              <a:extLst>
                <a:ext uri="{FF2B5EF4-FFF2-40B4-BE49-F238E27FC236}">
                  <a16:creationId xmlns:a16="http://schemas.microsoft.com/office/drawing/2014/main" id="{0D439AD0-F128-416E-B22C-12B4E03F47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3113" y="43291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0" name="Line 55">
              <a:extLst>
                <a:ext uri="{FF2B5EF4-FFF2-40B4-BE49-F238E27FC236}">
                  <a16:creationId xmlns:a16="http://schemas.microsoft.com/office/drawing/2014/main" id="{0DEE91AE-9D2D-43DC-9C60-B124B973A5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3113" y="521335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1" name="Line 56">
              <a:extLst>
                <a:ext uri="{FF2B5EF4-FFF2-40B4-BE49-F238E27FC236}">
                  <a16:creationId xmlns:a16="http://schemas.microsoft.com/office/drawing/2014/main" id="{064BC918-AF5F-47FE-85C7-2606BF60B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3113" y="6099175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2" name="Rectangle 57">
              <a:extLst>
                <a:ext uri="{FF2B5EF4-FFF2-40B4-BE49-F238E27FC236}">
                  <a16:creationId xmlns:a16="http://schemas.microsoft.com/office/drawing/2014/main" id="{22070380-5933-442D-A6C9-04F6C0870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251" y="1611313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3" name="Rectangle 58">
              <a:extLst>
                <a:ext uri="{FF2B5EF4-FFF2-40B4-BE49-F238E27FC236}">
                  <a16:creationId xmlns:a16="http://schemas.microsoft.com/office/drawing/2014/main" id="{3BD3B483-8042-4F61-913A-E172C3D88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251" y="2489200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4" name="Rectangle 59">
              <a:extLst>
                <a:ext uri="{FF2B5EF4-FFF2-40B4-BE49-F238E27FC236}">
                  <a16:creationId xmlns:a16="http://schemas.microsoft.com/office/drawing/2014/main" id="{B9A71FCE-2B9D-4012-BF68-9BD9B8221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251" y="3376613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5" name="Rectangle 60">
              <a:extLst>
                <a:ext uri="{FF2B5EF4-FFF2-40B4-BE49-F238E27FC236}">
                  <a16:creationId xmlns:a16="http://schemas.microsoft.com/office/drawing/2014/main" id="{1777D6BA-FAE0-45D0-9982-FFA161470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251" y="4264025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800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6" name="Rectangle 61">
              <a:extLst>
                <a:ext uri="{FF2B5EF4-FFF2-40B4-BE49-F238E27FC236}">
                  <a16:creationId xmlns:a16="http://schemas.microsoft.com/office/drawing/2014/main" id="{1C48BF4C-693F-4B7D-8E76-349770CC9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576" y="5151438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7" name="Rectangle 62">
              <a:extLst>
                <a:ext uri="{FF2B5EF4-FFF2-40B4-BE49-F238E27FC236}">
                  <a16:creationId xmlns:a16="http://schemas.microsoft.com/office/drawing/2014/main" id="{D2F09992-9E31-4C17-A981-114F325D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576" y="6027738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1200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8" name="Rectangle 63">
              <a:extLst>
                <a:ext uri="{FF2B5EF4-FFF2-40B4-BE49-F238E27FC236}">
                  <a16:creationId xmlns:a16="http://schemas.microsoft.com/office/drawing/2014/main" id="{F7EEFF7C-1DF4-4820-AD6C-E5DA1D66B7A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27126" y="37576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9" name="Rectangle 64">
              <a:extLst>
                <a:ext uri="{FF2B5EF4-FFF2-40B4-BE49-F238E27FC236}">
                  <a16:creationId xmlns:a16="http://schemas.microsoft.com/office/drawing/2014/main" id="{85B41B25-0FD0-4226-B0B2-904FACA00A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27126" y="36814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0" name="Rectangle 65">
              <a:extLst>
                <a:ext uri="{FF2B5EF4-FFF2-40B4-BE49-F238E27FC236}">
                  <a16:creationId xmlns:a16="http://schemas.microsoft.com/office/drawing/2014/main" id="{ADAFEBF8-101A-444D-8626-37BAC0DDF7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46176" y="3624263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1" name="Rectangle 66">
              <a:extLst>
                <a:ext uri="{FF2B5EF4-FFF2-40B4-BE49-F238E27FC236}">
                  <a16:creationId xmlns:a16="http://schemas.microsoft.com/office/drawing/2014/main" id="{F9762CA6-D3CB-4CD4-8045-446D3984E7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31888" y="3571875"/>
              <a:ext cx="13335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2" name="Rectangle 67">
              <a:extLst>
                <a:ext uri="{FF2B5EF4-FFF2-40B4-BE49-F238E27FC236}">
                  <a16:creationId xmlns:a16="http://schemas.microsoft.com/office/drawing/2014/main" id="{CFD8AC3B-DB84-4E2D-8FFD-2C52CD1DA1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27126" y="350043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3" name="Rectangle 68">
              <a:extLst>
                <a:ext uri="{FF2B5EF4-FFF2-40B4-BE49-F238E27FC236}">
                  <a16:creationId xmlns:a16="http://schemas.microsoft.com/office/drawing/2014/main" id="{2C5BC14E-2E86-48C6-82F3-E5A8276866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46176" y="3443288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4" name="Rectangle 69">
              <a:extLst>
                <a:ext uri="{FF2B5EF4-FFF2-40B4-BE49-F238E27FC236}">
                  <a16:creationId xmlns:a16="http://schemas.microsoft.com/office/drawing/2014/main" id="{E6F2B380-23CF-43BC-9E29-7115572867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27126" y="340518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5" name="Rectangle 70">
              <a:extLst>
                <a:ext uri="{FF2B5EF4-FFF2-40B4-BE49-F238E27FC236}">
                  <a16:creationId xmlns:a16="http://schemas.microsoft.com/office/drawing/2014/main" id="{7543BAEB-B9DE-4661-BDAA-54DB39FA44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27126" y="332898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6" name="Rectangle 71">
              <a:extLst>
                <a:ext uri="{FF2B5EF4-FFF2-40B4-BE49-F238E27FC236}">
                  <a16:creationId xmlns:a16="http://schemas.microsoft.com/office/drawing/2014/main" id="{22B087D6-B3ED-4E41-A823-F1C345D81B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03313" y="3228975"/>
              <a:ext cx="1905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7" name="Rectangle 72">
              <a:extLst>
                <a:ext uri="{FF2B5EF4-FFF2-40B4-BE49-F238E27FC236}">
                  <a16:creationId xmlns:a16="http://schemas.microsoft.com/office/drawing/2014/main" id="{6A6691AC-F350-4CB4-9923-C0F4FF6E88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27126" y="31480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8" name="Rectangle 73">
              <a:extLst>
                <a:ext uri="{FF2B5EF4-FFF2-40B4-BE49-F238E27FC236}">
                  <a16:creationId xmlns:a16="http://schemas.microsoft.com/office/drawing/2014/main" id="{3E68A46C-6C61-48A0-8E08-A8A33CE3E7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27126" y="30718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9" name="Rectangle 74">
              <a:extLst>
                <a:ext uri="{FF2B5EF4-FFF2-40B4-BE49-F238E27FC236}">
                  <a16:creationId xmlns:a16="http://schemas.microsoft.com/office/drawing/2014/main" id="{39EB68C3-A61A-4340-9510-3B6196D327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41413" y="3009900"/>
              <a:ext cx="1143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201" name="Group 1200">
            <a:extLst>
              <a:ext uri="{FF2B5EF4-FFF2-40B4-BE49-F238E27FC236}">
                <a16:creationId xmlns:a16="http://schemas.microsoft.com/office/drawing/2014/main" id="{FD31B491-1A6D-42FE-B36E-3334E3FCF3EF}"/>
              </a:ext>
            </a:extLst>
          </p:cNvPr>
          <p:cNvGrpSpPr/>
          <p:nvPr/>
        </p:nvGrpSpPr>
        <p:grpSpPr>
          <a:xfrm>
            <a:off x="3471863" y="600075"/>
            <a:ext cx="2249488" cy="6048375"/>
            <a:chOff x="3471863" y="600075"/>
            <a:chExt cx="2249488" cy="6048375"/>
          </a:xfrm>
        </p:grpSpPr>
        <p:sp>
          <p:nvSpPr>
            <p:cNvPr id="1070" name="Rectangle 75">
              <a:extLst>
                <a:ext uri="{FF2B5EF4-FFF2-40B4-BE49-F238E27FC236}">
                  <a16:creationId xmlns:a16="http://schemas.microsoft.com/office/drawing/2014/main" id="{DF9F324C-BF94-4121-80EC-AEEA3DF39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13" y="790575"/>
              <a:ext cx="1735138" cy="54467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1" name="Rectangle 76">
              <a:extLst>
                <a:ext uri="{FF2B5EF4-FFF2-40B4-BE49-F238E27FC236}">
                  <a16:creationId xmlns:a16="http://schemas.microsoft.com/office/drawing/2014/main" id="{75C46863-8287-4713-A2F8-BD0BA0437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088" y="600075"/>
              <a:ext cx="8001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N= 2 R= 64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101" name="Picture 77">
              <a:extLst>
                <a:ext uri="{FF2B5EF4-FFF2-40B4-BE49-F238E27FC236}">
                  <a16:creationId xmlns:a16="http://schemas.microsoft.com/office/drawing/2014/main" id="{E86BA65E-5D97-407F-9E98-6FDBE0D00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6213" y="790575"/>
              <a:ext cx="1735138" cy="544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2" name="Line 78">
              <a:extLst>
                <a:ext uri="{FF2B5EF4-FFF2-40B4-BE49-F238E27FC236}">
                  <a16:creationId xmlns:a16="http://schemas.microsoft.com/office/drawing/2014/main" id="{85039E54-ECAF-42A5-9B1C-B758F63EB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213" y="6237288"/>
              <a:ext cx="173513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3" name="Line 79">
              <a:extLst>
                <a:ext uri="{FF2B5EF4-FFF2-40B4-BE49-F238E27FC236}">
                  <a16:creationId xmlns:a16="http://schemas.microsoft.com/office/drawing/2014/main" id="{E42BF3C9-3634-458E-AB96-3EEC75096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213" y="790575"/>
              <a:ext cx="173513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4" name="Line 80">
              <a:extLst>
                <a:ext uri="{FF2B5EF4-FFF2-40B4-BE49-F238E27FC236}">
                  <a16:creationId xmlns:a16="http://schemas.microsoft.com/office/drawing/2014/main" id="{EAFE0A6D-22B7-4158-98C4-245D60071F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352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5" name="Line 81">
              <a:extLst>
                <a:ext uri="{FF2B5EF4-FFF2-40B4-BE49-F238E27FC236}">
                  <a16:creationId xmlns:a16="http://schemas.microsoft.com/office/drawing/2014/main" id="{53CB6A33-A4B1-4F11-89BD-D4A2001F6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6563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6" name="Line 82">
              <a:extLst>
                <a:ext uri="{FF2B5EF4-FFF2-40B4-BE49-F238E27FC236}">
                  <a16:creationId xmlns:a16="http://schemas.microsoft.com/office/drawing/2014/main" id="{80D135FA-D61F-4301-9B28-AC3CE50AD2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9601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7" name="Line 83">
              <a:extLst>
                <a:ext uri="{FF2B5EF4-FFF2-40B4-BE49-F238E27FC236}">
                  <a16:creationId xmlns:a16="http://schemas.microsoft.com/office/drawing/2014/main" id="{5BC4538B-B09D-4279-8E56-A66A388C3B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422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8" name="Line 84">
              <a:extLst>
                <a:ext uri="{FF2B5EF4-FFF2-40B4-BE49-F238E27FC236}">
                  <a16:creationId xmlns:a16="http://schemas.microsoft.com/office/drawing/2014/main" id="{5452A4AB-4543-4F39-896E-10EEC4CF2F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7263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9" name="Line 85">
              <a:extLst>
                <a:ext uri="{FF2B5EF4-FFF2-40B4-BE49-F238E27FC236}">
                  <a16:creationId xmlns:a16="http://schemas.microsoft.com/office/drawing/2014/main" id="{80F60B4C-F976-4CB3-8CEE-39760D8715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0301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0" name="Line 86">
              <a:extLst>
                <a:ext uri="{FF2B5EF4-FFF2-40B4-BE49-F238E27FC236}">
                  <a16:creationId xmlns:a16="http://schemas.microsoft.com/office/drawing/2014/main" id="{DB35C4E7-DE04-45FC-9483-FE6EB6293D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492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1" name="Line 87">
              <a:extLst>
                <a:ext uri="{FF2B5EF4-FFF2-40B4-BE49-F238E27FC236}">
                  <a16:creationId xmlns:a16="http://schemas.microsoft.com/office/drawing/2014/main" id="{DC7714E6-F9C9-4B19-89F2-B8984228AE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7963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2" name="Line 88">
              <a:extLst>
                <a:ext uri="{FF2B5EF4-FFF2-40B4-BE49-F238E27FC236}">
                  <a16:creationId xmlns:a16="http://schemas.microsoft.com/office/drawing/2014/main" id="{BE598B21-B977-42AE-B078-8A941C701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61001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3" name="Line 89">
              <a:extLst>
                <a:ext uri="{FF2B5EF4-FFF2-40B4-BE49-F238E27FC236}">
                  <a16:creationId xmlns:a16="http://schemas.microsoft.com/office/drawing/2014/main" id="{8A9714BD-819B-4E9D-81F3-92A9F3CF0E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562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4" name="Line 90">
              <a:extLst>
                <a:ext uri="{FF2B5EF4-FFF2-40B4-BE49-F238E27FC236}">
                  <a16:creationId xmlns:a16="http://schemas.microsoft.com/office/drawing/2014/main" id="{479677A3-B1BD-4F6B-8564-9C27E0472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52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5" name="Line 91">
              <a:extLst>
                <a:ext uri="{FF2B5EF4-FFF2-40B4-BE49-F238E27FC236}">
                  <a16:creationId xmlns:a16="http://schemas.microsoft.com/office/drawing/2014/main" id="{B6E51A12-CA52-48FF-AE89-7696806B6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6563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6" name="Line 92">
              <a:extLst>
                <a:ext uri="{FF2B5EF4-FFF2-40B4-BE49-F238E27FC236}">
                  <a16:creationId xmlns:a16="http://schemas.microsoft.com/office/drawing/2014/main" id="{B7214F0D-EECA-41CB-A462-5D4F2D6EA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601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7" name="Line 93">
              <a:extLst>
                <a:ext uri="{FF2B5EF4-FFF2-40B4-BE49-F238E27FC236}">
                  <a16:creationId xmlns:a16="http://schemas.microsoft.com/office/drawing/2014/main" id="{40CF5DD8-498A-40E8-8B53-CD024A1B2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422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8" name="Line 94">
              <a:extLst>
                <a:ext uri="{FF2B5EF4-FFF2-40B4-BE49-F238E27FC236}">
                  <a16:creationId xmlns:a16="http://schemas.microsoft.com/office/drawing/2014/main" id="{3D1251DA-B3CC-48F0-9EDA-40C6CBA89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7263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9" name="Line 95">
              <a:extLst>
                <a:ext uri="{FF2B5EF4-FFF2-40B4-BE49-F238E27FC236}">
                  <a16:creationId xmlns:a16="http://schemas.microsoft.com/office/drawing/2014/main" id="{ACD43814-E29E-4164-B2C9-BA78F593B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0301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0" name="Line 96">
              <a:extLst>
                <a:ext uri="{FF2B5EF4-FFF2-40B4-BE49-F238E27FC236}">
                  <a16:creationId xmlns:a16="http://schemas.microsoft.com/office/drawing/2014/main" id="{7A581576-A423-452F-9390-CE9DA0738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492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1" name="Line 97">
              <a:extLst>
                <a:ext uri="{FF2B5EF4-FFF2-40B4-BE49-F238E27FC236}">
                  <a16:creationId xmlns:a16="http://schemas.microsoft.com/office/drawing/2014/main" id="{84273174-1893-41DC-8EC6-B98996E25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7963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2" name="Line 98">
              <a:extLst>
                <a:ext uri="{FF2B5EF4-FFF2-40B4-BE49-F238E27FC236}">
                  <a16:creationId xmlns:a16="http://schemas.microsoft.com/office/drawing/2014/main" id="{83D01504-EBE1-416C-A82F-5259AC8BC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1001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3" name="Line 99">
              <a:extLst>
                <a:ext uri="{FF2B5EF4-FFF2-40B4-BE49-F238E27FC236}">
                  <a16:creationId xmlns:a16="http://schemas.microsoft.com/office/drawing/2014/main" id="{0816A863-4E55-4385-AECC-EE4E164419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562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4" name="Rectangle 100">
              <a:extLst>
                <a:ext uri="{FF2B5EF4-FFF2-40B4-BE49-F238E27FC236}">
                  <a16:creationId xmlns:a16="http://schemas.microsoft.com/office/drawing/2014/main" id="{4D6C7846-DBF9-4FCD-9140-21C94A0FA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838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5" name="Rectangle 101">
              <a:extLst>
                <a:ext uri="{FF2B5EF4-FFF2-40B4-BE49-F238E27FC236}">
                  <a16:creationId xmlns:a16="http://schemas.microsoft.com/office/drawing/2014/main" id="{3ED8D050-7B1C-4D9C-BA34-E750A7DE8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6" name="Rectangle 102">
              <a:extLst>
                <a:ext uri="{FF2B5EF4-FFF2-40B4-BE49-F238E27FC236}">
                  <a16:creationId xmlns:a16="http://schemas.microsoft.com/office/drawing/2014/main" id="{1B7E548E-AD69-4459-B38F-B78518E7B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788" y="62960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7" name="Rectangle 103">
              <a:extLst>
                <a:ext uri="{FF2B5EF4-FFF2-40B4-BE49-F238E27FC236}">
                  <a16:creationId xmlns:a16="http://schemas.microsoft.com/office/drawing/2014/main" id="{980A6817-5981-40D6-A334-606A0F727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713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8" name="Rectangle 104">
              <a:extLst>
                <a:ext uri="{FF2B5EF4-FFF2-40B4-BE49-F238E27FC236}">
                  <a16:creationId xmlns:a16="http://schemas.microsoft.com/office/drawing/2014/main" id="{D798AF2C-C5F2-41EC-B90D-D55FBF3FA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163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9" name="Rectangle 105">
              <a:extLst>
                <a:ext uri="{FF2B5EF4-FFF2-40B4-BE49-F238E27FC236}">
                  <a16:creationId xmlns:a16="http://schemas.microsoft.com/office/drawing/2014/main" id="{34599277-9AED-413D-A267-EE51A151D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251" y="6296025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00" name="Rectangle 106">
              <a:extLst>
                <a:ext uri="{FF2B5EF4-FFF2-40B4-BE49-F238E27FC236}">
                  <a16:creationId xmlns:a16="http://schemas.microsoft.com/office/drawing/2014/main" id="{878E2B15-A926-41A3-8737-CC3477575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3651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02" name="Rectangle 107">
              <a:extLst>
                <a:ext uri="{FF2B5EF4-FFF2-40B4-BE49-F238E27FC236}">
                  <a16:creationId xmlns:a16="http://schemas.microsoft.com/office/drawing/2014/main" id="{ED6EA319-BDA3-4E53-A9FA-4D4FEEE1F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4151" y="62960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03" name="Rectangle 108">
              <a:extLst>
                <a:ext uri="{FF2B5EF4-FFF2-40B4-BE49-F238E27FC236}">
                  <a16:creationId xmlns:a16="http://schemas.microsoft.com/office/drawing/2014/main" id="{7E76CA3C-FB3A-4D89-837D-7F9FCD18E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6551" y="6296025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04" name="Rectangle 109">
              <a:extLst>
                <a:ext uri="{FF2B5EF4-FFF2-40B4-BE49-F238E27FC236}">
                  <a16:creationId xmlns:a16="http://schemas.microsoft.com/office/drawing/2014/main" id="{E81585D9-CF5B-4D61-96E9-F3250EE6F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7526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05" name="Rectangle 110">
              <a:extLst>
                <a:ext uri="{FF2B5EF4-FFF2-40B4-BE49-F238E27FC236}">
                  <a16:creationId xmlns:a16="http://schemas.microsoft.com/office/drawing/2014/main" id="{81BB7443-B181-4E5F-AB1C-E5B6FDAE6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063" y="6467475"/>
              <a:ext cx="4191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06" name="Line 111">
              <a:extLst>
                <a:ext uri="{FF2B5EF4-FFF2-40B4-BE49-F238E27FC236}">
                  <a16:creationId xmlns:a16="http://schemas.microsoft.com/office/drawing/2014/main" id="{08E1E4BF-3DF7-449A-B00D-A06A050B3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213" y="790575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7" name="Line 112">
              <a:extLst>
                <a:ext uri="{FF2B5EF4-FFF2-40B4-BE49-F238E27FC236}">
                  <a16:creationId xmlns:a16="http://schemas.microsoft.com/office/drawing/2014/main" id="{D1C6A136-67A1-4FD6-9ABD-171EEC5B2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1351" y="790575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8" name="Line 113">
              <a:extLst>
                <a:ext uri="{FF2B5EF4-FFF2-40B4-BE49-F238E27FC236}">
                  <a16:creationId xmlns:a16="http://schemas.microsoft.com/office/drawing/2014/main" id="{C0BA6C07-02F6-4E89-B1B1-6F9D340604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213" y="167481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9" name="Line 114">
              <a:extLst>
                <a:ext uri="{FF2B5EF4-FFF2-40B4-BE49-F238E27FC236}">
                  <a16:creationId xmlns:a16="http://schemas.microsoft.com/office/drawing/2014/main" id="{FFDB0546-20FD-4040-831B-B5ABA8B25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213" y="2559050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0" name="Line 115">
              <a:extLst>
                <a:ext uri="{FF2B5EF4-FFF2-40B4-BE49-F238E27FC236}">
                  <a16:creationId xmlns:a16="http://schemas.microsoft.com/office/drawing/2014/main" id="{B41A33C3-46F1-44E9-B030-6156D9E5D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213" y="3444875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1" name="Line 116">
              <a:extLst>
                <a:ext uri="{FF2B5EF4-FFF2-40B4-BE49-F238E27FC236}">
                  <a16:creationId xmlns:a16="http://schemas.microsoft.com/office/drawing/2014/main" id="{F4333E24-C3C4-4FD1-A50F-D46C5FC83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213" y="432911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2" name="Line 117">
              <a:extLst>
                <a:ext uri="{FF2B5EF4-FFF2-40B4-BE49-F238E27FC236}">
                  <a16:creationId xmlns:a16="http://schemas.microsoft.com/office/drawing/2014/main" id="{127E6C40-296A-465E-B2F7-B7180F4D5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213" y="5213350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3" name="Line 118">
              <a:extLst>
                <a:ext uri="{FF2B5EF4-FFF2-40B4-BE49-F238E27FC236}">
                  <a16:creationId xmlns:a16="http://schemas.microsoft.com/office/drawing/2014/main" id="{DB12E495-8C62-454A-A493-72C7B8CA7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213" y="6099175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4" name="Line 119">
              <a:extLst>
                <a:ext uri="{FF2B5EF4-FFF2-40B4-BE49-F238E27FC236}">
                  <a16:creationId xmlns:a16="http://schemas.microsoft.com/office/drawing/2014/main" id="{2F51596C-1347-4286-B3AD-659B446C89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7376" y="16748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5" name="Line 120">
              <a:extLst>
                <a:ext uri="{FF2B5EF4-FFF2-40B4-BE49-F238E27FC236}">
                  <a16:creationId xmlns:a16="http://schemas.microsoft.com/office/drawing/2014/main" id="{F1C85E20-DD3D-40F2-857F-EEA7DB39E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7376" y="255905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6" name="Line 121">
              <a:extLst>
                <a:ext uri="{FF2B5EF4-FFF2-40B4-BE49-F238E27FC236}">
                  <a16:creationId xmlns:a16="http://schemas.microsoft.com/office/drawing/2014/main" id="{7A0F4DB7-E5B0-47BA-906F-FA527C4CF5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7376" y="3444875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7" name="Line 122">
              <a:extLst>
                <a:ext uri="{FF2B5EF4-FFF2-40B4-BE49-F238E27FC236}">
                  <a16:creationId xmlns:a16="http://schemas.microsoft.com/office/drawing/2014/main" id="{12197AE0-9334-4356-9FA6-76B500CA1E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7376" y="43291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8" name="Line 123">
              <a:extLst>
                <a:ext uri="{FF2B5EF4-FFF2-40B4-BE49-F238E27FC236}">
                  <a16:creationId xmlns:a16="http://schemas.microsoft.com/office/drawing/2014/main" id="{B8E8EA0A-2D10-483D-9AA3-895286B845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7376" y="521335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9" name="Line 124">
              <a:extLst>
                <a:ext uri="{FF2B5EF4-FFF2-40B4-BE49-F238E27FC236}">
                  <a16:creationId xmlns:a16="http://schemas.microsoft.com/office/drawing/2014/main" id="{404E01BA-D90D-4D56-BD2C-F9F09334C7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7376" y="6099175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0" name="Rectangle 125">
              <a:extLst>
                <a:ext uri="{FF2B5EF4-FFF2-40B4-BE49-F238E27FC236}">
                  <a16:creationId xmlns:a16="http://schemas.microsoft.com/office/drawing/2014/main" id="{1F128239-67E9-4919-A171-102C63B48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9038" y="1611313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1" name="Rectangle 126">
              <a:extLst>
                <a:ext uri="{FF2B5EF4-FFF2-40B4-BE49-F238E27FC236}">
                  <a16:creationId xmlns:a16="http://schemas.microsoft.com/office/drawing/2014/main" id="{7C63EF63-9BFA-41E7-8C85-96CEDC2E2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9038" y="2489200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2" name="Rectangle 127">
              <a:extLst>
                <a:ext uri="{FF2B5EF4-FFF2-40B4-BE49-F238E27FC236}">
                  <a16:creationId xmlns:a16="http://schemas.microsoft.com/office/drawing/2014/main" id="{8633EE42-1A35-4CA2-85E0-F6A22613C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9038" y="3376613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3" name="Rectangle 128">
              <a:extLst>
                <a:ext uri="{FF2B5EF4-FFF2-40B4-BE49-F238E27FC236}">
                  <a16:creationId xmlns:a16="http://schemas.microsoft.com/office/drawing/2014/main" id="{48BDD1E0-834A-4744-8582-E57D693C3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9038" y="4264025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800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4" name="Rectangle 129">
              <a:extLst>
                <a:ext uri="{FF2B5EF4-FFF2-40B4-BE49-F238E27FC236}">
                  <a16:creationId xmlns:a16="http://schemas.microsoft.com/office/drawing/2014/main" id="{3681DC07-D05D-4C87-974F-5CD8C89FF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2363" y="5151438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5" name="Rectangle 130">
              <a:extLst>
                <a:ext uri="{FF2B5EF4-FFF2-40B4-BE49-F238E27FC236}">
                  <a16:creationId xmlns:a16="http://schemas.microsoft.com/office/drawing/2014/main" id="{38523A52-C2BC-4828-91C2-935506F29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2363" y="6027738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1200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6" name="Rectangle 131">
              <a:extLst>
                <a:ext uri="{FF2B5EF4-FFF2-40B4-BE49-F238E27FC236}">
                  <a16:creationId xmlns:a16="http://schemas.microsoft.com/office/drawing/2014/main" id="{D8BEAB72-E403-4A7F-A762-6B9EC0E577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0913" y="3756025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7" name="Rectangle 132">
              <a:extLst>
                <a:ext uri="{FF2B5EF4-FFF2-40B4-BE49-F238E27FC236}">
                  <a16:creationId xmlns:a16="http://schemas.microsoft.com/office/drawing/2014/main" id="{7A1F6526-B25D-4564-B775-2D449F35C3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0913" y="3679825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8" name="Rectangle 133">
              <a:extLst>
                <a:ext uri="{FF2B5EF4-FFF2-40B4-BE49-F238E27FC236}">
                  <a16:creationId xmlns:a16="http://schemas.microsoft.com/office/drawing/2014/main" id="{14DF12A0-EA98-4A82-BAFE-667AE1B2E8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09963" y="3622675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9" name="Rectangle 134">
              <a:extLst>
                <a:ext uri="{FF2B5EF4-FFF2-40B4-BE49-F238E27FC236}">
                  <a16:creationId xmlns:a16="http://schemas.microsoft.com/office/drawing/2014/main" id="{08EF5870-CCA3-4E63-BB40-53CA25B93F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5676" y="3570288"/>
              <a:ext cx="13335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0" name="Rectangle 135">
              <a:extLst>
                <a:ext uri="{FF2B5EF4-FFF2-40B4-BE49-F238E27FC236}">
                  <a16:creationId xmlns:a16="http://schemas.microsoft.com/office/drawing/2014/main" id="{C620B730-436D-4014-A213-6BD51EDB0E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0913" y="3498850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1" name="Rectangle 136">
              <a:extLst>
                <a:ext uri="{FF2B5EF4-FFF2-40B4-BE49-F238E27FC236}">
                  <a16:creationId xmlns:a16="http://schemas.microsoft.com/office/drawing/2014/main" id="{C409FF51-0A10-479C-9631-11C38F77A8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09963" y="3441700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2" name="Rectangle 137">
              <a:extLst>
                <a:ext uri="{FF2B5EF4-FFF2-40B4-BE49-F238E27FC236}">
                  <a16:creationId xmlns:a16="http://schemas.microsoft.com/office/drawing/2014/main" id="{D597072C-F637-4873-A288-F6170CDB52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0913" y="3403600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3" name="Rectangle 138">
              <a:extLst>
                <a:ext uri="{FF2B5EF4-FFF2-40B4-BE49-F238E27FC236}">
                  <a16:creationId xmlns:a16="http://schemas.microsoft.com/office/drawing/2014/main" id="{4A44553F-3485-414A-BE0B-376F24BE18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0913" y="3327400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4" name="Rectangle 139">
              <a:extLst>
                <a:ext uri="{FF2B5EF4-FFF2-40B4-BE49-F238E27FC236}">
                  <a16:creationId xmlns:a16="http://schemas.microsoft.com/office/drawing/2014/main" id="{A50F7E8A-006F-421D-99B7-DF9658C0AC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67101" y="3227388"/>
              <a:ext cx="1905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5" name="Rectangle 140">
              <a:extLst>
                <a:ext uri="{FF2B5EF4-FFF2-40B4-BE49-F238E27FC236}">
                  <a16:creationId xmlns:a16="http://schemas.microsoft.com/office/drawing/2014/main" id="{0F07F90E-199E-4570-ABB6-F37B9CDF7C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0913" y="3146425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6" name="Rectangle 141">
              <a:extLst>
                <a:ext uri="{FF2B5EF4-FFF2-40B4-BE49-F238E27FC236}">
                  <a16:creationId xmlns:a16="http://schemas.microsoft.com/office/drawing/2014/main" id="{C02B2864-3BDC-483D-BB26-02C3F30498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0913" y="3070225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7" name="Rectangle 142">
              <a:extLst>
                <a:ext uri="{FF2B5EF4-FFF2-40B4-BE49-F238E27FC236}">
                  <a16:creationId xmlns:a16="http://schemas.microsoft.com/office/drawing/2014/main" id="{F916D3BC-955A-4AB0-B258-CD32A55472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05201" y="3008313"/>
              <a:ext cx="1143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173" name="Rectangle 178">
            <a:extLst>
              <a:ext uri="{FF2B5EF4-FFF2-40B4-BE49-F238E27FC236}">
                <a16:creationId xmlns:a16="http://schemas.microsoft.com/office/drawing/2014/main" id="{FB590CED-A736-4A73-91A7-9A0348960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438" y="6467475"/>
            <a:ext cx="41910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coord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A56EE95F-5FC5-43C5-9FA5-E05F3B52C66E}"/>
              </a:ext>
            </a:extLst>
          </p:cNvPr>
          <p:cNvGrpSpPr/>
          <p:nvPr/>
        </p:nvGrpSpPr>
        <p:grpSpPr>
          <a:xfrm>
            <a:off x="5826125" y="600075"/>
            <a:ext cx="2259014" cy="5848350"/>
            <a:chOff x="5826125" y="600075"/>
            <a:chExt cx="2259014" cy="5848350"/>
          </a:xfrm>
        </p:grpSpPr>
        <p:sp>
          <p:nvSpPr>
            <p:cNvPr id="1138" name="Rectangle 143">
              <a:extLst>
                <a:ext uri="{FF2B5EF4-FFF2-40B4-BE49-F238E27FC236}">
                  <a16:creationId xmlns:a16="http://schemas.microsoft.com/office/drawing/2014/main" id="{8E06CA37-45C7-4126-B681-F149CBF0F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0476" y="790575"/>
              <a:ext cx="1744663" cy="54467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9" name="Rectangle 144">
              <a:extLst>
                <a:ext uri="{FF2B5EF4-FFF2-40B4-BE49-F238E27FC236}">
                  <a16:creationId xmlns:a16="http://schemas.microsoft.com/office/drawing/2014/main" id="{3E19DAFF-DE73-4911-94C5-819F1AE0A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5463" y="600075"/>
              <a:ext cx="8001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N= 1 R= 64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169" name="Picture 145">
              <a:extLst>
                <a:ext uri="{FF2B5EF4-FFF2-40B4-BE49-F238E27FC236}">
                  <a16:creationId xmlns:a16="http://schemas.microsoft.com/office/drawing/2014/main" id="{7F141C39-2A57-41EA-BC82-0DDAB8F771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0476" y="790575"/>
              <a:ext cx="1744663" cy="544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40" name="Line 146">
              <a:extLst>
                <a:ext uri="{FF2B5EF4-FFF2-40B4-BE49-F238E27FC236}">
                  <a16:creationId xmlns:a16="http://schemas.microsoft.com/office/drawing/2014/main" id="{43F6A5AB-9197-4194-B5A4-186DF35AE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6237288"/>
              <a:ext cx="17446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1" name="Line 147">
              <a:extLst>
                <a:ext uri="{FF2B5EF4-FFF2-40B4-BE49-F238E27FC236}">
                  <a16:creationId xmlns:a16="http://schemas.microsoft.com/office/drawing/2014/main" id="{7E03AC0B-E4D7-4C69-905B-2A376C456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790575"/>
              <a:ext cx="17446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2" name="Line 148">
              <a:extLst>
                <a:ext uri="{FF2B5EF4-FFF2-40B4-BE49-F238E27FC236}">
                  <a16:creationId xmlns:a16="http://schemas.microsoft.com/office/drawing/2014/main" id="{67BC8E4E-D5A1-4402-B7BC-60702F701A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27788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3" name="Line 149">
              <a:extLst>
                <a:ext uri="{FF2B5EF4-FFF2-40B4-BE49-F238E27FC236}">
                  <a16:creationId xmlns:a16="http://schemas.microsoft.com/office/drawing/2014/main" id="{AA821925-9976-4985-86F7-6B8825EA34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02413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4" name="Line 150">
              <a:extLst>
                <a:ext uri="{FF2B5EF4-FFF2-40B4-BE49-F238E27FC236}">
                  <a16:creationId xmlns:a16="http://schemas.microsoft.com/office/drawing/2014/main" id="{C497B8F0-4CDD-4400-AEFD-BDC9561F46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77038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5" name="Line 151">
              <a:extLst>
                <a:ext uri="{FF2B5EF4-FFF2-40B4-BE49-F238E27FC236}">
                  <a16:creationId xmlns:a16="http://schemas.microsoft.com/office/drawing/2014/main" id="{AC7EBC7C-E4D6-45D8-88B1-EF5CF642CD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51663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6" name="Line 152">
              <a:extLst>
                <a:ext uri="{FF2B5EF4-FFF2-40B4-BE49-F238E27FC236}">
                  <a16:creationId xmlns:a16="http://schemas.microsoft.com/office/drawing/2014/main" id="{51BE3C1F-8E7E-4912-BA12-5575316896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26288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7" name="Line 153">
              <a:extLst>
                <a:ext uri="{FF2B5EF4-FFF2-40B4-BE49-F238E27FC236}">
                  <a16:creationId xmlns:a16="http://schemas.microsoft.com/office/drawing/2014/main" id="{6D88F7D3-D375-41D3-89C8-BF76DCFF03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00913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8" name="Line 154">
              <a:extLst>
                <a:ext uri="{FF2B5EF4-FFF2-40B4-BE49-F238E27FC236}">
                  <a16:creationId xmlns:a16="http://schemas.microsoft.com/office/drawing/2014/main" id="{A7931090-6EF0-4F99-921F-66C09D948B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75538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9" name="Line 155">
              <a:extLst>
                <a:ext uri="{FF2B5EF4-FFF2-40B4-BE49-F238E27FC236}">
                  <a16:creationId xmlns:a16="http://schemas.microsoft.com/office/drawing/2014/main" id="{149068F5-1A01-4540-8A4F-5358AA732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0163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0" name="Line 156">
              <a:extLst>
                <a:ext uri="{FF2B5EF4-FFF2-40B4-BE49-F238E27FC236}">
                  <a16:creationId xmlns:a16="http://schemas.microsoft.com/office/drawing/2014/main" id="{714554F3-C4F1-4C1B-9EC6-94E90FFCC6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23201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1" name="Line 157">
              <a:extLst>
                <a:ext uri="{FF2B5EF4-FFF2-40B4-BE49-F238E27FC236}">
                  <a16:creationId xmlns:a16="http://schemas.microsoft.com/office/drawing/2014/main" id="{7E83CB70-61E1-497D-AED6-0C6402D80E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9782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2" name="Line 158">
              <a:extLst>
                <a:ext uri="{FF2B5EF4-FFF2-40B4-BE49-F238E27FC236}">
                  <a16:creationId xmlns:a16="http://schemas.microsoft.com/office/drawing/2014/main" id="{DFB6E28F-C0D6-4480-AA19-34D872148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3" name="Line 159">
              <a:extLst>
                <a:ext uri="{FF2B5EF4-FFF2-40B4-BE49-F238E27FC236}">
                  <a16:creationId xmlns:a16="http://schemas.microsoft.com/office/drawing/2014/main" id="{1EEEAA12-647E-4082-9B4C-15BD8BFEE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2413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4" name="Line 160">
              <a:extLst>
                <a:ext uri="{FF2B5EF4-FFF2-40B4-BE49-F238E27FC236}">
                  <a16:creationId xmlns:a16="http://schemas.microsoft.com/office/drawing/2014/main" id="{8E02EA76-FAE8-45DE-8F2D-74167D4FF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7038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5" name="Line 161">
              <a:extLst>
                <a:ext uri="{FF2B5EF4-FFF2-40B4-BE49-F238E27FC236}">
                  <a16:creationId xmlns:a16="http://schemas.microsoft.com/office/drawing/2014/main" id="{11D96D0F-D90F-4317-B25A-DA487C620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51663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6" name="Line 162">
              <a:extLst>
                <a:ext uri="{FF2B5EF4-FFF2-40B4-BE49-F238E27FC236}">
                  <a16:creationId xmlns:a16="http://schemas.microsoft.com/office/drawing/2014/main" id="{6DFCFDAD-1FCB-493A-9329-FF14437B5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6288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7" name="Line 163">
              <a:extLst>
                <a:ext uri="{FF2B5EF4-FFF2-40B4-BE49-F238E27FC236}">
                  <a16:creationId xmlns:a16="http://schemas.microsoft.com/office/drawing/2014/main" id="{B073BD18-BB99-497E-9FAC-E55418878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0913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8" name="Line 164">
              <a:extLst>
                <a:ext uri="{FF2B5EF4-FFF2-40B4-BE49-F238E27FC236}">
                  <a16:creationId xmlns:a16="http://schemas.microsoft.com/office/drawing/2014/main" id="{3FCE3D42-441C-407B-A565-5C25ACFBF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5538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9" name="Line 165">
              <a:extLst>
                <a:ext uri="{FF2B5EF4-FFF2-40B4-BE49-F238E27FC236}">
                  <a16:creationId xmlns:a16="http://schemas.microsoft.com/office/drawing/2014/main" id="{AE1FA638-B3E3-4E18-99C9-0B2371D8F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50163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0" name="Line 166">
              <a:extLst>
                <a:ext uri="{FF2B5EF4-FFF2-40B4-BE49-F238E27FC236}">
                  <a16:creationId xmlns:a16="http://schemas.microsoft.com/office/drawing/2014/main" id="{070BFC34-E3C1-4BA6-A35C-B95B49512B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3201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1" name="Line 167">
              <a:extLst>
                <a:ext uri="{FF2B5EF4-FFF2-40B4-BE49-F238E27FC236}">
                  <a16:creationId xmlns:a16="http://schemas.microsoft.com/office/drawing/2014/main" id="{FC982568-D314-4EB3-82AA-BF7B12DDA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782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2" name="Rectangle 168">
              <a:extLst>
                <a:ext uri="{FF2B5EF4-FFF2-40B4-BE49-F238E27FC236}">
                  <a16:creationId xmlns:a16="http://schemas.microsoft.com/office/drawing/2014/main" id="{6536747C-BAEC-4518-A91D-C10B7D331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8101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3" name="Rectangle 169">
              <a:extLst>
                <a:ext uri="{FF2B5EF4-FFF2-40B4-BE49-F238E27FC236}">
                  <a16:creationId xmlns:a16="http://schemas.microsoft.com/office/drawing/2014/main" id="{ED92A346-6CA7-4F5E-A015-CA5A3B0A7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9551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4" name="Rectangle 170">
              <a:extLst>
                <a:ext uri="{FF2B5EF4-FFF2-40B4-BE49-F238E27FC236}">
                  <a16:creationId xmlns:a16="http://schemas.microsoft.com/office/drawing/2014/main" id="{FC9B6E24-A092-44C3-A74A-440BE9948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1638" y="62960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5" name="Rectangle 171">
              <a:extLst>
                <a:ext uri="{FF2B5EF4-FFF2-40B4-BE49-F238E27FC236}">
                  <a16:creationId xmlns:a16="http://schemas.microsoft.com/office/drawing/2014/main" id="{F278D60C-3097-4A2C-B475-DA25A5F8C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3563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6" name="Rectangle 172">
              <a:extLst>
                <a:ext uri="{FF2B5EF4-FFF2-40B4-BE49-F238E27FC236}">
                  <a16:creationId xmlns:a16="http://schemas.microsoft.com/office/drawing/2014/main" id="{DC81060D-D817-489D-9218-7D712D3E2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5013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7" name="Rectangle 173">
              <a:extLst>
                <a:ext uri="{FF2B5EF4-FFF2-40B4-BE49-F238E27FC236}">
                  <a16:creationId xmlns:a16="http://schemas.microsoft.com/office/drawing/2014/main" id="{AAB9521C-8985-4F6C-8479-34FDAD434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5038" y="6296025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8" name="Rectangle 174">
              <a:extLst>
                <a:ext uri="{FF2B5EF4-FFF2-40B4-BE49-F238E27FC236}">
                  <a16:creationId xmlns:a16="http://schemas.microsoft.com/office/drawing/2014/main" id="{EB6447E4-ECF6-4DE0-91A3-A69CF3538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7438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0" name="Rectangle 175">
              <a:extLst>
                <a:ext uri="{FF2B5EF4-FFF2-40B4-BE49-F238E27FC236}">
                  <a16:creationId xmlns:a16="http://schemas.microsoft.com/office/drawing/2014/main" id="{AE4DFFE4-8D63-494D-B375-390B353CE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8413" y="62960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1" name="Rectangle 176">
              <a:extLst>
                <a:ext uri="{FF2B5EF4-FFF2-40B4-BE49-F238E27FC236}">
                  <a16:creationId xmlns:a16="http://schemas.microsoft.com/office/drawing/2014/main" id="{6CBA1CBC-1AD0-4FC9-9630-9E7649A13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0338" y="6296025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2" name="Rectangle 177">
              <a:extLst>
                <a:ext uri="{FF2B5EF4-FFF2-40B4-BE49-F238E27FC236}">
                  <a16:creationId xmlns:a16="http://schemas.microsoft.com/office/drawing/2014/main" id="{08E1360E-675E-4562-8ADF-F497044DB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1313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4" name="Line 179">
              <a:extLst>
                <a:ext uri="{FF2B5EF4-FFF2-40B4-BE49-F238E27FC236}">
                  <a16:creationId xmlns:a16="http://schemas.microsoft.com/office/drawing/2014/main" id="{60F8AEFF-9B10-4C70-B7F8-014506E68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790575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5" name="Line 180">
              <a:extLst>
                <a:ext uri="{FF2B5EF4-FFF2-40B4-BE49-F238E27FC236}">
                  <a16:creationId xmlns:a16="http://schemas.microsoft.com/office/drawing/2014/main" id="{16570CF2-CDE1-4E09-BF9C-30515C9B6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5138" y="790575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6" name="Line 181">
              <a:extLst>
                <a:ext uri="{FF2B5EF4-FFF2-40B4-BE49-F238E27FC236}">
                  <a16:creationId xmlns:a16="http://schemas.microsoft.com/office/drawing/2014/main" id="{7BDB30A5-810A-415B-AB31-7B1696E543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134461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7" name="Line 182">
              <a:extLst>
                <a:ext uri="{FF2B5EF4-FFF2-40B4-BE49-F238E27FC236}">
                  <a16:creationId xmlns:a16="http://schemas.microsoft.com/office/drawing/2014/main" id="{9DDEE775-3BF0-44AB-BFD9-706DC5E9D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189706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8" name="Line 183">
              <a:extLst>
                <a:ext uri="{FF2B5EF4-FFF2-40B4-BE49-F238E27FC236}">
                  <a16:creationId xmlns:a16="http://schemas.microsoft.com/office/drawing/2014/main" id="{827199F9-2A7B-4A38-9D6B-9680726FF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2451100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9" name="Line 184">
              <a:extLst>
                <a:ext uri="{FF2B5EF4-FFF2-40B4-BE49-F238E27FC236}">
                  <a16:creationId xmlns:a16="http://schemas.microsoft.com/office/drawing/2014/main" id="{32C96814-F326-4313-A4A0-05617B0341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3003550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0" name="Line 185">
              <a:extLst>
                <a:ext uri="{FF2B5EF4-FFF2-40B4-BE49-F238E27FC236}">
                  <a16:creationId xmlns:a16="http://schemas.microsoft.com/office/drawing/2014/main" id="{AFF1D13C-14F4-407F-AAB4-4E09418D3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3556000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1" name="Line 186">
              <a:extLst>
                <a:ext uri="{FF2B5EF4-FFF2-40B4-BE49-F238E27FC236}">
                  <a16:creationId xmlns:a16="http://schemas.microsoft.com/office/drawing/2014/main" id="{E6CF967D-0D39-4F9D-96A5-EBB24027F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4110038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2" name="Line 187">
              <a:extLst>
                <a:ext uri="{FF2B5EF4-FFF2-40B4-BE49-F238E27FC236}">
                  <a16:creationId xmlns:a16="http://schemas.microsoft.com/office/drawing/2014/main" id="{2DDE6F59-7939-44DA-829A-85A125EA72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4662488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3" name="Line 188">
              <a:extLst>
                <a:ext uri="{FF2B5EF4-FFF2-40B4-BE49-F238E27FC236}">
                  <a16:creationId xmlns:a16="http://schemas.microsoft.com/office/drawing/2014/main" id="{9A1191D3-34E8-4942-90B4-AA7172724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5214938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4" name="Line 189">
              <a:extLst>
                <a:ext uri="{FF2B5EF4-FFF2-40B4-BE49-F238E27FC236}">
                  <a16:creationId xmlns:a16="http://schemas.microsoft.com/office/drawing/2014/main" id="{90BA6593-5CE4-4A93-8DD5-016719268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0476" y="5768975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5" name="Line 190">
              <a:extLst>
                <a:ext uri="{FF2B5EF4-FFF2-40B4-BE49-F238E27FC236}">
                  <a16:creationId xmlns:a16="http://schemas.microsoft.com/office/drawing/2014/main" id="{4478DB22-A3BD-45CC-96B3-407ED52DE7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1163" y="13446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6" name="Line 191">
              <a:extLst>
                <a:ext uri="{FF2B5EF4-FFF2-40B4-BE49-F238E27FC236}">
                  <a16:creationId xmlns:a16="http://schemas.microsoft.com/office/drawing/2014/main" id="{DE2F91E2-18D4-4147-BEF4-9974D8E268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1163" y="18970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7" name="Line 192">
              <a:extLst>
                <a:ext uri="{FF2B5EF4-FFF2-40B4-BE49-F238E27FC236}">
                  <a16:creationId xmlns:a16="http://schemas.microsoft.com/office/drawing/2014/main" id="{40B48B32-B920-4304-BEDA-11AC8659BD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1163" y="245110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8" name="Line 193">
              <a:extLst>
                <a:ext uri="{FF2B5EF4-FFF2-40B4-BE49-F238E27FC236}">
                  <a16:creationId xmlns:a16="http://schemas.microsoft.com/office/drawing/2014/main" id="{368605B0-3B27-4F27-A35F-4CB8B86EE8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1163" y="300355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9" name="Line 194">
              <a:extLst>
                <a:ext uri="{FF2B5EF4-FFF2-40B4-BE49-F238E27FC236}">
                  <a16:creationId xmlns:a16="http://schemas.microsoft.com/office/drawing/2014/main" id="{74292FDE-FCEA-49E8-8C6C-A029A8EE2D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1163" y="355600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0" name="Line 195">
              <a:extLst>
                <a:ext uri="{FF2B5EF4-FFF2-40B4-BE49-F238E27FC236}">
                  <a16:creationId xmlns:a16="http://schemas.microsoft.com/office/drawing/2014/main" id="{3DC3E152-21AF-43E1-9EFD-E2E0C72337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1163" y="41100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1" name="Line 196">
              <a:extLst>
                <a:ext uri="{FF2B5EF4-FFF2-40B4-BE49-F238E27FC236}">
                  <a16:creationId xmlns:a16="http://schemas.microsoft.com/office/drawing/2014/main" id="{E7AD5434-4EAB-477D-BC84-51BE4E0EB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1163" y="466248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2" name="Line 197">
              <a:extLst>
                <a:ext uri="{FF2B5EF4-FFF2-40B4-BE49-F238E27FC236}">
                  <a16:creationId xmlns:a16="http://schemas.microsoft.com/office/drawing/2014/main" id="{DB330DAE-82BB-4B0C-AC2D-3EBD4FE4DA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1163" y="52149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3" name="Line 198">
              <a:extLst>
                <a:ext uri="{FF2B5EF4-FFF2-40B4-BE49-F238E27FC236}">
                  <a16:creationId xmlns:a16="http://schemas.microsoft.com/office/drawing/2014/main" id="{1DD72A17-21F2-413F-872E-36C594943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1163" y="5768975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4" name="Rectangle 199">
              <a:extLst>
                <a:ext uri="{FF2B5EF4-FFF2-40B4-BE49-F238E27FC236}">
                  <a16:creationId xmlns:a16="http://schemas.microsoft.com/office/drawing/2014/main" id="{39426A41-D3E3-4EBF-8683-8EC26ED01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3301" y="1277938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5" name="Rectangle 200">
              <a:extLst>
                <a:ext uri="{FF2B5EF4-FFF2-40B4-BE49-F238E27FC236}">
                  <a16:creationId xmlns:a16="http://schemas.microsoft.com/office/drawing/2014/main" id="{3808D1BE-A9AF-4865-B193-B174C4F61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626" y="1831975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6" name="Rectangle 201">
              <a:extLst>
                <a:ext uri="{FF2B5EF4-FFF2-40B4-BE49-F238E27FC236}">
                  <a16:creationId xmlns:a16="http://schemas.microsoft.com/office/drawing/2014/main" id="{653797C9-6AF9-46FD-A41B-5CCD53C9A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626" y="2384425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7" name="Rectangle 202">
              <a:extLst>
                <a:ext uri="{FF2B5EF4-FFF2-40B4-BE49-F238E27FC236}">
                  <a16:creationId xmlns:a16="http://schemas.microsoft.com/office/drawing/2014/main" id="{A6BB3526-1817-418C-AEA2-DF947801F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626" y="2938463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8" name="Rectangle 203">
              <a:extLst>
                <a:ext uri="{FF2B5EF4-FFF2-40B4-BE49-F238E27FC236}">
                  <a16:creationId xmlns:a16="http://schemas.microsoft.com/office/drawing/2014/main" id="{24AB69AB-93D5-4893-BC53-B6E4555AF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626" y="3490913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9" name="Rectangle 204">
              <a:extLst>
                <a:ext uri="{FF2B5EF4-FFF2-40B4-BE49-F238E27FC236}">
                  <a16:creationId xmlns:a16="http://schemas.microsoft.com/office/drawing/2014/main" id="{FE57912E-E170-447E-8829-E8B6CC65C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626" y="4044950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206">
              <a:extLst>
                <a:ext uri="{FF2B5EF4-FFF2-40B4-BE49-F238E27FC236}">
                  <a16:creationId xmlns:a16="http://schemas.microsoft.com/office/drawing/2014/main" id="{659FDB6D-FE82-4BFF-917D-DDEBF5906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626" y="4597400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207">
              <a:extLst>
                <a:ext uri="{FF2B5EF4-FFF2-40B4-BE49-F238E27FC236}">
                  <a16:creationId xmlns:a16="http://schemas.microsoft.com/office/drawing/2014/main" id="{8EBBF0ED-1FAF-40EA-952A-5F120D2CE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626" y="5151438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208">
              <a:extLst>
                <a:ext uri="{FF2B5EF4-FFF2-40B4-BE49-F238E27FC236}">
                  <a16:creationId xmlns:a16="http://schemas.microsoft.com/office/drawing/2014/main" id="{EA5E2972-C3EA-4E84-8E1C-5D20B9D54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626" y="5703888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209">
              <a:extLst>
                <a:ext uri="{FF2B5EF4-FFF2-40B4-BE49-F238E27FC236}">
                  <a16:creationId xmlns:a16="http://schemas.microsoft.com/office/drawing/2014/main" id="{5D96DC44-7F6B-4374-9953-817214ABAA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45176" y="3756025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210">
              <a:extLst>
                <a:ext uri="{FF2B5EF4-FFF2-40B4-BE49-F238E27FC236}">
                  <a16:creationId xmlns:a16="http://schemas.microsoft.com/office/drawing/2014/main" id="{A7F80A75-01B6-405B-A6D0-4BF59FC77C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45176" y="3679825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211">
              <a:extLst>
                <a:ext uri="{FF2B5EF4-FFF2-40B4-BE49-F238E27FC236}">
                  <a16:creationId xmlns:a16="http://schemas.microsoft.com/office/drawing/2014/main" id="{A52554E1-0634-46E3-8888-30E72387CB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64226" y="3622675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212">
              <a:extLst>
                <a:ext uri="{FF2B5EF4-FFF2-40B4-BE49-F238E27FC236}">
                  <a16:creationId xmlns:a16="http://schemas.microsoft.com/office/drawing/2014/main" id="{628D041D-1E46-4BE3-8E23-78DFFCC4D4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49938" y="3570288"/>
              <a:ext cx="13335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213">
              <a:extLst>
                <a:ext uri="{FF2B5EF4-FFF2-40B4-BE49-F238E27FC236}">
                  <a16:creationId xmlns:a16="http://schemas.microsoft.com/office/drawing/2014/main" id="{9EA94AB6-5D6C-4EA4-9FD3-623B0C39BF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45176" y="3498850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214">
              <a:extLst>
                <a:ext uri="{FF2B5EF4-FFF2-40B4-BE49-F238E27FC236}">
                  <a16:creationId xmlns:a16="http://schemas.microsoft.com/office/drawing/2014/main" id="{CB2EDD68-D828-4C67-A090-560EF8EA30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64226" y="3441700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215">
              <a:extLst>
                <a:ext uri="{FF2B5EF4-FFF2-40B4-BE49-F238E27FC236}">
                  <a16:creationId xmlns:a16="http://schemas.microsoft.com/office/drawing/2014/main" id="{43D71661-138A-4C57-89CE-3A93AFDFBF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45176" y="3403600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16">
              <a:extLst>
                <a:ext uri="{FF2B5EF4-FFF2-40B4-BE49-F238E27FC236}">
                  <a16:creationId xmlns:a16="http://schemas.microsoft.com/office/drawing/2014/main" id="{9B980745-99BF-4393-A08F-0E35398FA2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45176" y="3327400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217">
              <a:extLst>
                <a:ext uri="{FF2B5EF4-FFF2-40B4-BE49-F238E27FC236}">
                  <a16:creationId xmlns:a16="http://schemas.microsoft.com/office/drawing/2014/main" id="{AEA7269C-76BE-4E33-9DB0-04C8972ABC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21363" y="3227388"/>
              <a:ext cx="1905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218">
              <a:extLst>
                <a:ext uri="{FF2B5EF4-FFF2-40B4-BE49-F238E27FC236}">
                  <a16:creationId xmlns:a16="http://schemas.microsoft.com/office/drawing/2014/main" id="{62B2E3B5-ACD2-43D1-8798-737F258871A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45176" y="3146425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19">
              <a:extLst>
                <a:ext uri="{FF2B5EF4-FFF2-40B4-BE49-F238E27FC236}">
                  <a16:creationId xmlns:a16="http://schemas.microsoft.com/office/drawing/2014/main" id="{C61123D3-B612-46A5-A991-4D38AB7B51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45176" y="3070225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220">
              <a:extLst>
                <a:ext uri="{FF2B5EF4-FFF2-40B4-BE49-F238E27FC236}">
                  <a16:creationId xmlns:a16="http://schemas.microsoft.com/office/drawing/2014/main" id="{85A411C5-6B6F-4C04-8B04-36C697F608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59463" y="3008313"/>
              <a:ext cx="1143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60" name="Rectangle 256">
            <a:extLst>
              <a:ext uri="{FF2B5EF4-FFF2-40B4-BE49-F238E27FC236}">
                <a16:creationId xmlns:a16="http://schemas.microsoft.com/office/drawing/2014/main" id="{657A2EAD-E493-4D16-84B1-A3F47CB84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0701" y="6467475"/>
            <a:ext cx="41910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coord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03" name="Group 1202">
            <a:extLst>
              <a:ext uri="{FF2B5EF4-FFF2-40B4-BE49-F238E27FC236}">
                <a16:creationId xmlns:a16="http://schemas.microsoft.com/office/drawing/2014/main" id="{EE599E5F-527C-468E-9D4E-63A61587CAB7}"/>
              </a:ext>
            </a:extLst>
          </p:cNvPr>
          <p:cNvGrpSpPr/>
          <p:nvPr/>
        </p:nvGrpSpPr>
        <p:grpSpPr>
          <a:xfrm>
            <a:off x="8180388" y="600075"/>
            <a:ext cx="2259013" cy="5848350"/>
            <a:chOff x="8180388" y="600075"/>
            <a:chExt cx="2259013" cy="5848350"/>
          </a:xfrm>
        </p:grpSpPr>
        <p:sp>
          <p:nvSpPr>
            <p:cNvPr id="26" name="Rectangle 221">
              <a:extLst>
                <a:ext uri="{FF2B5EF4-FFF2-40B4-BE49-F238E27FC236}">
                  <a16:creationId xmlns:a16="http://schemas.microsoft.com/office/drawing/2014/main" id="{29446A19-30FB-4123-B8DE-8DA7BDB6F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6326" y="790575"/>
              <a:ext cx="1743075" cy="54467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22">
              <a:extLst>
                <a:ext uri="{FF2B5EF4-FFF2-40B4-BE49-F238E27FC236}">
                  <a16:creationId xmlns:a16="http://schemas.microsoft.com/office/drawing/2014/main" id="{764548CE-44F7-46F9-88EB-EDA1AA620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6" y="600075"/>
              <a:ext cx="8001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N= 2 R= 32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247" name="Picture 223">
              <a:extLst>
                <a:ext uri="{FF2B5EF4-FFF2-40B4-BE49-F238E27FC236}">
                  <a16:creationId xmlns:a16="http://schemas.microsoft.com/office/drawing/2014/main" id="{CE5D37EF-6498-4384-872D-5999BAD167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96326" y="790575"/>
              <a:ext cx="1743075" cy="544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Line 224">
              <a:extLst>
                <a:ext uri="{FF2B5EF4-FFF2-40B4-BE49-F238E27FC236}">
                  <a16:creationId xmlns:a16="http://schemas.microsoft.com/office/drawing/2014/main" id="{91B555AE-2247-464F-A1B6-25D4C2AF3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6237288"/>
              <a:ext cx="17430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25">
              <a:extLst>
                <a:ext uri="{FF2B5EF4-FFF2-40B4-BE49-F238E27FC236}">
                  <a16:creationId xmlns:a16="http://schemas.microsoft.com/office/drawing/2014/main" id="{98C7108B-F14F-4342-8DDB-D846B2525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790575"/>
              <a:ext cx="17430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26">
              <a:extLst>
                <a:ext uri="{FF2B5EF4-FFF2-40B4-BE49-F238E27FC236}">
                  <a16:creationId xmlns:a16="http://schemas.microsoft.com/office/drawing/2014/main" id="{77F0732B-2045-4591-97C1-DD7A0C44A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83638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27">
              <a:extLst>
                <a:ext uri="{FF2B5EF4-FFF2-40B4-BE49-F238E27FC236}">
                  <a16:creationId xmlns:a16="http://schemas.microsoft.com/office/drawing/2014/main" id="{9BAAFB59-CD73-4F07-ADC9-D7540F589B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8263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228">
              <a:extLst>
                <a:ext uri="{FF2B5EF4-FFF2-40B4-BE49-F238E27FC236}">
                  <a16:creationId xmlns:a16="http://schemas.microsoft.com/office/drawing/2014/main" id="{BF8CC628-809A-49BB-89D1-5A483332D6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31301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229">
              <a:extLst>
                <a:ext uri="{FF2B5EF4-FFF2-40B4-BE49-F238E27FC236}">
                  <a16:creationId xmlns:a16="http://schemas.microsoft.com/office/drawing/2014/main" id="{B3B113A2-4F61-40C8-B380-F5E056DC5E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0592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230">
              <a:extLst>
                <a:ext uri="{FF2B5EF4-FFF2-40B4-BE49-F238E27FC236}">
                  <a16:creationId xmlns:a16="http://schemas.microsoft.com/office/drawing/2014/main" id="{98E2D5F2-6DAA-4D8D-BECD-6F3EE91300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80551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231">
              <a:extLst>
                <a:ext uri="{FF2B5EF4-FFF2-40B4-BE49-F238E27FC236}">
                  <a16:creationId xmlns:a16="http://schemas.microsoft.com/office/drawing/2014/main" id="{66047B93-DEA8-4DEC-829C-9E108BABBE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5517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232">
              <a:extLst>
                <a:ext uri="{FF2B5EF4-FFF2-40B4-BE49-F238E27FC236}">
                  <a16:creationId xmlns:a16="http://schemas.microsoft.com/office/drawing/2014/main" id="{AE5C84B2-54A9-4C12-8662-806C6E59B1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29801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233">
              <a:extLst>
                <a:ext uri="{FF2B5EF4-FFF2-40B4-BE49-F238E27FC236}">
                  <a16:creationId xmlns:a16="http://schemas.microsoft.com/office/drawing/2014/main" id="{57F068D4-7941-4718-A7C5-366A3AD1D0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0442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234">
              <a:extLst>
                <a:ext uri="{FF2B5EF4-FFF2-40B4-BE49-F238E27FC236}">
                  <a16:creationId xmlns:a16="http://schemas.microsoft.com/office/drawing/2014/main" id="{C145EFD1-D46D-4595-A447-0CA56FF816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79051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235">
              <a:extLst>
                <a:ext uri="{FF2B5EF4-FFF2-40B4-BE49-F238E27FC236}">
                  <a16:creationId xmlns:a16="http://schemas.microsoft.com/office/drawing/2014/main" id="{2CC80AAB-EF51-4249-B23B-3B0A80D201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53676" y="6183313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236">
              <a:extLst>
                <a:ext uri="{FF2B5EF4-FFF2-40B4-BE49-F238E27FC236}">
                  <a16:creationId xmlns:a16="http://schemas.microsoft.com/office/drawing/2014/main" id="{CC378B32-50FB-4895-BC68-1259182FD1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83638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237">
              <a:extLst>
                <a:ext uri="{FF2B5EF4-FFF2-40B4-BE49-F238E27FC236}">
                  <a16:creationId xmlns:a16="http://schemas.microsoft.com/office/drawing/2014/main" id="{01F37457-2DE9-4F09-BD64-924C8BAC85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8263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238">
              <a:extLst>
                <a:ext uri="{FF2B5EF4-FFF2-40B4-BE49-F238E27FC236}">
                  <a16:creationId xmlns:a16="http://schemas.microsoft.com/office/drawing/2014/main" id="{81F61696-1218-4316-8A4D-3583FA029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1301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239">
              <a:extLst>
                <a:ext uri="{FF2B5EF4-FFF2-40B4-BE49-F238E27FC236}">
                  <a16:creationId xmlns:a16="http://schemas.microsoft.com/office/drawing/2014/main" id="{90513307-9D00-42D9-BAE3-53BDB0A1A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592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240">
              <a:extLst>
                <a:ext uri="{FF2B5EF4-FFF2-40B4-BE49-F238E27FC236}">
                  <a16:creationId xmlns:a16="http://schemas.microsoft.com/office/drawing/2014/main" id="{510A389B-C57C-4C3C-A6C5-33EDDB997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80551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241">
              <a:extLst>
                <a:ext uri="{FF2B5EF4-FFF2-40B4-BE49-F238E27FC236}">
                  <a16:creationId xmlns:a16="http://schemas.microsoft.com/office/drawing/2014/main" id="{BF8DF7B7-EFA9-4ABE-8353-3A8F8EB4B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5517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242">
              <a:extLst>
                <a:ext uri="{FF2B5EF4-FFF2-40B4-BE49-F238E27FC236}">
                  <a16:creationId xmlns:a16="http://schemas.microsoft.com/office/drawing/2014/main" id="{3929A401-FC45-4A10-8879-BB73962AB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29801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243">
              <a:extLst>
                <a:ext uri="{FF2B5EF4-FFF2-40B4-BE49-F238E27FC236}">
                  <a16:creationId xmlns:a16="http://schemas.microsoft.com/office/drawing/2014/main" id="{784F56F4-70A1-452C-928E-1D91EC02D7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442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244">
              <a:extLst>
                <a:ext uri="{FF2B5EF4-FFF2-40B4-BE49-F238E27FC236}">
                  <a16:creationId xmlns:a16="http://schemas.microsoft.com/office/drawing/2014/main" id="{BEC4D3E1-D516-4F4C-BC9F-F15B42148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9051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245">
              <a:extLst>
                <a:ext uri="{FF2B5EF4-FFF2-40B4-BE49-F238E27FC236}">
                  <a16:creationId xmlns:a16="http://schemas.microsoft.com/office/drawing/2014/main" id="{578EE793-2700-4E4E-B7F3-A5C047A02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3676" y="790575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46">
              <a:extLst>
                <a:ext uri="{FF2B5EF4-FFF2-40B4-BE49-F238E27FC236}">
                  <a16:creationId xmlns:a16="http://schemas.microsoft.com/office/drawing/2014/main" id="{ED91EB07-31FF-420A-8C9E-95A003F45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3951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247">
              <a:extLst>
                <a:ext uri="{FF2B5EF4-FFF2-40B4-BE49-F238E27FC236}">
                  <a16:creationId xmlns:a16="http://schemas.microsoft.com/office/drawing/2014/main" id="{ACAADCAF-46BC-441E-8E6E-A83D402A2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5401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248">
              <a:extLst>
                <a:ext uri="{FF2B5EF4-FFF2-40B4-BE49-F238E27FC236}">
                  <a16:creationId xmlns:a16="http://schemas.microsoft.com/office/drawing/2014/main" id="{B8583DFB-6C7F-49D0-B8FB-C06266BD9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5901" y="62960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249">
              <a:extLst>
                <a:ext uri="{FF2B5EF4-FFF2-40B4-BE49-F238E27FC236}">
                  <a16:creationId xmlns:a16="http://schemas.microsoft.com/office/drawing/2014/main" id="{CC3B8306-2FDC-4BA6-ADB4-3ACD54C58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7826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250">
              <a:extLst>
                <a:ext uri="{FF2B5EF4-FFF2-40B4-BE49-F238E27FC236}">
                  <a16:creationId xmlns:a16="http://schemas.microsoft.com/office/drawing/2014/main" id="{5820DF69-A37B-4BEA-9176-D48570392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6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251">
              <a:extLst>
                <a:ext uri="{FF2B5EF4-FFF2-40B4-BE49-F238E27FC236}">
                  <a16:creationId xmlns:a16="http://schemas.microsoft.com/office/drawing/2014/main" id="{D072A221-CE0C-47A7-8B84-B613C0313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9301" y="6296025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252">
              <a:extLst>
                <a:ext uri="{FF2B5EF4-FFF2-40B4-BE49-F238E27FC236}">
                  <a16:creationId xmlns:a16="http://schemas.microsoft.com/office/drawing/2014/main" id="{8817B862-C063-40DA-9287-32340F5B1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1701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253">
              <a:extLst>
                <a:ext uri="{FF2B5EF4-FFF2-40B4-BE49-F238E27FC236}">
                  <a16:creationId xmlns:a16="http://schemas.microsoft.com/office/drawing/2014/main" id="{8278EDA7-E9EE-43ED-BC15-B319FA717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2676" y="62960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254">
              <a:extLst>
                <a:ext uri="{FF2B5EF4-FFF2-40B4-BE49-F238E27FC236}">
                  <a16:creationId xmlns:a16="http://schemas.microsoft.com/office/drawing/2014/main" id="{C1C97F0A-E0AA-4F1E-87C8-FA4BFE928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1" y="6296025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255">
              <a:extLst>
                <a:ext uri="{FF2B5EF4-FFF2-40B4-BE49-F238E27FC236}">
                  <a16:creationId xmlns:a16="http://schemas.microsoft.com/office/drawing/2014/main" id="{CE7E2C23-0869-421F-AB9E-1452E0B07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5576" y="62960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Line 257">
              <a:extLst>
                <a:ext uri="{FF2B5EF4-FFF2-40B4-BE49-F238E27FC236}">
                  <a16:creationId xmlns:a16="http://schemas.microsoft.com/office/drawing/2014/main" id="{B05A84E6-3912-4F22-8DF1-B027FF007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790575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258">
              <a:extLst>
                <a:ext uri="{FF2B5EF4-FFF2-40B4-BE49-F238E27FC236}">
                  <a16:creationId xmlns:a16="http://schemas.microsoft.com/office/drawing/2014/main" id="{E3304C98-6140-4C5A-9136-2724C2E3D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39401" y="790575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259">
              <a:extLst>
                <a:ext uri="{FF2B5EF4-FFF2-40B4-BE49-F238E27FC236}">
                  <a16:creationId xmlns:a16="http://schemas.microsoft.com/office/drawing/2014/main" id="{8641D4D6-4286-403B-83F0-C2BE371EB6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13446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6" name="Line 260">
              <a:extLst>
                <a:ext uri="{FF2B5EF4-FFF2-40B4-BE49-F238E27FC236}">
                  <a16:creationId xmlns:a16="http://schemas.microsoft.com/office/drawing/2014/main" id="{4366167D-43B5-442E-BDFC-ABC97651D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18970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7" name="Line 261">
              <a:extLst>
                <a:ext uri="{FF2B5EF4-FFF2-40B4-BE49-F238E27FC236}">
                  <a16:creationId xmlns:a16="http://schemas.microsoft.com/office/drawing/2014/main" id="{4E887432-7DD8-4226-9FF7-69626D81D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245110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8" name="Line 262">
              <a:extLst>
                <a:ext uri="{FF2B5EF4-FFF2-40B4-BE49-F238E27FC236}">
                  <a16:creationId xmlns:a16="http://schemas.microsoft.com/office/drawing/2014/main" id="{5CA98DFA-6C19-4581-AFD2-36B1AB7B0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300355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9" name="Line 263">
              <a:extLst>
                <a:ext uri="{FF2B5EF4-FFF2-40B4-BE49-F238E27FC236}">
                  <a16:creationId xmlns:a16="http://schemas.microsoft.com/office/drawing/2014/main" id="{9422D428-A93B-4A1F-B070-8AF38C130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355600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0" name="Line 264">
              <a:extLst>
                <a:ext uri="{FF2B5EF4-FFF2-40B4-BE49-F238E27FC236}">
                  <a16:creationId xmlns:a16="http://schemas.microsoft.com/office/drawing/2014/main" id="{1EE96B81-ECA5-4663-80C4-831F09B8D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41100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1" name="Line 265">
              <a:extLst>
                <a:ext uri="{FF2B5EF4-FFF2-40B4-BE49-F238E27FC236}">
                  <a16:creationId xmlns:a16="http://schemas.microsoft.com/office/drawing/2014/main" id="{8634DD71-D8D9-48D7-A1C5-FC5F334C1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466248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2" name="Line 266">
              <a:extLst>
                <a:ext uri="{FF2B5EF4-FFF2-40B4-BE49-F238E27FC236}">
                  <a16:creationId xmlns:a16="http://schemas.microsoft.com/office/drawing/2014/main" id="{9A02E86F-8E6F-4148-9EA8-7CE7FA46A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52149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3" name="Line 267">
              <a:extLst>
                <a:ext uri="{FF2B5EF4-FFF2-40B4-BE49-F238E27FC236}">
                  <a16:creationId xmlns:a16="http://schemas.microsoft.com/office/drawing/2014/main" id="{CDDA4DB5-0E37-4AE5-9C11-6BCA0C39A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6326" y="5768975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4" name="Line 268">
              <a:extLst>
                <a:ext uri="{FF2B5EF4-FFF2-40B4-BE49-F238E27FC236}">
                  <a16:creationId xmlns:a16="http://schemas.microsoft.com/office/drawing/2014/main" id="{0BB448B3-7E9C-4B60-B4A4-640BEF9606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85426" y="13446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5" name="Line 269">
              <a:extLst>
                <a:ext uri="{FF2B5EF4-FFF2-40B4-BE49-F238E27FC236}">
                  <a16:creationId xmlns:a16="http://schemas.microsoft.com/office/drawing/2014/main" id="{AA8394FF-01A7-4D3B-A978-0A9EB9373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85426" y="18970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6" name="Line 270">
              <a:extLst>
                <a:ext uri="{FF2B5EF4-FFF2-40B4-BE49-F238E27FC236}">
                  <a16:creationId xmlns:a16="http://schemas.microsoft.com/office/drawing/2014/main" id="{29304C1A-C030-4AEB-BBA4-98F5BD6A7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85426" y="245110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7" name="Line 271">
              <a:extLst>
                <a:ext uri="{FF2B5EF4-FFF2-40B4-BE49-F238E27FC236}">
                  <a16:creationId xmlns:a16="http://schemas.microsoft.com/office/drawing/2014/main" id="{1A3772E8-759B-42A6-8022-9A3B8B1027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85426" y="300355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8" name="Line 272">
              <a:extLst>
                <a:ext uri="{FF2B5EF4-FFF2-40B4-BE49-F238E27FC236}">
                  <a16:creationId xmlns:a16="http://schemas.microsoft.com/office/drawing/2014/main" id="{E30D24A2-A207-4425-9B15-9D7B9FB8A9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85426" y="3556000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9" name="Line 273">
              <a:extLst>
                <a:ext uri="{FF2B5EF4-FFF2-40B4-BE49-F238E27FC236}">
                  <a16:creationId xmlns:a16="http://schemas.microsoft.com/office/drawing/2014/main" id="{DB54DA34-70F6-4CD7-B698-3F92A82F1B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85426" y="41100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0" name="Line 274">
              <a:extLst>
                <a:ext uri="{FF2B5EF4-FFF2-40B4-BE49-F238E27FC236}">
                  <a16:creationId xmlns:a16="http://schemas.microsoft.com/office/drawing/2014/main" id="{A5BB8CF7-9C15-4050-9EF6-8AC8604585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85426" y="466248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1" name="Line 275">
              <a:extLst>
                <a:ext uri="{FF2B5EF4-FFF2-40B4-BE49-F238E27FC236}">
                  <a16:creationId xmlns:a16="http://schemas.microsoft.com/office/drawing/2014/main" id="{2EEC2AA3-778C-4CE1-B3E9-DC5A091A61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85426" y="52149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2" name="Line 276">
              <a:extLst>
                <a:ext uri="{FF2B5EF4-FFF2-40B4-BE49-F238E27FC236}">
                  <a16:creationId xmlns:a16="http://schemas.microsoft.com/office/drawing/2014/main" id="{48BB0F4C-CD09-4EB1-ACB3-A385A65AD7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85426" y="5768975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3" name="Rectangle 277">
              <a:extLst>
                <a:ext uri="{FF2B5EF4-FFF2-40B4-BE49-F238E27FC236}">
                  <a16:creationId xmlns:a16="http://schemas.microsoft.com/office/drawing/2014/main" id="{7F1AABC0-B6B8-4EFC-802A-5D7A35AD0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7563" y="1277938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4" name="Rectangle 278">
              <a:extLst>
                <a:ext uri="{FF2B5EF4-FFF2-40B4-BE49-F238E27FC236}">
                  <a16:creationId xmlns:a16="http://schemas.microsoft.com/office/drawing/2014/main" id="{91F47ED0-E1B6-43B2-A5E9-186ACBAE9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888" y="1831975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5" name="Rectangle 279">
              <a:extLst>
                <a:ext uri="{FF2B5EF4-FFF2-40B4-BE49-F238E27FC236}">
                  <a16:creationId xmlns:a16="http://schemas.microsoft.com/office/drawing/2014/main" id="{767EBD98-16A7-4CE8-B18A-7E589C945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888" y="2384425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6" name="Rectangle 280">
              <a:extLst>
                <a:ext uri="{FF2B5EF4-FFF2-40B4-BE49-F238E27FC236}">
                  <a16:creationId xmlns:a16="http://schemas.microsoft.com/office/drawing/2014/main" id="{FD9E9E19-4796-4BE9-AAF4-DB8508B63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888" y="2938463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7" name="Rectangle 281">
              <a:extLst>
                <a:ext uri="{FF2B5EF4-FFF2-40B4-BE49-F238E27FC236}">
                  <a16:creationId xmlns:a16="http://schemas.microsoft.com/office/drawing/2014/main" id="{B8B2F508-15FC-49A1-83E7-F1C780443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888" y="3490913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8" name="Rectangle 282">
              <a:extLst>
                <a:ext uri="{FF2B5EF4-FFF2-40B4-BE49-F238E27FC236}">
                  <a16:creationId xmlns:a16="http://schemas.microsoft.com/office/drawing/2014/main" id="{17FE077B-3C43-4709-A328-7367C4FD9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888" y="4044950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9" name="Rectangle 283">
              <a:extLst>
                <a:ext uri="{FF2B5EF4-FFF2-40B4-BE49-F238E27FC236}">
                  <a16:creationId xmlns:a16="http://schemas.microsoft.com/office/drawing/2014/main" id="{7F0786E3-6220-4E38-901A-4A42C8D33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888" y="4597400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0" name="Rectangle 284">
              <a:extLst>
                <a:ext uri="{FF2B5EF4-FFF2-40B4-BE49-F238E27FC236}">
                  <a16:creationId xmlns:a16="http://schemas.microsoft.com/office/drawing/2014/main" id="{1D0E87FE-38BA-4469-A29D-52E8148EF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888" y="5151438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1" name="Rectangle 285">
              <a:extLst>
                <a:ext uri="{FF2B5EF4-FFF2-40B4-BE49-F238E27FC236}">
                  <a16:creationId xmlns:a16="http://schemas.microsoft.com/office/drawing/2014/main" id="{6082B94C-D180-4FB1-A3A9-3F42ADEE7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888" y="5703888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2" name="Rectangle 286">
              <a:extLst>
                <a:ext uri="{FF2B5EF4-FFF2-40B4-BE49-F238E27FC236}">
                  <a16:creationId xmlns:a16="http://schemas.microsoft.com/office/drawing/2014/main" id="{C6D4F787-875B-413E-8530-2718859782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199438" y="37576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3" name="Rectangle 287">
              <a:extLst>
                <a:ext uri="{FF2B5EF4-FFF2-40B4-BE49-F238E27FC236}">
                  <a16:creationId xmlns:a16="http://schemas.microsoft.com/office/drawing/2014/main" id="{1BD5F687-AA09-4129-B9E1-CEDBB36719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199438" y="36814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4" name="Rectangle 288">
              <a:extLst>
                <a:ext uri="{FF2B5EF4-FFF2-40B4-BE49-F238E27FC236}">
                  <a16:creationId xmlns:a16="http://schemas.microsoft.com/office/drawing/2014/main" id="{AA5A46AF-D6AB-4024-8A88-8B7772858F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218488" y="3624263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5" name="Rectangle 289">
              <a:extLst>
                <a:ext uri="{FF2B5EF4-FFF2-40B4-BE49-F238E27FC236}">
                  <a16:creationId xmlns:a16="http://schemas.microsoft.com/office/drawing/2014/main" id="{8FC2238B-6BF0-4DAC-8B7B-39D8B9C4CB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204201" y="3571875"/>
              <a:ext cx="13335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6" name="Rectangle 290">
              <a:extLst>
                <a:ext uri="{FF2B5EF4-FFF2-40B4-BE49-F238E27FC236}">
                  <a16:creationId xmlns:a16="http://schemas.microsoft.com/office/drawing/2014/main" id="{6AF5C9E4-12A4-4C50-8AF6-C015A9E444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199438" y="350043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8" name="Rectangle 291">
              <a:extLst>
                <a:ext uri="{FF2B5EF4-FFF2-40B4-BE49-F238E27FC236}">
                  <a16:creationId xmlns:a16="http://schemas.microsoft.com/office/drawing/2014/main" id="{2CDF54A9-65E3-4330-9C21-5C9880577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218488" y="3443288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9" name="Rectangle 292">
              <a:extLst>
                <a:ext uri="{FF2B5EF4-FFF2-40B4-BE49-F238E27FC236}">
                  <a16:creationId xmlns:a16="http://schemas.microsoft.com/office/drawing/2014/main" id="{5BAFB958-5890-43E6-B14F-271197A685B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199438" y="340518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0" name="Rectangle 293">
              <a:extLst>
                <a:ext uri="{FF2B5EF4-FFF2-40B4-BE49-F238E27FC236}">
                  <a16:creationId xmlns:a16="http://schemas.microsoft.com/office/drawing/2014/main" id="{A9029887-EC2A-4AE4-9B7C-FD3D045DFB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199438" y="332898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1" name="Rectangle 294">
              <a:extLst>
                <a:ext uri="{FF2B5EF4-FFF2-40B4-BE49-F238E27FC236}">
                  <a16:creationId xmlns:a16="http://schemas.microsoft.com/office/drawing/2014/main" id="{0FBAF331-11E6-4A3E-B206-C1A07196ABA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175626" y="3228975"/>
              <a:ext cx="1905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2" name="Rectangle 295">
              <a:extLst>
                <a:ext uri="{FF2B5EF4-FFF2-40B4-BE49-F238E27FC236}">
                  <a16:creationId xmlns:a16="http://schemas.microsoft.com/office/drawing/2014/main" id="{10B8D207-AB29-4659-81E6-BB4ACE1990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199438" y="31480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3" name="Rectangle 296">
              <a:extLst>
                <a:ext uri="{FF2B5EF4-FFF2-40B4-BE49-F238E27FC236}">
                  <a16:creationId xmlns:a16="http://schemas.microsoft.com/office/drawing/2014/main" id="{3E7747C5-B125-4583-8206-3D54BE9F8A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199438" y="30718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4" name="Rectangle 297">
              <a:extLst>
                <a:ext uri="{FF2B5EF4-FFF2-40B4-BE49-F238E27FC236}">
                  <a16:creationId xmlns:a16="http://schemas.microsoft.com/office/drawing/2014/main" id="{422158A5-252E-4814-BF3F-7F50D37309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213726" y="3009900"/>
              <a:ext cx="1143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255" name="Rectangle 298">
            <a:extLst>
              <a:ext uri="{FF2B5EF4-FFF2-40B4-BE49-F238E27FC236}">
                <a16:creationId xmlns:a16="http://schemas.microsoft.com/office/drawing/2014/main" id="{6945AA32-C0A0-4797-8326-9F672F5F6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6686550"/>
            <a:ext cx="66071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bonedatabase.xlsx:  50 database entries,  67 rois, 1231 bigpatches of size 128 x 128, pad factor  2, window type 1 (cb1)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C2E7C9FA-0658-4298-B11F-17D73B12B50A}"/>
              </a:ext>
            </a:extLst>
          </p:cNvPr>
          <p:cNvSpPr txBox="1"/>
          <p:nvPr/>
        </p:nvSpPr>
        <p:spPr>
          <a:xfrm>
            <a:off x="3829050" y="359569"/>
            <a:ext cx="1832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Bone radiographs</a:t>
            </a:r>
          </a:p>
        </p:txBody>
      </p:sp>
    </p:spTree>
    <p:extLst>
      <p:ext uri="{BB962C8B-B14F-4D97-AF65-F5344CB8AC3E}">
        <p14:creationId xmlns:p14="http://schemas.microsoft.com/office/powerpoint/2010/main" val="2300555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2" name="Group 2221">
            <a:extLst>
              <a:ext uri="{FF2B5EF4-FFF2-40B4-BE49-F238E27FC236}">
                <a16:creationId xmlns:a16="http://schemas.microsoft.com/office/drawing/2014/main" id="{8707D57E-1592-4882-B587-74202CD309D3}"/>
              </a:ext>
            </a:extLst>
          </p:cNvPr>
          <p:cNvGrpSpPr/>
          <p:nvPr/>
        </p:nvGrpSpPr>
        <p:grpSpPr>
          <a:xfrm>
            <a:off x="1296987" y="804863"/>
            <a:ext cx="2192339" cy="6048375"/>
            <a:chOff x="1296987" y="804863"/>
            <a:chExt cx="2192339" cy="6048375"/>
          </a:xfrm>
        </p:grpSpPr>
        <p:sp>
          <p:nvSpPr>
            <p:cNvPr id="2280" name="Rectangle 7">
              <a:extLst>
                <a:ext uri="{FF2B5EF4-FFF2-40B4-BE49-F238E27FC236}">
                  <a16:creationId xmlns:a16="http://schemas.microsoft.com/office/drawing/2014/main" id="{85CEA678-9D49-4DDE-8CB7-DED4CE80C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663" y="995363"/>
              <a:ext cx="1744663" cy="54467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1" name="Rectangle 8">
              <a:extLst>
                <a:ext uri="{FF2B5EF4-FFF2-40B4-BE49-F238E27FC236}">
                  <a16:creationId xmlns:a16="http://schemas.microsoft.com/office/drawing/2014/main" id="{A8705A47-061D-43E7-81C7-AC2B43743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538" y="804863"/>
              <a:ext cx="8382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N= 1 R=128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2057" name="Picture 9">
              <a:extLst>
                <a:ext uri="{FF2B5EF4-FFF2-40B4-BE49-F238E27FC236}">
                  <a16:creationId xmlns:a16="http://schemas.microsoft.com/office/drawing/2014/main" id="{FBE55E37-B678-4413-AB31-D972800BE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4663" y="995363"/>
              <a:ext cx="1744663" cy="544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82" name="Line 10">
              <a:extLst>
                <a:ext uri="{FF2B5EF4-FFF2-40B4-BE49-F238E27FC236}">
                  <a16:creationId xmlns:a16="http://schemas.microsoft.com/office/drawing/2014/main" id="{09C663FE-1D25-4C1D-872F-9C50E7CEA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663" y="6442076"/>
              <a:ext cx="17446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3" name="Line 11">
              <a:extLst>
                <a:ext uri="{FF2B5EF4-FFF2-40B4-BE49-F238E27FC236}">
                  <a16:creationId xmlns:a16="http://schemas.microsoft.com/office/drawing/2014/main" id="{7A2E4770-2337-4F73-A64E-98BD0E615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663" y="995363"/>
              <a:ext cx="17446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4" name="Line 12">
              <a:extLst>
                <a:ext uri="{FF2B5EF4-FFF2-40B4-BE49-F238E27FC236}">
                  <a16:creationId xmlns:a16="http://schemas.microsoft.com/office/drawing/2014/main" id="{6BD8AB2E-3CE7-442E-9762-B8D838ACA0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1975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5" name="Line 13">
              <a:extLst>
                <a:ext uri="{FF2B5EF4-FFF2-40B4-BE49-F238E27FC236}">
                  <a16:creationId xmlns:a16="http://schemas.microsoft.com/office/drawing/2014/main" id="{223CF01B-327A-40C3-8F54-EF43A4365B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6600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6" name="Line 14">
              <a:extLst>
                <a:ext uri="{FF2B5EF4-FFF2-40B4-BE49-F238E27FC236}">
                  <a16:creationId xmlns:a16="http://schemas.microsoft.com/office/drawing/2014/main" id="{346C2DFE-0301-4D4D-965E-235335A1CD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1225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7" name="Line 15">
              <a:extLst>
                <a:ext uri="{FF2B5EF4-FFF2-40B4-BE49-F238E27FC236}">
                  <a16:creationId xmlns:a16="http://schemas.microsoft.com/office/drawing/2014/main" id="{813E1F63-E79A-4462-A189-DFBEA5071E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5850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8" name="Line 16">
              <a:extLst>
                <a:ext uri="{FF2B5EF4-FFF2-40B4-BE49-F238E27FC236}">
                  <a16:creationId xmlns:a16="http://schemas.microsoft.com/office/drawing/2014/main" id="{480337E4-0B07-4917-BAE0-198C8006F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0475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9" name="Line 17">
              <a:extLst>
                <a:ext uri="{FF2B5EF4-FFF2-40B4-BE49-F238E27FC236}">
                  <a16:creationId xmlns:a16="http://schemas.microsoft.com/office/drawing/2014/main" id="{AA219646-37B5-4109-87B0-26EFBE8806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351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0" name="Line 18">
              <a:extLst>
                <a:ext uri="{FF2B5EF4-FFF2-40B4-BE49-F238E27FC236}">
                  <a16:creationId xmlns:a16="http://schemas.microsoft.com/office/drawing/2014/main" id="{C9AD4F16-824D-41E5-BC1B-DD93AB91A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8138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1" name="Line 19">
              <a:extLst>
                <a:ext uri="{FF2B5EF4-FFF2-40B4-BE49-F238E27FC236}">
                  <a16:creationId xmlns:a16="http://schemas.microsoft.com/office/drawing/2014/main" id="{E4ED6E43-C354-47A6-8B37-94926C376B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276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2" name="Line 20">
              <a:extLst>
                <a:ext uri="{FF2B5EF4-FFF2-40B4-BE49-F238E27FC236}">
                  <a16:creationId xmlns:a16="http://schemas.microsoft.com/office/drawing/2014/main" id="{B4A6EA60-44AA-441E-BC4F-C2CCEBDE3F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7388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3" name="Line 21">
              <a:extLst>
                <a:ext uri="{FF2B5EF4-FFF2-40B4-BE49-F238E27FC236}">
                  <a16:creationId xmlns:a16="http://schemas.microsoft.com/office/drawing/2014/main" id="{D4008011-B02D-48C3-8049-20A00B1949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201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4" name="Line 22">
              <a:extLst>
                <a:ext uri="{FF2B5EF4-FFF2-40B4-BE49-F238E27FC236}">
                  <a16:creationId xmlns:a16="http://schemas.microsoft.com/office/drawing/2014/main" id="{1C750900-B18F-4941-BF21-A39D4CF38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1975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5" name="Line 23">
              <a:extLst>
                <a:ext uri="{FF2B5EF4-FFF2-40B4-BE49-F238E27FC236}">
                  <a16:creationId xmlns:a16="http://schemas.microsoft.com/office/drawing/2014/main" id="{F5715E33-9C3C-4852-8407-7B4B68B55E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6600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6" name="Line 24">
              <a:extLst>
                <a:ext uri="{FF2B5EF4-FFF2-40B4-BE49-F238E27FC236}">
                  <a16:creationId xmlns:a16="http://schemas.microsoft.com/office/drawing/2014/main" id="{90743A1C-AFE8-4AA5-8E4A-BB8EE195F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1225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7" name="Line 25">
              <a:extLst>
                <a:ext uri="{FF2B5EF4-FFF2-40B4-BE49-F238E27FC236}">
                  <a16:creationId xmlns:a16="http://schemas.microsoft.com/office/drawing/2014/main" id="{17570144-FAFD-4F15-BE34-ADC9530EE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5850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8" name="Line 26">
              <a:extLst>
                <a:ext uri="{FF2B5EF4-FFF2-40B4-BE49-F238E27FC236}">
                  <a16:creationId xmlns:a16="http://schemas.microsoft.com/office/drawing/2014/main" id="{7800BC0C-9575-4A61-BF0D-95B7032AE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475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9" name="Line 27">
              <a:extLst>
                <a:ext uri="{FF2B5EF4-FFF2-40B4-BE49-F238E27FC236}">
                  <a16:creationId xmlns:a16="http://schemas.microsoft.com/office/drawing/2014/main" id="{28D24024-30EC-43AB-BFF2-032EFE1F1B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351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0" name="Line 28">
              <a:extLst>
                <a:ext uri="{FF2B5EF4-FFF2-40B4-BE49-F238E27FC236}">
                  <a16:creationId xmlns:a16="http://schemas.microsoft.com/office/drawing/2014/main" id="{788656FD-85B2-46B7-A11A-0FE6F94F5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138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1" name="Line 29">
              <a:extLst>
                <a:ext uri="{FF2B5EF4-FFF2-40B4-BE49-F238E27FC236}">
                  <a16:creationId xmlns:a16="http://schemas.microsoft.com/office/drawing/2014/main" id="{7A65027B-9C2E-4878-A529-C6D6D0B7E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276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2" name="Line 30">
              <a:extLst>
                <a:ext uri="{FF2B5EF4-FFF2-40B4-BE49-F238E27FC236}">
                  <a16:creationId xmlns:a16="http://schemas.microsoft.com/office/drawing/2014/main" id="{F147268C-5CE9-4A77-9321-5757436D56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7388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3" name="Line 31">
              <a:extLst>
                <a:ext uri="{FF2B5EF4-FFF2-40B4-BE49-F238E27FC236}">
                  <a16:creationId xmlns:a16="http://schemas.microsoft.com/office/drawing/2014/main" id="{19616A33-CE32-4E60-80A8-61606A92D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201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8" name="Rectangle 32">
              <a:extLst>
                <a:ext uri="{FF2B5EF4-FFF2-40B4-BE49-F238E27FC236}">
                  <a16:creationId xmlns:a16="http://schemas.microsoft.com/office/drawing/2014/main" id="{2C086DA0-2F20-4036-99E5-455BE07E4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2288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49" name="Rectangle 33">
              <a:extLst>
                <a:ext uri="{FF2B5EF4-FFF2-40B4-BE49-F238E27FC236}">
                  <a16:creationId xmlns:a16="http://schemas.microsoft.com/office/drawing/2014/main" id="{F1690219-8585-47CA-94EC-C96FC76BF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3738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0" name="Rectangle 34">
              <a:extLst>
                <a:ext uri="{FF2B5EF4-FFF2-40B4-BE49-F238E27FC236}">
                  <a16:creationId xmlns:a16="http://schemas.microsoft.com/office/drawing/2014/main" id="{1394BF3A-6C63-43F5-B04F-D12CA5CB0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238" y="650081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1" name="Rectangle 35">
              <a:extLst>
                <a:ext uri="{FF2B5EF4-FFF2-40B4-BE49-F238E27FC236}">
                  <a16:creationId xmlns:a16="http://schemas.microsoft.com/office/drawing/2014/main" id="{08C60C33-B090-4A4F-8E7C-E63A80703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6163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2" name="Rectangle 36">
              <a:extLst>
                <a:ext uri="{FF2B5EF4-FFF2-40B4-BE49-F238E27FC236}">
                  <a16:creationId xmlns:a16="http://schemas.microsoft.com/office/drawing/2014/main" id="{DA424A76-FFE8-4749-8D79-1D8A1964F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613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3" name="Rectangle 37">
              <a:extLst>
                <a:ext uri="{FF2B5EF4-FFF2-40B4-BE49-F238E27FC236}">
                  <a16:creationId xmlns:a16="http://schemas.microsoft.com/office/drawing/2014/main" id="{82719471-E426-409D-B9AC-6D683A448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7638" y="6500813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4" name="Rectangle 38">
              <a:extLst>
                <a:ext uri="{FF2B5EF4-FFF2-40B4-BE49-F238E27FC236}">
                  <a16:creationId xmlns:a16="http://schemas.microsoft.com/office/drawing/2014/main" id="{58CE3DC1-312D-4CA5-8DEB-46511C201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038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5" name="Rectangle 39">
              <a:extLst>
                <a:ext uri="{FF2B5EF4-FFF2-40B4-BE49-F238E27FC236}">
                  <a16:creationId xmlns:a16="http://schemas.microsoft.com/office/drawing/2014/main" id="{554B17CC-31DF-41D6-A012-65DEB87CA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2600" y="650081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6" name="Rectangle 40">
              <a:extLst>
                <a:ext uri="{FF2B5EF4-FFF2-40B4-BE49-F238E27FC236}">
                  <a16:creationId xmlns:a16="http://schemas.microsoft.com/office/drawing/2014/main" id="{C521FA20-9CC3-4049-83E9-AB95811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4525" y="6500813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8" name="Rectangle 41">
              <a:extLst>
                <a:ext uri="{FF2B5EF4-FFF2-40B4-BE49-F238E27FC236}">
                  <a16:creationId xmlns:a16="http://schemas.microsoft.com/office/drawing/2014/main" id="{CB9C466F-6930-43A5-9996-17AC4BC8E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5500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9" name="Rectangle 42">
              <a:extLst>
                <a:ext uri="{FF2B5EF4-FFF2-40B4-BE49-F238E27FC236}">
                  <a16:creationId xmlns:a16="http://schemas.microsoft.com/office/drawing/2014/main" id="{68A7E4B8-C923-42AA-A80A-E9FF53F86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9038" y="6672263"/>
              <a:ext cx="4191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60" name="Line 43">
              <a:extLst>
                <a:ext uri="{FF2B5EF4-FFF2-40B4-BE49-F238E27FC236}">
                  <a16:creationId xmlns:a16="http://schemas.microsoft.com/office/drawing/2014/main" id="{42E35498-DF76-43B1-A92E-F5896E2629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663" y="995363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1" name="Line 44">
              <a:extLst>
                <a:ext uri="{FF2B5EF4-FFF2-40B4-BE49-F238E27FC236}">
                  <a16:creationId xmlns:a16="http://schemas.microsoft.com/office/drawing/2014/main" id="{DEEA39D9-09D8-4B19-B6F1-ED74E1D6E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325" y="995363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2" name="Line 45">
              <a:extLst>
                <a:ext uri="{FF2B5EF4-FFF2-40B4-BE49-F238E27FC236}">
                  <a16:creationId xmlns:a16="http://schemas.microsoft.com/office/drawing/2014/main" id="{3B397A8A-1B5F-420A-B88D-63444D2DE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663" y="199548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3" name="Line 46">
              <a:extLst>
                <a:ext uri="{FF2B5EF4-FFF2-40B4-BE49-F238E27FC236}">
                  <a16:creationId xmlns:a16="http://schemas.microsoft.com/office/drawing/2014/main" id="{6A848FB0-A3F2-40D7-8DC0-C86C80B56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663" y="300355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4" name="Line 47">
              <a:extLst>
                <a:ext uri="{FF2B5EF4-FFF2-40B4-BE49-F238E27FC236}">
                  <a16:creationId xmlns:a16="http://schemas.microsoft.com/office/drawing/2014/main" id="{3695B229-0B90-4D7D-9FE3-F828FC217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663" y="40116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5" name="Line 48">
              <a:extLst>
                <a:ext uri="{FF2B5EF4-FFF2-40B4-BE49-F238E27FC236}">
                  <a16:creationId xmlns:a16="http://schemas.microsoft.com/office/drawing/2014/main" id="{5138D4CA-BAE3-4D93-9D4C-F1BABCBF3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663" y="50212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6" name="Line 49">
              <a:extLst>
                <a:ext uri="{FF2B5EF4-FFF2-40B4-BE49-F238E27FC236}">
                  <a16:creationId xmlns:a16="http://schemas.microsoft.com/office/drawing/2014/main" id="{3AC10BD3-2EED-4952-8123-51431335E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663" y="6029326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7" name="Line 50">
              <a:extLst>
                <a:ext uri="{FF2B5EF4-FFF2-40B4-BE49-F238E27FC236}">
                  <a16:creationId xmlns:a16="http://schemas.microsoft.com/office/drawing/2014/main" id="{387A553D-D4B0-46B4-BFEB-B20FDEFFAF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350" y="199548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8" name="Line 51">
              <a:extLst>
                <a:ext uri="{FF2B5EF4-FFF2-40B4-BE49-F238E27FC236}">
                  <a16:creationId xmlns:a16="http://schemas.microsoft.com/office/drawing/2014/main" id="{791AC7D5-BD51-4FC8-BDB0-CAB644D8BA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350" y="300355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9" name="Line 52">
              <a:extLst>
                <a:ext uri="{FF2B5EF4-FFF2-40B4-BE49-F238E27FC236}">
                  <a16:creationId xmlns:a16="http://schemas.microsoft.com/office/drawing/2014/main" id="{F60DA5B5-C401-4807-9299-BD9A9E0F90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350" y="40116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0" name="Line 53">
              <a:extLst>
                <a:ext uri="{FF2B5EF4-FFF2-40B4-BE49-F238E27FC236}">
                  <a16:creationId xmlns:a16="http://schemas.microsoft.com/office/drawing/2014/main" id="{FD5F596F-AE74-4E93-B3D4-D14FAA09DE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350" y="50212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1" name="Line 54">
              <a:extLst>
                <a:ext uri="{FF2B5EF4-FFF2-40B4-BE49-F238E27FC236}">
                  <a16:creationId xmlns:a16="http://schemas.microsoft.com/office/drawing/2014/main" id="{CC0B4FD3-206E-46FF-8568-A3EBCAF8AC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350" y="6029326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2" name="Rectangle 55">
              <a:extLst>
                <a:ext uri="{FF2B5EF4-FFF2-40B4-BE49-F238E27FC236}">
                  <a16:creationId xmlns:a16="http://schemas.microsoft.com/office/drawing/2014/main" id="{F2E4ED9B-0496-4B02-8BF9-44739320A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163" y="1930401"/>
              <a:ext cx="1905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3" name="Rectangle 56">
              <a:extLst>
                <a:ext uri="{FF2B5EF4-FFF2-40B4-BE49-F238E27FC236}">
                  <a16:creationId xmlns:a16="http://schemas.microsoft.com/office/drawing/2014/main" id="{C708AEA0-BEAB-4F39-B62B-9016B5FE2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488" y="2932113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4" name="Rectangle 57">
              <a:extLst>
                <a:ext uri="{FF2B5EF4-FFF2-40B4-BE49-F238E27FC236}">
                  <a16:creationId xmlns:a16="http://schemas.microsoft.com/office/drawing/2014/main" id="{547964C7-96ED-4C6D-92E1-3B9208162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488" y="3943351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150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5" name="Rectangle 58">
              <a:extLst>
                <a:ext uri="{FF2B5EF4-FFF2-40B4-BE49-F238E27FC236}">
                  <a16:creationId xmlns:a16="http://schemas.microsoft.com/office/drawing/2014/main" id="{7C39B427-C8C4-4B46-829D-E05F7FCFD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488" y="4954588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6" name="Rectangle 59">
              <a:extLst>
                <a:ext uri="{FF2B5EF4-FFF2-40B4-BE49-F238E27FC236}">
                  <a16:creationId xmlns:a16="http://schemas.microsoft.com/office/drawing/2014/main" id="{FB2B26D7-6154-46E1-981B-C756BB37B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488" y="5965826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250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7" name="Rectangle 60">
              <a:extLst>
                <a:ext uri="{FF2B5EF4-FFF2-40B4-BE49-F238E27FC236}">
                  <a16:creationId xmlns:a16="http://schemas.microsoft.com/office/drawing/2014/main" id="{5DA0EF52-628E-4C93-AB77-A6183AA36B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16038" y="3962401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8" name="Rectangle 61">
              <a:extLst>
                <a:ext uri="{FF2B5EF4-FFF2-40B4-BE49-F238E27FC236}">
                  <a16:creationId xmlns:a16="http://schemas.microsoft.com/office/drawing/2014/main" id="{334F83E5-1FC1-4BA4-A918-BB09949820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16038" y="3886201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9" name="Rectangle 62">
              <a:extLst>
                <a:ext uri="{FF2B5EF4-FFF2-40B4-BE49-F238E27FC236}">
                  <a16:creationId xmlns:a16="http://schemas.microsoft.com/office/drawing/2014/main" id="{A1B5F4A9-D58E-43F2-84B6-87AD9B82C9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35088" y="3829051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0" name="Rectangle 63">
              <a:extLst>
                <a:ext uri="{FF2B5EF4-FFF2-40B4-BE49-F238E27FC236}">
                  <a16:creationId xmlns:a16="http://schemas.microsoft.com/office/drawing/2014/main" id="{2D7267AF-C61B-476E-A31B-B286EC26A7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20800" y="3776663"/>
              <a:ext cx="13335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1" name="Rectangle 64">
              <a:extLst>
                <a:ext uri="{FF2B5EF4-FFF2-40B4-BE49-F238E27FC236}">
                  <a16:creationId xmlns:a16="http://schemas.microsoft.com/office/drawing/2014/main" id="{34873A53-53BA-4ABF-AA07-212B9E8C58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16038" y="3705226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2" name="Rectangle 65">
              <a:extLst>
                <a:ext uri="{FF2B5EF4-FFF2-40B4-BE49-F238E27FC236}">
                  <a16:creationId xmlns:a16="http://schemas.microsoft.com/office/drawing/2014/main" id="{86C627F2-0044-4AB4-BC1C-953D16B06D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35088" y="3648076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3" name="Rectangle 66">
              <a:extLst>
                <a:ext uri="{FF2B5EF4-FFF2-40B4-BE49-F238E27FC236}">
                  <a16:creationId xmlns:a16="http://schemas.microsoft.com/office/drawing/2014/main" id="{4010B90B-A262-4C85-9593-F73F4FFE0C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16038" y="3609976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4" name="Rectangle 67">
              <a:extLst>
                <a:ext uri="{FF2B5EF4-FFF2-40B4-BE49-F238E27FC236}">
                  <a16:creationId xmlns:a16="http://schemas.microsoft.com/office/drawing/2014/main" id="{A9C9A4D1-DFC9-428E-BF2F-FB06CAE347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16038" y="3533776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5" name="Rectangle 68">
              <a:extLst>
                <a:ext uri="{FF2B5EF4-FFF2-40B4-BE49-F238E27FC236}">
                  <a16:creationId xmlns:a16="http://schemas.microsoft.com/office/drawing/2014/main" id="{E6415FDD-C723-4F35-90EA-1E10C7CE4A5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292225" y="3433763"/>
              <a:ext cx="1905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6" name="Rectangle 69">
              <a:extLst>
                <a:ext uri="{FF2B5EF4-FFF2-40B4-BE49-F238E27FC236}">
                  <a16:creationId xmlns:a16="http://schemas.microsoft.com/office/drawing/2014/main" id="{2976233C-72FF-45A6-939A-95F85E2EB0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16038" y="3352801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7" name="Rectangle 70">
              <a:extLst>
                <a:ext uri="{FF2B5EF4-FFF2-40B4-BE49-F238E27FC236}">
                  <a16:creationId xmlns:a16="http://schemas.microsoft.com/office/drawing/2014/main" id="{5A10E0D5-85AB-4CD1-BF84-01E378A6FF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16038" y="3276601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8" name="Rectangle 71">
              <a:extLst>
                <a:ext uri="{FF2B5EF4-FFF2-40B4-BE49-F238E27FC236}">
                  <a16:creationId xmlns:a16="http://schemas.microsoft.com/office/drawing/2014/main" id="{C8AF9655-5050-4178-B9C7-B4DCBB47F3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30325" y="3214688"/>
              <a:ext cx="1143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223" name="Group 2222">
            <a:extLst>
              <a:ext uri="{FF2B5EF4-FFF2-40B4-BE49-F238E27FC236}">
                <a16:creationId xmlns:a16="http://schemas.microsoft.com/office/drawing/2014/main" id="{4652CE82-A266-4B0A-9401-C772635EB357}"/>
              </a:ext>
            </a:extLst>
          </p:cNvPr>
          <p:cNvGrpSpPr/>
          <p:nvPr/>
        </p:nvGrpSpPr>
        <p:grpSpPr>
          <a:xfrm>
            <a:off x="3660775" y="804863"/>
            <a:ext cx="2182813" cy="6048375"/>
            <a:chOff x="3660775" y="804863"/>
            <a:chExt cx="2182813" cy="6048375"/>
          </a:xfrm>
        </p:grpSpPr>
        <p:sp>
          <p:nvSpPr>
            <p:cNvPr id="2089" name="Rectangle 72">
              <a:extLst>
                <a:ext uri="{FF2B5EF4-FFF2-40B4-BE49-F238E27FC236}">
                  <a16:creationId xmlns:a16="http://schemas.microsoft.com/office/drawing/2014/main" id="{C488A35D-E141-4949-A083-3FD7BA9AE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995363"/>
              <a:ext cx="1735138" cy="54467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0" name="Rectangle 73">
              <a:extLst>
                <a:ext uri="{FF2B5EF4-FFF2-40B4-BE49-F238E27FC236}">
                  <a16:creationId xmlns:a16="http://schemas.microsoft.com/office/drawing/2014/main" id="{042795C1-3021-4EAB-A178-590B57BAB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325" y="804863"/>
              <a:ext cx="8001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N= 2 R= 64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2122" name="Picture 74">
              <a:extLst>
                <a:ext uri="{FF2B5EF4-FFF2-40B4-BE49-F238E27FC236}">
                  <a16:creationId xmlns:a16="http://schemas.microsoft.com/office/drawing/2014/main" id="{CE1BC838-27B6-4329-BE7D-7EEFA89AFD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8450" y="995363"/>
              <a:ext cx="1735138" cy="544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91" name="Line 75">
              <a:extLst>
                <a:ext uri="{FF2B5EF4-FFF2-40B4-BE49-F238E27FC236}">
                  <a16:creationId xmlns:a16="http://schemas.microsoft.com/office/drawing/2014/main" id="{710ED665-7B56-4965-BB34-8CDD6486D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450" y="6442076"/>
              <a:ext cx="173513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2" name="Line 76">
              <a:extLst>
                <a:ext uri="{FF2B5EF4-FFF2-40B4-BE49-F238E27FC236}">
                  <a16:creationId xmlns:a16="http://schemas.microsoft.com/office/drawing/2014/main" id="{4C0265F2-938A-4813-92DD-58E6766E4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450" y="995363"/>
              <a:ext cx="173513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3" name="Line 77">
              <a:extLst>
                <a:ext uri="{FF2B5EF4-FFF2-40B4-BE49-F238E27FC236}">
                  <a16:creationId xmlns:a16="http://schemas.microsoft.com/office/drawing/2014/main" id="{BA7923A6-E9BE-43E3-BABB-0D9F9DBD5F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576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4" name="Line 78">
              <a:extLst>
                <a:ext uri="{FF2B5EF4-FFF2-40B4-BE49-F238E27FC236}">
                  <a16:creationId xmlns:a16="http://schemas.microsoft.com/office/drawing/2014/main" id="{1E1C1B3D-98E9-4AEA-9A1B-12BE19495B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800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5" name="Line 79">
              <a:extLst>
                <a:ext uri="{FF2B5EF4-FFF2-40B4-BE49-F238E27FC236}">
                  <a16:creationId xmlns:a16="http://schemas.microsoft.com/office/drawing/2014/main" id="{FEA53938-475E-43B7-8DBE-0E86BC7645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1838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6" name="Line 80">
              <a:extLst>
                <a:ext uri="{FF2B5EF4-FFF2-40B4-BE49-F238E27FC236}">
                  <a16:creationId xmlns:a16="http://schemas.microsoft.com/office/drawing/2014/main" id="{B3718EEB-1E4E-406D-BB52-3CD57DAE88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646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7" name="Line 81">
              <a:extLst>
                <a:ext uri="{FF2B5EF4-FFF2-40B4-BE49-F238E27FC236}">
                  <a16:creationId xmlns:a16="http://schemas.microsoft.com/office/drawing/2014/main" id="{20A2A809-8FCD-4142-AE64-D163E0E69F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9500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8" name="Line 82">
              <a:extLst>
                <a:ext uri="{FF2B5EF4-FFF2-40B4-BE49-F238E27FC236}">
                  <a16:creationId xmlns:a16="http://schemas.microsoft.com/office/drawing/2014/main" id="{4E83300F-CA54-48C4-AEC0-62854667E6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62538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9" name="Line 83">
              <a:extLst>
                <a:ext uri="{FF2B5EF4-FFF2-40B4-BE49-F238E27FC236}">
                  <a16:creationId xmlns:a16="http://schemas.microsoft.com/office/drawing/2014/main" id="{46697191-515A-45D5-8DC2-A854445D7D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716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0" name="Line 84">
              <a:extLst>
                <a:ext uri="{FF2B5EF4-FFF2-40B4-BE49-F238E27FC236}">
                  <a16:creationId xmlns:a16="http://schemas.microsoft.com/office/drawing/2014/main" id="{EEB15F06-BEE8-4274-B5EE-E6EB0E1C5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0200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1" name="Line 85">
              <a:extLst>
                <a:ext uri="{FF2B5EF4-FFF2-40B4-BE49-F238E27FC236}">
                  <a16:creationId xmlns:a16="http://schemas.microsoft.com/office/drawing/2014/main" id="{15C3C6D6-F742-407B-8FBD-5664D407C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3238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2" name="Line 86">
              <a:extLst>
                <a:ext uri="{FF2B5EF4-FFF2-40B4-BE49-F238E27FC236}">
                  <a16:creationId xmlns:a16="http://schemas.microsoft.com/office/drawing/2014/main" id="{598D002A-2967-41FF-8780-49C172EBCD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5786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3" name="Line 87">
              <a:extLst>
                <a:ext uri="{FF2B5EF4-FFF2-40B4-BE49-F238E27FC236}">
                  <a16:creationId xmlns:a16="http://schemas.microsoft.com/office/drawing/2014/main" id="{74D76D69-5348-4DFD-A254-CD84CF620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76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4" name="Line 88">
              <a:extLst>
                <a:ext uri="{FF2B5EF4-FFF2-40B4-BE49-F238E27FC236}">
                  <a16:creationId xmlns:a16="http://schemas.microsoft.com/office/drawing/2014/main" id="{CE634E5B-9A12-4DC6-A08E-4983B9B56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800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5" name="Line 89">
              <a:extLst>
                <a:ext uri="{FF2B5EF4-FFF2-40B4-BE49-F238E27FC236}">
                  <a16:creationId xmlns:a16="http://schemas.microsoft.com/office/drawing/2014/main" id="{CD79923D-8C6A-4321-8EEA-0FA05D962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1838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6" name="Line 90">
              <a:extLst>
                <a:ext uri="{FF2B5EF4-FFF2-40B4-BE49-F238E27FC236}">
                  <a16:creationId xmlns:a16="http://schemas.microsoft.com/office/drawing/2014/main" id="{E01037BB-D2AF-4618-B8F5-B36B45D84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46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7" name="Line 91">
              <a:extLst>
                <a:ext uri="{FF2B5EF4-FFF2-40B4-BE49-F238E27FC236}">
                  <a16:creationId xmlns:a16="http://schemas.microsoft.com/office/drawing/2014/main" id="{BBAF9E6A-5BFC-487C-95AF-E253B5F33F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9500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8" name="Line 92">
              <a:extLst>
                <a:ext uri="{FF2B5EF4-FFF2-40B4-BE49-F238E27FC236}">
                  <a16:creationId xmlns:a16="http://schemas.microsoft.com/office/drawing/2014/main" id="{1C7177EB-601C-4239-90FD-60A5CE9F0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2538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9" name="Line 93">
              <a:extLst>
                <a:ext uri="{FF2B5EF4-FFF2-40B4-BE49-F238E27FC236}">
                  <a16:creationId xmlns:a16="http://schemas.microsoft.com/office/drawing/2014/main" id="{F43C5C95-25EE-4683-B7E8-B923A5FA9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716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0" name="Line 94">
              <a:extLst>
                <a:ext uri="{FF2B5EF4-FFF2-40B4-BE49-F238E27FC236}">
                  <a16:creationId xmlns:a16="http://schemas.microsoft.com/office/drawing/2014/main" id="{B55A1BD6-6B02-4C5D-A5A4-8626D428C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1" name="Line 95">
              <a:extLst>
                <a:ext uri="{FF2B5EF4-FFF2-40B4-BE49-F238E27FC236}">
                  <a16:creationId xmlns:a16="http://schemas.microsoft.com/office/drawing/2014/main" id="{F60B3AF6-6CA4-4BF7-8248-13EA6720D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3238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2" name="Line 96">
              <a:extLst>
                <a:ext uri="{FF2B5EF4-FFF2-40B4-BE49-F238E27FC236}">
                  <a16:creationId xmlns:a16="http://schemas.microsoft.com/office/drawing/2014/main" id="{5539C0C3-E747-4229-8A1D-4D7B35262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786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3" name="Rectangle 97">
              <a:extLst>
                <a:ext uri="{FF2B5EF4-FFF2-40B4-BE49-F238E27FC236}">
                  <a16:creationId xmlns:a16="http://schemas.microsoft.com/office/drawing/2014/main" id="{E082290A-C322-4EB7-AE2B-49E161101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075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14" name="Rectangle 98">
              <a:extLst>
                <a:ext uri="{FF2B5EF4-FFF2-40B4-BE49-F238E27FC236}">
                  <a16:creationId xmlns:a16="http://schemas.microsoft.com/office/drawing/2014/main" id="{4EE547DF-D936-4DEC-91EA-D07E7C067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525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15" name="Rectangle 99">
              <a:extLst>
                <a:ext uri="{FF2B5EF4-FFF2-40B4-BE49-F238E27FC236}">
                  <a16:creationId xmlns:a16="http://schemas.microsoft.com/office/drawing/2014/main" id="{29F8F3E3-A64E-4137-9656-DB87E51B6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025" y="650081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16" name="Rectangle 100">
              <a:extLst>
                <a:ext uri="{FF2B5EF4-FFF2-40B4-BE49-F238E27FC236}">
                  <a16:creationId xmlns:a16="http://schemas.microsoft.com/office/drawing/2014/main" id="{18686BD5-3EA6-4095-8825-B20D844CB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950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17" name="Rectangle 101">
              <a:extLst>
                <a:ext uri="{FF2B5EF4-FFF2-40B4-BE49-F238E27FC236}">
                  <a16:creationId xmlns:a16="http://schemas.microsoft.com/office/drawing/2014/main" id="{317CDDB4-56E1-4842-B6AE-126FBDB4A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400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18" name="Rectangle 102">
              <a:extLst>
                <a:ext uri="{FF2B5EF4-FFF2-40B4-BE49-F238E27FC236}">
                  <a16:creationId xmlns:a16="http://schemas.microsoft.com/office/drawing/2014/main" id="{DB33DB98-ED54-4018-8567-EE0467526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488" y="6500813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19" name="Rectangle 103">
              <a:extLst>
                <a:ext uri="{FF2B5EF4-FFF2-40B4-BE49-F238E27FC236}">
                  <a16:creationId xmlns:a16="http://schemas.microsoft.com/office/drawing/2014/main" id="{BAACC97C-A429-47A6-953F-DA7ADE898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5888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20" name="Rectangle 104">
              <a:extLst>
                <a:ext uri="{FF2B5EF4-FFF2-40B4-BE49-F238E27FC236}">
                  <a16:creationId xmlns:a16="http://schemas.microsoft.com/office/drawing/2014/main" id="{61C3617B-EEE0-4014-9043-10DD93652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650081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21" name="Rectangle 105">
              <a:extLst>
                <a:ext uri="{FF2B5EF4-FFF2-40B4-BE49-F238E27FC236}">
                  <a16:creationId xmlns:a16="http://schemas.microsoft.com/office/drawing/2014/main" id="{2BA4D2AA-F53C-4ED3-A4EE-62DB8A85F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8788" y="6500813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23" name="Rectangle 106">
              <a:extLst>
                <a:ext uri="{FF2B5EF4-FFF2-40B4-BE49-F238E27FC236}">
                  <a16:creationId xmlns:a16="http://schemas.microsoft.com/office/drawing/2014/main" id="{1ABF1D44-71D4-49B8-8279-D9EBEB7DE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9763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24" name="Rectangle 107">
              <a:extLst>
                <a:ext uri="{FF2B5EF4-FFF2-40B4-BE49-F238E27FC236}">
                  <a16:creationId xmlns:a16="http://schemas.microsoft.com/office/drawing/2014/main" id="{0CE19866-E067-4D6D-A290-D7EA2B1D1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3300" y="6672263"/>
              <a:ext cx="4191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25" name="Line 108">
              <a:extLst>
                <a:ext uri="{FF2B5EF4-FFF2-40B4-BE49-F238E27FC236}">
                  <a16:creationId xmlns:a16="http://schemas.microsoft.com/office/drawing/2014/main" id="{98009519-E06E-4846-A1B7-012198BCC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450" y="995363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6" name="Line 109">
              <a:extLst>
                <a:ext uri="{FF2B5EF4-FFF2-40B4-BE49-F238E27FC236}">
                  <a16:creationId xmlns:a16="http://schemas.microsoft.com/office/drawing/2014/main" id="{A686352B-D172-41A9-9661-50FBF7235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43588" y="995363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7" name="Line 110">
              <a:extLst>
                <a:ext uri="{FF2B5EF4-FFF2-40B4-BE49-F238E27FC236}">
                  <a16:creationId xmlns:a16="http://schemas.microsoft.com/office/drawing/2014/main" id="{6CDA51B2-619F-40CD-8335-0F3787218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450" y="1995488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8" name="Line 111">
              <a:extLst>
                <a:ext uri="{FF2B5EF4-FFF2-40B4-BE49-F238E27FC236}">
                  <a16:creationId xmlns:a16="http://schemas.microsoft.com/office/drawing/2014/main" id="{6F3C7BD5-9D65-4A3B-8FD2-0507EA5AB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450" y="3003551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9" name="Line 112">
              <a:extLst>
                <a:ext uri="{FF2B5EF4-FFF2-40B4-BE49-F238E27FC236}">
                  <a16:creationId xmlns:a16="http://schemas.microsoft.com/office/drawing/2014/main" id="{ED40A1DD-8F4E-43BE-A231-EC35AED74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450" y="401161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0" name="Line 113">
              <a:extLst>
                <a:ext uri="{FF2B5EF4-FFF2-40B4-BE49-F238E27FC236}">
                  <a16:creationId xmlns:a16="http://schemas.microsoft.com/office/drawing/2014/main" id="{4511DCE3-55C1-4B5C-B58D-F385BCCE8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450" y="502126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1" name="Line 114">
              <a:extLst>
                <a:ext uri="{FF2B5EF4-FFF2-40B4-BE49-F238E27FC236}">
                  <a16:creationId xmlns:a16="http://schemas.microsoft.com/office/drawing/2014/main" id="{1A03B82C-D46E-41DD-BFA3-B291B3122B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450" y="6029326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2" name="Line 115">
              <a:extLst>
                <a:ext uri="{FF2B5EF4-FFF2-40B4-BE49-F238E27FC236}">
                  <a16:creationId xmlns:a16="http://schemas.microsoft.com/office/drawing/2014/main" id="{3D79B2CC-78E7-4B5A-B78A-E4A4BE2BDE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89613" y="199548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3" name="Line 116">
              <a:extLst>
                <a:ext uri="{FF2B5EF4-FFF2-40B4-BE49-F238E27FC236}">
                  <a16:creationId xmlns:a16="http://schemas.microsoft.com/office/drawing/2014/main" id="{771DBC0F-5C53-4E29-8200-0ED8606DA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89613" y="300355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4" name="Line 117">
              <a:extLst>
                <a:ext uri="{FF2B5EF4-FFF2-40B4-BE49-F238E27FC236}">
                  <a16:creationId xmlns:a16="http://schemas.microsoft.com/office/drawing/2014/main" id="{C0AA2840-627F-4541-8001-D6B01AD3D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89613" y="401161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5" name="Line 118">
              <a:extLst>
                <a:ext uri="{FF2B5EF4-FFF2-40B4-BE49-F238E27FC236}">
                  <a16:creationId xmlns:a16="http://schemas.microsoft.com/office/drawing/2014/main" id="{F5FC1F33-71B6-4A38-B1F0-D475C82E49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89613" y="50212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6" name="Line 119">
              <a:extLst>
                <a:ext uri="{FF2B5EF4-FFF2-40B4-BE49-F238E27FC236}">
                  <a16:creationId xmlns:a16="http://schemas.microsoft.com/office/drawing/2014/main" id="{F378EEE7-FFF9-4D3C-BCDC-6D97703CC4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89613" y="6029326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7" name="Rectangle 120">
              <a:extLst>
                <a:ext uri="{FF2B5EF4-FFF2-40B4-BE49-F238E27FC236}">
                  <a16:creationId xmlns:a16="http://schemas.microsoft.com/office/drawing/2014/main" id="{EB92E39D-2977-4B40-8258-13B9B4B53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950" y="1930401"/>
              <a:ext cx="1905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38" name="Rectangle 121">
              <a:extLst>
                <a:ext uri="{FF2B5EF4-FFF2-40B4-BE49-F238E27FC236}">
                  <a16:creationId xmlns:a16="http://schemas.microsoft.com/office/drawing/2014/main" id="{77ADE625-8448-4725-BFF6-716F12D61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2932113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39" name="Rectangle 122">
              <a:extLst>
                <a:ext uri="{FF2B5EF4-FFF2-40B4-BE49-F238E27FC236}">
                  <a16:creationId xmlns:a16="http://schemas.microsoft.com/office/drawing/2014/main" id="{3BB0E76A-75FB-4057-AFBA-E6B785149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3943351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150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40" name="Rectangle 123">
              <a:extLst>
                <a:ext uri="{FF2B5EF4-FFF2-40B4-BE49-F238E27FC236}">
                  <a16:creationId xmlns:a16="http://schemas.microsoft.com/office/drawing/2014/main" id="{A75D3700-9836-429C-85A1-AF1BDC50B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4954588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41" name="Rectangle 124">
              <a:extLst>
                <a:ext uri="{FF2B5EF4-FFF2-40B4-BE49-F238E27FC236}">
                  <a16:creationId xmlns:a16="http://schemas.microsoft.com/office/drawing/2014/main" id="{D2B0463F-314E-46CB-95EF-E47FBD7AD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5965826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250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42" name="Rectangle 125">
              <a:extLst>
                <a:ext uri="{FF2B5EF4-FFF2-40B4-BE49-F238E27FC236}">
                  <a16:creationId xmlns:a16="http://schemas.microsoft.com/office/drawing/2014/main" id="{8E5D5D6A-8A72-4B88-90B1-7528CFF576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79825" y="39608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43" name="Rectangle 126">
              <a:extLst>
                <a:ext uri="{FF2B5EF4-FFF2-40B4-BE49-F238E27FC236}">
                  <a16:creationId xmlns:a16="http://schemas.microsoft.com/office/drawing/2014/main" id="{2A10B2EC-E827-4EE0-AE3F-663F62D614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79825" y="38846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44" name="Rectangle 127">
              <a:extLst>
                <a:ext uri="{FF2B5EF4-FFF2-40B4-BE49-F238E27FC236}">
                  <a16:creationId xmlns:a16="http://schemas.microsoft.com/office/drawing/2014/main" id="{A963B001-1712-49FD-B199-3919A65BAF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98875" y="3827463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45" name="Rectangle 128">
              <a:extLst>
                <a:ext uri="{FF2B5EF4-FFF2-40B4-BE49-F238E27FC236}">
                  <a16:creationId xmlns:a16="http://schemas.microsoft.com/office/drawing/2014/main" id="{EF85BACA-2A28-4042-9C02-748DDF9AF1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84588" y="3775076"/>
              <a:ext cx="13335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46" name="Rectangle 129">
              <a:extLst>
                <a:ext uri="{FF2B5EF4-FFF2-40B4-BE49-F238E27FC236}">
                  <a16:creationId xmlns:a16="http://schemas.microsoft.com/office/drawing/2014/main" id="{BDB6AE90-94DE-4EF2-A846-037C964B33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79825" y="370363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47" name="Rectangle 130">
              <a:extLst>
                <a:ext uri="{FF2B5EF4-FFF2-40B4-BE49-F238E27FC236}">
                  <a16:creationId xmlns:a16="http://schemas.microsoft.com/office/drawing/2014/main" id="{C194543B-AA02-4DC9-93D3-00D29AE510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98875" y="3646488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48" name="Rectangle 131">
              <a:extLst>
                <a:ext uri="{FF2B5EF4-FFF2-40B4-BE49-F238E27FC236}">
                  <a16:creationId xmlns:a16="http://schemas.microsoft.com/office/drawing/2014/main" id="{A1CB3969-03A0-4F39-8DA2-FE4F4977E8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79825" y="360838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49" name="Rectangle 132">
              <a:extLst>
                <a:ext uri="{FF2B5EF4-FFF2-40B4-BE49-F238E27FC236}">
                  <a16:creationId xmlns:a16="http://schemas.microsoft.com/office/drawing/2014/main" id="{BDBF6E29-1137-4944-9414-3871F324EC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79825" y="353218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0" name="Rectangle 133">
              <a:extLst>
                <a:ext uri="{FF2B5EF4-FFF2-40B4-BE49-F238E27FC236}">
                  <a16:creationId xmlns:a16="http://schemas.microsoft.com/office/drawing/2014/main" id="{E5809C50-7E84-4D54-9A25-E2E66EEF71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56013" y="3432176"/>
              <a:ext cx="1905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1" name="Rectangle 134">
              <a:extLst>
                <a:ext uri="{FF2B5EF4-FFF2-40B4-BE49-F238E27FC236}">
                  <a16:creationId xmlns:a16="http://schemas.microsoft.com/office/drawing/2014/main" id="{4167E46D-1EF1-4B12-8D7F-063FF599E6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79825" y="33512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2" name="Rectangle 135">
              <a:extLst>
                <a:ext uri="{FF2B5EF4-FFF2-40B4-BE49-F238E27FC236}">
                  <a16:creationId xmlns:a16="http://schemas.microsoft.com/office/drawing/2014/main" id="{BBFA5325-B2E3-407F-ACA2-1749B695CD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79825" y="32750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3" name="Rectangle 136">
              <a:extLst>
                <a:ext uri="{FF2B5EF4-FFF2-40B4-BE49-F238E27FC236}">
                  <a16:creationId xmlns:a16="http://schemas.microsoft.com/office/drawing/2014/main" id="{08AD3A9B-7D94-4123-B31F-6EFAACC1E8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94113" y="3213101"/>
              <a:ext cx="1143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224" name="Group 2223">
            <a:extLst>
              <a:ext uri="{FF2B5EF4-FFF2-40B4-BE49-F238E27FC236}">
                <a16:creationId xmlns:a16="http://schemas.microsoft.com/office/drawing/2014/main" id="{C49546C8-8EB6-4ACF-9B46-894BBF1C3166}"/>
              </a:ext>
            </a:extLst>
          </p:cNvPr>
          <p:cNvGrpSpPr/>
          <p:nvPr/>
        </p:nvGrpSpPr>
        <p:grpSpPr>
          <a:xfrm>
            <a:off x="5948362" y="804863"/>
            <a:ext cx="2259014" cy="6048375"/>
            <a:chOff x="5948362" y="804863"/>
            <a:chExt cx="2259014" cy="6048375"/>
          </a:xfrm>
        </p:grpSpPr>
        <p:sp>
          <p:nvSpPr>
            <p:cNvPr id="2154" name="Rectangle 137">
              <a:extLst>
                <a:ext uri="{FF2B5EF4-FFF2-40B4-BE49-F238E27FC236}">
                  <a16:creationId xmlns:a16="http://schemas.microsoft.com/office/drawing/2014/main" id="{BA8D1BCB-04B4-4950-B289-E39992965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2713" y="995363"/>
              <a:ext cx="1744663" cy="54467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5" name="Rectangle 138">
              <a:extLst>
                <a:ext uri="{FF2B5EF4-FFF2-40B4-BE49-F238E27FC236}">
                  <a16:creationId xmlns:a16="http://schemas.microsoft.com/office/drawing/2014/main" id="{B5A28B71-810E-4A4F-A52A-CDF61EEB2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7700" y="804863"/>
              <a:ext cx="8001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N= 1 R= 64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2187" name="Picture 139">
              <a:extLst>
                <a:ext uri="{FF2B5EF4-FFF2-40B4-BE49-F238E27FC236}">
                  <a16:creationId xmlns:a16="http://schemas.microsoft.com/office/drawing/2014/main" id="{938F387D-778E-4DD7-9045-0BD0E1D50C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2713" y="995363"/>
              <a:ext cx="1744663" cy="544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" name="Line 140">
              <a:extLst>
                <a:ext uri="{FF2B5EF4-FFF2-40B4-BE49-F238E27FC236}">
                  <a16:creationId xmlns:a16="http://schemas.microsoft.com/office/drawing/2014/main" id="{7753B42E-522B-4F79-BF50-8360587F4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6442076"/>
              <a:ext cx="17446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7" name="Line 141">
              <a:extLst>
                <a:ext uri="{FF2B5EF4-FFF2-40B4-BE49-F238E27FC236}">
                  <a16:creationId xmlns:a16="http://schemas.microsoft.com/office/drawing/2014/main" id="{D86A00B5-8ABA-4C35-91C3-97347E868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995363"/>
              <a:ext cx="17446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8" name="Line 142">
              <a:extLst>
                <a:ext uri="{FF2B5EF4-FFF2-40B4-BE49-F238E27FC236}">
                  <a16:creationId xmlns:a16="http://schemas.microsoft.com/office/drawing/2014/main" id="{86A5C52A-ED31-4274-8775-7BAAD1AD0C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50025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9" name="Line 143">
              <a:extLst>
                <a:ext uri="{FF2B5EF4-FFF2-40B4-BE49-F238E27FC236}">
                  <a16:creationId xmlns:a16="http://schemas.microsoft.com/office/drawing/2014/main" id="{C959CC6A-FB92-4F9D-B310-00B95541D6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4650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0" name="Line 144">
              <a:extLst>
                <a:ext uri="{FF2B5EF4-FFF2-40B4-BE49-F238E27FC236}">
                  <a16:creationId xmlns:a16="http://schemas.microsoft.com/office/drawing/2014/main" id="{5ED050E3-28C8-49A5-A731-A37B745F24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99275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1" name="Line 145">
              <a:extLst>
                <a:ext uri="{FF2B5EF4-FFF2-40B4-BE49-F238E27FC236}">
                  <a16:creationId xmlns:a16="http://schemas.microsoft.com/office/drawing/2014/main" id="{1A722BD4-72BD-4DA9-8D5F-35CD0C516A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73900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2" name="Line 146">
              <a:extLst>
                <a:ext uri="{FF2B5EF4-FFF2-40B4-BE49-F238E27FC236}">
                  <a16:creationId xmlns:a16="http://schemas.microsoft.com/office/drawing/2014/main" id="{04F53F2F-139B-473F-B961-A7150A158C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48525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3" name="Line 147">
              <a:extLst>
                <a:ext uri="{FF2B5EF4-FFF2-40B4-BE49-F238E27FC236}">
                  <a16:creationId xmlns:a16="http://schemas.microsoft.com/office/drawing/2014/main" id="{86F8A8DF-940A-4D51-A25E-EB1F182D3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23150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4" name="Line 148">
              <a:extLst>
                <a:ext uri="{FF2B5EF4-FFF2-40B4-BE49-F238E27FC236}">
                  <a16:creationId xmlns:a16="http://schemas.microsoft.com/office/drawing/2014/main" id="{B424D2F6-F6EC-4D53-8641-9B72A51FF4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97775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5" name="Line 149">
              <a:extLst>
                <a:ext uri="{FF2B5EF4-FFF2-40B4-BE49-F238E27FC236}">
                  <a16:creationId xmlns:a16="http://schemas.microsoft.com/office/drawing/2014/main" id="{7A402EB4-DC0F-4B69-AD83-F3B023C570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72400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6" name="Line 150">
              <a:extLst>
                <a:ext uri="{FF2B5EF4-FFF2-40B4-BE49-F238E27FC236}">
                  <a16:creationId xmlns:a16="http://schemas.microsoft.com/office/drawing/2014/main" id="{52011293-533F-465E-8ADC-7E097B4E84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45438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7" name="Line 151">
              <a:extLst>
                <a:ext uri="{FF2B5EF4-FFF2-40B4-BE49-F238E27FC236}">
                  <a16:creationId xmlns:a16="http://schemas.microsoft.com/office/drawing/2014/main" id="{71AA4CCE-CE20-4EA7-8434-FAE958DA2A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2006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8" name="Line 152">
              <a:extLst>
                <a:ext uri="{FF2B5EF4-FFF2-40B4-BE49-F238E27FC236}">
                  <a16:creationId xmlns:a16="http://schemas.microsoft.com/office/drawing/2014/main" id="{C9BCE011-4FEC-4833-8A38-BCB20EDEE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0025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9" name="Line 153">
              <a:extLst>
                <a:ext uri="{FF2B5EF4-FFF2-40B4-BE49-F238E27FC236}">
                  <a16:creationId xmlns:a16="http://schemas.microsoft.com/office/drawing/2014/main" id="{15CC5B48-A37F-4350-93BF-ADF681F1E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4650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0" name="Line 154">
              <a:extLst>
                <a:ext uri="{FF2B5EF4-FFF2-40B4-BE49-F238E27FC236}">
                  <a16:creationId xmlns:a16="http://schemas.microsoft.com/office/drawing/2014/main" id="{8345EBC8-DB0F-4FC9-A178-884AD3B98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9275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1" name="Line 155">
              <a:extLst>
                <a:ext uri="{FF2B5EF4-FFF2-40B4-BE49-F238E27FC236}">
                  <a16:creationId xmlns:a16="http://schemas.microsoft.com/office/drawing/2014/main" id="{BED9850D-3CE3-4BC3-A662-FF334EBC4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3900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2" name="Line 156">
              <a:extLst>
                <a:ext uri="{FF2B5EF4-FFF2-40B4-BE49-F238E27FC236}">
                  <a16:creationId xmlns:a16="http://schemas.microsoft.com/office/drawing/2014/main" id="{D9C6DC70-30B3-4D22-8562-004B07F1E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8525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3" name="Line 157">
              <a:extLst>
                <a:ext uri="{FF2B5EF4-FFF2-40B4-BE49-F238E27FC236}">
                  <a16:creationId xmlns:a16="http://schemas.microsoft.com/office/drawing/2014/main" id="{56F1EE4C-91F9-4910-9001-E73724B2D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3150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4" name="Line 158">
              <a:extLst>
                <a:ext uri="{FF2B5EF4-FFF2-40B4-BE49-F238E27FC236}">
                  <a16:creationId xmlns:a16="http://schemas.microsoft.com/office/drawing/2014/main" id="{798F82D3-9466-4CF3-9FEB-56AD0E0D6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7775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5" name="Line 159">
              <a:extLst>
                <a:ext uri="{FF2B5EF4-FFF2-40B4-BE49-F238E27FC236}">
                  <a16:creationId xmlns:a16="http://schemas.microsoft.com/office/drawing/2014/main" id="{BEB547CC-6AD3-4181-9037-063355DE5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2400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6" name="Line 160">
              <a:extLst>
                <a:ext uri="{FF2B5EF4-FFF2-40B4-BE49-F238E27FC236}">
                  <a16:creationId xmlns:a16="http://schemas.microsoft.com/office/drawing/2014/main" id="{1A51F492-3755-40C1-B359-F88F2A594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5438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7" name="Line 161">
              <a:extLst>
                <a:ext uri="{FF2B5EF4-FFF2-40B4-BE49-F238E27FC236}">
                  <a16:creationId xmlns:a16="http://schemas.microsoft.com/office/drawing/2014/main" id="{5238A0A4-3FBD-4910-BB57-FB59EE2E5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006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8" name="Rectangle 162">
              <a:extLst>
                <a:ext uri="{FF2B5EF4-FFF2-40B4-BE49-F238E27FC236}">
                  <a16:creationId xmlns:a16="http://schemas.microsoft.com/office/drawing/2014/main" id="{1970BE31-4E73-447D-AF4A-A7E7BDFBC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0338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79" name="Rectangle 163">
              <a:extLst>
                <a:ext uri="{FF2B5EF4-FFF2-40B4-BE49-F238E27FC236}">
                  <a16:creationId xmlns:a16="http://schemas.microsoft.com/office/drawing/2014/main" id="{AB6B730A-06B8-4770-8796-EF1CA7C3F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1788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80" name="Rectangle 164">
              <a:extLst>
                <a:ext uri="{FF2B5EF4-FFF2-40B4-BE49-F238E27FC236}">
                  <a16:creationId xmlns:a16="http://schemas.microsoft.com/office/drawing/2014/main" id="{41DF8206-354F-41E4-BD99-4A85E57B1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3875" y="650081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81" name="Rectangle 165">
              <a:extLst>
                <a:ext uri="{FF2B5EF4-FFF2-40B4-BE49-F238E27FC236}">
                  <a16:creationId xmlns:a16="http://schemas.microsoft.com/office/drawing/2014/main" id="{AE596F89-DC0B-4914-BBE9-8ECB59D18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5800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82" name="Rectangle 166">
              <a:extLst>
                <a:ext uri="{FF2B5EF4-FFF2-40B4-BE49-F238E27FC236}">
                  <a16:creationId xmlns:a16="http://schemas.microsoft.com/office/drawing/2014/main" id="{3A10EF9F-62F1-424B-9115-48BAD03BF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7250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83" name="Rectangle 167">
              <a:extLst>
                <a:ext uri="{FF2B5EF4-FFF2-40B4-BE49-F238E27FC236}">
                  <a16:creationId xmlns:a16="http://schemas.microsoft.com/office/drawing/2014/main" id="{AD43516A-C630-4272-97F4-7C0BEA5CA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7275" y="6500813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84" name="Rectangle 168">
              <a:extLst>
                <a:ext uri="{FF2B5EF4-FFF2-40B4-BE49-F238E27FC236}">
                  <a16:creationId xmlns:a16="http://schemas.microsoft.com/office/drawing/2014/main" id="{24F223FC-F729-42C4-A440-9ACD6F133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9675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85" name="Rectangle 169">
              <a:extLst>
                <a:ext uri="{FF2B5EF4-FFF2-40B4-BE49-F238E27FC236}">
                  <a16:creationId xmlns:a16="http://schemas.microsoft.com/office/drawing/2014/main" id="{0DE4A78E-461A-441D-BB7B-58046E61B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0650" y="650081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86" name="Rectangle 170">
              <a:extLst>
                <a:ext uri="{FF2B5EF4-FFF2-40B4-BE49-F238E27FC236}">
                  <a16:creationId xmlns:a16="http://schemas.microsoft.com/office/drawing/2014/main" id="{CDDD4FC2-2CC8-4C87-9408-EE8472780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2575" y="6500813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88" name="Rectangle 171">
              <a:extLst>
                <a:ext uri="{FF2B5EF4-FFF2-40B4-BE49-F238E27FC236}">
                  <a16:creationId xmlns:a16="http://schemas.microsoft.com/office/drawing/2014/main" id="{05ADAB41-0D0F-4C9B-8D44-878A29080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3550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89" name="Rectangle 172">
              <a:extLst>
                <a:ext uri="{FF2B5EF4-FFF2-40B4-BE49-F238E27FC236}">
                  <a16:creationId xmlns:a16="http://schemas.microsoft.com/office/drawing/2014/main" id="{3C28FC91-BD04-4BE0-8150-8F83CB088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8675" y="6672263"/>
              <a:ext cx="4191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90" name="Line 173">
              <a:extLst>
                <a:ext uri="{FF2B5EF4-FFF2-40B4-BE49-F238E27FC236}">
                  <a16:creationId xmlns:a16="http://schemas.microsoft.com/office/drawing/2014/main" id="{4191AF56-0EC8-47E4-81D6-F02E7DCAC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995363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1" name="Line 174">
              <a:extLst>
                <a:ext uri="{FF2B5EF4-FFF2-40B4-BE49-F238E27FC236}">
                  <a16:creationId xmlns:a16="http://schemas.microsoft.com/office/drawing/2014/main" id="{9CB7FC22-7AC8-4026-92D9-76C15C9BA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07375" y="995363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2" name="Line 175">
              <a:extLst>
                <a:ext uri="{FF2B5EF4-FFF2-40B4-BE49-F238E27FC236}">
                  <a16:creationId xmlns:a16="http://schemas.microsoft.com/office/drawing/2014/main" id="{6370E31F-CF39-4A01-8446-85F4C0315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1498601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3" name="Line 176">
              <a:extLst>
                <a:ext uri="{FF2B5EF4-FFF2-40B4-BE49-F238E27FC236}">
                  <a16:creationId xmlns:a16="http://schemas.microsoft.com/office/drawing/2014/main" id="{1F2D8146-D2FE-4F7A-9E29-168957AEE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2001838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4" name="Line 177">
              <a:extLst>
                <a:ext uri="{FF2B5EF4-FFF2-40B4-BE49-F238E27FC236}">
                  <a16:creationId xmlns:a16="http://schemas.microsoft.com/office/drawing/2014/main" id="{CCACBF74-507F-43DC-B0FE-184FB62A3D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250666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5" name="Line 178">
              <a:extLst>
                <a:ext uri="{FF2B5EF4-FFF2-40B4-BE49-F238E27FC236}">
                  <a16:creationId xmlns:a16="http://schemas.microsoft.com/office/drawing/2014/main" id="{342BF85D-A4F7-4030-8C35-37B1C2865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3011488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6" name="Line 179">
              <a:extLst>
                <a:ext uri="{FF2B5EF4-FFF2-40B4-BE49-F238E27FC236}">
                  <a16:creationId xmlns:a16="http://schemas.microsoft.com/office/drawing/2014/main" id="{31AF2003-E6CA-43D0-A017-A04305FF3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3514726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7" name="Line 180">
              <a:extLst>
                <a:ext uri="{FF2B5EF4-FFF2-40B4-BE49-F238E27FC236}">
                  <a16:creationId xmlns:a16="http://schemas.microsoft.com/office/drawing/2014/main" id="{A612D217-5BCB-4BAB-ABCC-1AC1C814E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4019551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8" name="Line 181">
              <a:extLst>
                <a:ext uri="{FF2B5EF4-FFF2-40B4-BE49-F238E27FC236}">
                  <a16:creationId xmlns:a16="http://schemas.microsoft.com/office/drawing/2014/main" id="{957633D8-2740-479D-A3D0-AC2D98F66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4524376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9" name="Line 182">
              <a:extLst>
                <a:ext uri="{FF2B5EF4-FFF2-40B4-BE49-F238E27FC236}">
                  <a16:creationId xmlns:a16="http://schemas.microsoft.com/office/drawing/2014/main" id="{010845DC-E9F1-4DDA-BF28-762DA141F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5029201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0" name="Line 183">
              <a:extLst>
                <a:ext uri="{FF2B5EF4-FFF2-40B4-BE49-F238E27FC236}">
                  <a16:creationId xmlns:a16="http://schemas.microsoft.com/office/drawing/2014/main" id="{3BD968BC-CDA5-48AF-A9B7-DC07BB9C6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5532438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1" name="Line 184">
              <a:extLst>
                <a:ext uri="{FF2B5EF4-FFF2-40B4-BE49-F238E27FC236}">
                  <a16:creationId xmlns:a16="http://schemas.microsoft.com/office/drawing/2014/main" id="{4FD90AD2-0339-467A-B9CA-5AF6ADB5A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603726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2" name="Line 185">
              <a:extLst>
                <a:ext uri="{FF2B5EF4-FFF2-40B4-BE49-F238E27FC236}">
                  <a16:creationId xmlns:a16="http://schemas.microsoft.com/office/drawing/2014/main" id="{4A1C2AE7-B6FA-43FD-B0F6-730D48499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3400" y="149860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3" name="Line 186">
              <a:extLst>
                <a:ext uri="{FF2B5EF4-FFF2-40B4-BE49-F238E27FC236}">
                  <a16:creationId xmlns:a16="http://schemas.microsoft.com/office/drawing/2014/main" id="{41F331DF-73B1-4D1D-9C05-7816286A3F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3400" y="20018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4" name="Line 187">
              <a:extLst>
                <a:ext uri="{FF2B5EF4-FFF2-40B4-BE49-F238E27FC236}">
                  <a16:creationId xmlns:a16="http://schemas.microsoft.com/office/drawing/2014/main" id="{E6672DEA-61D7-47E0-9FCB-DD763A0D58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3400" y="25066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5" name="Line 188">
              <a:extLst>
                <a:ext uri="{FF2B5EF4-FFF2-40B4-BE49-F238E27FC236}">
                  <a16:creationId xmlns:a16="http://schemas.microsoft.com/office/drawing/2014/main" id="{E3887480-2076-472C-8347-5B1EE76686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3400" y="301148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6" name="Line 189">
              <a:extLst>
                <a:ext uri="{FF2B5EF4-FFF2-40B4-BE49-F238E27FC236}">
                  <a16:creationId xmlns:a16="http://schemas.microsoft.com/office/drawing/2014/main" id="{9FDF8530-028E-40D7-9698-6AAABF8896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3400" y="3514726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7" name="Line 190">
              <a:extLst>
                <a:ext uri="{FF2B5EF4-FFF2-40B4-BE49-F238E27FC236}">
                  <a16:creationId xmlns:a16="http://schemas.microsoft.com/office/drawing/2014/main" id="{31D18501-BC3B-44B8-B616-F9BA8C3EB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3400" y="401955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8" name="Line 191">
              <a:extLst>
                <a:ext uri="{FF2B5EF4-FFF2-40B4-BE49-F238E27FC236}">
                  <a16:creationId xmlns:a16="http://schemas.microsoft.com/office/drawing/2014/main" id="{45D790B0-6B3E-4286-B61B-CF3600D4B0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3400" y="4524376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9" name="Line 192">
              <a:extLst>
                <a:ext uri="{FF2B5EF4-FFF2-40B4-BE49-F238E27FC236}">
                  <a16:creationId xmlns:a16="http://schemas.microsoft.com/office/drawing/2014/main" id="{216DC54D-C0F4-4628-B1DD-B0CE1EAF97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3400" y="502920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0" name="Line 193">
              <a:extLst>
                <a:ext uri="{FF2B5EF4-FFF2-40B4-BE49-F238E27FC236}">
                  <a16:creationId xmlns:a16="http://schemas.microsoft.com/office/drawing/2014/main" id="{DB2999DB-3275-46F7-8465-6BDCEE1E63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3400" y="55324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1" name="Line 194">
              <a:extLst>
                <a:ext uri="{FF2B5EF4-FFF2-40B4-BE49-F238E27FC236}">
                  <a16:creationId xmlns:a16="http://schemas.microsoft.com/office/drawing/2014/main" id="{6B3EAA61-E5A4-4C67-A134-BE6A3D8E7A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3400" y="60372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2" name="Rectangle 195">
              <a:extLst>
                <a:ext uri="{FF2B5EF4-FFF2-40B4-BE49-F238E27FC236}">
                  <a16:creationId xmlns:a16="http://schemas.microsoft.com/office/drawing/2014/main" id="{4534FF76-0E8B-4F5D-9E6F-B1865EB57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8" y="1435101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13" name="Rectangle 196">
              <a:extLst>
                <a:ext uri="{FF2B5EF4-FFF2-40B4-BE49-F238E27FC236}">
                  <a16:creationId xmlns:a16="http://schemas.microsoft.com/office/drawing/2014/main" id="{9F935485-018B-4EDC-805C-3DF1AB7E0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8" y="1930401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14" name="Rectangle 197">
              <a:extLst>
                <a:ext uri="{FF2B5EF4-FFF2-40B4-BE49-F238E27FC236}">
                  <a16:creationId xmlns:a16="http://schemas.microsoft.com/office/drawing/2014/main" id="{FD11A727-11C7-4196-866E-352F97257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8" y="2436813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15" name="Rectangle 198">
              <a:extLst>
                <a:ext uri="{FF2B5EF4-FFF2-40B4-BE49-F238E27FC236}">
                  <a16:creationId xmlns:a16="http://schemas.microsoft.com/office/drawing/2014/main" id="{28AAD499-4FFF-42CF-87FC-9BF2A9DD3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8" y="2941638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16" name="Rectangle 199">
              <a:extLst>
                <a:ext uri="{FF2B5EF4-FFF2-40B4-BE49-F238E27FC236}">
                  <a16:creationId xmlns:a16="http://schemas.microsoft.com/office/drawing/2014/main" id="{7562D364-A9F0-4FEF-892D-1B0903816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8" y="3448051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17" name="Rectangle 200">
              <a:extLst>
                <a:ext uri="{FF2B5EF4-FFF2-40B4-BE49-F238E27FC236}">
                  <a16:creationId xmlns:a16="http://schemas.microsoft.com/office/drawing/2014/main" id="{E91298EA-E79D-4D65-B03B-057607730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8" y="3952876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18" name="Rectangle 201">
              <a:extLst>
                <a:ext uri="{FF2B5EF4-FFF2-40B4-BE49-F238E27FC236}">
                  <a16:creationId xmlns:a16="http://schemas.microsoft.com/office/drawing/2014/main" id="{5AA85DAF-6DB9-4BF1-97DE-3E13CE721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8" y="4459288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700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19" name="Rectangle 202">
              <a:extLst>
                <a:ext uri="{FF2B5EF4-FFF2-40B4-BE49-F238E27FC236}">
                  <a16:creationId xmlns:a16="http://schemas.microsoft.com/office/drawing/2014/main" id="{91CBD44D-06B2-4CBA-9D3F-B8D9D4E25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8" y="4964113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800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20" name="Rectangle 203">
              <a:extLst>
                <a:ext uri="{FF2B5EF4-FFF2-40B4-BE49-F238E27FC236}">
                  <a16:creationId xmlns:a16="http://schemas.microsoft.com/office/drawing/2014/main" id="{21315F24-3465-4A1A-8079-102534405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8" y="5470526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900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21" name="Rectangle 204">
              <a:extLst>
                <a:ext uri="{FF2B5EF4-FFF2-40B4-BE49-F238E27FC236}">
                  <a16:creationId xmlns:a16="http://schemas.microsoft.com/office/drawing/2014/main" id="{84226652-288A-44D6-9E85-475339CD2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3" y="5965826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206">
              <a:extLst>
                <a:ext uri="{FF2B5EF4-FFF2-40B4-BE49-F238E27FC236}">
                  <a16:creationId xmlns:a16="http://schemas.microsoft.com/office/drawing/2014/main" id="{2E66CD76-CD2A-4A5E-AC95-C400AEA6CC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67413" y="39608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207">
              <a:extLst>
                <a:ext uri="{FF2B5EF4-FFF2-40B4-BE49-F238E27FC236}">
                  <a16:creationId xmlns:a16="http://schemas.microsoft.com/office/drawing/2014/main" id="{249FF55E-EB2C-4AC9-AF03-7B190ED23F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67413" y="38846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208">
              <a:extLst>
                <a:ext uri="{FF2B5EF4-FFF2-40B4-BE49-F238E27FC236}">
                  <a16:creationId xmlns:a16="http://schemas.microsoft.com/office/drawing/2014/main" id="{D5F5772B-3611-474B-BE82-4A11B0BDC9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86463" y="3827463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209">
              <a:extLst>
                <a:ext uri="{FF2B5EF4-FFF2-40B4-BE49-F238E27FC236}">
                  <a16:creationId xmlns:a16="http://schemas.microsoft.com/office/drawing/2014/main" id="{9A638842-7F51-4F5A-B5C5-C5B5AE1D30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72175" y="3775076"/>
              <a:ext cx="13335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210">
              <a:extLst>
                <a:ext uri="{FF2B5EF4-FFF2-40B4-BE49-F238E27FC236}">
                  <a16:creationId xmlns:a16="http://schemas.microsoft.com/office/drawing/2014/main" id="{33FEFF41-D7F6-4377-86E9-BBE5E26EC3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67413" y="370363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211">
              <a:extLst>
                <a:ext uri="{FF2B5EF4-FFF2-40B4-BE49-F238E27FC236}">
                  <a16:creationId xmlns:a16="http://schemas.microsoft.com/office/drawing/2014/main" id="{18D62ABA-071C-4E94-898F-8C2BCAFF58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86463" y="3646488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212">
              <a:extLst>
                <a:ext uri="{FF2B5EF4-FFF2-40B4-BE49-F238E27FC236}">
                  <a16:creationId xmlns:a16="http://schemas.microsoft.com/office/drawing/2014/main" id="{FE8A15AF-BD84-4E25-AE20-73461C2F5F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67413" y="360838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213">
              <a:extLst>
                <a:ext uri="{FF2B5EF4-FFF2-40B4-BE49-F238E27FC236}">
                  <a16:creationId xmlns:a16="http://schemas.microsoft.com/office/drawing/2014/main" id="{70615BF9-1E10-4B8D-81C9-6B60CE35BC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67413" y="3532188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214">
              <a:extLst>
                <a:ext uri="{FF2B5EF4-FFF2-40B4-BE49-F238E27FC236}">
                  <a16:creationId xmlns:a16="http://schemas.microsoft.com/office/drawing/2014/main" id="{AA6512BA-EE31-4D22-BEFE-27D65AD5C4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43600" y="3432176"/>
              <a:ext cx="1905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215">
              <a:extLst>
                <a:ext uri="{FF2B5EF4-FFF2-40B4-BE49-F238E27FC236}">
                  <a16:creationId xmlns:a16="http://schemas.microsoft.com/office/drawing/2014/main" id="{963D3529-EBDF-4A0A-811B-F91974309A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67413" y="33512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216">
              <a:extLst>
                <a:ext uri="{FF2B5EF4-FFF2-40B4-BE49-F238E27FC236}">
                  <a16:creationId xmlns:a16="http://schemas.microsoft.com/office/drawing/2014/main" id="{12FE68ED-8335-42E8-813D-C20FD3DD2A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67413" y="3275013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217">
              <a:extLst>
                <a:ext uri="{FF2B5EF4-FFF2-40B4-BE49-F238E27FC236}">
                  <a16:creationId xmlns:a16="http://schemas.microsoft.com/office/drawing/2014/main" id="{6147C5D3-AFDB-44F6-A419-5DE2970D73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81700" y="3213101"/>
              <a:ext cx="1143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225" name="Group 2224">
            <a:extLst>
              <a:ext uri="{FF2B5EF4-FFF2-40B4-BE49-F238E27FC236}">
                <a16:creationId xmlns:a16="http://schemas.microsoft.com/office/drawing/2014/main" id="{C09B3C48-9E95-4527-8837-9DFB5276E024}"/>
              </a:ext>
            </a:extLst>
          </p:cNvPr>
          <p:cNvGrpSpPr/>
          <p:nvPr/>
        </p:nvGrpSpPr>
        <p:grpSpPr>
          <a:xfrm>
            <a:off x="8302625" y="804863"/>
            <a:ext cx="2259013" cy="6048375"/>
            <a:chOff x="8302625" y="804863"/>
            <a:chExt cx="2259013" cy="6048375"/>
          </a:xfrm>
        </p:grpSpPr>
        <p:sp>
          <p:nvSpPr>
            <p:cNvPr id="21" name="Rectangle 218">
              <a:extLst>
                <a:ext uri="{FF2B5EF4-FFF2-40B4-BE49-F238E27FC236}">
                  <a16:creationId xmlns:a16="http://schemas.microsoft.com/office/drawing/2014/main" id="{0CE3924B-F64E-4B27-A7B4-4EB924D24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8563" y="995363"/>
              <a:ext cx="1743075" cy="54467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219">
              <a:extLst>
                <a:ext uri="{FF2B5EF4-FFF2-40B4-BE49-F238E27FC236}">
                  <a16:creationId xmlns:a16="http://schemas.microsoft.com/office/drawing/2014/main" id="{1471ED10-3BC2-4AC8-BA2B-3B21E0545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1963" y="804863"/>
              <a:ext cx="8001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N= 2 R= 32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2268" name="Picture 220">
              <a:extLst>
                <a:ext uri="{FF2B5EF4-FFF2-40B4-BE49-F238E27FC236}">
                  <a16:creationId xmlns:a16="http://schemas.microsoft.com/office/drawing/2014/main" id="{CEF0094C-B371-48A2-9E57-3C06BD5A5E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8563" y="995363"/>
              <a:ext cx="1743075" cy="544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Line 221">
              <a:extLst>
                <a:ext uri="{FF2B5EF4-FFF2-40B4-BE49-F238E27FC236}">
                  <a16:creationId xmlns:a16="http://schemas.microsoft.com/office/drawing/2014/main" id="{4BB7067D-3495-447D-99DE-7182D95B2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6442076"/>
              <a:ext cx="17430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222">
              <a:extLst>
                <a:ext uri="{FF2B5EF4-FFF2-40B4-BE49-F238E27FC236}">
                  <a16:creationId xmlns:a16="http://schemas.microsoft.com/office/drawing/2014/main" id="{66F022B1-657F-4DFB-936F-9BDBC9F57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995363"/>
              <a:ext cx="17430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223">
              <a:extLst>
                <a:ext uri="{FF2B5EF4-FFF2-40B4-BE49-F238E27FC236}">
                  <a16:creationId xmlns:a16="http://schemas.microsoft.com/office/drawing/2014/main" id="{4959D37B-77DF-401D-B356-B68160F71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05875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24">
              <a:extLst>
                <a:ext uri="{FF2B5EF4-FFF2-40B4-BE49-F238E27FC236}">
                  <a16:creationId xmlns:a16="http://schemas.microsoft.com/office/drawing/2014/main" id="{245B1DE2-DD3A-4838-9B3D-9E207C3C65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80500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25">
              <a:extLst>
                <a:ext uri="{FF2B5EF4-FFF2-40B4-BE49-F238E27FC236}">
                  <a16:creationId xmlns:a16="http://schemas.microsoft.com/office/drawing/2014/main" id="{6B7C0D7E-98E5-4047-9297-615448B8A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53538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26">
              <a:extLst>
                <a:ext uri="{FF2B5EF4-FFF2-40B4-BE49-F238E27FC236}">
                  <a16:creationId xmlns:a16="http://schemas.microsoft.com/office/drawing/2014/main" id="{025DC174-E538-4F9C-8FB5-9EB4DA3AE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2816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27">
              <a:extLst>
                <a:ext uri="{FF2B5EF4-FFF2-40B4-BE49-F238E27FC236}">
                  <a16:creationId xmlns:a16="http://schemas.microsoft.com/office/drawing/2014/main" id="{15EC2A86-28C6-439B-9BF8-5C79B848A6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2788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28">
              <a:extLst>
                <a:ext uri="{FF2B5EF4-FFF2-40B4-BE49-F238E27FC236}">
                  <a16:creationId xmlns:a16="http://schemas.microsoft.com/office/drawing/2014/main" id="{341B7D78-EC64-4478-A646-3A7118AD1B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7741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29">
              <a:extLst>
                <a:ext uri="{FF2B5EF4-FFF2-40B4-BE49-F238E27FC236}">
                  <a16:creationId xmlns:a16="http://schemas.microsoft.com/office/drawing/2014/main" id="{DF4D4A04-7961-444A-B539-B597281A67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52038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230">
              <a:extLst>
                <a:ext uri="{FF2B5EF4-FFF2-40B4-BE49-F238E27FC236}">
                  <a16:creationId xmlns:a16="http://schemas.microsoft.com/office/drawing/2014/main" id="{E4FEFBB1-CD58-4E66-BDBE-88898BBDA7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2666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231">
              <a:extLst>
                <a:ext uri="{FF2B5EF4-FFF2-40B4-BE49-F238E27FC236}">
                  <a16:creationId xmlns:a16="http://schemas.microsoft.com/office/drawing/2014/main" id="{DB7B9AF0-FCA9-430B-822A-1FCEA40E97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01288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232">
              <a:extLst>
                <a:ext uri="{FF2B5EF4-FFF2-40B4-BE49-F238E27FC236}">
                  <a16:creationId xmlns:a16="http://schemas.microsoft.com/office/drawing/2014/main" id="{EE8405D7-1CA8-456F-813E-9C847D5818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75913" y="6388101"/>
              <a:ext cx="0" cy="539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233">
              <a:extLst>
                <a:ext uri="{FF2B5EF4-FFF2-40B4-BE49-F238E27FC236}">
                  <a16:creationId xmlns:a16="http://schemas.microsoft.com/office/drawing/2014/main" id="{E09F37F6-FAED-4211-9673-4AD0D7001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05875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234">
              <a:extLst>
                <a:ext uri="{FF2B5EF4-FFF2-40B4-BE49-F238E27FC236}">
                  <a16:creationId xmlns:a16="http://schemas.microsoft.com/office/drawing/2014/main" id="{0ABE7F58-D5F5-4D8A-96E5-11E53DCBD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80500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235">
              <a:extLst>
                <a:ext uri="{FF2B5EF4-FFF2-40B4-BE49-F238E27FC236}">
                  <a16:creationId xmlns:a16="http://schemas.microsoft.com/office/drawing/2014/main" id="{E7F4CD66-9267-465E-829F-76E1BA873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3538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236">
              <a:extLst>
                <a:ext uri="{FF2B5EF4-FFF2-40B4-BE49-F238E27FC236}">
                  <a16:creationId xmlns:a16="http://schemas.microsoft.com/office/drawing/2014/main" id="{BDC310FB-740E-4A67-8D01-3DBD170AF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816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237">
              <a:extLst>
                <a:ext uri="{FF2B5EF4-FFF2-40B4-BE49-F238E27FC236}">
                  <a16:creationId xmlns:a16="http://schemas.microsoft.com/office/drawing/2014/main" id="{D4B7B2EF-4B4D-4056-A5A7-CF69AF3289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2788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238">
              <a:extLst>
                <a:ext uri="{FF2B5EF4-FFF2-40B4-BE49-F238E27FC236}">
                  <a16:creationId xmlns:a16="http://schemas.microsoft.com/office/drawing/2014/main" id="{18105A40-95F7-4127-A163-EB9EB2839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741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239">
              <a:extLst>
                <a:ext uri="{FF2B5EF4-FFF2-40B4-BE49-F238E27FC236}">
                  <a16:creationId xmlns:a16="http://schemas.microsoft.com/office/drawing/2014/main" id="{3BC27392-EDE8-4B69-AD72-D5CC56341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52038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240">
              <a:extLst>
                <a:ext uri="{FF2B5EF4-FFF2-40B4-BE49-F238E27FC236}">
                  <a16:creationId xmlns:a16="http://schemas.microsoft.com/office/drawing/2014/main" id="{5757395C-68B5-466C-993B-FC207CF16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2666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241">
              <a:extLst>
                <a:ext uri="{FF2B5EF4-FFF2-40B4-BE49-F238E27FC236}">
                  <a16:creationId xmlns:a16="http://schemas.microsoft.com/office/drawing/2014/main" id="{2B6D7639-705A-4C51-856A-0D2C4D13B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1288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242">
              <a:extLst>
                <a:ext uri="{FF2B5EF4-FFF2-40B4-BE49-F238E27FC236}">
                  <a16:creationId xmlns:a16="http://schemas.microsoft.com/office/drawing/2014/main" id="{5491B006-CB1A-4B69-B110-35DFC2C1A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75913" y="995363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243">
              <a:extLst>
                <a:ext uri="{FF2B5EF4-FFF2-40B4-BE49-F238E27FC236}">
                  <a16:creationId xmlns:a16="http://schemas.microsoft.com/office/drawing/2014/main" id="{FCA3282C-804B-4073-9484-92E5BED35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244">
              <a:extLst>
                <a:ext uri="{FF2B5EF4-FFF2-40B4-BE49-F238E27FC236}">
                  <a16:creationId xmlns:a16="http://schemas.microsoft.com/office/drawing/2014/main" id="{FEF5D935-8DEE-4D8E-9CC0-799FFC62C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7638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245">
              <a:extLst>
                <a:ext uri="{FF2B5EF4-FFF2-40B4-BE49-F238E27FC236}">
                  <a16:creationId xmlns:a16="http://schemas.microsoft.com/office/drawing/2014/main" id="{EC44E76D-5787-44DF-B71D-FA7A07AB8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8138" y="650081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246">
              <a:extLst>
                <a:ext uri="{FF2B5EF4-FFF2-40B4-BE49-F238E27FC236}">
                  <a16:creationId xmlns:a16="http://schemas.microsoft.com/office/drawing/2014/main" id="{9007A30D-40B1-4CEF-9835-DA92E7E18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0063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247">
              <a:extLst>
                <a:ext uri="{FF2B5EF4-FFF2-40B4-BE49-F238E27FC236}">
                  <a16:creationId xmlns:a16="http://schemas.microsoft.com/office/drawing/2014/main" id="{E7CB63EE-546D-4830-AB11-06737DDE4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1513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248">
              <a:extLst>
                <a:ext uri="{FF2B5EF4-FFF2-40B4-BE49-F238E27FC236}">
                  <a16:creationId xmlns:a16="http://schemas.microsoft.com/office/drawing/2014/main" id="{21863C5B-FB9C-498B-90B1-E8CE64B4B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1538" y="6500813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249">
              <a:extLst>
                <a:ext uri="{FF2B5EF4-FFF2-40B4-BE49-F238E27FC236}">
                  <a16:creationId xmlns:a16="http://schemas.microsoft.com/office/drawing/2014/main" id="{7D1DE32F-40B3-4E2C-A86C-60B0D76E8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3938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250">
              <a:extLst>
                <a:ext uri="{FF2B5EF4-FFF2-40B4-BE49-F238E27FC236}">
                  <a16:creationId xmlns:a16="http://schemas.microsoft.com/office/drawing/2014/main" id="{7BE5EBA9-54EF-45DD-81A5-DD65C04DA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94913" y="650081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251">
              <a:extLst>
                <a:ext uri="{FF2B5EF4-FFF2-40B4-BE49-F238E27FC236}">
                  <a16:creationId xmlns:a16="http://schemas.microsoft.com/office/drawing/2014/main" id="{51CDD615-0054-4014-ADF7-331D59F01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6838" y="6500813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252">
              <a:extLst>
                <a:ext uri="{FF2B5EF4-FFF2-40B4-BE49-F238E27FC236}">
                  <a16:creationId xmlns:a16="http://schemas.microsoft.com/office/drawing/2014/main" id="{67A41E53-EF70-4F78-BDCF-73A35CE6E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7813" y="650081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253">
              <a:extLst>
                <a:ext uri="{FF2B5EF4-FFF2-40B4-BE49-F238E27FC236}">
                  <a16:creationId xmlns:a16="http://schemas.microsoft.com/office/drawing/2014/main" id="{8111CA7A-A719-4112-9C56-DD7B603D1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2938" y="6672263"/>
              <a:ext cx="4191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Line 254">
              <a:extLst>
                <a:ext uri="{FF2B5EF4-FFF2-40B4-BE49-F238E27FC236}">
                  <a16:creationId xmlns:a16="http://schemas.microsoft.com/office/drawing/2014/main" id="{65E1CCFB-2C8F-4FCE-BEE2-B8E484771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995363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255">
              <a:extLst>
                <a:ext uri="{FF2B5EF4-FFF2-40B4-BE49-F238E27FC236}">
                  <a16:creationId xmlns:a16="http://schemas.microsoft.com/office/drawing/2014/main" id="{A3C3F239-8684-4E33-9D94-1D9A5F4B79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1638" y="995363"/>
              <a:ext cx="0" cy="544671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256">
              <a:extLst>
                <a:ext uri="{FF2B5EF4-FFF2-40B4-BE49-F238E27FC236}">
                  <a16:creationId xmlns:a16="http://schemas.microsoft.com/office/drawing/2014/main" id="{6B1D4DC8-F8B6-4DF2-A7DB-D74992325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149860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257">
              <a:extLst>
                <a:ext uri="{FF2B5EF4-FFF2-40B4-BE49-F238E27FC236}">
                  <a16:creationId xmlns:a16="http://schemas.microsoft.com/office/drawing/2014/main" id="{A5C04025-E387-4D1E-8A3A-9D26E7C68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20018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258">
              <a:extLst>
                <a:ext uri="{FF2B5EF4-FFF2-40B4-BE49-F238E27FC236}">
                  <a16:creationId xmlns:a16="http://schemas.microsoft.com/office/drawing/2014/main" id="{0CD9D86B-AEDC-4BCA-B81E-6B5D9FD01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25066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259">
              <a:extLst>
                <a:ext uri="{FF2B5EF4-FFF2-40B4-BE49-F238E27FC236}">
                  <a16:creationId xmlns:a16="http://schemas.microsoft.com/office/drawing/2014/main" id="{FE92445C-262A-4EA8-BB06-73E4C2274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301148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260">
              <a:extLst>
                <a:ext uri="{FF2B5EF4-FFF2-40B4-BE49-F238E27FC236}">
                  <a16:creationId xmlns:a16="http://schemas.microsoft.com/office/drawing/2014/main" id="{7EB3674A-9C65-42A4-BC7F-47BFA574B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3514726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261">
              <a:extLst>
                <a:ext uri="{FF2B5EF4-FFF2-40B4-BE49-F238E27FC236}">
                  <a16:creationId xmlns:a16="http://schemas.microsoft.com/office/drawing/2014/main" id="{F4E269EC-F088-413A-9B6F-163DA22CA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401955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0" name="Line 262">
              <a:extLst>
                <a:ext uri="{FF2B5EF4-FFF2-40B4-BE49-F238E27FC236}">
                  <a16:creationId xmlns:a16="http://schemas.microsoft.com/office/drawing/2014/main" id="{D011D4BC-54C2-43AC-95C5-AFF6AB13CA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4524376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1" name="Line 263">
              <a:extLst>
                <a:ext uri="{FF2B5EF4-FFF2-40B4-BE49-F238E27FC236}">
                  <a16:creationId xmlns:a16="http://schemas.microsoft.com/office/drawing/2014/main" id="{0AC3E6C0-64CB-4BD3-A438-8D3F0AEEA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502920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2" name="Line 264">
              <a:extLst>
                <a:ext uri="{FF2B5EF4-FFF2-40B4-BE49-F238E27FC236}">
                  <a16:creationId xmlns:a16="http://schemas.microsoft.com/office/drawing/2014/main" id="{0082248B-3B2A-4733-BF79-2F788A1BD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55324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3" name="Line 265">
              <a:extLst>
                <a:ext uri="{FF2B5EF4-FFF2-40B4-BE49-F238E27FC236}">
                  <a16:creationId xmlns:a16="http://schemas.microsoft.com/office/drawing/2014/main" id="{D9453BC1-3D25-4289-993A-AD9D1EF25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8563" y="60372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4" name="Line 266">
              <a:extLst>
                <a:ext uri="{FF2B5EF4-FFF2-40B4-BE49-F238E27FC236}">
                  <a16:creationId xmlns:a16="http://schemas.microsoft.com/office/drawing/2014/main" id="{E30FA4EE-DF13-49AB-94D4-106E0EF7E1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07663" y="149860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5" name="Line 267">
              <a:extLst>
                <a:ext uri="{FF2B5EF4-FFF2-40B4-BE49-F238E27FC236}">
                  <a16:creationId xmlns:a16="http://schemas.microsoft.com/office/drawing/2014/main" id="{760F1846-562C-4B7A-99F7-6097A1379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07663" y="20018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6" name="Line 268">
              <a:extLst>
                <a:ext uri="{FF2B5EF4-FFF2-40B4-BE49-F238E27FC236}">
                  <a16:creationId xmlns:a16="http://schemas.microsoft.com/office/drawing/2014/main" id="{6C3216F0-43F5-413C-AFFB-128E2382B4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07663" y="25066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7" name="Line 269">
              <a:extLst>
                <a:ext uri="{FF2B5EF4-FFF2-40B4-BE49-F238E27FC236}">
                  <a16:creationId xmlns:a16="http://schemas.microsoft.com/office/drawing/2014/main" id="{75DC4823-D606-4AEB-A0CC-B89C28EDC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07663" y="301148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8" name="Line 270">
              <a:extLst>
                <a:ext uri="{FF2B5EF4-FFF2-40B4-BE49-F238E27FC236}">
                  <a16:creationId xmlns:a16="http://schemas.microsoft.com/office/drawing/2014/main" id="{781FF7A2-D18C-430A-B569-AF57268BC6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07663" y="3514726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9" name="Line 271">
              <a:extLst>
                <a:ext uri="{FF2B5EF4-FFF2-40B4-BE49-F238E27FC236}">
                  <a16:creationId xmlns:a16="http://schemas.microsoft.com/office/drawing/2014/main" id="{34DFFB3D-BD88-4BDD-A64B-7DC07C2A9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07663" y="401955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0" name="Line 272">
              <a:extLst>
                <a:ext uri="{FF2B5EF4-FFF2-40B4-BE49-F238E27FC236}">
                  <a16:creationId xmlns:a16="http://schemas.microsoft.com/office/drawing/2014/main" id="{1F337883-005F-442F-A301-774B86170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07663" y="4524376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1" name="Line 273">
              <a:extLst>
                <a:ext uri="{FF2B5EF4-FFF2-40B4-BE49-F238E27FC236}">
                  <a16:creationId xmlns:a16="http://schemas.microsoft.com/office/drawing/2014/main" id="{7A84F159-9593-47F8-B986-C23C248C7E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07663" y="5029201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2" name="Line 274">
              <a:extLst>
                <a:ext uri="{FF2B5EF4-FFF2-40B4-BE49-F238E27FC236}">
                  <a16:creationId xmlns:a16="http://schemas.microsoft.com/office/drawing/2014/main" id="{24B183D3-6C4A-4B41-880E-8A1E128AB4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07663" y="5532438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3" name="Line 275">
              <a:extLst>
                <a:ext uri="{FF2B5EF4-FFF2-40B4-BE49-F238E27FC236}">
                  <a16:creationId xmlns:a16="http://schemas.microsoft.com/office/drawing/2014/main" id="{B29F66F4-58EA-402D-9B5B-CBF6E32838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07663" y="6037263"/>
              <a:ext cx="539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4" name="Rectangle 276">
              <a:extLst>
                <a:ext uri="{FF2B5EF4-FFF2-40B4-BE49-F238E27FC236}">
                  <a16:creationId xmlns:a16="http://schemas.microsoft.com/office/drawing/2014/main" id="{DF794D20-0925-4207-A986-44A1E1F00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00" y="1435101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55" name="Rectangle 277">
              <a:extLst>
                <a:ext uri="{FF2B5EF4-FFF2-40B4-BE49-F238E27FC236}">
                  <a16:creationId xmlns:a16="http://schemas.microsoft.com/office/drawing/2014/main" id="{14CA44F2-6D8E-49D1-B79D-23088A143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00" y="1930401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56" name="Rectangle 278">
              <a:extLst>
                <a:ext uri="{FF2B5EF4-FFF2-40B4-BE49-F238E27FC236}">
                  <a16:creationId xmlns:a16="http://schemas.microsoft.com/office/drawing/2014/main" id="{F9E4A51B-EA5C-43C9-9DA1-5D45FAE74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00" y="2436813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57" name="Rectangle 279">
              <a:extLst>
                <a:ext uri="{FF2B5EF4-FFF2-40B4-BE49-F238E27FC236}">
                  <a16:creationId xmlns:a16="http://schemas.microsoft.com/office/drawing/2014/main" id="{6C22123D-CD00-4291-8C33-ECD98301E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00" y="2941638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58" name="Rectangle 280">
              <a:extLst>
                <a:ext uri="{FF2B5EF4-FFF2-40B4-BE49-F238E27FC236}">
                  <a16:creationId xmlns:a16="http://schemas.microsoft.com/office/drawing/2014/main" id="{20B6D9E0-74FF-484B-A19C-E31297B88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00" y="3448051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59" name="Rectangle 281">
              <a:extLst>
                <a:ext uri="{FF2B5EF4-FFF2-40B4-BE49-F238E27FC236}">
                  <a16:creationId xmlns:a16="http://schemas.microsoft.com/office/drawing/2014/main" id="{09EE2A32-F170-43FE-B839-F78727C48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00" y="3952876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0" name="Rectangle 282">
              <a:extLst>
                <a:ext uri="{FF2B5EF4-FFF2-40B4-BE49-F238E27FC236}">
                  <a16:creationId xmlns:a16="http://schemas.microsoft.com/office/drawing/2014/main" id="{421FB06A-9E31-4A87-B4C5-8FEDA28D2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00" y="4459288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700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1" name="Rectangle 283">
              <a:extLst>
                <a:ext uri="{FF2B5EF4-FFF2-40B4-BE49-F238E27FC236}">
                  <a16:creationId xmlns:a16="http://schemas.microsoft.com/office/drawing/2014/main" id="{9095219D-D546-4002-A82F-09392D1DD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00" y="4964113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800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2" name="Rectangle 284">
              <a:extLst>
                <a:ext uri="{FF2B5EF4-FFF2-40B4-BE49-F238E27FC236}">
                  <a16:creationId xmlns:a16="http://schemas.microsoft.com/office/drawing/2014/main" id="{0876F217-097C-468E-9BB7-27B4B5D64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00" y="5470526"/>
              <a:ext cx="2571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900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3" name="Rectangle 285">
              <a:extLst>
                <a:ext uri="{FF2B5EF4-FFF2-40B4-BE49-F238E27FC236}">
                  <a16:creationId xmlns:a16="http://schemas.microsoft.com/office/drawing/2014/main" id="{5A962EC0-001A-4826-B94A-E9E3EB708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3125" y="5965826"/>
              <a:ext cx="3333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4" name="Rectangle 286">
              <a:extLst>
                <a:ext uri="{FF2B5EF4-FFF2-40B4-BE49-F238E27FC236}">
                  <a16:creationId xmlns:a16="http://schemas.microsoft.com/office/drawing/2014/main" id="{67DD2E88-8B4B-4A58-882E-3E93A02399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321675" y="3962401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5" name="Rectangle 287">
              <a:extLst>
                <a:ext uri="{FF2B5EF4-FFF2-40B4-BE49-F238E27FC236}">
                  <a16:creationId xmlns:a16="http://schemas.microsoft.com/office/drawing/2014/main" id="{4313E0BF-2367-430B-93D6-FB17E92776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321675" y="3886201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6" name="Rectangle 288">
              <a:extLst>
                <a:ext uri="{FF2B5EF4-FFF2-40B4-BE49-F238E27FC236}">
                  <a16:creationId xmlns:a16="http://schemas.microsoft.com/office/drawing/2014/main" id="{FF417FE8-FAC2-4A29-BE5D-A1A8B7AEF3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340725" y="3829051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7" name="Rectangle 289">
              <a:extLst>
                <a:ext uri="{FF2B5EF4-FFF2-40B4-BE49-F238E27FC236}">
                  <a16:creationId xmlns:a16="http://schemas.microsoft.com/office/drawing/2014/main" id="{48ED34C8-D896-4F1B-827E-CA780939F4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326438" y="3776663"/>
              <a:ext cx="13335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9" name="Rectangle 290">
              <a:extLst>
                <a:ext uri="{FF2B5EF4-FFF2-40B4-BE49-F238E27FC236}">
                  <a16:creationId xmlns:a16="http://schemas.microsoft.com/office/drawing/2014/main" id="{7557A885-FC4B-4F9A-A9BA-0E53E1BE3F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321675" y="3705226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0" name="Rectangle 291">
              <a:extLst>
                <a:ext uri="{FF2B5EF4-FFF2-40B4-BE49-F238E27FC236}">
                  <a16:creationId xmlns:a16="http://schemas.microsoft.com/office/drawing/2014/main" id="{27127159-4532-4288-9B3A-439E03D7CB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340725" y="3648076"/>
              <a:ext cx="1047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1" name="Rectangle 292">
              <a:extLst>
                <a:ext uri="{FF2B5EF4-FFF2-40B4-BE49-F238E27FC236}">
                  <a16:creationId xmlns:a16="http://schemas.microsoft.com/office/drawing/2014/main" id="{88EA6F0E-13DF-4BFD-A4D9-9A481FECCE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321675" y="3609976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2" name="Rectangle 293">
              <a:extLst>
                <a:ext uri="{FF2B5EF4-FFF2-40B4-BE49-F238E27FC236}">
                  <a16:creationId xmlns:a16="http://schemas.microsoft.com/office/drawing/2014/main" id="{68360C37-0470-4717-AB16-56B96A7BB1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321675" y="3533776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3" name="Rectangle 294">
              <a:extLst>
                <a:ext uri="{FF2B5EF4-FFF2-40B4-BE49-F238E27FC236}">
                  <a16:creationId xmlns:a16="http://schemas.microsoft.com/office/drawing/2014/main" id="{9D7E1CE7-CB7D-4E5A-B7D1-E648EB09F4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297863" y="3433763"/>
              <a:ext cx="1905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4" name="Rectangle 295">
              <a:extLst>
                <a:ext uri="{FF2B5EF4-FFF2-40B4-BE49-F238E27FC236}">
                  <a16:creationId xmlns:a16="http://schemas.microsoft.com/office/drawing/2014/main" id="{900A2C70-011A-422A-B6A5-4833C19D7E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321675" y="3352801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5" name="Rectangle 296">
              <a:extLst>
                <a:ext uri="{FF2B5EF4-FFF2-40B4-BE49-F238E27FC236}">
                  <a16:creationId xmlns:a16="http://schemas.microsoft.com/office/drawing/2014/main" id="{E2D11FDA-B653-4A3A-BFFE-B1B1956170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321675" y="3276601"/>
              <a:ext cx="1428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6" name="Rectangle 297">
              <a:extLst>
                <a:ext uri="{FF2B5EF4-FFF2-40B4-BE49-F238E27FC236}">
                  <a16:creationId xmlns:a16="http://schemas.microsoft.com/office/drawing/2014/main" id="{215D67F6-8DC9-4453-B9EB-5852C9A1BB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335963" y="3214688"/>
              <a:ext cx="1143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277" name="Rectangle 298">
            <a:extLst>
              <a:ext uri="{FF2B5EF4-FFF2-40B4-BE49-F238E27FC236}">
                <a16:creationId xmlns:a16="http://schemas.microsoft.com/office/drawing/2014/main" id="{C2BECF77-FACA-4BC4-B246-AC4D01B63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96" y="6745287"/>
            <a:ext cx="649128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scindatabase.xlsx:  22 database entries,  72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rois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270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bigpatches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 size 128 x 128, pad factor  2, window type 1 (cb1)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26" name="TextBox 2225">
            <a:extLst>
              <a:ext uri="{FF2B5EF4-FFF2-40B4-BE49-F238E27FC236}">
                <a16:creationId xmlns:a16="http://schemas.microsoft.com/office/drawing/2014/main" id="{E2F76C5B-0634-46F1-B1CD-8EFFB999E20B}"/>
              </a:ext>
            </a:extLst>
          </p:cNvPr>
          <p:cNvSpPr txBox="1"/>
          <p:nvPr/>
        </p:nvSpPr>
        <p:spPr>
          <a:xfrm>
            <a:off x="4541838" y="204787"/>
            <a:ext cx="177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Bone scintigrams</a:t>
            </a:r>
          </a:p>
        </p:txBody>
      </p:sp>
    </p:spTree>
    <p:extLst>
      <p:ext uri="{BB962C8B-B14F-4D97-AF65-F5344CB8AC3E}">
        <p14:creationId xmlns:p14="http://schemas.microsoft.com/office/powerpoint/2010/main" val="294800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184C496-3444-4673-85EF-45887708097C}"/>
              </a:ext>
            </a:extLst>
          </p:cNvPr>
          <p:cNvGrpSpPr/>
          <p:nvPr/>
        </p:nvGrpSpPr>
        <p:grpSpPr>
          <a:xfrm>
            <a:off x="1363663" y="525463"/>
            <a:ext cx="4337050" cy="2803525"/>
            <a:chOff x="1363663" y="525463"/>
            <a:chExt cx="4337050" cy="2803525"/>
          </a:xfrm>
        </p:grpSpPr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6CBF9ADF-E431-429E-AC09-99C19BA43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2871788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6888746D-198B-451A-B53C-921B35B51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590550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65F23402-C5D0-4102-BB5D-F606B8F7D5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963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CB204F44-15C4-4410-AC70-755BC73E83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3800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BAFC47D3-3BBD-48AC-8953-A79AB2859F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4500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A2999AAB-D322-4F92-BB41-2D774ED3D2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338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F02033FD-706C-4239-BF39-BED62FFE8A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263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7057B657-016E-46FB-9DEE-E695A7A988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0513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EED6CC35-C736-4FD0-8288-F7602F8EF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4350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DFF1C2B3-2FDF-462C-B291-BC69F7D029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8188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5CBB1178-E8DF-46CC-92BC-7B0832B0DA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9238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EEFF4444-953B-4DC0-AADA-668F9A9B6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963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0A2CA433-DF25-461D-BCB7-B055D0D72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800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8D6A620C-FD11-4FAE-B540-35FEB6965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500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E3B045E1-59F5-438A-B701-CEBAB6AB0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338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D483E653-7D92-4EFA-9882-8E9E768C7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263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CA07CC30-00A2-4416-81C1-B2189413C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0513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BE9C3D46-6C4F-470A-BFDE-AF84FE917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4350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8C8E2282-439A-49AC-997D-765215925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8188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D2CDB38F-06AF-4A05-B40C-1B3A3ACEE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9238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93B9C635-D2A3-4378-8DB3-F460D2147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88" y="293846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C8D37605-BB3D-4C37-AB43-85D308EEB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938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75B0F9E0-D1D7-4878-8FFC-75C1CB226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813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9DC6BC28-039C-4D9C-9320-6224432F8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413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98D271E1-C792-41D1-9A89-4F1765502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293846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5A01CC07-930D-4DC2-B77A-4CA70AE4C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300" y="2938463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064310C1-BD57-4CA3-8471-7DB1E9CAB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2938463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DAE8337D-04EE-4F4B-AF89-2176F3908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id="{359DBC62-F36E-4F71-BACC-006B49FBB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38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1FB651D3-39FA-4904-9C72-E76585188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3119438"/>
              <a:ext cx="6953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btc 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A713D726-2F45-49D7-A577-F5443E1E05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8488" y="590550"/>
              <a:ext cx="0" cy="228123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D8F41FD9-5BD0-4ECC-9F1D-60FD89AC93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00713" y="590550"/>
              <a:ext cx="0" cy="228123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F8131097-5CE1-41DE-B2FC-3F3D8AF4F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26638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5C6F1F20-6751-498C-8EA1-0812A0AEC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21463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6B450E57-3F7A-4FBC-A348-D3B5B9F2E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16287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185F2032-410C-4394-8FCA-3F1138294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11096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2065F4A3-41CE-4CC1-A49E-2D79CD64B9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5905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83988BA4-7084-4022-BFEB-2B41F973E3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26638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0C7D8CEF-74FC-484C-8115-8FD88FBC82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21463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AB87517A-0945-434B-8C81-358665DE30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16287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6F7681CB-3ED5-44F8-8F6C-20FE799C7D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11096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64DE7BB4-CD16-4391-A7EF-D3C47D55FF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5905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50">
              <a:extLst>
                <a:ext uri="{FF2B5EF4-FFF2-40B4-BE49-F238E27FC236}">
                  <a16:creationId xmlns:a16="http://schemas.microsoft.com/office/drawing/2014/main" id="{458E210D-DE23-474E-B73B-218892568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663" y="259397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51">
              <a:extLst>
                <a:ext uri="{FF2B5EF4-FFF2-40B4-BE49-F238E27FC236}">
                  <a16:creationId xmlns:a16="http://schemas.microsoft.com/office/drawing/2014/main" id="{578ACE49-ED96-4482-84F5-BFBEAD463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2079625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52">
              <a:extLst>
                <a:ext uri="{FF2B5EF4-FFF2-40B4-BE49-F238E27FC236}">
                  <a16:creationId xmlns:a16="http://schemas.microsoft.com/office/drawing/2014/main" id="{CB6E1750-AB61-4F23-A5A5-3EA516902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1563688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53">
              <a:extLst>
                <a:ext uri="{FF2B5EF4-FFF2-40B4-BE49-F238E27FC236}">
                  <a16:creationId xmlns:a16="http://schemas.microsoft.com/office/drawing/2014/main" id="{7E8BD87E-3731-48C1-BAB8-F449D7266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1039813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54">
              <a:extLst>
                <a:ext uri="{FF2B5EF4-FFF2-40B4-BE49-F238E27FC236}">
                  <a16:creationId xmlns:a16="http://schemas.microsoft.com/office/drawing/2014/main" id="{CFAEA5E4-9A98-427D-99C9-91CFF003A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525463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55">
              <a:extLst>
                <a:ext uri="{FF2B5EF4-FFF2-40B4-BE49-F238E27FC236}">
                  <a16:creationId xmlns:a16="http://schemas.microsoft.com/office/drawing/2014/main" id="{E5FC34E0-5724-4222-9908-A5604CDFD8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68425" y="1701800"/>
              <a:ext cx="2000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56">
              <a:extLst>
                <a:ext uri="{FF2B5EF4-FFF2-40B4-BE49-F238E27FC236}">
                  <a16:creationId xmlns:a16="http://schemas.microsoft.com/office/drawing/2014/main" id="{7571DE9D-1385-4698-A9BE-0E818E5F2B1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1601788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57">
              <a:extLst>
                <a:ext uri="{FF2B5EF4-FFF2-40B4-BE49-F238E27FC236}">
                  <a16:creationId xmlns:a16="http://schemas.microsoft.com/office/drawing/2014/main" id="{152CB591-CEFD-45C0-A94D-775CE6BB33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1525588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58">
              <a:extLst>
                <a:ext uri="{FF2B5EF4-FFF2-40B4-BE49-F238E27FC236}">
                  <a16:creationId xmlns:a16="http://schemas.microsoft.com/office/drawing/2014/main" id="{7958D72C-4624-46D6-B85A-0F18218B0B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1449388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B85BDEB2-7260-43E9-A288-A6113B55B1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9638" y="1941513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2 h 203"/>
                <a:gd name="T4" fmla="*/ 170 w 202"/>
                <a:gd name="T5" fmla="*/ 102 h 203"/>
                <a:gd name="T6" fmla="*/ 101 w 202"/>
                <a:gd name="T7" fmla="*/ 171 h 203"/>
                <a:gd name="T8" fmla="*/ 32 w 202"/>
                <a:gd name="T9" fmla="*/ 102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2 h 203"/>
                <a:gd name="T16" fmla="*/ 101 w 202"/>
                <a:gd name="T17" fmla="*/ 203 h 203"/>
                <a:gd name="T18" fmla="*/ 202 w 202"/>
                <a:gd name="T19" fmla="*/ 102 h 203"/>
                <a:gd name="T20" fmla="*/ 202 w 202"/>
                <a:gd name="T21" fmla="*/ 102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2"/>
                  </a:cubicBezTo>
                  <a:lnTo>
                    <a:pt x="170" y="102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7" y="203"/>
                    <a:pt x="202" y="158"/>
                    <a:pt x="202" y="102"/>
                  </a:cubicBezTo>
                  <a:lnTo>
                    <a:pt x="202" y="102"/>
                  </a:lnTo>
                  <a:cubicBezTo>
                    <a:pt x="202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77B48F0E-EDBB-47F1-81A2-2B86057E01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3475" y="1863725"/>
              <a:ext cx="120650" cy="120650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2 h 203"/>
                <a:gd name="T4" fmla="*/ 171 w 203"/>
                <a:gd name="T5" fmla="*/ 102 h 203"/>
                <a:gd name="T6" fmla="*/ 102 w 203"/>
                <a:gd name="T7" fmla="*/ 171 h 203"/>
                <a:gd name="T8" fmla="*/ 32 w 203"/>
                <a:gd name="T9" fmla="*/ 102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2 h 203"/>
                <a:gd name="T16" fmla="*/ 102 w 203"/>
                <a:gd name="T17" fmla="*/ 203 h 203"/>
                <a:gd name="T18" fmla="*/ 203 w 203"/>
                <a:gd name="T19" fmla="*/ 102 h 203"/>
                <a:gd name="T20" fmla="*/ 203 w 203"/>
                <a:gd name="T21" fmla="*/ 102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2"/>
                  </a:cubicBezTo>
                  <a:lnTo>
                    <a:pt x="171" y="102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6"/>
                    <a:pt x="0" y="102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58" y="203"/>
                    <a:pt x="203" y="157"/>
                    <a:pt x="203" y="102"/>
                  </a:cubicBezTo>
                  <a:lnTo>
                    <a:pt x="203" y="102"/>
                  </a:lnTo>
                  <a:cubicBezTo>
                    <a:pt x="203" y="46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42857FEE-1775-4378-A955-A2C166559E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4175" y="1557338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1 h 203"/>
                <a:gd name="T4" fmla="*/ 170 w 202"/>
                <a:gd name="T5" fmla="*/ 101 h 203"/>
                <a:gd name="T6" fmla="*/ 101 w 202"/>
                <a:gd name="T7" fmla="*/ 171 h 203"/>
                <a:gd name="T8" fmla="*/ 32 w 202"/>
                <a:gd name="T9" fmla="*/ 101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1 h 203"/>
                <a:gd name="T16" fmla="*/ 101 w 202"/>
                <a:gd name="T17" fmla="*/ 203 h 203"/>
                <a:gd name="T18" fmla="*/ 202 w 202"/>
                <a:gd name="T19" fmla="*/ 101 h 203"/>
                <a:gd name="T20" fmla="*/ 202 w 202"/>
                <a:gd name="T21" fmla="*/ 101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558BBDDD-2A78-4236-B4F7-DDA33FBC07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8013" y="1506538"/>
              <a:ext cx="120650" cy="120650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2 h 203"/>
                <a:gd name="T4" fmla="*/ 171 w 203"/>
                <a:gd name="T5" fmla="*/ 102 h 203"/>
                <a:gd name="T6" fmla="*/ 102 w 203"/>
                <a:gd name="T7" fmla="*/ 171 h 203"/>
                <a:gd name="T8" fmla="*/ 32 w 203"/>
                <a:gd name="T9" fmla="*/ 102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2 h 203"/>
                <a:gd name="T16" fmla="*/ 102 w 203"/>
                <a:gd name="T17" fmla="*/ 203 h 203"/>
                <a:gd name="T18" fmla="*/ 203 w 203"/>
                <a:gd name="T19" fmla="*/ 102 h 203"/>
                <a:gd name="T20" fmla="*/ 203 w 203"/>
                <a:gd name="T21" fmla="*/ 102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2"/>
                  </a:cubicBezTo>
                  <a:lnTo>
                    <a:pt x="171" y="102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6"/>
                    <a:pt x="0" y="102"/>
                  </a:cubicBezTo>
                  <a:cubicBezTo>
                    <a:pt x="0" y="158"/>
                    <a:pt x="46" y="203"/>
                    <a:pt x="102" y="203"/>
                  </a:cubicBezTo>
                  <a:cubicBezTo>
                    <a:pt x="158" y="203"/>
                    <a:pt x="203" y="158"/>
                    <a:pt x="203" y="102"/>
                  </a:cubicBezTo>
                  <a:lnTo>
                    <a:pt x="203" y="102"/>
                  </a:lnTo>
                  <a:cubicBezTo>
                    <a:pt x="203" y="46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AC8D0BB4-9225-4F86-84B4-5129605372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6350" y="2608263"/>
              <a:ext cx="122238" cy="119063"/>
            </a:xfrm>
            <a:custGeom>
              <a:avLst/>
              <a:gdLst>
                <a:gd name="T0" fmla="*/ 102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2 w 203"/>
                <a:gd name="T7" fmla="*/ 170 h 202"/>
                <a:gd name="T8" fmla="*/ 32 w 203"/>
                <a:gd name="T9" fmla="*/ 101 h 202"/>
                <a:gd name="T10" fmla="*/ 102 w 203"/>
                <a:gd name="T11" fmla="*/ 32 h 202"/>
                <a:gd name="T12" fmla="*/ 102 w 203"/>
                <a:gd name="T13" fmla="*/ 0 h 202"/>
                <a:gd name="T14" fmla="*/ 0 w 203"/>
                <a:gd name="T15" fmla="*/ 101 h 202"/>
                <a:gd name="T16" fmla="*/ 102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2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2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2"/>
                    <a:pt x="102" y="202"/>
                  </a:cubicBezTo>
                  <a:cubicBezTo>
                    <a:pt x="158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393512F4-1904-4D0B-AE05-2DF3C9D83E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0188" y="2608263"/>
              <a:ext cx="120650" cy="120650"/>
            </a:xfrm>
            <a:custGeom>
              <a:avLst/>
              <a:gdLst>
                <a:gd name="T0" fmla="*/ 101 w 203"/>
                <a:gd name="T1" fmla="*/ 32 h 203"/>
                <a:gd name="T2" fmla="*/ 171 w 203"/>
                <a:gd name="T3" fmla="*/ 101 h 203"/>
                <a:gd name="T4" fmla="*/ 171 w 203"/>
                <a:gd name="T5" fmla="*/ 101 h 203"/>
                <a:gd name="T6" fmla="*/ 101 w 203"/>
                <a:gd name="T7" fmla="*/ 171 h 203"/>
                <a:gd name="T8" fmla="*/ 32 w 203"/>
                <a:gd name="T9" fmla="*/ 101 h 203"/>
                <a:gd name="T10" fmla="*/ 101 w 203"/>
                <a:gd name="T11" fmla="*/ 32 h 203"/>
                <a:gd name="T12" fmla="*/ 101 w 203"/>
                <a:gd name="T13" fmla="*/ 0 h 203"/>
                <a:gd name="T14" fmla="*/ 0 w 203"/>
                <a:gd name="T15" fmla="*/ 101 h 203"/>
                <a:gd name="T16" fmla="*/ 101 w 203"/>
                <a:gd name="T17" fmla="*/ 203 h 203"/>
                <a:gd name="T18" fmla="*/ 203 w 203"/>
                <a:gd name="T19" fmla="*/ 101 h 203"/>
                <a:gd name="T20" fmla="*/ 203 w 203"/>
                <a:gd name="T21" fmla="*/ 101 h 203"/>
                <a:gd name="T22" fmla="*/ 101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1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40"/>
                    <a:pt x="140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E676FBFF-CDBE-4E53-96D2-7B75C06D48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4025" y="2603500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1 h 203"/>
                <a:gd name="T4" fmla="*/ 170 w 202"/>
                <a:gd name="T5" fmla="*/ 101 h 203"/>
                <a:gd name="T6" fmla="*/ 101 w 202"/>
                <a:gd name="T7" fmla="*/ 171 h 203"/>
                <a:gd name="T8" fmla="*/ 32 w 202"/>
                <a:gd name="T9" fmla="*/ 101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1 h 203"/>
                <a:gd name="T16" fmla="*/ 101 w 202"/>
                <a:gd name="T17" fmla="*/ 203 h 203"/>
                <a:gd name="T18" fmla="*/ 202 w 202"/>
                <a:gd name="T19" fmla="*/ 101 h 203"/>
                <a:gd name="T20" fmla="*/ 202 w 202"/>
                <a:gd name="T21" fmla="*/ 101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84FA9EAA-768E-4CD1-9895-0BBECAAB10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6275" y="2608263"/>
              <a:ext cx="122238" cy="120650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1 h 203"/>
                <a:gd name="T4" fmla="*/ 171 w 203"/>
                <a:gd name="T5" fmla="*/ 101 h 203"/>
                <a:gd name="T6" fmla="*/ 102 w 203"/>
                <a:gd name="T7" fmla="*/ 171 h 203"/>
                <a:gd name="T8" fmla="*/ 32 w 203"/>
                <a:gd name="T9" fmla="*/ 101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1 h 203"/>
                <a:gd name="T16" fmla="*/ 102 w 203"/>
                <a:gd name="T17" fmla="*/ 203 h 203"/>
                <a:gd name="T18" fmla="*/ 203 w 203"/>
                <a:gd name="T19" fmla="*/ 101 h 203"/>
                <a:gd name="T20" fmla="*/ 203 w 203"/>
                <a:gd name="T21" fmla="*/ 101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58" y="203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08B12144-EA2A-44AE-AB8F-35CABFC501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8913" y="1111250"/>
              <a:ext cx="120650" cy="120650"/>
            </a:xfrm>
            <a:custGeom>
              <a:avLst/>
              <a:gdLst>
                <a:gd name="T0" fmla="*/ 101 w 202"/>
                <a:gd name="T1" fmla="*/ 32 h 202"/>
                <a:gd name="T2" fmla="*/ 170 w 202"/>
                <a:gd name="T3" fmla="*/ 101 h 202"/>
                <a:gd name="T4" fmla="*/ 170 w 202"/>
                <a:gd name="T5" fmla="*/ 101 h 202"/>
                <a:gd name="T6" fmla="*/ 101 w 202"/>
                <a:gd name="T7" fmla="*/ 170 h 202"/>
                <a:gd name="T8" fmla="*/ 32 w 202"/>
                <a:gd name="T9" fmla="*/ 101 h 202"/>
                <a:gd name="T10" fmla="*/ 101 w 202"/>
                <a:gd name="T11" fmla="*/ 32 h 202"/>
                <a:gd name="T12" fmla="*/ 101 w 202"/>
                <a:gd name="T13" fmla="*/ 0 h 202"/>
                <a:gd name="T14" fmla="*/ 0 w 202"/>
                <a:gd name="T15" fmla="*/ 101 h 202"/>
                <a:gd name="T16" fmla="*/ 101 w 202"/>
                <a:gd name="T17" fmla="*/ 202 h 202"/>
                <a:gd name="T18" fmla="*/ 202 w 202"/>
                <a:gd name="T19" fmla="*/ 101 h 202"/>
                <a:gd name="T20" fmla="*/ 202 w 202"/>
                <a:gd name="T21" fmla="*/ 101 h 202"/>
                <a:gd name="T22" fmla="*/ 101 w 202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2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39"/>
                    <a:pt x="139" y="170"/>
                    <a:pt x="101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2"/>
                    <a:pt x="101" y="202"/>
                  </a:cubicBezTo>
                  <a:cubicBezTo>
                    <a:pt x="157" y="202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D5D75833-EBE7-4E3D-9492-90A52742D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8488" y="2660650"/>
              <a:ext cx="3832225" cy="6350"/>
            </a:xfrm>
            <a:custGeom>
              <a:avLst/>
              <a:gdLst>
                <a:gd name="T0" fmla="*/ 156 w 2414"/>
                <a:gd name="T1" fmla="*/ 0 h 4"/>
                <a:gd name="T2" fmla="*/ 192 w 2414"/>
                <a:gd name="T3" fmla="*/ 4 h 4"/>
                <a:gd name="T4" fmla="*/ 192 w 2414"/>
                <a:gd name="T5" fmla="*/ 0 h 4"/>
                <a:gd name="T6" fmla="*/ 348 w 2414"/>
                <a:gd name="T7" fmla="*/ 4 h 4"/>
                <a:gd name="T8" fmla="*/ 288 w 2414"/>
                <a:gd name="T9" fmla="*/ 4 h 4"/>
                <a:gd name="T10" fmla="*/ 444 w 2414"/>
                <a:gd name="T11" fmla="*/ 0 h 4"/>
                <a:gd name="T12" fmla="*/ 480 w 2414"/>
                <a:gd name="T13" fmla="*/ 4 h 4"/>
                <a:gd name="T14" fmla="*/ 480 w 2414"/>
                <a:gd name="T15" fmla="*/ 0 h 4"/>
                <a:gd name="T16" fmla="*/ 636 w 2414"/>
                <a:gd name="T17" fmla="*/ 4 h 4"/>
                <a:gd name="T18" fmla="*/ 576 w 2414"/>
                <a:gd name="T19" fmla="*/ 4 h 4"/>
                <a:gd name="T20" fmla="*/ 732 w 2414"/>
                <a:gd name="T21" fmla="*/ 0 h 4"/>
                <a:gd name="T22" fmla="*/ 768 w 2414"/>
                <a:gd name="T23" fmla="*/ 4 h 4"/>
                <a:gd name="T24" fmla="*/ 768 w 2414"/>
                <a:gd name="T25" fmla="*/ 0 h 4"/>
                <a:gd name="T26" fmla="*/ 925 w 2414"/>
                <a:gd name="T27" fmla="*/ 4 h 4"/>
                <a:gd name="T28" fmla="*/ 865 w 2414"/>
                <a:gd name="T29" fmla="*/ 4 h 4"/>
                <a:gd name="T30" fmla="*/ 1021 w 2414"/>
                <a:gd name="T31" fmla="*/ 0 h 4"/>
                <a:gd name="T32" fmla="*/ 1057 w 2414"/>
                <a:gd name="T33" fmla="*/ 4 h 4"/>
                <a:gd name="T34" fmla="*/ 1057 w 2414"/>
                <a:gd name="T35" fmla="*/ 0 h 4"/>
                <a:gd name="T36" fmla="*/ 1213 w 2414"/>
                <a:gd name="T37" fmla="*/ 4 h 4"/>
                <a:gd name="T38" fmla="*/ 1153 w 2414"/>
                <a:gd name="T39" fmla="*/ 4 h 4"/>
                <a:gd name="T40" fmla="*/ 1309 w 2414"/>
                <a:gd name="T41" fmla="*/ 0 h 4"/>
                <a:gd name="T42" fmla="*/ 1345 w 2414"/>
                <a:gd name="T43" fmla="*/ 4 h 4"/>
                <a:gd name="T44" fmla="*/ 1345 w 2414"/>
                <a:gd name="T45" fmla="*/ 0 h 4"/>
                <a:gd name="T46" fmla="*/ 1501 w 2414"/>
                <a:gd name="T47" fmla="*/ 4 h 4"/>
                <a:gd name="T48" fmla="*/ 1441 w 2414"/>
                <a:gd name="T49" fmla="*/ 4 h 4"/>
                <a:gd name="T50" fmla="*/ 1597 w 2414"/>
                <a:gd name="T51" fmla="*/ 0 h 4"/>
                <a:gd name="T52" fmla="*/ 1633 w 2414"/>
                <a:gd name="T53" fmla="*/ 4 h 4"/>
                <a:gd name="T54" fmla="*/ 1633 w 2414"/>
                <a:gd name="T55" fmla="*/ 0 h 4"/>
                <a:gd name="T56" fmla="*/ 1789 w 2414"/>
                <a:gd name="T57" fmla="*/ 4 h 4"/>
                <a:gd name="T58" fmla="*/ 1729 w 2414"/>
                <a:gd name="T59" fmla="*/ 4 h 4"/>
                <a:gd name="T60" fmla="*/ 1885 w 2414"/>
                <a:gd name="T61" fmla="*/ 0 h 4"/>
                <a:gd name="T62" fmla="*/ 1921 w 2414"/>
                <a:gd name="T63" fmla="*/ 4 h 4"/>
                <a:gd name="T64" fmla="*/ 1921 w 2414"/>
                <a:gd name="T65" fmla="*/ 0 h 4"/>
                <a:gd name="T66" fmla="*/ 2078 w 2414"/>
                <a:gd name="T67" fmla="*/ 4 h 4"/>
                <a:gd name="T68" fmla="*/ 2017 w 2414"/>
                <a:gd name="T69" fmla="*/ 4 h 4"/>
                <a:gd name="T70" fmla="*/ 2174 w 2414"/>
                <a:gd name="T71" fmla="*/ 0 h 4"/>
                <a:gd name="T72" fmla="*/ 2210 w 2414"/>
                <a:gd name="T73" fmla="*/ 4 h 4"/>
                <a:gd name="T74" fmla="*/ 2210 w 2414"/>
                <a:gd name="T75" fmla="*/ 0 h 4"/>
                <a:gd name="T76" fmla="*/ 2366 w 2414"/>
                <a:gd name="T77" fmla="*/ 4 h 4"/>
                <a:gd name="T78" fmla="*/ 2306 w 2414"/>
                <a:gd name="T79" fmla="*/ 4 h 4"/>
                <a:gd name="T80" fmla="*/ 2414 w 2414"/>
                <a:gd name="T81" fmla="*/ 0 h 4"/>
                <a:gd name="T82" fmla="*/ 0 w 2414"/>
                <a:gd name="T83" fmla="*/ 4 h 4"/>
                <a:gd name="T84" fmla="*/ 0 w 2414"/>
                <a:gd name="T8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414" h="4">
                  <a:moveTo>
                    <a:pt x="96" y="4"/>
                  </a:moveTo>
                  <a:lnTo>
                    <a:pt x="156" y="4"/>
                  </a:lnTo>
                  <a:lnTo>
                    <a:pt x="156" y="0"/>
                  </a:lnTo>
                  <a:lnTo>
                    <a:pt x="96" y="0"/>
                  </a:lnTo>
                  <a:lnTo>
                    <a:pt x="96" y="4"/>
                  </a:lnTo>
                  <a:close/>
                  <a:moveTo>
                    <a:pt x="192" y="4"/>
                  </a:moveTo>
                  <a:lnTo>
                    <a:pt x="252" y="4"/>
                  </a:lnTo>
                  <a:lnTo>
                    <a:pt x="252" y="0"/>
                  </a:lnTo>
                  <a:lnTo>
                    <a:pt x="192" y="0"/>
                  </a:lnTo>
                  <a:lnTo>
                    <a:pt x="192" y="4"/>
                  </a:lnTo>
                  <a:close/>
                  <a:moveTo>
                    <a:pt x="288" y="4"/>
                  </a:moveTo>
                  <a:lnTo>
                    <a:pt x="348" y="4"/>
                  </a:lnTo>
                  <a:lnTo>
                    <a:pt x="348" y="0"/>
                  </a:lnTo>
                  <a:lnTo>
                    <a:pt x="288" y="0"/>
                  </a:lnTo>
                  <a:lnTo>
                    <a:pt x="288" y="4"/>
                  </a:lnTo>
                  <a:close/>
                  <a:moveTo>
                    <a:pt x="384" y="4"/>
                  </a:moveTo>
                  <a:lnTo>
                    <a:pt x="444" y="4"/>
                  </a:lnTo>
                  <a:lnTo>
                    <a:pt x="444" y="0"/>
                  </a:lnTo>
                  <a:lnTo>
                    <a:pt x="384" y="0"/>
                  </a:lnTo>
                  <a:lnTo>
                    <a:pt x="384" y="4"/>
                  </a:lnTo>
                  <a:close/>
                  <a:moveTo>
                    <a:pt x="480" y="4"/>
                  </a:moveTo>
                  <a:lnTo>
                    <a:pt x="540" y="4"/>
                  </a:lnTo>
                  <a:lnTo>
                    <a:pt x="540" y="0"/>
                  </a:lnTo>
                  <a:lnTo>
                    <a:pt x="480" y="0"/>
                  </a:lnTo>
                  <a:lnTo>
                    <a:pt x="480" y="4"/>
                  </a:lnTo>
                  <a:close/>
                  <a:moveTo>
                    <a:pt x="576" y="4"/>
                  </a:moveTo>
                  <a:lnTo>
                    <a:pt x="636" y="4"/>
                  </a:lnTo>
                  <a:lnTo>
                    <a:pt x="636" y="0"/>
                  </a:lnTo>
                  <a:lnTo>
                    <a:pt x="576" y="0"/>
                  </a:lnTo>
                  <a:lnTo>
                    <a:pt x="576" y="4"/>
                  </a:lnTo>
                  <a:close/>
                  <a:moveTo>
                    <a:pt x="672" y="4"/>
                  </a:moveTo>
                  <a:lnTo>
                    <a:pt x="732" y="4"/>
                  </a:lnTo>
                  <a:lnTo>
                    <a:pt x="732" y="0"/>
                  </a:lnTo>
                  <a:lnTo>
                    <a:pt x="672" y="0"/>
                  </a:lnTo>
                  <a:lnTo>
                    <a:pt x="672" y="4"/>
                  </a:lnTo>
                  <a:close/>
                  <a:moveTo>
                    <a:pt x="768" y="4"/>
                  </a:moveTo>
                  <a:lnTo>
                    <a:pt x="829" y="4"/>
                  </a:lnTo>
                  <a:lnTo>
                    <a:pt x="829" y="0"/>
                  </a:lnTo>
                  <a:lnTo>
                    <a:pt x="768" y="0"/>
                  </a:lnTo>
                  <a:lnTo>
                    <a:pt x="768" y="4"/>
                  </a:lnTo>
                  <a:close/>
                  <a:moveTo>
                    <a:pt x="865" y="4"/>
                  </a:moveTo>
                  <a:lnTo>
                    <a:pt x="925" y="4"/>
                  </a:lnTo>
                  <a:lnTo>
                    <a:pt x="925" y="0"/>
                  </a:lnTo>
                  <a:lnTo>
                    <a:pt x="865" y="0"/>
                  </a:lnTo>
                  <a:lnTo>
                    <a:pt x="865" y="4"/>
                  </a:lnTo>
                  <a:close/>
                  <a:moveTo>
                    <a:pt x="961" y="4"/>
                  </a:moveTo>
                  <a:lnTo>
                    <a:pt x="1021" y="4"/>
                  </a:lnTo>
                  <a:lnTo>
                    <a:pt x="1021" y="0"/>
                  </a:lnTo>
                  <a:lnTo>
                    <a:pt x="961" y="0"/>
                  </a:lnTo>
                  <a:lnTo>
                    <a:pt x="961" y="4"/>
                  </a:lnTo>
                  <a:close/>
                  <a:moveTo>
                    <a:pt x="1057" y="4"/>
                  </a:moveTo>
                  <a:lnTo>
                    <a:pt x="1117" y="4"/>
                  </a:lnTo>
                  <a:lnTo>
                    <a:pt x="1117" y="0"/>
                  </a:lnTo>
                  <a:lnTo>
                    <a:pt x="1057" y="0"/>
                  </a:lnTo>
                  <a:lnTo>
                    <a:pt x="1057" y="4"/>
                  </a:lnTo>
                  <a:close/>
                  <a:moveTo>
                    <a:pt x="1153" y="4"/>
                  </a:moveTo>
                  <a:lnTo>
                    <a:pt x="1213" y="4"/>
                  </a:lnTo>
                  <a:lnTo>
                    <a:pt x="1213" y="0"/>
                  </a:lnTo>
                  <a:lnTo>
                    <a:pt x="1153" y="0"/>
                  </a:lnTo>
                  <a:lnTo>
                    <a:pt x="1153" y="4"/>
                  </a:lnTo>
                  <a:close/>
                  <a:moveTo>
                    <a:pt x="1249" y="4"/>
                  </a:moveTo>
                  <a:lnTo>
                    <a:pt x="1309" y="4"/>
                  </a:lnTo>
                  <a:lnTo>
                    <a:pt x="1309" y="0"/>
                  </a:lnTo>
                  <a:lnTo>
                    <a:pt x="1249" y="0"/>
                  </a:lnTo>
                  <a:lnTo>
                    <a:pt x="1249" y="4"/>
                  </a:lnTo>
                  <a:close/>
                  <a:moveTo>
                    <a:pt x="1345" y="4"/>
                  </a:moveTo>
                  <a:lnTo>
                    <a:pt x="1405" y="4"/>
                  </a:lnTo>
                  <a:lnTo>
                    <a:pt x="1405" y="0"/>
                  </a:lnTo>
                  <a:lnTo>
                    <a:pt x="1345" y="0"/>
                  </a:lnTo>
                  <a:lnTo>
                    <a:pt x="1345" y="4"/>
                  </a:lnTo>
                  <a:close/>
                  <a:moveTo>
                    <a:pt x="1441" y="4"/>
                  </a:moveTo>
                  <a:lnTo>
                    <a:pt x="1501" y="4"/>
                  </a:lnTo>
                  <a:lnTo>
                    <a:pt x="1501" y="0"/>
                  </a:lnTo>
                  <a:lnTo>
                    <a:pt x="1441" y="0"/>
                  </a:lnTo>
                  <a:lnTo>
                    <a:pt x="1441" y="4"/>
                  </a:lnTo>
                  <a:close/>
                  <a:moveTo>
                    <a:pt x="1537" y="4"/>
                  </a:moveTo>
                  <a:lnTo>
                    <a:pt x="1597" y="4"/>
                  </a:lnTo>
                  <a:lnTo>
                    <a:pt x="1597" y="0"/>
                  </a:lnTo>
                  <a:lnTo>
                    <a:pt x="1537" y="0"/>
                  </a:lnTo>
                  <a:lnTo>
                    <a:pt x="1537" y="4"/>
                  </a:lnTo>
                  <a:close/>
                  <a:moveTo>
                    <a:pt x="1633" y="4"/>
                  </a:moveTo>
                  <a:lnTo>
                    <a:pt x="1693" y="4"/>
                  </a:lnTo>
                  <a:lnTo>
                    <a:pt x="1693" y="0"/>
                  </a:lnTo>
                  <a:lnTo>
                    <a:pt x="1633" y="0"/>
                  </a:lnTo>
                  <a:lnTo>
                    <a:pt x="1633" y="4"/>
                  </a:lnTo>
                  <a:close/>
                  <a:moveTo>
                    <a:pt x="1729" y="4"/>
                  </a:moveTo>
                  <a:lnTo>
                    <a:pt x="1789" y="4"/>
                  </a:lnTo>
                  <a:lnTo>
                    <a:pt x="1789" y="0"/>
                  </a:lnTo>
                  <a:lnTo>
                    <a:pt x="1729" y="0"/>
                  </a:lnTo>
                  <a:lnTo>
                    <a:pt x="1729" y="4"/>
                  </a:lnTo>
                  <a:close/>
                  <a:moveTo>
                    <a:pt x="1825" y="4"/>
                  </a:moveTo>
                  <a:lnTo>
                    <a:pt x="1885" y="4"/>
                  </a:lnTo>
                  <a:lnTo>
                    <a:pt x="1885" y="0"/>
                  </a:lnTo>
                  <a:lnTo>
                    <a:pt x="1825" y="0"/>
                  </a:lnTo>
                  <a:lnTo>
                    <a:pt x="1825" y="4"/>
                  </a:lnTo>
                  <a:close/>
                  <a:moveTo>
                    <a:pt x="1921" y="4"/>
                  </a:moveTo>
                  <a:lnTo>
                    <a:pt x="1981" y="4"/>
                  </a:lnTo>
                  <a:lnTo>
                    <a:pt x="1981" y="0"/>
                  </a:lnTo>
                  <a:lnTo>
                    <a:pt x="1921" y="0"/>
                  </a:lnTo>
                  <a:lnTo>
                    <a:pt x="1921" y="4"/>
                  </a:lnTo>
                  <a:close/>
                  <a:moveTo>
                    <a:pt x="2017" y="4"/>
                  </a:moveTo>
                  <a:lnTo>
                    <a:pt x="2078" y="4"/>
                  </a:lnTo>
                  <a:lnTo>
                    <a:pt x="2078" y="0"/>
                  </a:lnTo>
                  <a:lnTo>
                    <a:pt x="2017" y="0"/>
                  </a:lnTo>
                  <a:lnTo>
                    <a:pt x="2017" y="4"/>
                  </a:lnTo>
                  <a:close/>
                  <a:moveTo>
                    <a:pt x="2114" y="4"/>
                  </a:moveTo>
                  <a:lnTo>
                    <a:pt x="2174" y="4"/>
                  </a:lnTo>
                  <a:lnTo>
                    <a:pt x="2174" y="0"/>
                  </a:lnTo>
                  <a:lnTo>
                    <a:pt x="2114" y="0"/>
                  </a:lnTo>
                  <a:lnTo>
                    <a:pt x="2114" y="4"/>
                  </a:lnTo>
                  <a:close/>
                  <a:moveTo>
                    <a:pt x="2210" y="4"/>
                  </a:moveTo>
                  <a:lnTo>
                    <a:pt x="2270" y="4"/>
                  </a:lnTo>
                  <a:lnTo>
                    <a:pt x="2270" y="0"/>
                  </a:lnTo>
                  <a:lnTo>
                    <a:pt x="2210" y="0"/>
                  </a:lnTo>
                  <a:lnTo>
                    <a:pt x="2210" y="4"/>
                  </a:lnTo>
                  <a:close/>
                  <a:moveTo>
                    <a:pt x="2306" y="4"/>
                  </a:moveTo>
                  <a:lnTo>
                    <a:pt x="2366" y="4"/>
                  </a:lnTo>
                  <a:lnTo>
                    <a:pt x="2366" y="0"/>
                  </a:lnTo>
                  <a:lnTo>
                    <a:pt x="2306" y="0"/>
                  </a:lnTo>
                  <a:lnTo>
                    <a:pt x="2306" y="4"/>
                  </a:lnTo>
                  <a:close/>
                  <a:moveTo>
                    <a:pt x="2402" y="4"/>
                  </a:moveTo>
                  <a:lnTo>
                    <a:pt x="2414" y="4"/>
                  </a:lnTo>
                  <a:lnTo>
                    <a:pt x="2414" y="0"/>
                  </a:lnTo>
                  <a:lnTo>
                    <a:pt x="2402" y="0"/>
                  </a:lnTo>
                  <a:lnTo>
                    <a:pt x="2402" y="4"/>
                  </a:lnTo>
                  <a:close/>
                  <a:moveTo>
                    <a:pt x="0" y="4"/>
                  </a:moveTo>
                  <a:lnTo>
                    <a:pt x="60" y="4"/>
                  </a:lnTo>
                  <a:lnTo>
                    <a:pt x="60" y="0"/>
                  </a:ln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D221638-02D4-4ACA-854B-3475A48C1BEB}"/>
              </a:ext>
            </a:extLst>
          </p:cNvPr>
          <p:cNvGrpSpPr/>
          <p:nvPr/>
        </p:nvGrpSpPr>
        <p:grpSpPr>
          <a:xfrm>
            <a:off x="609600" y="3757613"/>
            <a:ext cx="5091113" cy="2767012"/>
            <a:chOff x="609600" y="3757613"/>
            <a:chExt cx="5091113" cy="2767012"/>
          </a:xfrm>
        </p:grpSpPr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611C03DC-5828-4DEC-8780-75C5AA3EB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6037263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45A206CB-BAB5-4B49-A94F-1C64CA2BE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3757613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5D6620CF-C421-41EA-9B5A-B3AB40AC5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963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F112CC5B-F00D-4CA5-BEF6-E3031D0211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3800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9DD6EDE8-6C77-4BBE-A212-47044C043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4500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EDF251E3-D898-4EEB-91FE-DF2939314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338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EEC023E8-A721-4806-94D7-8E104DF96C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263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78">
              <a:extLst>
                <a:ext uri="{FF2B5EF4-FFF2-40B4-BE49-F238E27FC236}">
                  <a16:creationId xmlns:a16="http://schemas.microsoft.com/office/drawing/2014/main" id="{FCFEF3E9-E0C9-496C-9DC1-A4A04F9EFC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0513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F28A798E-DC30-4D37-9887-A80A202129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4350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25E82909-C5E8-4DB3-84E2-1754B090AF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8188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81">
              <a:extLst>
                <a:ext uri="{FF2B5EF4-FFF2-40B4-BE49-F238E27FC236}">
                  <a16:creationId xmlns:a16="http://schemas.microsoft.com/office/drawing/2014/main" id="{F2A1B570-E234-4B85-9CDA-EB6C52895C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9238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82">
              <a:extLst>
                <a:ext uri="{FF2B5EF4-FFF2-40B4-BE49-F238E27FC236}">
                  <a16:creationId xmlns:a16="http://schemas.microsoft.com/office/drawing/2014/main" id="{C5419A92-9CC6-4515-981D-02F1625DE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963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1ABAFE02-DAD3-46BC-8A1B-361C5AE80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800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3BDB7CCA-EE69-4642-9A2C-A8A674F2D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500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66898DCB-2020-4747-800A-AFABE15D4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338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05FA6464-A099-4371-B783-7EEDCC580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263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Line 87">
              <a:extLst>
                <a:ext uri="{FF2B5EF4-FFF2-40B4-BE49-F238E27FC236}">
                  <a16:creationId xmlns:a16="http://schemas.microsoft.com/office/drawing/2014/main" id="{48A90FE0-84AC-473D-B38C-4A2590A59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0513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Line 88">
              <a:extLst>
                <a:ext uri="{FF2B5EF4-FFF2-40B4-BE49-F238E27FC236}">
                  <a16:creationId xmlns:a16="http://schemas.microsoft.com/office/drawing/2014/main" id="{CA115D5A-4214-49F4-B763-09A8C1B5C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4350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Line 89">
              <a:extLst>
                <a:ext uri="{FF2B5EF4-FFF2-40B4-BE49-F238E27FC236}">
                  <a16:creationId xmlns:a16="http://schemas.microsoft.com/office/drawing/2014/main" id="{5ABBC978-6833-41F7-BC17-1121CCAC0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8188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Line 90">
              <a:extLst>
                <a:ext uri="{FF2B5EF4-FFF2-40B4-BE49-F238E27FC236}">
                  <a16:creationId xmlns:a16="http://schemas.microsoft.com/office/drawing/2014/main" id="{C29F3B67-8744-4743-8FC5-365DED7DF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9238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Rectangle 91">
              <a:extLst>
                <a:ext uri="{FF2B5EF4-FFF2-40B4-BE49-F238E27FC236}">
                  <a16:creationId xmlns:a16="http://schemas.microsoft.com/office/drawing/2014/main" id="{4E4ACF4C-8304-440A-97CD-9E7E4CFBB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88" y="61055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5" name="Rectangle 92">
              <a:extLst>
                <a:ext uri="{FF2B5EF4-FFF2-40B4-BE49-F238E27FC236}">
                  <a16:creationId xmlns:a16="http://schemas.microsoft.com/office/drawing/2014/main" id="{9E6C6EF0-79E4-4E1C-9CBF-FABB03B1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938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6" name="Rectangle 93">
              <a:extLst>
                <a:ext uri="{FF2B5EF4-FFF2-40B4-BE49-F238E27FC236}">
                  <a16:creationId xmlns:a16="http://schemas.microsoft.com/office/drawing/2014/main" id="{BBF14124-86BF-4AD6-AFE1-63FFAC982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813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7" name="Rectangle 94">
              <a:extLst>
                <a:ext uri="{FF2B5EF4-FFF2-40B4-BE49-F238E27FC236}">
                  <a16:creationId xmlns:a16="http://schemas.microsoft.com/office/drawing/2014/main" id="{E83F27AE-BF84-4958-B6DE-5793C4B92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413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8" name="Rectangle 95">
              <a:extLst>
                <a:ext uri="{FF2B5EF4-FFF2-40B4-BE49-F238E27FC236}">
                  <a16:creationId xmlns:a16="http://schemas.microsoft.com/office/drawing/2014/main" id="{8E6A0202-7051-474A-AC53-43A3EC0E2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61055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Rectangle 96">
              <a:extLst>
                <a:ext uri="{FF2B5EF4-FFF2-40B4-BE49-F238E27FC236}">
                  <a16:creationId xmlns:a16="http://schemas.microsoft.com/office/drawing/2014/main" id="{E062A673-A657-4211-BF04-0CCB183B8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300" y="6105525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Rectangle 97">
              <a:extLst>
                <a:ext uri="{FF2B5EF4-FFF2-40B4-BE49-F238E27FC236}">
                  <a16:creationId xmlns:a16="http://schemas.microsoft.com/office/drawing/2014/main" id="{A9B090C1-EAB3-407B-8CEE-4CCFB3C44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6105525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Rectangle 98">
              <a:extLst>
                <a:ext uri="{FF2B5EF4-FFF2-40B4-BE49-F238E27FC236}">
                  <a16:creationId xmlns:a16="http://schemas.microsoft.com/office/drawing/2014/main" id="{6B9F6684-F38B-4718-8642-04BFC90A3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" name="Rectangle 99">
              <a:extLst>
                <a:ext uri="{FF2B5EF4-FFF2-40B4-BE49-F238E27FC236}">
                  <a16:creationId xmlns:a16="http://schemas.microsoft.com/office/drawing/2014/main" id="{B14F2158-CB2E-409A-AB7D-059F97587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38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" name="Rectangle 100">
              <a:extLst>
                <a:ext uri="{FF2B5EF4-FFF2-40B4-BE49-F238E27FC236}">
                  <a16:creationId xmlns:a16="http://schemas.microsoft.com/office/drawing/2014/main" id="{A9678FD1-5791-455F-849E-A12CF9AB4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6286500"/>
              <a:ext cx="6953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btc 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" name="Line 101">
              <a:extLst>
                <a:ext uri="{FF2B5EF4-FFF2-40B4-BE49-F238E27FC236}">
                  <a16:creationId xmlns:a16="http://schemas.microsoft.com/office/drawing/2014/main" id="{19DA6F57-3B9B-48F8-B441-BC117C6C24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8488" y="3757613"/>
              <a:ext cx="0" cy="227965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Line 102">
              <a:extLst>
                <a:ext uri="{FF2B5EF4-FFF2-40B4-BE49-F238E27FC236}">
                  <a16:creationId xmlns:a16="http://schemas.microsoft.com/office/drawing/2014/main" id="{9FA2751E-5553-415C-AF3E-B285069536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00713" y="3757613"/>
              <a:ext cx="0" cy="227965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Line 103">
              <a:extLst>
                <a:ext uri="{FF2B5EF4-FFF2-40B4-BE49-F238E27FC236}">
                  <a16:creationId xmlns:a16="http://schemas.microsoft.com/office/drawing/2014/main" id="{4D350933-8F7E-417E-8FFC-8C43EECFA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60372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Line 104">
              <a:extLst>
                <a:ext uri="{FF2B5EF4-FFF2-40B4-BE49-F238E27FC236}">
                  <a16:creationId xmlns:a16="http://schemas.microsoft.com/office/drawing/2014/main" id="{EA1B41E4-D1EF-48B6-A699-29C1E5399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54959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Line 105">
              <a:extLst>
                <a:ext uri="{FF2B5EF4-FFF2-40B4-BE49-F238E27FC236}">
                  <a16:creationId xmlns:a16="http://schemas.microsoft.com/office/drawing/2014/main" id="{30B3445A-B7ED-4897-8AE2-9C7ABD513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49530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Line 106">
              <a:extLst>
                <a:ext uri="{FF2B5EF4-FFF2-40B4-BE49-F238E27FC236}">
                  <a16:creationId xmlns:a16="http://schemas.microsoft.com/office/drawing/2014/main" id="{EECE71F0-8471-46AA-887B-E721895A4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44100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Line 107">
              <a:extLst>
                <a:ext uri="{FF2B5EF4-FFF2-40B4-BE49-F238E27FC236}">
                  <a16:creationId xmlns:a16="http://schemas.microsoft.com/office/drawing/2014/main" id="{135801BB-8C3F-45D7-AAF2-DCF4DC0FF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38671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Line 108">
              <a:extLst>
                <a:ext uri="{FF2B5EF4-FFF2-40B4-BE49-F238E27FC236}">
                  <a16:creationId xmlns:a16="http://schemas.microsoft.com/office/drawing/2014/main" id="{DF622236-AED5-4056-80FD-E483B63A2A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60372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Line 109">
              <a:extLst>
                <a:ext uri="{FF2B5EF4-FFF2-40B4-BE49-F238E27FC236}">
                  <a16:creationId xmlns:a16="http://schemas.microsoft.com/office/drawing/2014/main" id="{E1F0EF21-C408-4BFA-8C32-F4E7262DD3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54959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Line 110">
              <a:extLst>
                <a:ext uri="{FF2B5EF4-FFF2-40B4-BE49-F238E27FC236}">
                  <a16:creationId xmlns:a16="http://schemas.microsoft.com/office/drawing/2014/main" id="{74DD245F-9089-488C-90DC-DA605160E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49530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Line 111">
              <a:extLst>
                <a:ext uri="{FF2B5EF4-FFF2-40B4-BE49-F238E27FC236}">
                  <a16:creationId xmlns:a16="http://schemas.microsoft.com/office/drawing/2014/main" id="{71BC8D7C-285C-4D81-AC28-B9AEEA792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44100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Line 112">
              <a:extLst>
                <a:ext uri="{FF2B5EF4-FFF2-40B4-BE49-F238E27FC236}">
                  <a16:creationId xmlns:a16="http://schemas.microsoft.com/office/drawing/2014/main" id="{5787F859-ED09-4B3B-91B5-6C418520D7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38671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Rectangle 113">
              <a:extLst>
                <a:ext uri="{FF2B5EF4-FFF2-40B4-BE49-F238E27FC236}">
                  <a16:creationId xmlns:a16="http://schemas.microsoft.com/office/drawing/2014/main" id="{7DCC050F-329E-48F5-803A-32D8AED94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663" y="5970588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" name="Rectangle 114">
              <a:extLst>
                <a:ext uri="{FF2B5EF4-FFF2-40B4-BE49-F238E27FC236}">
                  <a16:creationId xmlns:a16="http://schemas.microsoft.com/office/drawing/2014/main" id="{86D27FA5-E049-45B3-850F-BB9EA881F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5427663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8" name="Rectangle 115">
              <a:extLst>
                <a:ext uri="{FF2B5EF4-FFF2-40B4-BE49-F238E27FC236}">
                  <a16:creationId xmlns:a16="http://schemas.microsoft.com/office/drawing/2014/main" id="{DA3C335C-BBEC-43E8-924A-D98F1A869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4883150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" name="Rectangle 116">
              <a:extLst>
                <a:ext uri="{FF2B5EF4-FFF2-40B4-BE49-F238E27FC236}">
                  <a16:creationId xmlns:a16="http://schemas.microsoft.com/office/drawing/2014/main" id="{081E0A8D-9997-409C-A790-EFE8E2578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4340225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0" name="Rectangle 117">
              <a:extLst>
                <a:ext uri="{FF2B5EF4-FFF2-40B4-BE49-F238E27FC236}">
                  <a16:creationId xmlns:a16="http://schemas.microsoft.com/office/drawing/2014/main" id="{6D180E2D-747E-445A-AF8E-B9617C51C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3795713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1" name="Rectangle 118">
              <a:extLst>
                <a:ext uri="{FF2B5EF4-FFF2-40B4-BE49-F238E27FC236}">
                  <a16:creationId xmlns:a16="http://schemas.microsoft.com/office/drawing/2014/main" id="{995BCD34-F248-429F-A91B-C0270AF391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7000" y="4946650"/>
              <a:ext cx="1428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2" name="Rectangle 119">
              <a:extLst>
                <a:ext uri="{FF2B5EF4-FFF2-40B4-BE49-F238E27FC236}">
                  <a16:creationId xmlns:a16="http://schemas.microsoft.com/office/drawing/2014/main" id="{187A095B-B7F6-4471-B8D6-F9BAE1DCD6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416050" y="4897438"/>
              <a:ext cx="1047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" name="Rectangle 120">
              <a:extLst>
                <a:ext uri="{FF2B5EF4-FFF2-40B4-BE49-F238E27FC236}">
                  <a16:creationId xmlns:a16="http://schemas.microsoft.com/office/drawing/2014/main" id="{47B72A73-1049-4B11-8AB4-10D22C9E62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4826000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" name="Rectangle 121">
              <a:extLst>
                <a:ext uri="{FF2B5EF4-FFF2-40B4-BE49-F238E27FC236}">
                  <a16:creationId xmlns:a16="http://schemas.microsoft.com/office/drawing/2014/main" id="{2518D71A-AAE6-49E6-958C-D5DFA2743F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416050" y="4773613"/>
              <a:ext cx="1047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" name="Rectangle 122">
              <a:extLst>
                <a:ext uri="{FF2B5EF4-FFF2-40B4-BE49-F238E27FC236}">
                  <a16:creationId xmlns:a16="http://schemas.microsoft.com/office/drawing/2014/main" id="{35174064-8A35-4524-8A32-ECA552899B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4711700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6" name="Rectangle 123">
              <a:extLst>
                <a:ext uri="{FF2B5EF4-FFF2-40B4-BE49-F238E27FC236}">
                  <a16:creationId xmlns:a16="http://schemas.microsoft.com/office/drawing/2014/main" id="{2394A8DE-2C10-40B6-A765-DB262664A0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4635500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7" name="Rectangle 124">
              <a:extLst>
                <a:ext uri="{FF2B5EF4-FFF2-40B4-BE49-F238E27FC236}">
                  <a16:creationId xmlns:a16="http://schemas.microsoft.com/office/drawing/2014/main" id="{01B06667-CDB5-4D8C-973F-A6BBB8B72E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7000" y="4564063"/>
              <a:ext cx="1428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9" name="Freeform 126">
              <a:extLst>
                <a:ext uri="{FF2B5EF4-FFF2-40B4-BE49-F238E27FC236}">
                  <a16:creationId xmlns:a16="http://schemas.microsoft.com/office/drawing/2014/main" id="{3FF16E41-6685-4A39-93D4-4BF14A093F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9638" y="4648200"/>
              <a:ext cx="120650" cy="122238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1 h 203"/>
                <a:gd name="T4" fmla="*/ 170 w 202"/>
                <a:gd name="T5" fmla="*/ 101 h 203"/>
                <a:gd name="T6" fmla="*/ 101 w 202"/>
                <a:gd name="T7" fmla="*/ 171 h 203"/>
                <a:gd name="T8" fmla="*/ 32 w 202"/>
                <a:gd name="T9" fmla="*/ 101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1 h 203"/>
                <a:gd name="T16" fmla="*/ 101 w 202"/>
                <a:gd name="T17" fmla="*/ 203 h 203"/>
                <a:gd name="T18" fmla="*/ 202 w 202"/>
                <a:gd name="T19" fmla="*/ 101 h 203"/>
                <a:gd name="T20" fmla="*/ 202 w 202"/>
                <a:gd name="T21" fmla="*/ 101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27">
              <a:extLst>
                <a:ext uri="{FF2B5EF4-FFF2-40B4-BE49-F238E27FC236}">
                  <a16:creationId xmlns:a16="http://schemas.microsoft.com/office/drawing/2014/main" id="{7DF3F624-65A1-4E26-AB05-FBD8E77A5F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3475" y="4675188"/>
              <a:ext cx="120650" cy="120650"/>
            </a:xfrm>
            <a:custGeom>
              <a:avLst/>
              <a:gdLst>
                <a:gd name="T0" fmla="*/ 102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2 w 203"/>
                <a:gd name="T7" fmla="*/ 170 h 202"/>
                <a:gd name="T8" fmla="*/ 32 w 203"/>
                <a:gd name="T9" fmla="*/ 101 h 202"/>
                <a:gd name="T10" fmla="*/ 102 w 203"/>
                <a:gd name="T11" fmla="*/ 32 h 202"/>
                <a:gd name="T12" fmla="*/ 102 w 203"/>
                <a:gd name="T13" fmla="*/ 0 h 202"/>
                <a:gd name="T14" fmla="*/ 0 w 203"/>
                <a:gd name="T15" fmla="*/ 101 h 202"/>
                <a:gd name="T16" fmla="*/ 102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2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2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2"/>
                    <a:pt x="102" y="202"/>
                  </a:cubicBezTo>
                  <a:cubicBezTo>
                    <a:pt x="158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28">
              <a:extLst>
                <a:ext uri="{FF2B5EF4-FFF2-40B4-BE49-F238E27FC236}">
                  <a16:creationId xmlns:a16="http://schemas.microsoft.com/office/drawing/2014/main" id="{313380BD-6140-496B-B450-7680AFC798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4175" y="4949825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1 h 203"/>
                <a:gd name="T4" fmla="*/ 170 w 202"/>
                <a:gd name="T5" fmla="*/ 101 h 203"/>
                <a:gd name="T6" fmla="*/ 101 w 202"/>
                <a:gd name="T7" fmla="*/ 171 h 203"/>
                <a:gd name="T8" fmla="*/ 32 w 202"/>
                <a:gd name="T9" fmla="*/ 101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1 h 203"/>
                <a:gd name="T16" fmla="*/ 101 w 202"/>
                <a:gd name="T17" fmla="*/ 203 h 203"/>
                <a:gd name="T18" fmla="*/ 202 w 202"/>
                <a:gd name="T19" fmla="*/ 101 h 203"/>
                <a:gd name="T20" fmla="*/ 202 w 202"/>
                <a:gd name="T21" fmla="*/ 101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29">
              <a:extLst>
                <a:ext uri="{FF2B5EF4-FFF2-40B4-BE49-F238E27FC236}">
                  <a16:creationId xmlns:a16="http://schemas.microsoft.com/office/drawing/2014/main" id="{3C57395E-C097-4DD4-89BD-1524F9C214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8013" y="4948238"/>
              <a:ext cx="120650" cy="119063"/>
            </a:xfrm>
            <a:custGeom>
              <a:avLst/>
              <a:gdLst>
                <a:gd name="T0" fmla="*/ 102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2 w 203"/>
                <a:gd name="T7" fmla="*/ 170 h 202"/>
                <a:gd name="T8" fmla="*/ 32 w 203"/>
                <a:gd name="T9" fmla="*/ 101 h 202"/>
                <a:gd name="T10" fmla="*/ 102 w 203"/>
                <a:gd name="T11" fmla="*/ 32 h 202"/>
                <a:gd name="T12" fmla="*/ 102 w 203"/>
                <a:gd name="T13" fmla="*/ 0 h 202"/>
                <a:gd name="T14" fmla="*/ 0 w 203"/>
                <a:gd name="T15" fmla="*/ 101 h 202"/>
                <a:gd name="T16" fmla="*/ 102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2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2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2"/>
                    <a:pt x="102" y="202"/>
                  </a:cubicBezTo>
                  <a:cubicBezTo>
                    <a:pt x="158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30">
              <a:extLst>
                <a:ext uri="{FF2B5EF4-FFF2-40B4-BE49-F238E27FC236}">
                  <a16:creationId xmlns:a16="http://schemas.microsoft.com/office/drawing/2014/main" id="{ADDEC95D-3813-405C-96E8-4F04BFC999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6350" y="5830888"/>
              <a:ext cx="122238" cy="120650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2 h 203"/>
                <a:gd name="T4" fmla="*/ 171 w 203"/>
                <a:gd name="T5" fmla="*/ 102 h 203"/>
                <a:gd name="T6" fmla="*/ 102 w 203"/>
                <a:gd name="T7" fmla="*/ 171 h 203"/>
                <a:gd name="T8" fmla="*/ 32 w 203"/>
                <a:gd name="T9" fmla="*/ 102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2 h 203"/>
                <a:gd name="T16" fmla="*/ 102 w 203"/>
                <a:gd name="T17" fmla="*/ 203 h 203"/>
                <a:gd name="T18" fmla="*/ 203 w 203"/>
                <a:gd name="T19" fmla="*/ 102 h 203"/>
                <a:gd name="T20" fmla="*/ 203 w 203"/>
                <a:gd name="T21" fmla="*/ 102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2"/>
                  </a:cubicBezTo>
                  <a:lnTo>
                    <a:pt x="171" y="102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6"/>
                    <a:pt x="0" y="102"/>
                  </a:cubicBezTo>
                  <a:cubicBezTo>
                    <a:pt x="0" y="158"/>
                    <a:pt x="46" y="203"/>
                    <a:pt x="102" y="203"/>
                  </a:cubicBezTo>
                  <a:cubicBezTo>
                    <a:pt x="158" y="203"/>
                    <a:pt x="203" y="158"/>
                    <a:pt x="203" y="102"/>
                  </a:cubicBezTo>
                  <a:lnTo>
                    <a:pt x="203" y="102"/>
                  </a:lnTo>
                  <a:cubicBezTo>
                    <a:pt x="203" y="46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31">
              <a:extLst>
                <a:ext uri="{FF2B5EF4-FFF2-40B4-BE49-F238E27FC236}">
                  <a16:creationId xmlns:a16="http://schemas.microsoft.com/office/drawing/2014/main" id="{7C99E631-DF44-4253-8983-D21C2581C7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0188" y="5830888"/>
              <a:ext cx="120650" cy="120650"/>
            </a:xfrm>
            <a:custGeom>
              <a:avLst/>
              <a:gdLst>
                <a:gd name="T0" fmla="*/ 101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1 w 203"/>
                <a:gd name="T7" fmla="*/ 170 h 202"/>
                <a:gd name="T8" fmla="*/ 32 w 203"/>
                <a:gd name="T9" fmla="*/ 101 h 202"/>
                <a:gd name="T10" fmla="*/ 101 w 203"/>
                <a:gd name="T11" fmla="*/ 32 h 202"/>
                <a:gd name="T12" fmla="*/ 101 w 203"/>
                <a:gd name="T13" fmla="*/ 0 h 202"/>
                <a:gd name="T14" fmla="*/ 0 w 203"/>
                <a:gd name="T15" fmla="*/ 101 h 202"/>
                <a:gd name="T16" fmla="*/ 101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1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1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1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2"/>
                    <a:pt x="101" y="202"/>
                  </a:cubicBezTo>
                  <a:cubicBezTo>
                    <a:pt x="157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32">
              <a:extLst>
                <a:ext uri="{FF2B5EF4-FFF2-40B4-BE49-F238E27FC236}">
                  <a16:creationId xmlns:a16="http://schemas.microsoft.com/office/drawing/2014/main" id="{213EFB71-E513-4F03-B78A-674D1F5F55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4025" y="5835650"/>
              <a:ext cx="120650" cy="120650"/>
            </a:xfrm>
            <a:custGeom>
              <a:avLst/>
              <a:gdLst>
                <a:gd name="T0" fmla="*/ 101 w 202"/>
                <a:gd name="T1" fmla="*/ 32 h 202"/>
                <a:gd name="T2" fmla="*/ 170 w 202"/>
                <a:gd name="T3" fmla="*/ 101 h 202"/>
                <a:gd name="T4" fmla="*/ 170 w 202"/>
                <a:gd name="T5" fmla="*/ 101 h 202"/>
                <a:gd name="T6" fmla="*/ 101 w 202"/>
                <a:gd name="T7" fmla="*/ 170 h 202"/>
                <a:gd name="T8" fmla="*/ 32 w 202"/>
                <a:gd name="T9" fmla="*/ 101 h 202"/>
                <a:gd name="T10" fmla="*/ 101 w 202"/>
                <a:gd name="T11" fmla="*/ 32 h 202"/>
                <a:gd name="T12" fmla="*/ 101 w 202"/>
                <a:gd name="T13" fmla="*/ 0 h 202"/>
                <a:gd name="T14" fmla="*/ 0 w 202"/>
                <a:gd name="T15" fmla="*/ 101 h 202"/>
                <a:gd name="T16" fmla="*/ 101 w 202"/>
                <a:gd name="T17" fmla="*/ 202 h 202"/>
                <a:gd name="T18" fmla="*/ 202 w 202"/>
                <a:gd name="T19" fmla="*/ 101 h 202"/>
                <a:gd name="T20" fmla="*/ 202 w 202"/>
                <a:gd name="T21" fmla="*/ 101 h 202"/>
                <a:gd name="T22" fmla="*/ 101 w 202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2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39"/>
                    <a:pt x="139" y="170"/>
                    <a:pt x="101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2"/>
                    <a:pt x="101" y="202"/>
                  </a:cubicBezTo>
                  <a:cubicBezTo>
                    <a:pt x="157" y="202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33">
              <a:extLst>
                <a:ext uri="{FF2B5EF4-FFF2-40B4-BE49-F238E27FC236}">
                  <a16:creationId xmlns:a16="http://schemas.microsoft.com/office/drawing/2014/main" id="{E545E7AA-AB51-4F0B-94C2-B05AAF691E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6275" y="5834063"/>
              <a:ext cx="122238" cy="120650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2 h 203"/>
                <a:gd name="T4" fmla="*/ 171 w 203"/>
                <a:gd name="T5" fmla="*/ 102 h 203"/>
                <a:gd name="T6" fmla="*/ 102 w 203"/>
                <a:gd name="T7" fmla="*/ 171 h 203"/>
                <a:gd name="T8" fmla="*/ 32 w 203"/>
                <a:gd name="T9" fmla="*/ 102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2 h 203"/>
                <a:gd name="T16" fmla="*/ 102 w 203"/>
                <a:gd name="T17" fmla="*/ 203 h 203"/>
                <a:gd name="T18" fmla="*/ 203 w 203"/>
                <a:gd name="T19" fmla="*/ 102 h 203"/>
                <a:gd name="T20" fmla="*/ 203 w 203"/>
                <a:gd name="T21" fmla="*/ 102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2"/>
                  </a:cubicBezTo>
                  <a:lnTo>
                    <a:pt x="171" y="102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6"/>
                    <a:pt x="0" y="102"/>
                  </a:cubicBezTo>
                  <a:cubicBezTo>
                    <a:pt x="0" y="158"/>
                    <a:pt x="46" y="203"/>
                    <a:pt x="102" y="203"/>
                  </a:cubicBezTo>
                  <a:cubicBezTo>
                    <a:pt x="158" y="203"/>
                    <a:pt x="203" y="158"/>
                    <a:pt x="203" y="102"/>
                  </a:cubicBezTo>
                  <a:lnTo>
                    <a:pt x="203" y="102"/>
                  </a:lnTo>
                  <a:cubicBezTo>
                    <a:pt x="203" y="46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34">
              <a:extLst>
                <a:ext uri="{FF2B5EF4-FFF2-40B4-BE49-F238E27FC236}">
                  <a16:creationId xmlns:a16="http://schemas.microsoft.com/office/drawing/2014/main" id="{F43B28B8-15E4-43FA-9566-7E1E28BAB2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8913" y="5184775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2 h 203"/>
                <a:gd name="T4" fmla="*/ 170 w 202"/>
                <a:gd name="T5" fmla="*/ 102 h 203"/>
                <a:gd name="T6" fmla="*/ 101 w 202"/>
                <a:gd name="T7" fmla="*/ 171 h 203"/>
                <a:gd name="T8" fmla="*/ 32 w 202"/>
                <a:gd name="T9" fmla="*/ 102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2 h 203"/>
                <a:gd name="T16" fmla="*/ 101 w 202"/>
                <a:gd name="T17" fmla="*/ 203 h 203"/>
                <a:gd name="T18" fmla="*/ 202 w 202"/>
                <a:gd name="T19" fmla="*/ 102 h 203"/>
                <a:gd name="T20" fmla="*/ 202 w 202"/>
                <a:gd name="T21" fmla="*/ 102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4"/>
                    <a:pt x="170" y="102"/>
                  </a:cubicBezTo>
                  <a:lnTo>
                    <a:pt x="170" y="102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4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7" y="203"/>
                    <a:pt x="202" y="158"/>
                    <a:pt x="202" y="102"/>
                  </a:cubicBezTo>
                  <a:lnTo>
                    <a:pt x="202" y="102"/>
                  </a:lnTo>
                  <a:cubicBezTo>
                    <a:pt x="202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Rectangle 135">
              <a:extLst>
                <a:ext uri="{FF2B5EF4-FFF2-40B4-BE49-F238E27FC236}">
                  <a16:creationId xmlns:a16="http://schemas.microsoft.com/office/drawing/2014/main" id="{511FFFCD-931D-4446-94EB-ADDA26F94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6372225"/>
              <a:ext cx="29845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std, coordinate order: Hermundstad and Xu plot order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39" name="Rectangle 136">
            <a:extLst>
              <a:ext uri="{FF2B5EF4-FFF2-40B4-BE49-F238E27FC236}">
                <a16:creationId xmlns:a16="http://schemas.microsoft.com/office/drawing/2014/main" id="{0304C8A2-CAA9-4156-BB6E-8CDDC8A3E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638925"/>
            <a:ext cx="60912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bone_btc_prelim std pad=2 whiten=global (patch wtd) marg=1 pxlmean 0 roimean 1 cosbell 1 gen Frozen rand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1E78444-E6DD-4965-8188-6E1B6DF7F76A}"/>
              </a:ext>
            </a:extLst>
          </p:cNvPr>
          <p:cNvSpPr txBox="1"/>
          <p:nvPr/>
        </p:nvSpPr>
        <p:spPr>
          <a:xfrm>
            <a:off x="2116945" y="135216"/>
            <a:ext cx="3076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Bone Radiographs, N=1, R=128</a:t>
            </a:r>
          </a:p>
        </p:txBody>
      </p:sp>
    </p:spTree>
    <p:extLst>
      <p:ext uri="{BB962C8B-B14F-4D97-AF65-F5344CB8AC3E}">
        <p14:creationId xmlns:p14="http://schemas.microsoft.com/office/powerpoint/2010/main" val="1286644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F1E78444-E6DD-4965-8188-6E1B6DF7F76A}"/>
              </a:ext>
            </a:extLst>
          </p:cNvPr>
          <p:cNvSpPr txBox="1"/>
          <p:nvPr/>
        </p:nvSpPr>
        <p:spPr>
          <a:xfrm>
            <a:off x="2116945" y="135216"/>
            <a:ext cx="2991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Bone Scintigrams, N=1, R=128</a:t>
            </a:r>
          </a:p>
        </p:txBody>
      </p: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A99741AE-929E-4833-B84F-1AA1EFCC66E3}"/>
              </a:ext>
            </a:extLst>
          </p:cNvPr>
          <p:cNvGrpSpPr/>
          <p:nvPr/>
        </p:nvGrpSpPr>
        <p:grpSpPr>
          <a:xfrm>
            <a:off x="1363663" y="525463"/>
            <a:ext cx="4337050" cy="2803525"/>
            <a:chOff x="1363663" y="525463"/>
            <a:chExt cx="4337050" cy="2803525"/>
          </a:xfrm>
        </p:grpSpPr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EB42B1A7-737C-4D6C-A54D-3B5786F840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2871788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2C66EA11-A555-4BA5-B486-4A9939E80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590550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0A99AD0D-3C79-4CE6-B9AC-89F1A32BAE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963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Line 11">
              <a:extLst>
                <a:ext uri="{FF2B5EF4-FFF2-40B4-BE49-F238E27FC236}">
                  <a16:creationId xmlns:a16="http://schemas.microsoft.com/office/drawing/2014/main" id="{4179FD0B-4E9F-46AA-8A7B-EDF427D66E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3800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Line 12">
              <a:extLst>
                <a:ext uri="{FF2B5EF4-FFF2-40B4-BE49-F238E27FC236}">
                  <a16:creationId xmlns:a16="http://schemas.microsoft.com/office/drawing/2014/main" id="{3077880F-0983-4FC0-B434-6E676B4EE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4500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Line 13">
              <a:extLst>
                <a:ext uri="{FF2B5EF4-FFF2-40B4-BE49-F238E27FC236}">
                  <a16:creationId xmlns:a16="http://schemas.microsoft.com/office/drawing/2014/main" id="{9A9624ED-2F60-4B7E-AEB2-120D053573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338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Line 14">
              <a:extLst>
                <a:ext uri="{FF2B5EF4-FFF2-40B4-BE49-F238E27FC236}">
                  <a16:creationId xmlns:a16="http://schemas.microsoft.com/office/drawing/2014/main" id="{F63DAF53-072B-4CC6-8989-A59B23180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263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Line 15">
              <a:extLst>
                <a:ext uri="{FF2B5EF4-FFF2-40B4-BE49-F238E27FC236}">
                  <a16:creationId xmlns:a16="http://schemas.microsoft.com/office/drawing/2014/main" id="{2863BC2F-21C3-41C5-AABD-026C07A97F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0513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Line 16">
              <a:extLst>
                <a:ext uri="{FF2B5EF4-FFF2-40B4-BE49-F238E27FC236}">
                  <a16:creationId xmlns:a16="http://schemas.microsoft.com/office/drawing/2014/main" id="{FEAE65BC-F3D4-40D8-9030-540FD26AF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4350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Line 17">
              <a:extLst>
                <a:ext uri="{FF2B5EF4-FFF2-40B4-BE49-F238E27FC236}">
                  <a16:creationId xmlns:a16="http://schemas.microsoft.com/office/drawing/2014/main" id="{B449001F-6ABE-435E-82D7-1E2BA94DA0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8188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Line 18">
              <a:extLst>
                <a:ext uri="{FF2B5EF4-FFF2-40B4-BE49-F238E27FC236}">
                  <a16:creationId xmlns:a16="http://schemas.microsoft.com/office/drawing/2014/main" id="{1EDE44C9-9C25-48CB-9281-A36F1AF684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9238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Line 19">
              <a:extLst>
                <a:ext uri="{FF2B5EF4-FFF2-40B4-BE49-F238E27FC236}">
                  <a16:creationId xmlns:a16="http://schemas.microsoft.com/office/drawing/2014/main" id="{7BE9C54C-66AB-481E-81BF-B9F4DAC1A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963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Line 20">
              <a:extLst>
                <a:ext uri="{FF2B5EF4-FFF2-40B4-BE49-F238E27FC236}">
                  <a16:creationId xmlns:a16="http://schemas.microsoft.com/office/drawing/2014/main" id="{DD91958B-200D-40B6-A5CB-F86CE9657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800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Line 21">
              <a:extLst>
                <a:ext uri="{FF2B5EF4-FFF2-40B4-BE49-F238E27FC236}">
                  <a16:creationId xmlns:a16="http://schemas.microsoft.com/office/drawing/2014/main" id="{ABF17427-095D-483D-BC60-C76CC4290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500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Line 22">
              <a:extLst>
                <a:ext uri="{FF2B5EF4-FFF2-40B4-BE49-F238E27FC236}">
                  <a16:creationId xmlns:a16="http://schemas.microsoft.com/office/drawing/2014/main" id="{9C3E418F-9FAF-44C5-92E7-D0BA00811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338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Line 23">
              <a:extLst>
                <a:ext uri="{FF2B5EF4-FFF2-40B4-BE49-F238E27FC236}">
                  <a16:creationId xmlns:a16="http://schemas.microsoft.com/office/drawing/2014/main" id="{A7F0D982-855E-4E4D-903D-B1B839D05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263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Line 24">
              <a:extLst>
                <a:ext uri="{FF2B5EF4-FFF2-40B4-BE49-F238E27FC236}">
                  <a16:creationId xmlns:a16="http://schemas.microsoft.com/office/drawing/2014/main" id="{8F5C4591-7180-4FBD-A9FE-BC2EB9851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0513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Line 25">
              <a:extLst>
                <a:ext uri="{FF2B5EF4-FFF2-40B4-BE49-F238E27FC236}">
                  <a16:creationId xmlns:a16="http://schemas.microsoft.com/office/drawing/2014/main" id="{1FA4C889-F675-49E4-9B0F-9FE25E3E7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4350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Line 26">
              <a:extLst>
                <a:ext uri="{FF2B5EF4-FFF2-40B4-BE49-F238E27FC236}">
                  <a16:creationId xmlns:a16="http://schemas.microsoft.com/office/drawing/2014/main" id="{B8DC9525-9378-4679-A985-15B02B1D6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8188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Line 27">
              <a:extLst>
                <a:ext uri="{FF2B5EF4-FFF2-40B4-BE49-F238E27FC236}">
                  <a16:creationId xmlns:a16="http://schemas.microsoft.com/office/drawing/2014/main" id="{F3D87806-F976-4291-AB3C-BEB07A520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9238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Rectangle 28">
              <a:extLst>
                <a:ext uri="{FF2B5EF4-FFF2-40B4-BE49-F238E27FC236}">
                  <a16:creationId xmlns:a16="http://schemas.microsoft.com/office/drawing/2014/main" id="{9C89F08D-6C2F-46BD-BFBD-327872416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88" y="293846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9" name="Rectangle 29">
              <a:extLst>
                <a:ext uri="{FF2B5EF4-FFF2-40B4-BE49-F238E27FC236}">
                  <a16:creationId xmlns:a16="http://schemas.microsoft.com/office/drawing/2014/main" id="{0C7F63B3-6943-40DD-9BD8-232F4C6E5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938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0" name="Rectangle 30">
              <a:extLst>
                <a:ext uri="{FF2B5EF4-FFF2-40B4-BE49-F238E27FC236}">
                  <a16:creationId xmlns:a16="http://schemas.microsoft.com/office/drawing/2014/main" id="{E61D18BD-AC64-4AD0-B4E1-A71B16FB5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813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1" name="Rectangle 31">
              <a:extLst>
                <a:ext uri="{FF2B5EF4-FFF2-40B4-BE49-F238E27FC236}">
                  <a16:creationId xmlns:a16="http://schemas.microsoft.com/office/drawing/2014/main" id="{DECC1932-926F-4B2C-AC52-A55688D8E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413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2" name="Rectangle 32">
              <a:extLst>
                <a:ext uri="{FF2B5EF4-FFF2-40B4-BE49-F238E27FC236}">
                  <a16:creationId xmlns:a16="http://schemas.microsoft.com/office/drawing/2014/main" id="{DD820BCE-6502-4DD9-9C65-80371CA98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293846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3" name="Rectangle 33">
              <a:extLst>
                <a:ext uri="{FF2B5EF4-FFF2-40B4-BE49-F238E27FC236}">
                  <a16:creationId xmlns:a16="http://schemas.microsoft.com/office/drawing/2014/main" id="{1CEE3B84-DDB9-4800-AE4E-927BDE58B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300" y="2938463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4" name="Rectangle 34">
              <a:extLst>
                <a:ext uri="{FF2B5EF4-FFF2-40B4-BE49-F238E27FC236}">
                  <a16:creationId xmlns:a16="http://schemas.microsoft.com/office/drawing/2014/main" id="{88120DB4-1BD7-409A-A766-6EC2A4417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2938463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5" name="Rectangle 35">
              <a:extLst>
                <a:ext uri="{FF2B5EF4-FFF2-40B4-BE49-F238E27FC236}">
                  <a16:creationId xmlns:a16="http://schemas.microsoft.com/office/drawing/2014/main" id="{670CC0F8-7340-47CF-8A62-04B9C9F99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6" name="Rectangle 36">
              <a:extLst>
                <a:ext uri="{FF2B5EF4-FFF2-40B4-BE49-F238E27FC236}">
                  <a16:creationId xmlns:a16="http://schemas.microsoft.com/office/drawing/2014/main" id="{5193BF1D-2980-4D9D-9350-8F73A21FC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38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31070E02-F373-4D3B-BD39-1E53F4C25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3119438"/>
              <a:ext cx="6953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btc 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8" name="Line 38">
              <a:extLst>
                <a:ext uri="{FF2B5EF4-FFF2-40B4-BE49-F238E27FC236}">
                  <a16:creationId xmlns:a16="http://schemas.microsoft.com/office/drawing/2014/main" id="{27F49017-1BCB-4B1D-8E75-D99C00D71E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8488" y="590550"/>
              <a:ext cx="0" cy="228123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Line 39">
              <a:extLst>
                <a:ext uri="{FF2B5EF4-FFF2-40B4-BE49-F238E27FC236}">
                  <a16:creationId xmlns:a16="http://schemas.microsoft.com/office/drawing/2014/main" id="{19431145-121B-43C8-A6AD-1216594EC7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00713" y="590550"/>
              <a:ext cx="0" cy="228123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Line 40">
              <a:extLst>
                <a:ext uri="{FF2B5EF4-FFF2-40B4-BE49-F238E27FC236}">
                  <a16:creationId xmlns:a16="http://schemas.microsoft.com/office/drawing/2014/main" id="{24928AC1-44CD-43D3-9808-1C0511062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26638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Line 41">
              <a:extLst>
                <a:ext uri="{FF2B5EF4-FFF2-40B4-BE49-F238E27FC236}">
                  <a16:creationId xmlns:a16="http://schemas.microsoft.com/office/drawing/2014/main" id="{D142C37D-132E-4A52-A6B5-09CF97344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21463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Line 42">
              <a:extLst>
                <a:ext uri="{FF2B5EF4-FFF2-40B4-BE49-F238E27FC236}">
                  <a16:creationId xmlns:a16="http://schemas.microsoft.com/office/drawing/2014/main" id="{7EBBFC0F-57C5-4728-9182-D971B8461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16287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Line 43">
              <a:extLst>
                <a:ext uri="{FF2B5EF4-FFF2-40B4-BE49-F238E27FC236}">
                  <a16:creationId xmlns:a16="http://schemas.microsoft.com/office/drawing/2014/main" id="{D107B1DC-DBC6-4FF0-9CF0-CD36CEFA5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11096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Line 44">
              <a:extLst>
                <a:ext uri="{FF2B5EF4-FFF2-40B4-BE49-F238E27FC236}">
                  <a16:creationId xmlns:a16="http://schemas.microsoft.com/office/drawing/2014/main" id="{A01D0799-4DF4-44AD-AF76-7CAC072B4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5905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Line 45">
              <a:extLst>
                <a:ext uri="{FF2B5EF4-FFF2-40B4-BE49-F238E27FC236}">
                  <a16:creationId xmlns:a16="http://schemas.microsoft.com/office/drawing/2014/main" id="{7EBB86DF-2133-4035-A369-576020E01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26638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Line 46">
              <a:extLst>
                <a:ext uri="{FF2B5EF4-FFF2-40B4-BE49-F238E27FC236}">
                  <a16:creationId xmlns:a16="http://schemas.microsoft.com/office/drawing/2014/main" id="{4344CD9D-28AE-4F1F-A2D9-18C490277B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21463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Line 47">
              <a:extLst>
                <a:ext uri="{FF2B5EF4-FFF2-40B4-BE49-F238E27FC236}">
                  <a16:creationId xmlns:a16="http://schemas.microsoft.com/office/drawing/2014/main" id="{031375C9-EADA-4E30-A22C-2D3624E0F9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16287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Line 48">
              <a:extLst>
                <a:ext uri="{FF2B5EF4-FFF2-40B4-BE49-F238E27FC236}">
                  <a16:creationId xmlns:a16="http://schemas.microsoft.com/office/drawing/2014/main" id="{2878E1C7-3CB2-4FA1-B58A-E6C8E9EB38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11096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Line 49">
              <a:extLst>
                <a:ext uri="{FF2B5EF4-FFF2-40B4-BE49-F238E27FC236}">
                  <a16:creationId xmlns:a16="http://schemas.microsoft.com/office/drawing/2014/main" id="{88D98B23-BEE5-42B3-A35C-8F93F41049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5905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Rectangle 50">
              <a:extLst>
                <a:ext uri="{FF2B5EF4-FFF2-40B4-BE49-F238E27FC236}">
                  <a16:creationId xmlns:a16="http://schemas.microsoft.com/office/drawing/2014/main" id="{58495177-646B-473F-B9B6-46541DF86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663" y="259397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1" name="Rectangle 51">
              <a:extLst>
                <a:ext uri="{FF2B5EF4-FFF2-40B4-BE49-F238E27FC236}">
                  <a16:creationId xmlns:a16="http://schemas.microsoft.com/office/drawing/2014/main" id="{44D12643-5AA7-4AF4-9588-E614ACE0B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2079625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2" name="Rectangle 52">
              <a:extLst>
                <a:ext uri="{FF2B5EF4-FFF2-40B4-BE49-F238E27FC236}">
                  <a16:creationId xmlns:a16="http://schemas.microsoft.com/office/drawing/2014/main" id="{0D5A5375-F49D-4F43-937A-15299D0E9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1563688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3" name="Rectangle 53">
              <a:extLst>
                <a:ext uri="{FF2B5EF4-FFF2-40B4-BE49-F238E27FC236}">
                  <a16:creationId xmlns:a16="http://schemas.microsoft.com/office/drawing/2014/main" id="{4D68A232-287D-4F6B-B01A-A90D62E9C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1039813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4" name="Rectangle 54">
              <a:extLst>
                <a:ext uri="{FF2B5EF4-FFF2-40B4-BE49-F238E27FC236}">
                  <a16:creationId xmlns:a16="http://schemas.microsoft.com/office/drawing/2014/main" id="{277CBBAA-3CCE-4E5C-ADE6-6580DB00A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525463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5" name="Rectangle 55">
              <a:extLst>
                <a:ext uri="{FF2B5EF4-FFF2-40B4-BE49-F238E27FC236}">
                  <a16:creationId xmlns:a16="http://schemas.microsoft.com/office/drawing/2014/main" id="{7556D6FC-EFC5-4E39-9FE1-EA9B64D71D4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68425" y="1701800"/>
              <a:ext cx="2000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6" name="Rectangle 56">
              <a:extLst>
                <a:ext uri="{FF2B5EF4-FFF2-40B4-BE49-F238E27FC236}">
                  <a16:creationId xmlns:a16="http://schemas.microsoft.com/office/drawing/2014/main" id="{A4A98EC2-0874-4A37-83E6-F9D87AB101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1601788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7" name="Rectangle 57">
              <a:extLst>
                <a:ext uri="{FF2B5EF4-FFF2-40B4-BE49-F238E27FC236}">
                  <a16:creationId xmlns:a16="http://schemas.microsoft.com/office/drawing/2014/main" id="{4EEFBEA6-462D-4A45-BF3B-8F1CDE0903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1525588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8" name="Rectangle 58">
              <a:extLst>
                <a:ext uri="{FF2B5EF4-FFF2-40B4-BE49-F238E27FC236}">
                  <a16:creationId xmlns:a16="http://schemas.microsoft.com/office/drawing/2014/main" id="{8F704A9C-4934-4CC3-B43B-55B4CB2EC4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1449388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0" name="Freeform 60">
              <a:extLst>
                <a:ext uri="{FF2B5EF4-FFF2-40B4-BE49-F238E27FC236}">
                  <a16:creationId xmlns:a16="http://schemas.microsoft.com/office/drawing/2014/main" id="{C33847ED-FC85-4919-837A-BAB5C46B65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9638" y="2701925"/>
              <a:ext cx="120650" cy="119063"/>
            </a:xfrm>
            <a:custGeom>
              <a:avLst/>
              <a:gdLst>
                <a:gd name="T0" fmla="*/ 101 w 202"/>
                <a:gd name="T1" fmla="*/ 32 h 202"/>
                <a:gd name="T2" fmla="*/ 170 w 202"/>
                <a:gd name="T3" fmla="*/ 101 h 202"/>
                <a:gd name="T4" fmla="*/ 170 w 202"/>
                <a:gd name="T5" fmla="*/ 101 h 202"/>
                <a:gd name="T6" fmla="*/ 101 w 202"/>
                <a:gd name="T7" fmla="*/ 170 h 202"/>
                <a:gd name="T8" fmla="*/ 32 w 202"/>
                <a:gd name="T9" fmla="*/ 101 h 202"/>
                <a:gd name="T10" fmla="*/ 101 w 202"/>
                <a:gd name="T11" fmla="*/ 32 h 202"/>
                <a:gd name="T12" fmla="*/ 101 w 202"/>
                <a:gd name="T13" fmla="*/ 0 h 202"/>
                <a:gd name="T14" fmla="*/ 0 w 202"/>
                <a:gd name="T15" fmla="*/ 101 h 202"/>
                <a:gd name="T16" fmla="*/ 101 w 202"/>
                <a:gd name="T17" fmla="*/ 202 h 202"/>
                <a:gd name="T18" fmla="*/ 202 w 202"/>
                <a:gd name="T19" fmla="*/ 101 h 202"/>
                <a:gd name="T20" fmla="*/ 202 w 202"/>
                <a:gd name="T21" fmla="*/ 101 h 202"/>
                <a:gd name="T22" fmla="*/ 101 w 202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2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39"/>
                    <a:pt x="139" y="170"/>
                    <a:pt x="101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2"/>
                    <a:pt x="101" y="202"/>
                  </a:cubicBezTo>
                  <a:cubicBezTo>
                    <a:pt x="157" y="202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61">
              <a:extLst>
                <a:ext uri="{FF2B5EF4-FFF2-40B4-BE49-F238E27FC236}">
                  <a16:creationId xmlns:a16="http://schemas.microsoft.com/office/drawing/2014/main" id="{BD3111E7-BD8C-4139-8466-1DC08ED43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3475" y="2398713"/>
              <a:ext cx="120650" cy="120650"/>
            </a:xfrm>
            <a:custGeom>
              <a:avLst/>
              <a:gdLst>
                <a:gd name="T0" fmla="*/ 102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2 w 203"/>
                <a:gd name="T7" fmla="*/ 170 h 202"/>
                <a:gd name="T8" fmla="*/ 32 w 203"/>
                <a:gd name="T9" fmla="*/ 101 h 202"/>
                <a:gd name="T10" fmla="*/ 102 w 203"/>
                <a:gd name="T11" fmla="*/ 32 h 202"/>
                <a:gd name="T12" fmla="*/ 102 w 203"/>
                <a:gd name="T13" fmla="*/ 0 h 202"/>
                <a:gd name="T14" fmla="*/ 0 w 203"/>
                <a:gd name="T15" fmla="*/ 101 h 202"/>
                <a:gd name="T16" fmla="*/ 102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2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2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2"/>
                    <a:pt x="102" y="202"/>
                  </a:cubicBezTo>
                  <a:cubicBezTo>
                    <a:pt x="158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62">
              <a:extLst>
                <a:ext uri="{FF2B5EF4-FFF2-40B4-BE49-F238E27FC236}">
                  <a16:creationId xmlns:a16="http://schemas.microsoft.com/office/drawing/2014/main" id="{81F70875-78A2-4829-A20F-9BA2583C06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4175" y="1954213"/>
              <a:ext cx="120650" cy="120650"/>
            </a:xfrm>
            <a:custGeom>
              <a:avLst/>
              <a:gdLst>
                <a:gd name="T0" fmla="*/ 101 w 202"/>
                <a:gd name="T1" fmla="*/ 32 h 202"/>
                <a:gd name="T2" fmla="*/ 170 w 202"/>
                <a:gd name="T3" fmla="*/ 101 h 202"/>
                <a:gd name="T4" fmla="*/ 170 w 202"/>
                <a:gd name="T5" fmla="*/ 101 h 202"/>
                <a:gd name="T6" fmla="*/ 101 w 202"/>
                <a:gd name="T7" fmla="*/ 170 h 202"/>
                <a:gd name="T8" fmla="*/ 32 w 202"/>
                <a:gd name="T9" fmla="*/ 101 h 202"/>
                <a:gd name="T10" fmla="*/ 101 w 202"/>
                <a:gd name="T11" fmla="*/ 32 h 202"/>
                <a:gd name="T12" fmla="*/ 101 w 202"/>
                <a:gd name="T13" fmla="*/ 0 h 202"/>
                <a:gd name="T14" fmla="*/ 0 w 202"/>
                <a:gd name="T15" fmla="*/ 101 h 202"/>
                <a:gd name="T16" fmla="*/ 101 w 202"/>
                <a:gd name="T17" fmla="*/ 202 h 202"/>
                <a:gd name="T18" fmla="*/ 202 w 202"/>
                <a:gd name="T19" fmla="*/ 101 h 202"/>
                <a:gd name="T20" fmla="*/ 202 w 202"/>
                <a:gd name="T21" fmla="*/ 101 h 202"/>
                <a:gd name="T22" fmla="*/ 101 w 202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2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39"/>
                    <a:pt x="139" y="170"/>
                    <a:pt x="101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2"/>
                    <a:pt x="101" y="202"/>
                  </a:cubicBezTo>
                  <a:cubicBezTo>
                    <a:pt x="157" y="202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63">
              <a:extLst>
                <a:ext uri="{FF2B5EF4-FFF2-40B4-BE49-F238E27FC236}">
                  <a16:creationId xmlns:a16="http://schemas.microsoft.com/office/drawing/2014/main" id="{12B8C039-1EBD-432C-93CC-A55FD6448D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8013" y="2000250"/>
              <a:ext cx="120650" cy="120650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1 h 203"/>
                <a:gd name="T4" fmla="*/ 171 w 203"/>
                <a:gd name="T5" fmla="*/ 101 h 203"/>
                <a:gd name="T6" fmla="*/ 102 w 203"/>
                <a:gd name="T7" fmla="*/ 171 h 203"/>
                <a:gd name="T8" fmla="*/ 32 w 203"/>
                <a:gd name="T9" fmla="*/ 101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1 h 203"/>
                <a:gd name="T16" fmla="*/ 102 w 203"/>
                <a:gd name="T17" fmla="*/ 203 h 203"/>
                <a:gd name="T18" fmla="*/ 203 w 203"/>
                <a:gd name="T19" fmla="*/ 101 h 203"/>
                <a:gd name="T20" fmla="*/ 203 w 203"/>
                <a:gd name="T21" fmla="*/ 101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58" y="203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64">
              <a:extLst>
                <a:ext uri="{FF2B5EF4-FFF2-40B4-BE49-F238E27FC236}">
                  <a16:creationId xmlns:a16="http://schemas.microsoft.com/office/drawing/2014/main" id="{A90FF73A-1AFD-4E0A-B533-375279480F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6350" y="2627313"/>
              <a:ext cx="122238" cy="120650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1 h 203"/>
                <a:gd name="T4" fmla="*/ 171 w 203"/>
                <a:gd name="T5" fmla="*/ 101 h 203"/>
                <a:gd name="T6" fmla="*/ 102 w 203"/>
                <a:gd name="T7" fmla="*/ 171 h 203"/>
                <a:gd name="T8" fmla="*/ 32 w 203"/>
                <a:gd name="T9" fmla="*/ 101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1 h 203"/>
                <a:gd name="T16" fmla="*/ 102 w 203"/>
                <a:gd name="T17" fmla="*/ 203 h 203"/>
                <a:gd name="T18" fmla="*/ 203 w 203"/>
                <a:gd name="T19" fmla="*/ 101 h 203"/>
                <a:gd name="T20" fmla="*/ 203 w 203"/>
                <a:gd name="T21" fmla="*/ 101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58" y="203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65">
              <a:extLst>
                <a:ext uri="{FF2B5EF4-FFF2-40B4-BE49-F238E27FC236}">
                  <a16:creationId xmlns:a16="http://schemas.microsoft.com/office/drawing/2014/main" id="{CF42BF9F-E62B-45C3-B2C0-DE06B0809B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0188" y="2622550"/>
              <a:ext cx="120650" cy="122238"/>
            </a:xfrm>
            <a:custGeom>
              <a:avLst/>
              <a:gdLst>
                <a:gd name="T0" fmla="*/ 101 w 203"/>
                <a:gd name="T1" fmla="*/ 32 h 203"/>
                <a:gd name="T2" fmla="*/ 171 w 203"/>
                <a:gd name="T3" fmla="*/ 102 h 203"/>
                <a:gd name="T4" fmla="*/ 171 w 203"/>
                <a:gd name="T5" fmla="*/ 102 h 203"/>
                <a:gd name="T6" fmla="*/ 101 w 203"/>
                <a:gd name="T7" fmla="*/ 171 h 203"/>
                <a:gd name="T8" fmla="*/ 32 w 203"/>
                <a:gd name="T9" fmla="*/ 102 h 203"/>
                <a:gd name="T10" fmla="*/ 101 w 203"/>
                <a:gd name="T11" fmla="*/ 32 h 203"/>
                <a:gd name="T12" fmla="*/ 101 w 203"/>
                <a:gd name="T13" fmla="*/ 0 h 203"/>
                <a:gd name="T14" fmla="*/ 0 w 203"/>
                <a:gd name="T15" fmla="*/ 102 h 203"/>
                <a:gd name="T16" fmla="*/ 101 w 203"/>
                <a:gd name="T17" fmla="*/ 203 h 203"/>
                <a:gd name="T18" fmla="*/ 203 w 203"/>
                <a:gd name="T19" fmla="*/ 102 h 203"/>
                <a:gd name="T20" fmla="*/ 203 w 203"/>
                <a:gd name="T21" fmla="*/ 102 h 203"/>
                <a:gd name="T22" fmla="*/ 101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1" y="32"/>
                  </a:moveTo>
                  <a:cubicBezTo>
                    <a:pt x="140" y="32"/>
                    <a:pt x="171" y="63"/>
                    <a:pt x="171" y="102"/>
                  </a:cubicBezTo>
                  <a:lnTo>
                    <a:pt x="171" y="102"/>
                  </a:lnTo>
                  <a:cubicBezTo>
                    <a:pt x="171" y="140"/>
                    <a:pt x="140" y="171"/>
                    <a:pt x="101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7" y="203"/>
                    <a:pt x="203" y="158"/>
                    <a:pt x="203" y="102"/>
                  </a:cubicBezTo>
                  <a:lnTo>
                    <a:pt x="203" y="102"/>
                  </a:lnTo>
                  <a:cubicBezTo>
                    <a:pt x="203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66">
              <a:extLst>
                <a:ext uri="{FF2B5EF4-FFF2-40B4-BE49-F238E27FC236}">
                  <a16:creationId xmlns:a16="http://schemas.microsoft.com/office/drawing/2014/main" id="{8D133D41-DE1F-4400-ADC3-B80813369F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4025" y="2622550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1 h 203"/>
                <a:gd name="T4" fmla="*/ 170 w 202"/>
                <a:gd name="T5" fmla="*/ 101 h 203"/>
                <a:gd name="T6" fmla="*/ 101 w 202"/>
                <a:gd name="T7" fmla="*/ 171 h 203"/>
                <a:gd name="T8" fmla="*/ 32 w 202"/>
                <a:gd name="T9" fmla="*/ 101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1 h 203"/>
                <a:gd name="T16" fmla="*/ 101 w 202"/>
                <a:gd name="T17" fmla="*/ 203 h 203"/>
                <a:gd name="T18" fmla="*/ 202 w 202"/>
                <a:gd name="T19" fmla="*/ 101 h 203"/>
                <a:gd name="T20" fmla="*/ 202 w 202"/>
                <a:gd name="T21" fmla="*/ 101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67">
              <a:extLst>
                <a:ext uri="{FF2B5EF4-FFF2-40B4-BE49-F238E27FC236}">
                  <a16:creationId xmlns:a16="http://schemas.microsoft.com/office/drawing/2014/main" id="{AB3102AF-1B02-4D16-AF54-AFA61E1FBC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6275" y="2614613"/>
              <a:ext cx="122238" cy="120650"/>
            </a:xfrm>
            <a:custGeom>
              <a:avLst/>
              <a:gdLst>
                <a:gd name="T0" fmla="*/ 102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2 w 203"/>
                <a:gd name="T7" fmla="*/ 170 h 202"/>
                <a:gd name="T8" fmla="*/ 32 w 203"/>
                <a:gd name="T9" fmla="*/ 101 h 202"/>
                <a:gd name="T10" fmla="*/ 102 w 203"/>
                <a:gd name="T11" fmla="*/ 32 h 202"/>
                <a:gd name="T12" fmla="*/ 102 w 203"/>
                <a:gd name="T13" fmla="*/ 0 h 202"/>
                <a:gd name="T14" fmla="*/ 0 w 203"/>
                <a:gd name="T15" fmla="*/ 101 h 202"/>
                <a:gd name="T16" fmla="*/ 102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2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2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2"/>
                    <a:pt x="102" y="202"/>
                  </a:cubicBezTo>
                  <a:cubicBezTo>
                    <a:pt x="158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68">
              <a:extLst>
                <a:ext uri="{FF2B5EF4-FFF2-40B4-BE49-F238E27FC236}">
                  <a16:creationId xmlns:a16="http://schemas.microsoft.com/office/drawing/2014/main" id="{C4A90A32-FC04-48CF-896D-3145AAD088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8913" y="1568450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2 h 203"/>
                <a:gd name="T4" fmla="*/ 170 w 202"/>
                <a:gd name="T5" fmla="*/ 102 h 203"/>
                <a:gd name="T6" fmla="*/ 101 w 202"/>
                <a:gd name="T7" fmla="*/ 171 h 203"/>
                <a:gd name="T8" fmla="*/ 32 w 202"/>
                <a:gd name="T9" fmla="*/ 102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2 h 203"/>
                <a:gd name="T16" fmla="*/ 101 w 202"/>
                <a:gd name="T17" fmla="*/ 203 h 203"/>
                <a:gd name="T18" fmla="*/ 202 w 202"/>
                <a:gd name="T19" fmla="*/ 102 h 203"/>
                <a:gd name="T20" fmla="*/ 202 w 202"/>
                <a:gd name="T21" fmla="*/ 102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2"/>
                  </a:cubicBezTo>
                  <a:lnTo>
                    <a:pt x="170" y="102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7" y="203"/>
                    <a:pt x="202" y="158"/>
                    <a:pt x="202" y="102"/>
                  </a:cubicBezTo>
                  <a:lnTo>
                    <a:pt x="202" y="102"/>
                  </a:lnTo>
                  <a:cubicBezTo>
                    <a:pt x="202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69">
              <a:extLst>
                <a:ext uri="{FF2B5EF4-FFF2-40B4-BE49-F238E27FC236}">
                  <a16:creationId xmlns:a16="http://schemas.microsoft.com/office/drawing/2014/main" id="{94A4ABBE-A577-4917-8DD0-0A696275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8488" y="2660650"/>
              <a:ext cx="3832225" cy="6350"/>
            </a:xfrm>
            <a:custGeom>
              <a:avLst/>
              <a:gdLst>
                <a:gd name="T0" fmla="*/ 156 w 2414"/>
                <a:gd name="T1" fmla="*/ 0 h 4"/>
                <a:gd name="T2" fmla="*/ 192 w 2414"/>
                <a:gd name="T3" fmla="*/ 4 h 4"/>
                <a:gd name="T4" fmla="*/ 192 w 2414"/>
                <a:gd name="T5" fmla="*/ 0 h 4"/>
                <a:gd name="T6" fmla="*/ 348 w 2414"/>
                <a:gd name="T7" fmla="*/ 4 h 4"/>
                <a:gd name="T8" fmla="*/ 288 w 2414"/>
                <a:gd name="T9" fmla="*/ 4 h 4"/>
                <a:gd name="T10" fmla="*/ 444 w 2414"/>
                <a:gd name="T11" fmla="*/ 0 h 4"/>
                <a:gd name="T12" fmla="*/ 480 w 2414"/>
                <a:gd name="T13" fmla="*/ 4 h 4"/>
                <a:gd name="T14" fmla="*/ 480 w 2414"/>
                <a:gd name="T15" fmla="*/ 0 h 4"/>
                <a:gd name="T16" fmla="*/ 636 w 2414"/>
                <a:gd name="T17" fmla="*/ 4 h 4"/>
                <a:gd name="T18" fmla="*/ 576 w 2414"/>
                <a:gd name="T19" fmla="*/ 4 h 4"/>
                <a:gd name="T20" fmla="*/ 732 w 2414"/>
                <a:gd name="T21" fmla="*/ 0 h 4"/>
                <a:gd name="T22" fmla="*/ 768 w 2414"/>
                <a:gd name="T23" fmla="*/ 4 h 4"/>
                <a:gd name="T24" fmla="*/ 768 w 2414"/>
                <a:gd name="T25" fmla="*/ 0 h 4"/>
                <a:gd name="T26" fmla="*/ 925 w 2414"/>
                <a:gd name="T27" fmla="*/ 4 h 4"/>
                <a:gd name="T28" fmla="*/ 865 w 2414"/>
                <a:gd name="T29" fmla="*/ 4 h 4"/>
                <a:gd name="T30" fmla="*/ 1021 w 2414"/>
                <a:gd name="T31" fmla="*/ 0 h 4"/>
                <a:gd name="T32" fmla="*/ 1057 w 2414"/>
                <a:gd name="T33" fmla="*/ 4 h 4"/>
                <a:gd name="T34" fmla="*/ 1057 w 2414"/>
                <a:gd name="T35" fmla="*/ 0 h 4"/>
                <a:gd name="T36" fmla="*/ 1213 w 2414"/>
                <a:gd name="T37" fmla="*/ 4 h 4"/>
                <a:gd name="T38" fmla="*/ 1153 w 2414"/>
                <a:gd name="T39" fmla="*/ 4 h 4"/>
                <a:gd name="T40" fmla="*/ 1309 w 2414"/>
                <a:gd name="T41" fmla="*/ 0 h 4"/>
                <a:gd name="T42" fmla="*/ 1345 w 2414"/>
                <a:gd name="T43" fmla="*/ 4 h 4"/>
                <a:gd name="T44" fmla="*/ 1345 w 2414"/>
                <a:gd name="T45" fmla="*/ 0 h 4"/>
                <a:gd name="T46" fmla="*/ 1501 w 2414"/>
                <a:gd name="T47" fmla="*/ 4 h 4"/>
                <a:gd name="T48" fmla="*/ 1441 w 2414"/>
                <a:gd name="T49" fmla="*/ 4 h 4"/>
                <a:gd name="T50" fmla="*/ 1597 w 2414"/>
                <a:gd name="T51" fmla="*/ 0 h 4"/>
                <a:gd name="T52" fmla="*/ 1633 w 2414"/>
                <a:gd name="T53" fmla="*/ 4 h 4"/>
                <a:gd name="T54" fmla="*/ 1633 w 2414"/>
                <a:gd name="T55" fmla="*/ 0 h 4"/>
                <a:gd name="T56" fmla="*/ 1789 w 2414"/>
                <a:gd name="T57" fmla="*/ 4 h 4"/>
                <a:gd name="T58" fmla="*/ 1729 w 2414"/>
                <a:gd name="T59" fmla="*/ 4 h 4"/>
                <a:gd name="T60" fmla="*/ 1885 w 2414"/>
                <a:gd name="T61" fmla="*/ 0 h 4"/>
                <a:gd name="T62" fmla="*/ 1921 w 2414"/>
                <a:gd name="T63" fmla="*/ 4 h 4"/>
                <a:gd name="T64" fmla="*/ 1921 w 2414"/>
                <a:gd name="T65" fmla="*/ 0 h 4"/>
                <a:gd name="T66" fmla="*/ 2078 w 2414"/>
                <a:gd name="T67" fmla="*/ 4 h 4"/>
                <a:gd name="T68" fmla="*/ 2017 w 2414"/>
                <a:gd name="T69" fmla="*/ 4 h 4"/>
                <a:gd name="T70" fmla="*/ 2174 w 2414"/>
                <a:gd name="T71" fmla="*/ 0 h 4"/>
                <a:gd name="T72" fmla="*/ 2210 w 2414"/>
                <a:gd name="T73" fmla="*/ 4 h 4"/>
                <a:gd name="T74" fmla="*/ 2210 w 2414"/>
                <a:gd name="T75" fmla="*/ 0 h 4"/>
                <a:gd name="T76" fmla="*/ 2366 w 2414"/>
                <a:gd name="T77" fmla="*/ 4 h 4"/>
                <a:gd name="T78" fmla="*/ 2306 w 2414"/>
                <a:gd name="T79" fmla="*/ 4 h 4"/>
                <a:gd name="T80" fmla="*/ 2414 w 2414"/>
                <a:gd name="T81" fmla="*/ 0 h 4"/>
                <a:gd name="T82" fmla="*/ 0 w 2414"/>
                <a:gd name="T83" fmla="*/ 4 h 4"/>
                <a:gd name="T84" fmla="*/ 0 w 2414"/>
                <a:gd name="T8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414" h="4">
                  <a:moveTo>
                    <a:pt x="96" y="4"/>
                  </a:moveTo>
                  <a:lnTo>
                    <a:pt x="156" y="4"/>
                  </a:lnTo>
                  <a:lnTo>
                    <a:pt x="156" y="0"/>
                  </a:lnTo>
                  <a:lnTo>
                    <a:pt x="96" y="0"/>
                  </a:lnTo>
                  <a:lnTo>
                    <a:pt x="96" y="4"/>
                  </a:lnTo>
                  <a:close/>
                  <a:moveTo>
                    <a:pt x="192" y="4"/>
                  </a:moveTo>
                  <a:lnTo>
                    <a:pt x="252" y="4"/>
                  </a:lnTo>
                  <a:lnTo>
                    <a:pt x="252" y="0"/>
                  </a:lnTo>
                  <a:lnTo>
                    <a:pt x="192" y="0"/>
                  </a:lnTo>
                  <a:lnTo>
                    <a:pt x="192" y="4"/>
                  </a:lnTo>
                  <a:close/>
                  <a:moveTo>
                    <a:pt x="288" y="4"/>
                  </a:moveTo>
                  <a:lnTo>
                    <a:pt x="348" y="4"/>
                  </a:lnTo>
                  <a:lnTo>
                    <a:pt x="348" y="0"/>
                  </a:lnTo>
                  <a:lnTo>
                    <a:pt x="288" y="0"/>
                  </a:lnTo>
                  <a:lnTo>
                    <a:pt x="288" y="4"/>
                  </a:lnTo>
                  <a:close/>
                  <a:moveTo>
                    <a:pt x="384" y="4"/>
                  </a:moveTo>
                  <a:lnTo>
                    <a:pt x="444" y="4"/>
                  </a:lnTo>
                  <a:lnTo>
                    <a:pt x="444" y="0"/>
                  </a:lnTo>
                  <a:lnTo>
                    <a:pt x="384" y="0"/>
                  </a:lnTo>
                  <a:lnTo>
                    <a:pt x="384" y="4"/>
                  </a:lnTo>
                  <a:close/>
                  <a:moveTo>
                    <a:pt x="480" y="4"/>
                  </a:moveTo>
                  <a:lnTo>
                    <a:pt x="540" y="4"/>
                  </a:lnTo>
                  <a:lnTo>
                    <a:pt x="540" y="0"/>
                  </a:lnTo>
                  <a:lnTo>
                    <a:pt x="480" y="0"/>
                  </a:lnTo>
                  <a:lnTo>
                    <a:pt x="480" y="4"/>
                  </a:lnTo>
                  <a:close/>
                  <a:moveTo>
                    <a:pt x="576" y="4"/>
                  </a:moveTo>
                  <a:lnTo>
                    <a:pt x="636" y="4"/>
                  </a:lnTo>
                  <a:lnTo>
                    <a:pt x="636" y="0"/>
                  </a:lnTo>
                  <a:lnTo>
                    <a:pt x="576" y="0"/>
                  </a:lnTo>
                  <a:lnTo>
                    <a:pt x="576" y="4"/>
                  </a:lnTo>
                  <a:close/>
                  <a:moveTo>
                    <a:pt x="672" y="4"/>
                  </a:moveTo>
                  <a:lnTo>
                    <a:pt x="732" y="4"/>
                  </a:lnTo>
                  <a:lnTo>
                    <a:pt x="732" y="0"/>
                  </a:lnTo>
                  <a:lnTo>
                    <a:pt x="672" y="0"/>
                  </a:lnTo>
                  <a:lnTo>
                    <a:pt x="672" y="4"/>
                  </a:lnTo>
                  <a:close/>
                  <a:moveTo>
                    <a:pt x="768" y="4"/>
                  </a:moveTo>
                  <a:lnTo>
                    <a:pt x="829" y="4"/>
                  </a:lnTo>
                  <a:lnTo>
                    <a:pt x="829" y="0"/>
                  </a:lnTo>
                  <a:lnTo>
                    <a:pt x="768" y="0"/>
                  </a:lnTo>
                  <a:lnTo>
                    <a:pt x="768" y="4"/>
                  </a:lnTo>
                  <a:close/>
                  <a:moveTo>
                    <a:pt x="865" y="4"/>
                  </a:moveTo>
                  <a:lnTo>
                    <a:pt x="925" y="4"/>
                  </a:lnTo>
                  <a:lnTo>
                    <a:pt x="925" y="0"/>
                  </a:lnTo>
                  <a:lnTo>
                    <a:pt x="865" y="0"/>
                  </a:lnTo>
                  <a:lnTo>
                    <a:pt x="865" y="4"/>
                  </a:lnTo>
                  <a:close/>
                  <a:moveTo>
                    <a:pt x="961" y="4"/>
                  </a:moveTo>
                  <a:lnTo>
                    <a:pt x="1021" y="4"/>
                  </a:lnTo>
                  <a:lnTo>
                    <a:pt x="1021" y="0"/>
                  </a:lnTo>
                  <a:lnTo>
                    <a:pt x="961" y="0"/>
                  </a:lnTo>
                  <a:lnTo>
                    <a:pt x="961" y="4"/>
                  </a:lnTo>
                  <a:close/>
                  <a:moveTo>
                    <a:pt x="1057" y="4"/>
                  </a:moveTo>
                  <a:lnTo>
                    <a:pt x="1117" y="4"/>
                  </a:lnTo>
                  <a:lnTo>
                    <a:pt x="1117" y="0"/>
                  </a:lnTo>
                  <a:lnTo>
                    <a:pt x="1057" y="0"/>
                  </a:lnTo>
                  <a:lnTo>
                    <a:pt x="1057" y="4"/>
                  </a:lnTo>
                  <a:close/>
                  <a:moveTo>
                    <a:pt x="1153" y="4"/>
                  </a:moveTo>
                  <a:lnTo>
                    <a:pt x="1213" y="4"/>
                  </a:lnTo>
                  <a:lnTo>
                    <a:pt x="1213" y="0"/>
                  </a:lnTo>
                  <a:lnTo>
                    <a:pt x="1153" y="0"/>
                  </a:lnTo>
                  <a:lnTo>
                    <a:pt x="1153" y="4"/>
                  </a:lnTo>
                  <a:close/>
                  <a:moveTo>
                    <a:pt x="1249" y="4"/>
                  </a:moveTo>
                  <a:lnTo>
                    <a:pt x="1309" y="4"/>
                  </a:lnTo>
                  <a:lnTo>
                    <a:pt x="1309" y="0"/>
                  </a:lnTo>
                  <a:lnTo>
                    <a:pt x="1249" y="0"/>
                  </a:lnTo>
                  <a:lnTo>
                    <a:pt x="1249" y="4"/>
                  </a:lnTo>
                  <a:close/>
                  <a:moveTo>
                    <a:pt x="1345" y="4"/>
                  </a:moveTo>
                  <a:lnTo>
                    <a:pt x="1405" y="4"/>
                  </a:lnTo>
                  <a:lnTo>
                    <a:pt x="1405" y="0"/>
                  </a:lnTo>
                  <a:lnTo>
                    <a:pt x="1345" y="0"/>
                  </a:lnTo>
                  <a:lnTo>
                    <a:pt x="1345" y="4"/>
                  </a:lnTo>
                  <a:close/>
                  <a:moveTo>
                    <a:pt x="1441" y="4"/>
                  </a:moveTo>
                  <a:lnTo>
                    <a:pt x="1501" y="4"/>
                  </a:lnTo>
                  <a:lnTo>
                    <a:pt x="1501" y="0"/>
                  </a:lnTo>
                  <a:lnTo>
                    <a:pt x="1441" y="0"/>
                  </a:lnTo>
                  <a:lnTo>
                    <a:pt x="1441" y="4"/>
                  </a:lnTo>
                  <a:close/>
                  <a:moveTo>
                    <a:pt x="1537" y="4"/>
                  </a:moveTo>
                  <a:lnTo>
                    <a:pt x="1597" y="4"/>
                  </a:lnTo>
                  <a:lnTo>
                    <a:pt x="1597" y="0"/>
                  </a:lnTo>
                  <a:lnTo>
                    <a:pt x="1537" y="0"/>
                  </a:lnTo>
                  <a:lnTo>
                    <a:pt x="1537" y="4"/>
                  </a:lnTo>
                  <a:close/>
                  <a:moveTo>
                    <a:pt x="1633" y="4"/>
                  </a:moveTo>
                  <a:lnTo>
                    <a:pt x="1693" y="4"/>
                  </a:lnTo>
                  <a:lnTo>
                    <a:pt x="1693" y="0"/>
                  </a:lnTo>
                  <a:lnTo>
                    <a:pt x="1633" y="0"/>
                  </a:lnTo>
                  <a:lnTo>
                    <a:pt x="1633" y="4"/>
                  </a:lnTo>
                  <a:close/>
                  <a:moveTo>
                    <a:pt x="1729" y="4"/>
                  </a:moveTo>
                  <a:lnTo>
                    <a:pt x="1789" y="4"/>
                  </a:lnTo>
                  <a:lnTo>
                    <a:pt x="1789" y="0"/>
                  </a:lnTo>
                  <a:lnTo>
                    <a:pt x="1729" y="0"/>
                  </a:lnTo>
                  <a:lnTo>
                    <a:pt x="1729" y="4"/>
                  </a:lnTo>
                  <a:close/>
                  <a:moveTo>
                    <a:pt x="1825" y="4"/>
                  </a:moveTo>
                  <a:lnTo>
                    <a:pt x="1885" y="4"/>
                  </a:lnTo>
                  <a:lnTo>
                    <a:pt x="1885" y="0"/>
                  </a:lnTo>
                  <a:lnTo>
                    <a:pt x="1825" y="0"/>
                  </a:lnTo>
                  <a:lnTo>
                    <a:pt x="1825" y="4"/>
                  </a:lnTo>
                  <a:close/>
                  <a:moveTo>
                    <a:pt x="1921" y="4"/>
                  </a:moveTo>
                  <a:lnTo>
                    <a:pt x="1981" y="4"/>
                  </a:lnTo>
                  <a:lnTo>
                    <a:pt x="1981" y="0"/>
                  </a:lnTo>
                  <a:lnTo>
                    <a:pt x="1921" y="0"/>
                  </a:lnTo>
                  <a:lnTo>
                    <a:pt x="1921" y="4"/>
                  </a:lnTo>
                  <a:close/>
                  <a:moveTo>
                    <a:pt x="2017" y="4"/>
                  </a:moveTo>
                  <a:lnTo>
                    <a:pt x="2078" y="4"/>
                  </a:lnTo>
                  <a:lnTo>
                    <a:pt x="2078" y="0"/>
                  </a:lnTo>
                  <a:lnTo>
                    <a:pt x="2017" y="0"/>
                  </a:lnTo>
                  <a:lnTo>
                    <a:pt x="2017" y="4"/>
                  </a:lnTo>
                  <a:close/>
                  <a:moveTo>
                    <a:pt x="2114" y="4"/>
                  </a:moveTo>
                  <a:lnTo>
                    <a:pt x="2174" y="4"/>
                  </a:lnTo>
                  <a:lnTo>
                    <a:pt x="2174" y="0"/>
                  </a:lnTo>
                  <a:lnTo>
                    <a:pt x="2114" y="0"/>
                  </a:lnTo>
                  <a:lnTo>
                    <a:pt x="2114" y="4"/>
                  </a:lnTo>
                  <a:close/>
                  <a:moveTo>
                    <a:pt x="2210" y="4"/>
                  </a:moveTo>
                  <a:lnTo>
                    <a:pt x="2270" y="4"/>
                  </a:lnTo>
                  <a:lnTo>
                    <a:pt x="2270" y="0"/>
                  </a:lnTo>
                  <a:lnTo>
                    <a:pt x="2210" y="0"/>
                  </a:lnTo>
                  <a:lnTo>
                    <a:pt x="2210" y="4"/>
                  </a:lnTo>
                  <a:close/>
                  <a:moveTo>
                    <a:pt x="2306" y="4"/>
                  </a:moveTo>
                  <a:lnTo>
                    <a:pt x="2366" y="4"/>
                  </a:lnTo>
                  <a:lnTo>
                    <a:pt x="2366" y="0"/>
                  </a:lnTo>
                  <a:lnTo>
                    <a:pt x="2306" y="0"/>
                  </a:lnTo>
                  <a:lnTo>
                    <a:pt x="2306" y="4"/>
                  </a:lnTo>
                  <a:close/>
                  <a:moveTo>
                    <a:pt x="2402" y="4"/>
                  </a:moveTo>
                  <a:lnTo>
                    <a:pt x="2414" y="4"/>
                  </a:lnTo>
                  <a:lnTo>
                    <a:pt x="2414" y="0"/>
                  </a:lnTo>
                  <a:lnTo>
                    <a:pt x="2402" y="0"/>
                  </a:lnTo>
                  <a:lnTo>
                    <a:pt x="2402" y="4"/>
                  </a:lnTo>
                  <a:close/>
                  <a:moveTo>
                    <a:pt x="0" y="4"/>
                  </a:moveTo>
                  <a:lnTo>
                    <a:pt x="60" y="4"/>
                  </a:lnTo>
                  <a:lnTo>
                    <a:pt x="60" y="0"/>
                  </a:ln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8A9B8721-4E06-4172-9F40-04184B928B4E}"/>
              </a:ext>
            </a:extLst>
          </p:cNvPr>
          <p:cNvGrpSpPr/>
          <p:nvPr/>
        </p:nvGrpSpPr>
        <p:grpSpPr>
          <a:xfrm>
            <a:off x="1363663" y="3757613"/>
            <a:ext cx="4337050" cy="2738437"/>
            <a:chOff x="1363663" y="3757613"/>
            <a:chExt cx="4337050" cy="2738437"/>
          </a:xfrm>
        </p:grpSpPr>
        <p:sp>
          <p:nvSpPr>
            <p:cNvPr id="201" name="Line 71">
              <a:extLst>
                <a:ext uri="{FF2B5EF4-FFF2-40B4-BE49-F238E27FC236}">
                  <a16:creationId xmlns:a16="http://schemas.microsoft.com/office/drawing/2014/main" id="{2FBAA1C5-2BF4-47E8-A353-7F26BF0CF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6037263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Line 72">
              <a:extLst>
                <a:ext uri="{FF2B5EF4-FFF2-40B4-BE49-F238E27FC236}">
                  <a16:creationId xmlns:a16="http://schemas.microsoft.com/office/drawing/2014/main" id="{608CA8DC-0B02-44E3-9639-E83CC7CB3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3757613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Line 73">
              <a:extLst>
                <a:ext uri="{FF2B5EF4-FFF2-40B4-BE49-F238E27FC236}">
                  <a16:creationId xmlns:a16="http://schemas.microsoft.com/office/drawing/2014/main" id="{2244739F-0F7F-4952-9B35-C4433D44D5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963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008D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Line 74">
              <a:extLst>
                <a:ext uri="{FF2B5EF4-FFF2-40B4-BE49-F238E27FC236}">
                  <a16:creationId xmlns:a16="http://schemas.microsoft.com/office/drawing/2014/main" id="{8806605E-C9CA-4E2D-A691-EB86F25955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3800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008D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Line 75">
              <a:extLst>
                <a:ext uri="{FF2B5EF4-FFF2-40B4-BE49-F238E27FC236}">
                  <a16:creationId xmlns:a16="http://schemas.microsoft.com/office/drawing/2014/main" id="{75C5A472-3858-40B7-B42D-123C5324EE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4500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008D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Line 76">
              <a:extLst>
                <a:ext uri="{FF2B5EF4-FFF2-40B4-BE49-F238E27FC236}">
                  <a16:creationId xmlns:a16="http://schemas.microsoft.com/office/drawing/2014/main" id="{065DA135-8BAB-4129-88FD-36C8724B3F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338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008D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Line 77">
              <a:extLst>
                <a:ext uri="{FF2B5EF4-FFF2-40B4-BE49-F238E27FC236}">
                  <a16:creationId xmlns:a16="http://schemas.microsoft.com/office/drawing/2014/main" id="{261D8FB3-4EE9-4219-B5B4-6A1C42AC54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263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008D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Line 78">
              <a:extLst>
                <a:ext uri="{FF2B5EF4-FFF2-40B4-BE49-F238E27FC236}">
                  <a16:creationId xmlns:a16="http://schemas.microsoft.com/office/drawing/2014/main" id="{187790AC-C2BD-4BAF-8FFE-5A636CF113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0513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008D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Line 79">
              <a:extLst>
                <a:ext uri="{FF2B5EF4-FFF2-40B4-BE49-F238E27FC236}">
                  <a16:creationId xmlns:a16="http://schemas.microsoft.com/office/drawing/2014/main" id="{9677CF61-05B1-4C31-9C89-67527D779D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4350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008D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Line 80">
              <a:extLst>
                <a:ext uri="{FF2B5EF4-FFF2-40B4-BE49-F238E27FC236}">
                  <a16:creationId xmlns:a16="http://schemas.microsoft.com/office/drawing/2014/main" id="{AAFA5A11-7D66-4FE0-9FC7-46B82EE975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8188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008D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Line 81">
              <a:extLst>
                <a:ext uri="{FF2B5EF4-FFF2-40B4-BE49-F238E27FC236}">
                  <a16:creationId xmlns:a16="http://schemas.microsoft.com/office/drawing/2014/main" id="{94ECDA2B-C483-41B8-9668-450B780772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9238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008D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Line 82">
              <a:extLst>
                <a:ext uri="{FF2B5EF4-FFF2-40B4-BE49-F238E27FC236}">
                  <a16:creationId xmlns:a16="http://schemas.microsoft.com/office/drawing/2014/main" id="{467B3012-D94B-4795-8C7A-2A390EAAD6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963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Line 83">
              <a:extLst>
                <a:ext uri="{FF2B5EF4-FFF2-40B4-BE49-F238E27FC236}">
                  <a16:creationId xmlns:a16="http://schemas.microsoft.com/office/drawing/2014/main" id="{6D37C1DC-C8DE-4C03-9623-4A2529700F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800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Line 84">
              <a:extLst>
                <a:ext uri="{FF2B5EF4-FFF2-40B4-BE49-F238E27FC236}">
                  <a16:creationId xmlns:a16="http://schemas.microsoft.com/office/drawing/2014/main" id="{406DBD18-83DC-47D0-9FA4-D7D166C25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500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Line 85">
              <a:extLst>
                <a:ext uri="{FF2B5EF4-FFF2-40B4-BE49-F238E27FC236}">
                  <a16:creationId xmlns:a16="http://schemas.microsoft.com/office/drawing/2014/main" id="{430DC3F5-C186-4103-A9AC-85AF5C3A9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338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Line 86">
              <a:extLst>
                <a:ext uri="{FF2B5EF4-FFF2-40B4-BE49-F238E27FC236}">
                  <a16:creationId xmlns:a16="http://schemas.microsoft.com/office/drawing/2014/main" id="{3C353A78-E545-4580-B7A4-1C5942195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263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Line 87">
              <a:extLst>
                <a:ext uri="{FF2B5EF4-FFF2-40B4-BE49-F238E27FC236}">
                  <a16:creationId xmlns:a16="http://schemas.microsoft.com/office/drawing/2014/main" id="{91AE89B4-8E75-45FF-B30B-BC65DAF00D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0513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Line 88">
              <a:extLst>
                <a:ext uri="{FF2B5EF4-FFF2-40B4-BE49-F238E27FC236}">
                  <a16:creationId xmlns:a16="http://schemas.microsoft.com/office/drawing/2014/main" id="{9AA9E7A3-2858-4DFA-B76B-9E2782E4A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4350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Line 89">
              <a:extLst>
                <a:ext uri="{FF2B5EF4-FFF2-40B4-BE49-F238E27FC236}">
                  <a16:creationId xmlns:a16="http://schemas.microsoft.com/office/drawing/2014/main" id="{DF045157-BA89-4827-A04C-DCC247BF9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8188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Line 90">
              <a:extLst>
                <a:ext uri="{FF2B5EF4-FFF2-40B4-BE49-F238E27FC236}">
                  <a16:creationId xmlns:a16="http://schemas.microsoft.com/office/drawing/2014/main" id="{0BFF3E97-D970-4E29-9E40-9336BA7BE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9238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Rectangle 91">
              <a:extLst>
                <a:ext uri="{FF2B5EF4-FFF2-40B4-BE49-F238E27FC236}">
                  <a16:creationId xmlns:a16="http://schemas.microsoft.com/office/drawing/2014/main" id="{3620417E-EA93-4722-854B-E862148CE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88" y="61055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2" name="Rectangle 92">
              <a:extLst>
                <a:ext uri="{FF2B5EF4-FFF2-40B4-BE49-F238E27FC236}">
                  <a16:creationId xmlns:a16="http://schemas.microsoft.com/office/drawing/2014/main" id="{EBD2C4AF-B4E7-49D6-9CCB-245DB9532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938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3" name="Rectangle 93">
              <a:extLst>
                <a:ext uri="{FF2B5EF4-FFF2-40B4-BE49-F238E27FC236}">
                  <a16:creationId xmlns:a16="http://schemas.microsoft.com/office/drawing/2014/main" id="{4C1DFE9C-2C2C-412D-9BD1-754DDCE0B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813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4" name="Rectangle 94">
              <a:extLst>
                <a:ext uri="{FF2B5EF4-FFF2-40B4-BE49-F238E27FC236}">
                  <a16:creationId xmlns:a16="http://schemas.microsoft.com/office/drawing/2014/main" id="{A8ED919C-42AD-4772-9684-6A51E77E3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413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5" name="Rectangle 95">
              <a:extLst>
                <a:ext uri="{FF2B5EF4-FFF2-40B4-BE49-F238E27FC236}">
                  <a16:creationId xmlns:a16="http://schemas.microsoft.com/office/drawing/2014/main" id="{1B324434-6988-4F80-A1CC-4EA4724AB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61055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" name="Rectangle 96">
              <a:extLst>
                <a:ext uri="{FF2B5EF4-FFF2-40B4-BE49-F238E27FC236}">
                  <a16:creationId xmlns:a16="http://schemas.microsoft.com/office/drawing/2014/main" id="{51EA6880-B941-434B-A915-9769C177B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300" y="6105525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" name="Rectangle 97">
              <a:extLst>
                <a:ext uri="{FF2B5EF4-FFF2-40B4-BE49-F238E27FC236}">
                  <a16:creationId xmlns:a16="http://schemas.microsoft.com/office/drawing/2014/main" id="{397340BD-9453-4C96-B5BF-C05C6DC3B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6105525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" name="Rectangle 98">
              <a:extLst>
                <a:ext uri="{FF2B5EF4-FFF2-40B4-BE49-F238E27FC236}">
                  <a16:creationId xmlns:a16="http://schemas.microsoft.com/office/drawing/2014/main" id="{D0CA697B-B936-405E-9191-55C71EE91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9" name="Rectangle 99">
              <a:extLst>
                <a:ext uri="{FF2B5EF4-FFF2-40B4-BE49-F238E27FC236}">
                  <a16:creationId xmlns:a16="http://schemas.microsoft.com/office/drawing/2014/main" id="{0098889C-D26E-4B4D-B946-106485E3B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38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0" name="Rectangle 100">
              <a:extLst>
                <a:ext uri="{FF2B5EF4-FFF2-40B4-BE49-F238E27FC236}">
                  <a16:creationId xmlns:a16="http://schemas.microsoft.com/office/drawing/2014/main" id="{842A919F-27D8-4A55-B1A7-BA4B876DD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6286500"/>
              <a:ext cx="6953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btc 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1" name="Line 101">
              <a:extLst>
                <a:ext uri="{FF2B5EF4-FFF2-40B4-BE49-F238E27FC236}">
                  <a16:creationId xmlns:a16="http://schemas.microsoft.com/office/drawing/2014/main" id="{633F97B0-8054-4EA6-BCB3-C6D40F569A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8488" y="3757613"/>
              <a:ext cx="0" cy="227965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Line 102">
              <a:extLst>
                <a:ext uri="{FF2B5EF4-FFF2-40B4-BE49-F238E27FC236}">
                  <a16:creationId xmlns:a16="http://schemas.microsoft.com/office/drawing/2014/main" id="{AC28D073-FABD-4ACE-8B62-ADD0D64FB9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00713" y="3757613"/>
              <a:ext cx="0" cy="227965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Line 103">
              <a:extLst>
                <a:ext uri="{FF2B5EF4-FFF2-40B4-BE49-F238E27FC236}">
                  <a16:creationId xmlns:a16="http://schemas.microsoft.com/office/drawing/2014/main" id="{57156DD8-C2C7-4B38-9DAB-0AB94E994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60372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Line 104">
              <a:extLst>
                <a:ext uri="{FF2B5EF4-FFF2-40B4-BE49-F238E27FC236}">
                  <a16:creationId xmlns:a16="http://schemas.microsoft.com/office/drawing/2014/main" id="{59B4F742-1096-4A54-B44B-54AA7FD2F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54959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Line 105">
              <a:extLst>
                <a:ext uri="{FF2B5EF4-FFF2-40B4-BE49-F238E27FC236}">
                  <a16:creationId xmlns:a16="http://schemas.microsoft.com/office/drawing/2014/main" id="{C5E07EF5-64F8-4F15-8645-D3E553A81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49530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Line 106">
              <a:extLst>
                <a:ext uri="{FF2B5EF4-FFF2-40B4-BE49-F238E27FC236}">
                  <a16:creationId xmlns:a16="http://schemas.microsoft.com/office/drawing/2014/main" id="{F41123C8-9EB0-4A36-B5A6-52BCD1DC7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44100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Line 107">
              <a:extLst>
                <a:ext uri="{FF2B5EF4-FFF2-40B4-BE49-F238E27FC236}">
                  <a16:creationId xmlns:a16="http://schemas.microsoft.com/office/drawing/2014/main" id="{031BA63F-1FED-4E3C-819B-2A4CC180A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38671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Line 108">
              <a:extLst>
                <a:ext uri="{FF2B5EF4-FFF2-40B4-BE49-F238E27FC236}">
                  <a16:creationId xmlns:a16="http://schemas.microsoft.com/office/drawing/2014/main" id="{40B8ED82-3514-4C21-B89F-6A4527BE24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60372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Line 109">
              <a:extLst>
                <a:ext uri="{FF2B5EF4-FFF2-40B4-BE49-F238E27FC236}">
                  <a16:creationId xmlns:a16="http://schemas.microsoft.com/office/drawing/2014/main" id="{CD427418-F2BF-4270-A5E7-B399A1E5BE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54959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Line 110">
              <a:extLst>
                <a:ext uri="{FF2B5EF4-FFF2-40B4-BE49-F238E27FC236}">
                  <a16:creationId xmlns:a16="http://schemas.microsoft.com/office/drawing/2014/main" id="{958DD12E-3F3E-4E01-953F-7CC1D4446E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49530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Line 111">
              <a:extLst>
                <a:ext uri="{FF2B5EF4-FFF2-40B4-BE49-F238E27FC236}">
                  <a16:creationId xmlns:a16="http://schemas.microsoft.com/office/drawing/2014/main" id="{3470D63A-F454-4AA7-877D-B76747EF7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44100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Line 112">
              <a:extLst>
                <a:ext uri="{FF2B5EF4-FFF2-40B4-BE49-F238E27FC236}">
                  <a16:creationId xmlns:a16="http://schemas.microsoft.com/office/drawing/2014/main" id="{B5E1DFB1-F9EF-4A52-A4E6-78CB61080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38671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Rectangle 113">
              <a:extLst>
                <a:ext uri="{FF2B5EF4-FFF2-40B4-BE49-F238E27FC236}">
                  <a16:creationId xmlns:a16="http://schemas.microsoft.com/office/drawing/2014/main" id="{519D48A5-624A-4C7F-A86D-2FB741AE7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663" y="5970588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4" name="Rectangle 114">
              <a:extLst>
                <a:ext uri="{FF2B5EF4-FFF2-40B4-BE49-F238E27FC236}">
                  <a16:creationId xmlns:a16="http://schemas.microsoft.com/office/drawing/2014/main" id="{C02C7645-C971-4D5E-8795-7C801B02E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5427663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" name="Rectangle 115">
              <a:extLst>
                <a:ext uri="{FF2B5EF4-FFF2-40B4-BE49-F238E27FC236}">
                  <a16:creationId xmlns:a16="http://schemas.microsoft.com/office/drawing/2014/main" id="{B89360A7-9956-4B8B-96B0-02CCB9A69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4883150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6" name="Rectangle 116">
              <a:extLst>
                <a:ext uri="{FF2B5EF4-FFF2-40B4-BE49-F238E27FC236}">
                  <a16:creationId xmlns:a16="http://schemas.microsoft.com/office/drawing/2014/main" id="{5EC5D169-B4A5-4AC2-897D-A61AF450D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4340225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7" name="Rectangle 117">
              <a:extLst>
                <a:ext uri="{FF2B5EF4-FFF2-40B4-BE49-F238E27FC236}">
                  <a16:creationId xmlns:a16="http://schemas.microsoft.com/office/drawing/2014/main" id="{A31A8E9E-83E2-46C5-9F46-1850DE811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3795713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8" name="Rectangle 118">
              <a:extLst>
                <a:ext uri="{FF2B5EF4-FFF2-40B4-BE49-F238E27FC236}">
                  <a16:creationId xmlns:a16="http://schemas.microsoft.com/office/drawing/2014/main" id="{D72373B3-20E5-4588-BB42-BD2399DFFB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7000" y="4946650"/>
              <a:ext cx="1428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9" name="Rectangle 119">
              <a:extLst>
                <a:ext uri="{FF2B5EF4-FFF2-40B4-BE49-F238E27FC236}">
                  <a16:creationId xmlns:a16="http://schemas.microsoft.com/office/drawing/2014/main" id="{0B700172-4486-42D9-911F-2994BB9E3B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416050" y="4897438"/>
              <a:ext cx="1047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0" name="Rectangle 120">
              <a:extLst>
                <a:ext uri="{FF2B5EF4-FFF2-40B4-BE49-F238E27FC236}">
                  <a16:creationId xmlns:a16="http://schemas.microsoft.com/office/drawing/2014/main" id="{5E496C8A-840F-405E-8B47-755B1B186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4826000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1" name="Rectangle 121">
              <a:extLst>
                <a:ext uri="{FF2B5EF4-FFF2-40B4-BE49-F238E27FC236}">
                  <a16:creationId xmlns:a16="http://schemas.microsoft.com/office/drawing/2014/main" id="{52B3EB56-D5CB-43F4-909B-26B780C2CC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416050" y="4773613"/>
              <a:ext cx="1047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2" name="Rectangle 122">
              <a:extLst>
                <a:ext uri="{FF2B5EF4-FFF2-40B4-BE49-F238E27FC236}">
                  <a16:creationId xmlns:a16="http://schemas.microsoft.com/office/drawing/2014/main" id="{97DCDA42-2264-4F8D-B625-F94FC005EB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4711700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3" name="Rectangle 123">
              <a:extLst>
                <a:ext uri="{FF2B5EF4-FFF2-40B4-BE49-F238E27FC236}">
                  <a16:creationId xmlns:a16="http://schemas.microsoft.com/office/drawing/2014/main" id="{30D318F4-C3FF-430E-B45C-1668C4781C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4635500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4" name="Rectangle 124">
              <a:extLst>
                <a:ext uri="{FF2B5EF4-FFF2-40B4-BE49-F238E27FC236}">
                  <a16:creationId xmlns:a16="http://schemas.microsoft.com/office/drawing/2014/main" id="{5621EE2A-7EA0-49E1-B69D-A39607B716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7000" y="4564063"/>
              <a:ext cx="1428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6" name="Freeform 126">
              <a:extLst>
                <a:ext uri="{FF2B5EF4-FFF2-40B4-BE49-F238E27FC236}">
                  <a16:creationId xmlns:a16="http://schemas.microsoft.com/office/drawing/2014/main" id="{7F24BE66-D392-405C-A0B2-8B858CDD4A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9638" y="4849813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2 h 203"/>
                <a:gd name="T4" fmla="*/ 170 w 202"/>
                <a:gd name="T5" fmla="*/ 102 h 203"/>
                <a:gd name="T6" fmla="*/ 101 w 202"/>
                <a:gd name="T7" fmla="*/ 171 h 203"/>
                <a:gd name="T8" fmla="*/ 32 w 202"/>
                <a:gd name="T9" fmla="*/ 102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2 h 203"/>
                <a:gd name="T16" fmla="*/ 101 w 202"/>
                <a:gd name="T17" fmla="*/ 203 h 203"/>
                <a:gd name="T18" fmla="*/ 202 w 202"/>
                <a:gd name="T19" fmla="*/ 102 h 203"/>
                <a:gd name="T20" fmla="*/ 202 w 202"/>
                <a:gd name="T21" fmla="*/ 102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2"/>
                  </a:cubicBezTo>
                  <a:lnTo>
                    <a:pt x="170" y="102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7" y="203"/>
                    <a:pt x="202" y="158"/>
                    <a:pt x="202" y="102"/>
                  </a:cubicBezTo>
                  <a:lnTo>
                    <a:pt x="202" y="102"/>
                  </a:lnTo>
                  <a:cubicBezTo>
                    <a:pt x="202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127">
              <a:extLst>
                <a:ext uri="{FF2B5EF4-FFF2-40B4-BE49-F238E27FC236}">
                  <a16:creationId xmlns:a16="http://schemas.microsoft.com/office/drawing/2014/main" id="{65A6BB1C-5DAA-425C-9CAA-E482E4796C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3475" y="4991100"/>
              <a:ext cx="120650" cy="122238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2 h 203"/>
                <a:gd name="T4" fmla="*/ 171 w 203"/>
                <a:gd name="T5" fmla="*/ 102 h 203"/>
                <a:gd name="T6" fmla="*/ 102 w 203"/>
                <a:gd name="T7" fmla="*/ 171 h 203"/>
                <a:gd name="T8" fmla="*/ 32 w 203"/>
                <a:gd name="T9" fmla="*/ 102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2 h 203"/>
                <a:gd name="T16" fmla="*/ 102 w 203"/>
                <a:gd name="T17" fmla="*/ 203 h 203"/>
                <a:gd name="T18" fmla="*/ 203 w 203"/>
                <a:gd name="T19" fmla="*/ 102 h 203"/>
                <a:gd name="T20" fmla="*/ 203 w 203"/>
                <a:gd name="T21" fmla="*/ 102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2"/>
                  </a:cubicBezTo>
                  <a:lnTo>
                    <a:pt x="171" y="102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6"/>
                    <a:pt x="0" y="102"/>
                  </a:cubicBezTo>
                  <a:cubicBezTo>
                    <a:pt x="0" y="158"/>
                    <a:pt x="46" y="203"/>
                    <a:pt x="102" y="203"/>
                  </a:cubicBezTo>
                  <a:cubicBezTo>
                    <a:pt x="158" y="203"/>
                    <a:pt x="203" y="158"/>
                    <a:pt x="203" y="102"/>
                  </a:cubicBezTo>
                  <a:lnTo>
                    <a:pt x="203" y="102"/>
                  </a:lnTo>
                  <a:cubicBezTo>
                    <a:pt x="203" y="46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128">
              <a:extLst>
                <a:ext uri="{FF2B5EF4-FFF2-40B4-BE49-F238E27FC236}">
                  <a16:creationId xmlns:a16="http://schemas.microsoft.com/office/drawing/2014/main" id="{D1F98CB0-4B85-47A8-BBC2-3E7A84D5B3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4175" y="5403850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2 h 203"/>
                <a:gd name="T4" fmla="*/ 170 w 202"/>
                <a:gd name="T5" fmla="*/ 102 h 203"/>
                <a:gd name="T6" fmla="*/ 101 w 202"/>
                <a:gd name="T7" fmla="*/ 171 h 203"/>
                <a:gd name="T8" fmla="*/ 32 w 202"/>
                <a:gd name="T9" fmla="*/ 102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2 h 203"/>
                <a:gd name="T16" fmla="*/ 101 w 202"/>
                <a:gd name="T17" fmla="*/ 203 h 203"/>
                <a:gd name="T18" fmla="*/ 202 w 202"/>
                <a:gd name="T19" fmla="*/ 102 h 203"/>
                <a:gd name="T20" fmla="*/ 202 w 202"/>
                <a:gd name="T21" fmla="*/ 102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2"/>
                  </a:cubicBezTo>
                  <a:lnTo>
                    <a:pt x="170" y="102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7" y="203"/>
                    <a:pt x="202" y="158"/>
                    <a:pt x="202" y="102"/>
                  </a:cubicBezTo>
                  <a:lnTo>
                    <a:pt x="202" y="102"/>
                  </a:lnTo>
                  <a:cubicBezTo>
                    <a:pt x="202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129">
              <a:extLst>
                <a:ext uri="{FF2B5EF4-FFF2-40B4-BE49-F238E27FC236}">
                  <a16:creationId xmlns:a16="http://schemas.microsoft.com/office/drawing/2014/main" id="{AE4BCE26-0256-4FA2-A477-2AAAA3A47D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8013" y="5410200"/>
              <a:ext cx="120650" cy="120650"/>
            </a:xfrm>
            <a:custGeom>
              <a:avLst/>
              <a:gdLst>
                <a:gd name="T0" fmla="*/ 102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2 w 203"/>
                <a:gd name="T7" fmla="*/ 170 h 202"/>
                <a:gd name="T8" fmla="*/ 32 w 203"/>
                <a:gd name="T9" fmla="*/ 101 h 202"/>
                <a:gd name="T10" fmla="*/ 102 w 203"/>
                <a:gd name="T11" fmla="*/ 32 h 202"/>
                <a:gd name="T12" fmla="*/ 102 w 203"/>
                <a:gd name="T13" fmla="*/ 0 h 202"/>
                <a:gd name="T14" fmla="*/ 0 w 203"/>
                <a:gd name="T15" fmla="*/ 101 h 202"/>
                <a:gd name="T16" fmla="*/ 102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2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2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2"/>
                    <a:pt x="102" y="202"/>
                  </a:cubicBezTo>
                  <a:cubicBezTo>
                    <a:pt x="158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130">
              <a:extLst>
                <a:ext uri="{FF2B5EF4-FFF2-40B4-BE49-F238E27FC236}">
                  <a16:creationId xmlns:a16="http://schemas.microsoft.com/office/drawing/2014/main" id="{EFEBF781-CC4C-430D-810C-8C64E1089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6350" y="5878513"/>
              <a:ext cx="122238" cy="120650"/>
            </a:xfrm>
            <a:custGeom>
              <a:avLst/>
              <a:gdLst>
                <a:gd name="T0" fmla="*/ 102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2 w 203"/>
                <a:gd name="T7" fmla="*/ 170 h 202"/>
                <a:gd name="T8" fmla="*/ 32 w 203"/>
                <a:gd name="T9" fmla="*/ 101 h 202"/>
                <a:gd name="T10" fmla="*/ 102 w 203"/>
                <a:gd name="T11" fmla="*/ 32 h 202"/>
                <a:gd name="T12" fmla="*/ 102 w 203"/>
                <a:gd name="T13" fmla="*/ 0 h 202"/>
                <a:gd name="T14" fmla="*/ 0 w 203"/>
                <a:gd name="T15" fmla="*/ 101 h 202"/>
                <a:gd name="T16" fmla="*/ 102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2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2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2"/>
                    <a:pt x="102" y="202"/>
                  </a:cubicBezTo>
                  <a:cubicBezTo>
                    <a:pt x="158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131">
              <a:extLst>
                <a:ext uri="{FF2B5EF4-FFF2-40B4-BE49-F238E27FC236}">
                  <a16:creationId xmlns:a16="http://schemas.microsoft.com/office/drawing/2014/main" id="{2CF40831-E81E-47B6-87D2-BC5A1D6938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0188" y="5878513"/>
              <a:ext cx="120650" cy="120650"/>
            </a:xfrm>
            <a:custGeom>
              <a:avLst/>
              <a:gdLst>
                <a:gd name="T0" fmla="*/ 101 w 203"/>
                <a:gd name="T1" fmla="*/ 32 h 203"/>
                <a:gd name="T2" fmla="*/ 171 w 203"/>
                <a:gd name="T3" fmla="*/ 102 h 203"/>
                <a:gd name="T4" fmla="*/ 171 w 203"/>
                <a:gd name="T5" fmla="*/ 102 h 203"/>
                <a:gd name="T6" fmla="*/ 101 w 203"/>
                <a:gd name="T7" fmla="*/ 171 h 203"/>
                <a:gd name="T8" fmla="*/ 32 w 203"/>
                <a:gd name="T9" fmla="*/ 102 h 203"/>
                <a:gd name="T10" fmla="*/ 101 w 203"/>
                <a:gd name="T11" fmla="*/ 32 h 203"/>
                <a:gd name="T12" fmla="*/ 101 w 203"/>
                <a:gd name="T13" fmla="*/ 0 h 203"/>
                <a:gd name="T14" fmla="*/ 0 w 203"/>
                <a:gd name="T15" fmla="*/ 102 h 203"/>
                <a:gd name="T16" fmla="*/ 101 w 203"/>
                <a:gd name="T17" fmla="*/ 203 h 203"/>
                <a:gd name="T18" fmla="*/ 203 w 203"/>
                <a:gd name="T19" fmla="*/ 102 h 203"/>
                <a:gd name="T20" fmla="*/ 203 w 203"/>
                <a:gd name="T21" fmla="*/ 102 h 203"/>
                <a:gd name="T22" fmla="*/ 101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1" y="32"/>
                  </a:moveTo>
                  <a:cubicBezTo>
                    <a:pt x="140" y="32"/>
                    <a:pt x="171" y="63"/>
                    <a:pt x="171" y="102"/>
                  </a:cubicBezTo>
                  <a:lnTo>
                    <a:pt x="171" y="102"/>
                  </a:lnTo>
                  <a:cubicBezTo>
                    <a:pt x="171" y="140"/>
                    <a:pt x="140" y="171"/>
                    <a:pt x="101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7" y="203"/>
                    <a:pt x="203" y="158"/>
                    <a:pt x="203" y="102"/>
                  </a:cubicBezTo>
                  <a:lnTo>
                    <a:pt x="203" y="102"/>
                  </a:lnTo>
                  <a:cubicBezTo>
                    <a:pt x="203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132">
              <a:extLst>
                <a:ext uri="{FF2B5EF4-FFF2-40B4-BE49-F238E27FC236}">
                  <a16:creationId xmlns:a16="http://schemas.microsoft.com/office/drawing/2014/main" id="{99E232F5-B7AC-4638-B5D6-2F882C4B99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4025" y="5867400"/>
              <a:ext cx="120650" cy="120650"/>
            </a:xfrm>
            <a:custGeom>
              <a:avLst/>
              <a:gdLst>
                <a:gd name="T0" fmla="*/ 101 w 202"/>
                <a:gd name="T1" fmla="*/ 32 h 202"/>
                <a:gd name="T2" fmla="*/ 170 w 202"/>
                <a:gd name="T3" fmla="*/ 101 h 202"/>
                <a:gd name="T4" fmla="*/ 170 w 202"/>
                <a:gd name="T5" fmla="*/ 101 h 202"/>
                <a:gd name="T6" fmla="*/ 101 w 202"/>
                <a:gd name="T7" fmla="*/ 170 h 202"/>
                <a:gd name="T8" fmla="*/ 32 w 202"/>
                <a:gd name="T9" fmla="*/ 101 h 202"/>
                <a:gd name="T10" fmla="*/ 101 w 202"/>
                <a:gd name="T11" fmla="*/ 32 h 202"/>
                <a:gd name="T12" fmla="*/ 101 w 202"/>
                <a:gd name="T13" fmla="*/ 0 h 202"/>
                <a:gd name="T14" fmla="*/ 0 w 202"/>
                <a:gd name="T15" fmla="*/ 101 h 202"/>
                <a:gd name="T16" fmla="*/ 101 w 202"/>
                <a:gd name="T17" fmla="*/ 202 h 202"/>
                <a:gd name="T18" fmla="*/ 202 w 202"/>
                <a:gd name="T19" fmla="*/ 101 h 202"/>
                <a:gd name="T20" fmla="*/ 202 w 202"/>
                <a:gd name="T21" fmla="*/ 101 h 202"/>
                <a:gd name="T22" fmla="*/ 101 w 202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2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39"/>
                    <a:pt x="139" y="170"/>
                    <a:pt x="101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2"/>
                    <a:pt x="101" y="202"/>
                  </a:cubicBezTo>
                  <a:cubicBezTo>
                    <a:pt x="157" y="202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133">
              <a:extLst>
                <a:ext uri="{FF2B5EF4-FFF2-40B4-BE49-F238E27FC236}">
                  <a16:creationId xmlns:a16="http://schemas.microsoft.com/office/drawing/2014/main" id="{FB49E1F5-59F0-4A50-B8A9-AAF4CD9D7C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6275" y="5875338"/>
              <a:ext cx="122238" cy="120650"/>
            </a:xfrm>
            <a:custGeom>
              <a:avLst/>
              <a:gdLst>
                <a:gd name="T0" fmla="*/ 102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2 w 203"/>
                <a:gd name="T7" fmla="*/ 170 h 202"/>
                <a:gd name="T8" fmla="*/ 32 w 203"/>
                <a:gd name="T9" fmla="*/ 101 h 202"/>
                <a:gd name="T10" fmla="*/ 102 w 203"/>
                <a:gd name="T11" fmla="*/ 32 h 202"/>
                <a:gd name="T12" fmla="*/ 102 w 203"/>
                <a:gd name="T13" fmla="*/ 0 h 202"/>
                <a:gd name="T14" fmla="*/ 0 w 203"/>
                <a:gd name="T15" fmla="*/ 101 h 202"/>
                <a:gd name="T16" fmla="*/ 102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2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2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2"/>
                    <a:pt x="102" y="202"/>
                  </a:cubicBezTo>
                  <a:cubicBezTo>
                    <a:pt x="158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134">
              <a:extLst>
                <a:ext uri="{FF2B5EF4-FFF2-40B4-BE49-F238E27FC236}">
                  <a16:creationId xmlns:a16="http://schemas.microsoft.com/office/drawing/2014/main" id="{1603598C-D7DB-436C-92A1-743C472761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8913" y="5580063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2 h 203"/>
                <a:gd name="T4" fmla="*/ 170 w 202"/>
                <a:gd name="T5" fmla="*/ 102 h 203"/>
                <a:gd name="T6" fmla="*/ 101 w 202"/>
                <a:gd name="T7" fmla="*/ 171 h 203"/>
                <a:gd name="T8" fmla="*/ 32 w 202"/>
                <a:gd name="T9" fmla="*/ 102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2 h 203"/>
                <a:gd name="T16" fmla="*/ 101 w 202"/>
                <a:gd name="T17" fmla="*/ 203 h 203"/>
                <a:gd name="T18" fmla="*/ 202 w 202"/>
                <a:gd name="T19" fmla="*/ 102 h 203"/>
                <a:gd name="T20" fmla="*/ 202 w 202"/>
                <a:gd name="T21" fmla="*/ 102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4"/>
                    <a:pt x="170" y="102"/>
                  </a:cubicBezTo>
                  <a:lnTo>
                    <a:pt x="170" y="102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4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7" y="203"/>
                    <a:pt x="202" y="158"/>
                    <a:pt x="202" y="102"/>
                  </a:cubicBezTo>
                  <a:lnTo>
                    <a:pt x="202" y="102"/>
                  </a:lnTo>
                  <a:cubicBezTo>
                    <a:pt x="202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8D50"/>
            </a:solidFill>
            <a:ln w="0">
              <a:solidFill>
                <a:srgbClr val="008D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65" name="Rectangle 135">
            <a:extLst>
              <a:ext uri="{FF2B5EF4-FFF2-40B4-BE49-F238E27FC236}">
                <a16:creationId xmlns:a16="http://schemas.microsoft.com/office/drawing/2014/main" id="{2B871029-C174-4C54-BB2F-E41140B78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372225"/>
            <a:ext cx="29845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std, coordinate order: Hermundstad and Xu plot order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6" name="Rectangle 136">
            <a:extLst>
              <a:ext uri="{FF2B5EF4-FFF2-40B4-BE49-F238E27FC236}">
                <a16:creationId xmlns:a16="http://schemas.microsoft.com/office/drawing/2014/main" id="{B407D600-F049-4360-8C67-EB59894E6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638925"/>
            <a:ext cx="607218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scint_btc_prelim std pad=2 whiten=global (patch wtd) marg=1 pxlmean 0 roimean 1 cosbell 1 gen Frozen rand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293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F1E78444-E6DD-4965-8188-6E1B6DF7F76A}"/>
              </a:ext>
            </a:extLst>
          </p:cNvPr>
          <p:cNvSpPr txBox="1"/>
          <p:nvPr/>
        </p:nvSpPr>
        <p:spPr>
          <a:xfrm>
            <a:off x="2116945" y="135216"/>
            <a:ext cx="2791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Natural Images, N=1, R=128</a:t>
            </a: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AB7F8B30-A2F7-478B-A0F8-DEB1DD0C98B7}"/>
              </a:ext>
            </a:extLst>
          </p:cNvPr>
          <p:cNvGrpSpPr/>
          <p:nvPr/>
        </p:nvGrpSpPr>
        <p:grpSpPr>
          <a:xfrm>
            <a:off x="1363663" y="525463"/>
            <a:ext cx="4337050" cy="2803525"/>
            <a:chOff x="1363663" y="525463"/>
            <a:chExt cx="4337050" cy="2803525"/>
          </a:xfrm>
        </p:grpSpPr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64E265EC-BA39-4CB7-B52E-95DE2B9F3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2871788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3D3306DB-18B2-4478-BFC9-484962880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590550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1ACB055D-6FCF-494B-8FA8-1487815079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963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03665C37-4DB0-4A50-BF8A-C9A44831BF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3800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30292F72-E5FC-4FA7-851C-B9DD43E345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4500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47C8BDCF-B4B9-4F3E-8A66-37253C541E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338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A00413D6-B719-4D18-8CBA-1E016EE397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263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1E192593-80E7-4A0A-B93D-438926C1BC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0513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50ECEC34-005B-4F4D-A678-3CA5338CC8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4350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DE6250F3-B66F-4D5E-A6D6-51CE051139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8188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7BCEAB7A-6D7A-42D7-B0E0-635B449A0C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9238" y="283210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1E9C3824-090B-4155-9791-B0D5018685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963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EB293ECA-EDDA-4B6C-8BCB-F100798644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800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50611E4E-4BF1-42B6-8672-8D5AC8AAE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500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E803E1EA-8DE0-4F5C-90E0-DEAA94BE6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338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9C7B6FE3-9532-4E60-9957-0147A66E8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263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EC35E9D0-8190-46FE-9835-8C35767F7D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0513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F6408F56-779D-43DF-BB1F-BB39B4C4A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4350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45C5F8A2-59F4-49BC-8A96-6D61CE9E4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8188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1A6308E5-2158-4593-9AC2-1FD94757E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9238" y="590550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1CC0C24E-9621-4FA0-99C3-28AB895F8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88" y="293846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ADF7D912-E61C-4B73-B860-975F594F0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938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FBE42FC4-C363-439E-B931-F0F702F96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813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1CD7A95B-61A2-4296-97B8-F769D9EF0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413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7663071B-2BA6-4316-A828-B94D9D087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2938463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550F03F2-6670-4DC9-83B9-830DF8CDC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300" y="2938463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3E6DF925-2278-467B-B8C6-A40B08AE7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2938463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B531FCC3-45AB-45EA-83C3-3DE9F9770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id="{1A9FC248-4063-4963-AB6F-D37059E43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38" y="2938463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FECA4057-F9E7-4DB2-B7FD-7C785DE7B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3119438"/>
              <a:ext cx="6953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btc 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894138E5-F9EA-4B8A-B516-DD135EC1B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8488" y="590550"/>
              <a:ext cx="0" cy="228123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E38C0869-C228-4B92-A315-164F68B57D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00713" y="590550"/>
              <a:ext cx="0" cy="228123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5579D2C1-C8F7-4F14-9570-026D24ED47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26638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4219A7F9-205E-44B4-9D8E-1BB47CCC5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21463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C328103A-5FC0-4C9B-AEB9-59AADF6A22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16287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17D7B010-AE84-469A-AF98-71BF12A6C6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11096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A2685FD9-D7BE-4EFD-9C84-1BAFC968B9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5905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50B679D6-0EA1-42E7-AA85-50EE625678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26638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87A3C994-7CC2-4FA3-A63C-D690BCB2EA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21463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BC6ED388-A659-4709-97D4-2757AB82DF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16287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B9678F5C-FB74-4ABD-A8D6-916D5C5E79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11096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F07220B3-48DB-4DCA-8FFB-ED7C860ED2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5905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50">
              <a:extLst>
                <a:ext uri="{FF2B5EF4-FFF2-40B4-BE49-F238E27FC236}">
                  <a16:creationId xmlns:a16="http://schemas.microsoft.com/office/drawing/2014/main" id="{3A578408-ADC9-4215-A266-E72DA52F9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663" y="259397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51">
              <a:extLst>
                <a:ext uri="{FF2B5EF4-FFF2-40B4-BE49-F238E27FC236}">
                  <a16:creationId xmlns:a16="http://schemas.microsoft.com/office/drawing/2014/main" id="{BFECB5C1-8BFA-4CF7-AD1B-24D0F7824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2079625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52">
              <a:extLst>
                <a:ext uri="{FF2B5EF4-FFF2-40B4-BE49-F238E27FC236}">
                  <a16:creationId xmlns:a16="http://schemas.microsoft.com/office/drawing/2014/main" id="{9333DCD1-0FA1-4D62-88B3-64E56B384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1563688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53">
              <a:extLst>
                <a:ext uri="{FF2B5EF4-FFF2-40B4-BE49-F238E27FC236}">
                  <a16:creationId xmlns:a16="http://schemas.microsoft.com/office/drawing/2014/main" id="{32DCEF05-8565-4893-BFAA-0DE02C634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1039813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54">
              <a:extLst>
                <a:ext uri="{FF2B5EF4-FFF2-40B4-BE49-F238E27FC236}">
                  <a16:creationId xmlns:a16="http://schemas.microsoft.com/office/drawing/2014/main" id="{A13F3773-6B99-4E2A-9A13-333736D7E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525463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55">
              <a:extLst>
                <a:ext uri="{FF2B5EF4-FFF2-40B4-BE49-F238E27FC236}">
                  <a16:creationId xmlns:a16="http://schemas.microsoft.com/office/drawing/2014/main" id="{F62872C3-E02D-4B5C-9EB3-E3E70AC4466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68425" y="1701800"/>
              <a:ext cx="2000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56">
              <a:extLst>
                <a:ext uri="{FF2B5EF4-FFF2-40B4-BE49-F238E27FC236}">
                  <a16:creationId xmlns:a16="http://schemas.microsoft.com/office/drawing/2014/main" id="{EFC31D02-FDAE-43EB-92BF-33D8B0FD1B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1601788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57">
              <a:extLst>
                <a:ext uri="{FF2B5EF4-FFF2-40B4-BE49-F238E27FC236}">
                  <a16:creationId xmlns:a16="http://schemas.microsoft.com/office/drawing/2014/main" id="{21656545-FAC9-4A80-94B3-06CBBC0BD7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1525588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58">
              <a:extLst>
                <a:ext uri="{FF2B5EF4-FFF2-40B4-BE49-F238E27FC236}">
                  <a16:creationId xmlns:a16="http://schemas.microsoft.com/office/drawing/2014/main" id="{261CD91A-0377-4F2F-9DE4-DEA2E9E42B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1449388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Freeform 60">
              <a:extLst>
                <a:ext uri="{FF2B5EF4-FFF2-40B4-BE49-F238E27FC236}">
                  <a16:creationId xmlns:a16="http://schemas.microsoft.com/office/drawing/2014/main" id="{0D53CB23-4943-45A5-B788-074B0E1DDD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9638" y="1757363"/>
              <a:ext cx="120650" cy="122238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1 h 203"/>
                <a:gd name="T4" fmla="*/ 170 w 202"/>
                <a:gd name="T5" fmla="*/ 101 h 203"/>
                <a:gd name="T6" fmla="*/ 101 w 202"/>
                <a:gd name="T7" fmla="*/ 171 h 203"/>
                <a:gd name="T8" fmla="*/ 32 w 202"/>
                <a:gd name="T9" fmla="*/ 101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1 h 203"/>
                <a:gd name="T16" fmla="*/ 101 w 202"/>
                <a:gd name="T17" fmla="*/ 203 h 203"/>
                <a:gd name="T18" fmla="*/ 202 w 202"/>
                <a:gd name="T19" fmla="*/ 101 h 203"/>
                <a:gd name="T20" fmla="*/ 202 w 202"/>
                <a:gd name="T21" fmla="*/ 101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1">
              <a:extLst>
                <a:ext uri="{FF2B5EF4-FFF2-40B4-BE49-F238E27FC236}">
                  <a16:creationId xmlns:a16="http://schemas.microsoft.com/office/drawing/2014/main" id="{ABD638E7-661A-4366-A52B-D9BBCD2547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3475" y="1844675"/>
              <a:ext cx="120650" cy="120650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1 h 203"/>
                <a:gd name="T4" fmla="*/ 171 w 203"/>
                <a:gd name="T5" fmla="*/ 101 h 203"/>
                <a:gd name="T6" fmla="*/ 102 w 203"/>
                <a:gd name="T7" fmla="*/ 171 h 203"/>
                <a:gd name="T8" fmla="*/ 32 w 203"/>
                <a:gd name="T9" fmla="*/ 101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1 h 203"/>
                <a:gd name="T16" fmla="*/ 102 w 203"/>
                <a:gd name="T17" fmla="*/ 203 h 203"/>
                <a:gd name="T18" fmla="*/ 203 w 203"/>
                <a:gd name="T19" fmla="*/ 101 h 203"/>
                <a:gd name="T20" fmla="*/ 203 w 203"/>
                <a:gd name="T21" fmla="*/ 101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58" y="203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2">
              <a:extLst>
                <a:ext uri="{FF2B5EF4-FFF2-40B4-BE49-F238E27FC236}">
                  <a16:creationId xmlns:a16="http://schemas.microsoft.com/office/drawing/2014/main" id="{0C7F4E70-5C15-4DE4-BA50-75DAC8E7B5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4175" y="1581150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1 h 203"/>
                <a:gd name="T4" fmla="*/ 170 w 202"/>
                <a:gd name="T5" fmla="*/ 101 h 203"/>
                <a:gd name="T6" fmla="*/ 101 w 202"/>
                <a:gd name="T7" fmla="*/ 171 h 203"/>
                <a:gd name="T8" fmla="*/ 32 w 202"/>
                <a:gd name="T9" fmla="*/ 101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1 h 203"/>
                <a:gd name="T16" fmla="*/ 101 w 202"/>
                <a:gd name="T17" fmla="*/ 203 h 203"/>
                <a:gd name="T18" fmla="*/ 202 w 202"/>
                <a:gd name="T19" fmla="*/ 101 h 203"/>
                <a:gd name="T20" fmla="*/ 202 w 202"/>
                <a:gd name="T21" fmla="*/ 101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3">
              <a:extLst>
                <a:ext uri="{FF2B5EF4-FFF2-40B4-BE49-F238E27FC236}">
                  <a16:creationId xmlns:a16="http://schemas.microsoft.com/office/drawing/2014/main" id="{F9C1C442-8E29-475D-8691-9B46BFBEE7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8013" y="1776413"/>
              <a:ext cx="120650" cy="120650"/>
            </a:xfrm>
            <a:custGeom>
              <a:avLst/>
              <a:gdLst>
                <a:gd name="T0" fmla="*/ 102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2 w 203"/>
                <a:gd name="T7" fmla="*/ 170 h 202"/>
                <a:gd name="T8" fmla="*/ 32 w 203"/>
                <a:gd name="T9" fmla="*/ 101 h 202"/>
                <a:gd name="T10" fmla="*/ 102 w 203"/>
                <a:gd name="T11" fmla="*/ 32 h 202"/>
                <a:gd name="T12" fmla="*/ 102 w 203"/>
                <a:gd name="T13" fmla="*/ 0 h 202"/>
                <a:gd name="T14" fmla="*/ 0 w 203"/>
                <a:gd name="T15" fmla="*/ 101 h 202"/>
                <a:gd name="T16" fmla="*/ 102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2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2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2"/>
                    <a:pt x="102" y="202"/>
                  </a:cubicBezTo>
                  <a:cubicBezTo>
                    <a:pt x="158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4">
              <a:extLst>
                <a:ext uri="{FF2B5EF4-FFF2-40B4-BE49-F238E27FC236}">
                  <a16:creationId xmlns:a16="http://schemas.microsoft.com/office/drawing/2014/main" id="{567B30BC-DD12-4621-8DE6-105D8CF889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6350" y="2298700"/>
              <a:ext cx="122238" cy="122238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1 h 203"/>
                <a:gd name="T4" fmla="*/ 171 w 203"/>
                <a:gd name="T5" fmla="*/ 101 h 203"/>
                <a:gd name="T6" fmla="*/ 102 w 203"/>
                <a:gd name="T7" fmla="*/ 171 h 203"/>
                <a:gd name="T8" fmla="*/ 32 w 203"/>
                <a:gd name="T9" fmla="*/ 101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1 h 203"/>
                <a:gd name="T16" fmla="*/ 102 w 203"/>
                <a:gd name="T17" fmla="*/ 203 h 203"/>
                <a:gd name="T18" fmla="*/ 203 w 203"/>
                <a:gd name="T19" fmla="*/ 101 h 203"/>
                <a:gd name="T20" fmla="*/ 203 w 203"/>
                <a:gd name="T21" fmla="*/ 101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58" y="203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5">
              <a:extLst>
                <a:ext uri="{FF2B5EF4-FFF2-40B4-BE49-F238E27FC236}">
                  <a16:creationId xmlns:a16="http://schemas.microsoft.com/office/drawing/2014/main" id="{FEDC2BDB-F985-41C0-AA6B-23FBD30D56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0188" y="2374900"/>
              <a:ext cx="120650" cy="120650"/>
            </a:xfrm>
            <a:custGeom>
              <a:avLst/>
              <a:gdLst>
                <a:gd name="T0" fmla="*/ 101 w 203"/>
                <a:gd name="T1" fmla="*/ 32 h 203"/>
                <a:gd name="T2" fmla="*/ 171 w 203"/>
                <a:gd name="T3" fmla="*/ 101 h 203"/>
                <a:gd name="T4" fmla="*/ 171 w 203"/>
                <a:gd name="T5" fmla="*/ 101 h 203"/>
                <a:gd name="T6" fmla="*/ 101 w 203"/>
                <a:gd name="T7" fmla="*/ 171 h 203"/>
                <a:gd name="T8" fmla="*/ 32 w 203"/>
                <a:gd name="T9" fmla="*/ 101 h 203"/>
                <a:gd name="T10" fmla="*/ 101 w 203"/>
                <a:gd name="T11" fmla="*/ 32 h 203"/>
                <a:gd name="T12" fmla="*/ 101 w 203"/>
                <a:gd name="T13" fmla="*/ 0 h 203"/>
                <a:gd name="T14" fmla="*/ 0 w 203"/>
                <a:gd name="T15" fmla="*/ 101 h 203"/>
                <a:gd name="T16" fmla="*/ 101 w 203"/>
                <a:gd name="T17" fmla="*/ 203 h 203"/>
                <a:gd name="T18" fmla="*/ 203 w 203"/>
                <a:gd name="T19" fmla="*/ 101 h 203"/>
                <a:gd name="T20" fmla="*/ 203 w 203"/>
                <a:gd name="T21" fmla="*/ 101 h 203"/>
                <a:gd name="T22" fmla="*/ 101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1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40"/>
                    <a:pt x="140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6">
              <a:extLst>
                <a:ext uri="{FF2B5EF4-FFF2-40B4-BE49-F238E27FC236}">
                  <a16:creationId xmlns:a16="http://schemas.microsoft.com/office/drawing/2014/main" id="{8F69734D-D609-4FAA-AC11-45DE05AB6F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4025" y="2384425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1 h 203"/>
                <a:gd name="T4" fmla="*/ 170 w 202"/>
                <a:gd name="T5" fmla="*/ 101 h 203"/>
                <a:gd name="T6" fmla="*/ 101 w 202"/>
                <a:gd name="T7" fmla="*/ 171 h 203"/>
                <a:gd name="T8" fmla="*/ 32 w 202"/>
                <a:gd name="T9" fmla="*/ 101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1 h 203"/>
                <a:gd name="T16" fmla="*/ 101 w 202"/>
                <a:gd name="T17" fmla="*/ 203 h 203"/>
                <a:gd name="T18" fmla="*/ 202 w 202"/>
                <a:gd name="T19" fmla="*/ 101 h 203"/>
                <a:gd name="T20" fmla="*/ 202 w 202"/>
                <a:gd name="T21" fmla="*/ 101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7">
              <a:extLst>
                <a:ext uri="{FF2B5EF4-FFF2-40B4-BE49-F238E27FC236}">
                  <a16:creationId xmlns:a16="http://schemas.microsoft.com/office/drawing/2014/main" id="{AC652675-7D45-4A16-B14C-B784C8FC57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6275" y="2397125"/>
              <a:ext cx="122238" cy="122238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1 h 203"/>
                <a:gd name="T4" fmla="*/ 171 w 203"/>
                <a:gd name="T5" fmla="*/ 101 h 203"/>
                <a:gd name="T6" fmla="*/ 102 w 203"/>
                <a:gd name="T7" fmla="*/ 171 h 203"/>
                <a:gd name="T8" fmla="*/ 32 w 203"/>
                <a:gd name="T9" fmla="*/ 101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1 h 203"/>
                <a:gd name="T16" fmla="*/ 102 w 203"/>
                <a:gd name="T17" fmla="*/ 203 h 203"/>
                <a:gd name="T18" fmla="*/ 203 w 203"/>
                <a:gd name="T19" fmla="*/ 101 h 203"/>
                <a:gd name="T20" fmla="*/ 203 w 203"/>
                <a:gd name="T21" fmla="*/ 101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58" y="203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8">
              <a:extLst>
                <a:ext uri="{FF2B5EF4-FFF2-40B4-BE49-F238E27FC236}">
                  <a16:creationId xmlns:a16="http://schemas.microsoft.com/office/drawing/2014/main" id="{F919DAEF-523B-461D-8354-F262C556BE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8913" y="1697038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1 h 203"/>
                <a:gd name="T4" fmla="*/ 170 w 202"/>
                <a:gd name="T5" fmla="*/ 101 h 203"/>
                <a:gd name="T6" fmla="*/ 101 w 202"/>
                <a:gd name="T7" fmla="*/ 171 h 203"/>
                <a:gd name="T8" fmla="*/ 32 w 202"/>
                <a:gd name="T9" fmla="*/ 101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1 h 203"/>
                <a:gd name="T16" fmla="*/ 101 w 202"/>
                <a:gd name="T17" fmla="*/ 203 h 203"/>
                <a:gd name="T18" fmla="*/ 202 w 202"/>
                <a:gd name="T19" fmla="*/ 101 h 203"/>
                <a:gd name="T20" fmla="*/ 202 w 202"/>
                <a:gd name="T21" fmla="*/ 101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69">
              <a:extLst>
                <a:ext uri="{FF2B5EF4-FFF2-40B4-BE49-F238E27FC236}">
                  <a16:creationId xmlns:a16="http://schemas.microsoft.com/office/drawing/2014/main" id="{89EB5E18-B2CC-4D24-8DB7-E48648334F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8488" y="2660650"/>
              <a:ext cx="3832225" cy="6350"/>
            </a:xfrm>
            <a:custGeom>
              <a:avLst/>
              <a:gdLst>
                <a:gd name="T0" fmla="*/ 156 w 2414"/>
                <a:gd name="T1" fmla="*/ 0 h 4"/>
                <a:gd name="T2" fmla="*/ 192 w 2414"/>
                <a:gd name="T3" fmla="*/ 4 h 4"/>
                <a:gd name="T4" fmla="*/ 192 w 2414"/>
                <a:gd name="T5" fmla="*/ 0 h 4"/>
                <a:gd name="T6" fmla="*/ 348 w 2414"/>
                <a:gd name="T7" fmla="*/ 4 h 4"/>
                <a:gd name="T8" fmla="*/ 288 w 2414"/>
                <a:gd name="T9" fmla="*/ 4 h 4"/>
                <a:gd name="T10" fmla="*/ 444 w 2414"/>
                <a:gd name="T11" fmla="*/ 0 h 4"/>
                <a:gd name="T12" fmla="*/ 480 w 2414"/>
                <a:gd name="T13" fmla="*/ 4 h 4"/>
                <a:gd name="T14" fmla="*/ 480 w 2414"/>
                <a:gd name="T15" fmla="*/ 0 h 4"/>
                <a:gd name="T16" fmla="*/ 636 w 2414"/>
                <a:gd name="T17" fmla="*/ 4 h 4"/>
                <a:gd name="T18" fmla="*/ 576 w 2414"/>
                <a:gd name="T19" fmla="*/ 4 h 4"/>
                <a:gd name="T20" fmla="*/ 732 w 2414"/>
                <a:gd name="T21" fmla="*/ 0 h 4"/>
                <a:gd name="T22" fmla="*/ 768 w 2414"/>
                <a:gd name="T23" fmla="*/ 4 h 4"/>
                <a:gd name="T24" fmla="*/ 768 w 2414"/>
                <a:gd name="T25" fmla="*/ 0 h 4"/>
                <a:gd name="T26" fmla="*/ 925 w 2414"/>
                <a:gd name="T27" fmla="*/ 4 h 4"/>
                <a:gd name="T28" fmla="*/ 865 w 2414"/>
                <a:gd name="T29" fmla="*/ 4 h 4"/>
                <a:gd name="T30" fmla="*/ 1021 w 2414"/>
                <a:gd name="T31" fmla="*/ 0 h 4"/>
                <a:gd name="T32" fmla="*/ 1057 w 2414"/>
                <a:gd name="T33" fmla="*/ 4 h 4"/>
                <a:gd name="T34" fmla="*/ 1057 w 2414"/>
                <a:gd name="T35" fmla="*/ 0 h 4"/>
                <a:gd name="T36" fmla="*/ 1213 w 2414"/>
                <a:gd name="T37" fmla="*/ 4 h 4"/>
                <a:gd name="T38" fmla="*/ 1153 w 2414"/>
                <a:gd name="T39" fmla="*/ 4 h 4"/>
                <a:gd name="T40" fmla="*/ 1309 w 2414"/>
                <a:gd name="T41" fmla="*/ 0 h 4"/>
                <a:gd name="T42" fmla="*/ 1345 w 2414"/>
                <a:gd name="T43" fmla="*/ 4 h 4"/>
                <a:gd name="T44" fmla="*/ 1345 w 2414"/>
                <a:gd name="T45" fmla="*/ 0 h 4"/>
                <a:gd name="T46" fmla="*/ 1501 w 2414"/>
                <a:gd name="T47" fmla="*/ 4 h 4"/>
                <a:gd name="T48" fmla="*/ 1441 w 2414"/>
                <a:gd name="T49" fmla="*/ 4 h 4"/>
                <a:gd name="T50" fmla="*/ 1597 w 2414"/>
                <a:gd name="T51" fmla="*/ 0 h 4"/>
                <a:gd name="T52" fmla="*/ 1633 w 2414"/>
                <a:gd name="T53" fmla="*/ 4 h 4"/>
                <a:gd name="T54" fmla="*/ 1633 w 2414"/>
                <a:gd name="T55" fmla="*/ 0 h 4"/>
                <a:gd name="T56" fmla="*/ 1789 w 2414"/>
                <a:gd name="T57" fmla="*/ 4 h 4"/>
                <a:gd name="T58" fmla="*/ 1729 w 2414"/>
                <a:gd name="T59" fmla="*/ 4 h 4"/>
                <a:gd name="T60" fmla="*/ 1885 w 2414"/>
                <a:gd name="T61" fmla="*/ 0 h 4"/>
                <a:gd name="T62" fmla="*/ 1921 w 2414"/>
                <a:gd name="T63" fmla="*/ 4 h 4"/>
                <a:gd name="T64" fmla="*/ 1921 w 2414"/>
                <a:gd name="T65" fmla="*/ 0 h 4"/>
                <a:gd name="T66" fmla="*/ 2078 w 2414"/>
                <a:gd name="T67" fmla="*/ 4 h 4"/>
                <a:gd name="T68" fmla="*/ 2017 w 2414"/>
                <a:gd name="T69" fmla="*/ 4 h 4"/>
                <a:gd name="T70" fmla="*/ 2174 w 2414"/>
                <a:gd name="T71" fmla="*/ 0 h 4"/>
                <a:gd name="T72" fmla="*/ 2210 w 2414"/>
                <a:gd name="T73" fmla="*/ 4 h 4"/>
                <a:gd name="T74" fmla="*/ 2210 w 2414"/>
                <a:gd name="T75" fmla="*/ 0 h 4"/>
                <a:gd name="T76" fmla="*/ 2366 w 2414"/>
                <a:gd name="T77" fmla="*/ 4 h 4"/>
                <a:gd name="T78" fmla="*/ 2306 w 2414"/>
                <a:gd name="T79" fmla="*/ 4 h 4"/>
                <a:gd name="T80" fmla="*/ 2414 w 2414"/>
                <a:gd name="T81" fmla="*/ 0 h 4"/>
                <a:gd name="T82" fmla="*/ 0 w 2414"/>
                <a:gd name="T83" fmla="*/ 4 h 4"/>
                <a:gd name="T84" fmla="*/ 0 w 2414"/>
                <a:gd name="T8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414" h="4">
                  <a:moveTo>
                    <a:pt x="96" y="4"/>
                  </a:moveTo>
                  <a:lnTo>
                    <a:pt x="156" y="4"/>
                  </a:lnTo>
                  <a:lnTo>
                    <a:pt x="156" y="0"/>
                  </a:lnTo>
                  <a:lnTo>
                    <a:pt x="96" y="0"/>
                  </a:lnTo>
                  <a:lnTo>
                    <a:pt x="96" y="4"/>
                  </a:lnTo>
                  <a:close/>
                  <a:moveTo>
                    <a:pt x="192" y="4"/>
                  </a:moveTo>
                  <a:lnTo>
                    <a:pt x="252" y="4"/>
                  </a:lnTo>
                  <a:lnTo>
                    <a:pt x="252" y="0"/>
                  </a:lnTo>
                  <a:lnTo>
                    <a:pt x="192" y="0"/>
                  </a:lnTo>
                  <a:lnTo>
                    <a:pt x="192" y="4"/>
                  </a:lnTo>
                  <a:close/>
                  <a:moveTo>
                    <a:pt x="288" y="4"/>
                  </a:moveTo>
                  <a:lnTo>
                    <a:pt x="348" y="4"/>
                  </a:lnTo>
                  <a:lnTo>
                    <a:pt x="348" y="0"/>
                  </a:lnTo>
                  <a:lnTo>
                    <a:pt x="288" y="0"/>
                  </a:lnTo>
                  <a:lnTo>
                    <a:pt x="288" y="4"/>
                  </a:lnTo>
                  <a:close/>
                  <a:moveTo>
                    <a:pt x="384" y="4"/>
                  </a:moveTo>
                  <a:lnTo>
                    <a:pt x="444" y="4"/>
                  </a:lnTo>
                  <a:lnTo>
                    <a:pt x="444" y="0"/>
                  </a:lnTo>
                  <a:lnTo>
                    <a:pt x="384" y="0"/>
                  </a:lnTo>
                  <a:lnTo>
                    <a:pt x="384" y="4"/>
                  </a:lnTo>
                  <a:close/>
                  <a:moveTo>
                    <a:pt x="480" y="4"/>
                  </a:moveTo>
                  <a:lnTo>
                    <a:pt x="540" y="4"/>
                  </a:lnTo>
                  <a:lnTo>
                    <a:pt x="540" y="0"/>
                  </a:lnTo>
                  <a:lnTo>
                    <a:pt x="480" y="0"/>
                  </a:lnTo>
                  <a:lnTo>
                    <a:pt x="480" y="4"/>
                  </a:lnTo>
                  <a:close/>
                  <a:moveTo>
                    <a:pt x="576" y="4"/>
                  </a:moveTo>
                  <a:lnTo>
                    <a:pt x="636" y="4"/>
                  </a:lnTo>
                  <a:lnTo>
                    <a:pt x="636" y="0"/>
                  </a:lnTo>
                  <a:lnTo>
                    <a:pt x="576" y="0"/>
                  </a:lnTo>
                  <a:lnTo>
                    <a:pt x="576" y="4"/>
                  </a:lnTo>
                  <a:close/>
                  <a:moveTo>
                    <a:pt x="672" y="4"/>
                  </a:moveTo>
                  <a:lnTo>
                    <a:pt x="732" y="4"/>
                  </a:lnTo>
                  <a:lnTo>
                    <a:pt x="732" y="0"/>
                  </a:lnTo>
                  <a:lnTo>
                    <a:pt x="672" y="0"/>
                  </a:lnTo>
                  <a:lnTo>
                    <a:pt x="672" y="4"/>
                  </a:lnTo>
                  <a:close/>
                  <a:moveTo>
                    <a:pt x="768" y="4"/>
                  </a:moveTo>
                  <a:lnTo>
                    <a:pt x="829" y="4"/>
                  </a:lnTo>
                  <a:lnTo>
                    <a:pt x="829" y="0"/>
                  </a:lnTo>
                  <a:lnTo>
                    <a:pt x="768" y="0"/>
                  </a:lnTo>
                  <a:lnTo>
                    <a:pt x="768" y="4"/>
                  </a:lnTo>
                  <a:close/>
                  <a:moveTo>
                    <a:pt x="865" y="4"/>
                  </a:moveTo>
                  <a:lnTo>
                    <a:pt x="925" y="4"/>
                  </a:lnTo>
                  <a:lnTo>
                    <a:pt x="925" y="0"/>
                  </a:lnTo>
                  <a:lnTo>
                    <a:pt x="865" y="0"/>
                  </a:lnTo>
                  <a:lnTo>
                    <a:pt x="865" y="4"/>
                  </a:lnTo>
                  <a:close/>
                  <a:moveTo>
                    <a:pt x="961" y="4"/>
                  </a:moveTo>
                  <a:lnTo>
                    <a:pt x="1021" y="4"/>
                  </a:lnTo>
                  <a:lnTo>
                    <a:pt x="1021" y="0"/>
                  </a:lnTo>
                  <a:lnTo>
                    <a:pt x="961" y="0"/>
                  </a:lnTo>
                  <a:lnTo>
                    <a:pt x="961" y="4"/>
                  </a:lnTo>
                  <a:close/>
                  <a:moveTo>
                    <a:pt x="1057" y="4"/>
                  </a:moveTo>
                  <a:lnTo>
                    <a:pt x="1117" y="4"/>
                  </a:lnTo>
                  <a:lnTo>
                    <a:pt x="1117" y="0"/>
                  </a:lnTo>
                  <a:lnTo>
                    <a:pt x="1057" y="0"/>
                  </a:lnTo>
                  <a:lnTo>
                    <a:pt x="1057" y="4"/>
                  </a:lnTo>
                  <a:close/>
                  <a:moveTo>
                    <a:pt x="1153" y="4"/>
                  </a:moveTo>
                  <a:lnTo>
                    <a:pt x="1213" y="4"/>
                  </a:lnTo>
                  <a:lnTo>
                    <a:pt x="1213" y="0"/>
                  </a:lnTo>
                  <a:lnTo>
                    <a:pt x="1153" y="0"/>
                  </a:lnTo>
                  <a:lnTo>
                    <a:pt x="1153" y="4"/>
                  </a:lnTo>
                  <a:close/>
                  <a:moveTo>
                    <a:pt x="1249" y="4"/>
                  </a:moveTo>
                  <a:lnTo>
                    <a:pt x="1309" y="4"/>
                  </a:lnTo>
                  <a:lnTo>
                    <a:pt x="1309" y="0"/>
                  </a:lnTo>
                  <a:lnTo>
                    <a:pt x="1249" y="0"/>
                  </a:lnTo>
                  <a:lnTo>
                    <a:pt x="1249" y="4"/>
                  </a:lnTo>
                  <a:close/>
                  <a:moveTo>
                    <a:pt x="1345" y="4"/>
                  </a:moveTo>
                  <a:lnTo>
                    <a:pt x="1405" y="4"/>
                  </a:lnTo>
                  <a:lnTo>
                    <a:pt x="1405" y="0"/>
                  </a:lnTo>
                  <a:lnTo>
                    <a:pt x="1345" y="0"/>
                  </a:lnTo>
                  <a:lnTo>
                    <a:pt x="1345" y="4"/>
                  </a:lnTo>
                  <a:close/>
                  <a:moveTo>
                    <a:pt x="1441" y="4"/>
                  </a:moveTo>
                  <a:lnTo>
                    <a:pt x="1501" y="4"/>
                  </a:lnTo>
                  <a:lnTo>
                    <a:pt x="1501" y="0"/>
                  </a:lnTo>
                  <a:lnTo>
                    <a:pt x="1441" y="0"/>
                  </a:lnTo>
                  <a:lnTo>
                    <a:pt x="1441" y="4"/>
                  </a:lnTo>
                  <a:close/>
                  <a:moveTo>
                    <a:pt x="1537" y="4"/>
                  </a:moveTo>
                  <a:lnTo>
                    <a:pt x="1597" y="4"/>
                  </a:lnTo>
                  <a:lnTo>
                    <a:pt x="1597" y="0"/>
                  </a:lnTo>
                  <a:lnTo>
                    <a:pt x="1537" y="0"/>
                  </a:lnTo>
                  <a:lnTo>
                    <a:pt x="1537" y="4"/>
                  </a:lnTo>
                  <a:close/>
                  <a:moveTo>
                    <a:pt x="1633" y="4"/>
                  </a:moveTo>
                  <a:lnTo>
                    <a:pt x="1693" y="4"/>
                  </a:lnTo>
                  <a:lnTo>
                    <a:pt x="1693" y="0"/>
                  </a:lnTo>
                  <a:lnTo>
                    <a:pt x="1633" y="0"/>
                  </a:lnTo>
                  <a:lnTo>
                    <a:pt x="1633" y="4"/>
                  </a:lnTo>
                  <a:close/>
                  <a:moveTo>
                    <a:pt x="1729" y="4"/>
                  </a:moveTo>
                  <a:lnTo>
                    <a:pt x="1789" y="4"/>
                  </a:lnTo>
                  <a:lnTo>
                    <a:pt x="1789" y="0"/>
                  </a:lnTo>
                  <a:lnTo>
                    <a:pt x="1729" y="0"/>
                  </a:lnTo>
                  <a:lnTo>
                    <a:pt x="1729" y="4"/>
                  </a:lnTo>
                  <a:close/>
                  <a:moveTo>
                    <a:pt x="1825" y="4"/>
                  </a:moveTo>
                  <a:lnTo>
                    <a:pt x="1885" y="4"/>
                  </a:lnTo>
                  <a:lnTo>
                    <a:pt x="1885" y="0"/>
                  </a:lnTo>
                  <a:lnTo>
                    <a:pt x="1825" y="0"/>
                  </a:lnTo>
                  <a:lnTo>
                    <a:pt x="1825" y="4"/>
                  </a:lnTo>
                  <a:close/>
                  <a:moveTo>
                    <a:pt x="1921" y="4"/>
                  </a:moveTo>
                  <a:lnTo>
                    <a:pt x="1981" y="4"/>
                  </a:lnTo>
                  <a:lnTo>
                    <a:pt x="1981" y="0"/>
                  </a:lnTo>
                  <a:lnTo>
                    <a:pt x="1921" y="0"/>
                  </a:lnTo>
                  <a:lnTo>
                    <a:pt x="1921" y="4"/>
                  </a:lnTo>
                  <a:close/>
                  <a:moveTo>
                    <a:pt x="2017" y="4"/>
                  </a:moveTo>
                  <a:lnTo>
                    <a:pt x="2078" y="4"/>
                  </a:lnTo>
                  <a:lnTo>
                    <a:pt x="2078" y="0"/>
                  </a:lnTo>
                  <a:lnTo>
                    <a:pt x="2017" y="0"/>
                  </a:lnTo>
                  <a:lnTo>
                    <a:pt x="2017" y="4"/>
                  </a:lnTo>
                  <a:close/>
                  <a:moveTo>
                    <a:pt x="2114" y="4"/>
                  </a:moveTo>
                  <a:lnTo>
                    <a:pt x="2174" y="4"/>
                  </a:lnTo>
                  <a:lnTo>
                    <a:pt x="2174" y="0"/>
                  </a:lnTo>
                  <a:lnTo>
                    <a:pt x="2114" y="0"/>
                  </a:lnTo>
                  <a:lnTo>
                    <a:pt x="2114" y="4"/>
                  </a:lnTo>
                  <a:close/>
                  <a:moveTo>
                    <a:pt x="2210" y="4"/>
                  </a:moveTo>
                  <a:lnTo>
                    <a:pt x="2270" y="4"/>
                  </a:lnTo>
                  <a:lnTo>
                    <a:pt x="2270" y="0"/>
                  </a:lnTo>
                  <a:lnTo>
                    <a:pt x="2210" y="0"/>
                  </a:lnTo>
                  <a:lnTo>
                    <a:pt x="2210" y="4"/>
                  </a:lnTo>
                  <a:close/>
                  <a:moveTo>
                    <a:pt x="2306" y="4"/>
                  </a:moveTo>
                  <a:lnTo>
                    <a:pt x="2366" y="4"/>
                  </a:lnTo>
                  <a:lnTo>
                    <a:pt x="2366" y="0"/>
                  </a:lnTo>
                  <a:lnTo>
                    <a:pt x="2306" y="0"/>
                  </a:lnTo>
                  <a:lnTo>
                    <a:pt x="2306" y="4"/>
                  </a:lnTo>
                  <a:close/>
                  <a:moveTo>
                    <a:pt x="2402" y="4"/>
                  </a:moveTo>
                  <a:lnTo>
                    <a:pt x="2414" y="4"/>
                  </a:lnTo>
                  <a:lnTo>
                    <a:pt x="2414" y="0"/>
                  </a:lnTo>
                  <a:lnTo>
                    <a:pt x="2402" y="0"/>
                  </a:lnTo>
                  <a:lnTo>
                    <a:pt x="2402" y="4"/>
                  </a:lnTo>
                  <a:close/>
                  <a:moveTo>
                    <a:pt x="0" y="4"/>
                  </a:moveTo>
                  <a:lnTo>
                    <a:pt x="60" y="4"/>
                  </a:lnTo>
                  <a:lnTo>
                    <a:pt x="60" y="0"/>
                  </a:ln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8CC8FBDE-5C0B-4119-8917-54B5BA24FFE7}"/>
              </a:ext>
            </a:extLst>
          </p:cNvPr>
          <p:cNvGrpSpPr/>
          <p:nvPr/>
        </p:nvGrpSpPr>
        <p:grpSpPr>
          <a:xfrm>
            <a:off x="1363663" y="3757613"/>
            <a:ext cx="4337050" cy="2738437"/>
            <a:chOff x="1363663" y="3757613"/>
            <a:chExt cx="4337050" cy="2738437"/>
          </a:xfrm>
        </p:grpSpPr>
        <p:sp>
          <p:nvSpPr>
            <p:cNvPr id="76" name="Line 71">
              <a:extLst>
                <a:ext uri="{FF2B5EF4-FFF2-40B4-BE49-F238E27FC236}">
                  <a16:creationId xmlns:a16="http://schemas.microsoft.com/office/drawing/2014/main" id="{74410790-59CD-4A82-BFA1-CB2BCB868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6037263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72">
              <a:extLst>
                <a:ext uri="{FF2B5EF4-FFF2-40B4-BE49-F238E27FC236}">
                  <a16:creationId xmlns:a16="http://schemas.microsoft.com/office/drawing/2014/main" id="{C06C5E4C-FCB5-415B-8816-87ADDDA8F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3757613"/>
              <a:ext cx="38322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73">
              <a:extLst>
                <a:ext uri="{FF2B5EF4-FFF2-40B4-BE49-F238E27FC236}">
                  <a16:creationId xmlns:a16="http://schemas.microsoft.com/office/drawing/2014/main" id="{6E0633A1-1B92-4310-9521-F18B37B6E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963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74">
              <a:extLst>
                <a:ext uri="{FF2B5EF4-FFF2-40B4-BE49-F238E27FC236}">
                  <a16:creationId xmlns:a16="http://schemas.microsoft.com/office/drawing/2014/main" id="{808031D0-0CFF-485E-9F53-7EC4A57347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3800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75">
              <a:extLst>
                <a:ext uri="{FF2B5EF4-FFF2-40B4-BE49-F238E27FC236}">
                  <a16:creationId xmlns:a16="http://schemas.microsoft.com/office/drawing/2014/main" id="{4312CF09-F4FA-415F-86F6-E97CEB920B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4500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76">
              <a:extLst>
                <a:ext uri="{FF2B5EF4-FFF2-40B4-BE49-F238E27FC236}">
                  <a16:creationId xmlns:a16="http://schemas.microsoft.com/office/drawing/2014/main" id="{1AC1496C-E21C-43E7-BD13-1590F6889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338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77">
              <a:extLst>
                <a:ext uri="{FF2B5EF4-FFF2-40B4-BE49-F238E27FC236}">
                  <a16:creationId xmlns:a16="http://schemas.microsoft.com/office/drawing/2014/main" id="{FC00C369-FE0B-4CA9-92DD-1EE2763947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263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78">
              <a:extLst>
                <a:ext uri="{FF2B5EF4-FFF2-40B4-BE49-F238E27FC236}">
                  <a16:creationId xmlns:a16="http://schemas.microsoft.com/office/drawing/2014/main" id="{C7C5DAED-BB9C-4117-8A4C-1C62FCE5B1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0513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79">
              <a:extLst>
                <a:ext uri="{FF2B5EF4-FFF2-40B4-BE49-F238E27FC236}">
                  <a16:creationId xmlns:a16="http://schemas.microsoft.com/office/drawing/2014/main" id="{7990A67B-C9A4-42B6-8B38-E01D8558D4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4350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80">
              <a:extLst>
                <a:ext uri="{FF2B5EF4-FFF2-40B4-BE49-F238E27FC236}">
                  <a16:creationId xmlns:a16="http://schemas.microsoft.com/office/drawing/2014/main" id="{7FAAF8DB-623E-42A6-A19E-017FBE0548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8188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Line 81">
              <a:extLst>
                <a:ext uri="{FF2B5EF4-FFF2-40B4-BE49-F238E27FC236}">
                  <a16:creationId xmlns:a16="http://schemas.microsoft.com/office/drawing/2014/main" id="{F2DB837C-88A3-4213-8D76-C1A2930841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9238" y="5999163"/>
              <a:ext cx="0" cy="381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Line 82">
              <a:extLst>
                <a:ext uri="{FF2B5EF4-FFF2-40B4-BE49-F238E27FC236}">
                  <a16:creationId xmlns:a16="http://schemas.microsoft.com/office/drawing/2014/main" id="{9A7EA9E0-1DCE-4D75-90AB-2D6F5883B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963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Line 83">
              <a:extLst>
                <a:ext uri="{FF2B5EF4-FFF2-40B4-BE49-F238E27FC236}">
                  <a16:creationId xmlns:a16="http://schemas.microsoft.com/office/drawing/2014/main" id="{CFBA4258-0709-4A04-9848-12404572C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800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Line 84">
              <a:extLst>
                <a:ext uri="{FF2B5EF4-FFF2-40B4-BE49-F238E27FC236}">
                  <a16:creationId xmlns:a16="http://schemas.microsoft.com/office/drawing/2014/main" id="{DF2558FE-6B10-455F-89B6-DBEF63FF1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500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Line 85">
              <a:extLst>
                <a:ext uri="{FF2B5EF4-FFF2-40B4-BE49-F238E27FC236}">
                  <a16:creationId xmlns:a16="http://schemas.microsoft.com/office/drawing/2014/main" id="{A4B04C2E-4C89-43EF-82BF-D79D44181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338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Line 86">
              <a:extLst>
                <a:ext uri="{FF2B5EF4-FFF2-40B4-BE49-F238E27FC236}">
                  <a16:creationId xmlns:a16="http://schemas.microsoft.com/office/drawing/2014/main" id="{8BAE542B-D135-4D25-BEE0-C65BCF3B7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263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Line 87">
              <a:extLst>
                <a:ext uri="{FF2B5EF4-FFF2-40B4-BE49-F238E27FC236}">
                  <a16:creationId xmlns:a16="http://schemas.microsoft.com/office/drawing/2014/main" id="{B38963A3-0B26-4263-8639-813CC1BE93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0513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Line 88">
              <a:extLst>
                <a:ext uri="{FF2B5EF4-FFF2-40B4-BE49-F238E27FC236}">
                  <a16:creationId xmlns:a16="http://schemas.microsoft.com/office/drawing/2014/main" id="{5BCB607E-306D-42BE-9F9E-3561ECEF5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4350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Line 89">
              <a:extLst>
                <a:ext uri="{FF2B5EF4-FFF2-40B4-BE49-F238E27FC236}">
                  <a16:creationId xmlns:a16="http://schemas.microsoft.com/office/drawing/2014/main" id="{7FD26320-BE94-4DB3-87BF-33086B904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8188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Line 90">
              <a:extLst>
                <a:ext uri="{FF2B5EF4-FFF2-40B4-BE49-F238E27FC236}">
                  <a16:creationId xmlns:a16="http://schemas.microsoft.com/office/drawing/2014/main" id="{3C45CD98-4033-49E8-8DAF-F090CDBAC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9238" y="3757613"/>
              <a:ext cx="0" cy="396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Rectangle 91">
              <a:extLst>
                <a:ext uri="{FF2B5EF4-FFF2-40B4-BE49-F238E27FC236}">
                  <a16:creationId xmlns:a16="http://schemas.microsoft.com/office/drawing/2014/main" id="{E49D3714-0922-49D6-A60A-85094B3DE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88" y="61055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7" name="Rectangle 92">
              <a:extLst>
                <a:ext uri="{FF2B5EF4-FFF2-40B4-BE49-F238E27FC236}">
                  <a16:creationId xmlns:a16="http://schemas.microsoft.com/office/drawing/2014/main" id="{656F2C3E-4ED8-491D-9A41-B8769C144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938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8" name="Rectangle 93">
              <a:extLst>
                <a:ext uri="{FF2B5EF4-FFF2-40B4-BE49-F238E27FC236}">
                  <a16:creationId xmlns:a16="http://schemas.microsoft.com/office/drawing/2014/main" id="{AAC079B8-73C6-4292-8AE8-B5AF5C46B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813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Rectangle 94">
              <a:extLst>
                <a:ext uri="{FF2B5EF4-FFF2-40B4-BE49-F238E27FC236}">
                  <a16:creationId xmlns:a16="http://schemas.microsoft.com/office/drawing/2014/main" id="{1AAD6411-4022-4579-8374-A2E6AA2A6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413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Rectangle 95">
              <a:extLst>
                <a:ext uri="{FF2B5EF4-FFF2-40B4-BE49-F238E27FC236}">
                  <a16:creationId xmlns:a16="http://schemas.microsoft.com/office/drawing/2014/main" id="{8DAE09A4-73A0-4964-BC91-89EA182DE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6105525"/>
              <a:ext cx="1143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Rectangle 96">
              <a:extLst>
                <a:ext uri="{FF2B5EF4-FFF2-40B4-BE49-F238E27FC236}">
                  <a16:creationId xmlns:a16="http://schemas.microsoft.com/office/drawing/2014/main" id="{28677432-2193-40A9-87E6-FBA0356DA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300" y="6105525"/>
              <a:ext cx="1428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" name="Rectangle 97">
              <a:extLst>
                <a:ext uri="{FF2B5EF4-FFF2-40B4-BE49-F238E27FC236}">
                  <a16:creationId xmlns:a16="http://schemas.microsoft.com/office/drawing/2014/main" id="{840A9A78-7222-4713-9656-6A69BE4C5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6105525"/>
              <a:ext cx="9525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" name="Rectangle 98">
              <a:extLst>
                <a:ext uri="{FF2B5EF4-FFF2-40B4-BE49-F238E27FC236}">
                  <a16:creationId xmlns:a16="http://schemas.microsoft.com/office/drawing/2014/main" id="{2A2D9EDC-8206-4F76-9014-156390C60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" name="Rectangle 99">
              <a:extLst>
                <a:ext uri="{FF2B5EF4-FFF2-40B4-BE49-F238E27FC236}">
                  <a16:creationId xmlns:a16="http://schemas.microsoft.com/office/drawing/2014/main" id="{C2FBDAE7-329E-4EDE-AE3D-CA30AA5AE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38" y="6105525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" name="Rectangle 100">
              <a:extLst>
                <a:ext uri="{FF2B5EF4-FFF2-40B4-BE49-F238E27FC236}">
                  <a16:creationId xmlns:a16="http://schemas.microsoft.com/office/drawing/2014/main" id="{F19D266D-255D-49AF-922B-F6808C6E0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6286500"/>
              <a:ext cx="6953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btc coord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" name="Line 101">
              <a:extLst>
                <a:ext uri="{FF2B5EF4-FFF2-40B4-BE49-F238E27FC236}">
                  <a16:creationId xmlns:a16="http://schemas.microsoft.com/office/drawing/2014/main" id="{C5FF5011-1487-412F-9756-E893855AAE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8488" y="3757613"/>
              <a:ext cx="0" cy="227965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Line 102">
              <a:extLst>
                <a:ext uri="{FF2B5EF4-FFF2-40B4-BE49-F238E27FC236}">
                  <a16:creationId xmlns:a16="http://schemas.microsoft.com/office/drawing/2014/main" id="{036F20E1-C379-4BC7-A1FA-6D8C42E059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00713" y="3757613"/>
              <a:ext cx="0" cy="227965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Line 103">
              <a:extLst>
                <a:ext uri="{FF2B5EF4-FFF2-40B4-BE49-F238E27FC236}">
                  <a16:creationId xmlns:a16="http://schemas.microsoft.com/office/drawing/2014/main" id="{B78F0A0E-22E1-4FAA-B6D3-546AA66E7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60372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Line 104">
              <a:extLst>
                <a:ext uri="{FF2B5EF4-FFF2-40B4-BE49-F238E27FC236}">
                  <a16:creationId xmlns:a16="http://schemas.microsoft.com/office/drawing/2014/main" id="{128D33E0-2E49-44F8-88AE-806D07D25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54959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Line 105">
              <a:extLst>
                <a:ext uri="{FF2B5EF4-FFF2-40B4-BE49-F238E27FC236}">
                  <a16:creationId xmlns:a16="http://schemas.microsoft.com/office/drawing/2014/main" id="{DBEB7269-E5B2-48B0-B62B-9D9263553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49530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Line 106">
              <a:extLst>
                <a:ext uri="{FF2B5EF4-FFF2-40B4-BE49-F238E27FC236}">
                  <a16:creationId xmlns:a16="http://schemas.microsoft.com/office/drawing/2014/main" id="{0A0BD0CA-5566-4BA2-8302-BBB5F47B8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44100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Line 107">
              <a:extLst>
                <a:ext uri="{FF2B5EF4-FFF2-40B4-BE49-F238E27FC236}">
                  <a16:creationId xmlns:a16="http://schemas.microsoft.com/office/drawing/2014/main" id="{6667D9FD-E7DC-4AF8-AE48-A5633AD6A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488" y="38671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Line 108">
              <a:extLst>
                <a:ext uri="{FF2B5EF4-FFF2-40B4-BE49-F238E27FC236}">
                  <a16:creationId xmlns:a16="http://schemas.microsoft.com/office/drawing/2014/main" id="{0B73B1A4-777B-4786-A854-DE8AF6DA28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6037263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Line 109">
              <a:extLst>
                <a:ext uri="{FF2B5EF4-FFF2-40B4-BE49-F238E27FC236}">
                  <a16:creationId xmlns:a16="http://schemas.microsoft.com/office/drawing/2014/main" id="{EFFFC67F-B1A3-44FE-B09F-B774FC8F88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549592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Line 110">
              <a:extLst>
                <a:ext uri="{FF2B5EF4-FFF2-40B4-BE49-F238E27FC236}">
                  <a16:creationId xmlns:a16="http://schemas.microsoft.com/office/drawing/2014/main" id="{AE285D56-408F-47C6-A08E-066379609E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495300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Line 111">
              <a:extLst>
                <a:ext uri="{FF2B5EF4-FFF2-40B4-BE49-F238E27FC236}">
                  <a16:creationId xmlns:a16="http://schemas.microsoft.com/office/drawing/2014/main" id="{356547B6-30B6-4490-A947-4DE8FDEAF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4410075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Line 112">
              <a:extLst>
                <a:ext uri="{FF2B5EF4-FFF2-40B4-BE49-F238E27FC236}">
                  <a16:creationId xmlns:a16="http://schemas.microsoft.com/office/drawing/2014/main" id="{83C16F96-48E4-40A2-8356-6290D3C1B2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2613" y="3867150"/>
              <a:ext cx="3810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Rectangle 113">
              <a:extLst>
                <a:ext uri="{FF2B5EF4-FFF2-40B4-BE49-F238E27FC236}">
                  <a16:creationId xmlns:a16="http://schemas.microsoft.com/office/drawing/2014/main" id="{4042395C-1C03-40F0-AC5C-E8140A823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663" y="5970588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" name="Rectangle 114">
              <a:extLst>
                <a:ext uri="{FF2B5EF4-FFF2-40B4-BE49-F238E27FC236}">
                  <a16:creationId xmlns:a16="http://schemas.microsoft.com/office/drawing/2014/main" id="{C8A1B1A6-CEE0-48DB-94AC-506EDB892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5427663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0" name="Rectangle 115">
              <a:extLst>
                <a:ext uri="{FF2B5EF4-FFF2-40B4-BE49-F238E27FC236}">
                  <a16:creationId xmlns:a16="http://schemas.microsoft.com/office/drawing/2014/main" id="{1008B5F0-1533-4271-A176-20E893E33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4883150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1" name="Rectangle 116">
              <a:extLst>
                <a:ext uri="{FF2B5EF4-FFF2-40B4-BE49-F238E27FC236}">
                  <a16:creationId xmlns:a16="http://schemas.microsoft.com/office/drawing/2014/main" id="{4EA92D45-8199-4EFF-9F6C-25F57C221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213" y="4340225"/>
              <a:ext cx="2952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2" name="Rectangle 117">
              <a:extLst>
                <a:ext uri="{FF2B5EF4-FFF2-40B4-BE49-F238E27FC236}">
                  <a16:creationId xmlns:a16="http://schemas.microsoft.com/office/drawing/2014/main" id="{C098C942-26E1-402D-B200-1500B90FF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888" y="3795713"/>
              <a:ext cx="228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" name="Rectangle 118">
              <a:extLst>
                <a:ext uri="{FF2B5EF4-FFF2-40B4-BE49-F238E27FC236}">
                  <a16:creationId xmlns:a16="http://schemas.microsoft.com/office/drawing/2014/main" id="{B4EB09C0-892D-4BAE-927B-A8B3D6B308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7000" y="4946650"/>
              <a:ext cx="1428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" name="Rectangle 119">
              <a:extLst>
                <a:ext uri="{FF2B5EF4-FFF2-40B4-BE49-F238E27FC236}">
                  <a16:creationId xmlns:a16="http://schemas.microsoft.com/office/drawing/2014/main" id="{091D769B-922C-4B62-8B2C-F494F0A5B2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416050" y="4897438"/>
              <a:ext cx="1047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" name="Rectangle 120">
              <a:extLst>
                <a:ext uri="{FF2B5EF4-FFF2-40B4-BE49-F238E27FC236}">
                  <a16:creationId xmlns:a16="http://schemas.microsoft.com/office/drawing/2014/main" id="{9DEB8A43-E862-470F-A3E1-0189616511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4826000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6" name="Rectangle 121">
              <a:extLst>
                <a:ext uri="{FF2B5EF4-FFF2-40B4-BE49-F238E27FC236}">
                  <a16:creationId xmlns:a16="http://schemas.microsoft.com/office/drawing/2014/main" id="{1FE31F0E-1A04-407D-A0B8-890CFFFDB3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416050" y="4773613"/>
              <a:ext cx="1047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7" name="Rectangle 122">
              <a:extLst>
                <a:ext uri="{FF2B5EF4-FFF2-40B4-BE49-F238E27FC236}">
                  <a16:creationId xmlns:a16="http://schemas.microsoft.com/office/drawing/2014/main" id="{2C06F718-1F11-4168-8255-9BDE1ED559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4711700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9" name="Rectangle 123">
              <a:extLst>
                <a:ext uri="{FF2B5EF4-FFF2-40B4-BE49-F238E27FC236}">
                  <a16:creationId xmlns:a16="http://schemas.microsoft.com/office/drawing/2014/main" id="{4041FB66-FCFC-4359-9937-4F0DD92E63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2238" y="4635500"/>
              <a:ext cx="152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0" name="Rectangle 124">
              <a:extLst>
                <a:ext uri="{FF2B5EF4-FFF2-40B4-BE49-F238E27FC236}">
                  <a16:creationId xmlns:a16="http://schemas.microsoft.com/office/drawing/2014/main" id="{70BA7EE1-D3DA-45FD-A6BB-EAC7DE7069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97000" y="4564063"/>
              <a:ext cx="1428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2" name="Freeform 126">
              <a:extLst>
                <a:ext uri="{FF2B5EF4-FFF2-40B4-BE49-F238E27FC236}">
                  <a16:creationId xmlns:a16="http://schemas.microsoft.com/office/drawing/2014/main" id="{B4BAE159-B135-4017-A0DF-052EF720E9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9638" y="4500563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2 h 203"/>
                <a:gd name="T4" fmla="*/ 170 w 202"/>
                <a:gd name="T5" fmla="*/ 102 h 203"/>
                <a:gd name="T6" fmla="*/ 101 w 202"/>
                <a:gd name="T7" fmla="*/ 171 h 203"/>
                <a:gd name="T8" fmla="*/ 32 w 202"/>
                <a:gd name="T9" fmla="*/ 102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2 h 203"/>
                <a:gd name="T16" fmla="*/ 101 w 202"/>
                <a:gd name="T17" fmla="*/ 203 h 203"/>
                <a:gd name="T18" fmla="*/ 202 w 202"/>
                <a:gd name="T19" fmla="*/ 102 h 203"/>
                <a:gd name="T20" fmla="*/ 202 w 202"/>
                <a:gd name="T21" fmla="*/ 102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2"/>
                  </a:cubicBezTo>
                  <a:lnTo>
                    <a:pt x="170" y="102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7" y="203"/>
                    <a:pt x="202" y="158"/>
                    <a:pt x="202" y="102"/>
                  </a:cubicBezTo>
                  <a:lnTo>
                    <a:pt x="202" y="102"/>
                  </a:lnTo>
                  <a:cubicBezTo>
                    <a:pt x="202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27">
              <a:extLst>
                <a:ext uri="{FF2B5EF4-FFF2-40B4-BE49-F238E27FC236}">
                  <a16:creationId xmlns:a16="http://schemas.microsoft.com/office/drawing/2014/main" id="{C466A5AC-5CB2-4100-87D8-8AC8F9A322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3475" y="4502150"/>
              <a:ext cx="120650" cy="120650"/>
            </a:xfrm>
            <a:custGeom>
              <a:avLst/>
              <a:gdLst>
                <a:gd name="T0" fmla="*/ 102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2 w 203"/>
                <a:gd name="T7" fmla="*/ 170 h 202"/>
                <a:gd name="T8" fmla="*/ 32 w 203"/>
                <a:gd name="T9" fmla="*/ 101 h 202"/>
                <a:gd name="T10" fmla="*/ 102 w 203"/>
                <a:gd name="T11" fmla="*/ 32 h 202"/>
                <a:gd name="T12" fmla="*/ 102 w 203"/>
                <a:gd name="T13" fmla="*/ 0 h 202"/>
                <a:gd name="T14" fmla="*/ 0 w 203"/>
                <a:gd name="T15" fmla="*/ 101 h 202"/>
                <a:gd name="T16" fmla="*/ 102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2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2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2"/>
                    <a:pt x="102" y="202"/>
                  </a:cubicBezTo>
                  <a:cubicBezTo>
                    <a:pt x="158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28">
              <a:extLst>
                <a:ext uri="{FF2B5EF4-FFF2-40B4-BE49-F238E27FC236}">
                  <a16:creationId xmlns:a16="http://schemas.microsoft.com/office/drawing/2014/main" id="{A2C0276D-ED23-4D9C-9EFD-E2EB58EAA4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4175" y="4778375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2 h 203"/>
                <a:gd name="T4" fmla="*/ 170 w 202"/>
                <a:gd name="T5" fmla="*/ 102 h 203"/>
                <a:gd name="T6" fmla="*/ 101 w 202"/>
                <a:gd name="T7" fmla="*/ 171 h 203"/>
                <a:gd name="T8" fmla="*/ 32 w 202"/>
                <a:gd name="T9" fmla="*/ 102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2 h 203"/>
                <a:gd name="T16" fmla="*/ 101 w 202"/>
                <a:gd name="T17" fmla="*/ 203 h 203"/>
                <a:gd name="T18" fmla="*/ 202 w 202"/>
                <a:gd name="T19" fmla="*/ 102 h 203"/>
                <a:gd name="T20" fmla="*/ 202 w 202"/>
                <a:gd name="T21" fmla="*/ 102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2"/>
                  </a:cubicBezTo>
                  <a:lnTo>
                    <a:pt x="170" y="102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7" y="203"/>
                    <a:pt x="202" y="158"/>
                    <a:pt x="202" y="102"/>
                  </a:cubicBezTo>
                  <a:lnTo>
                    <a:pt x="202" y="102"/>
                  </a:lnTo>
                  <a:cubicBezTo>
                    <a:pt x="202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29">
              <a:extLst>
                <a:ext uri="{FF2B5EF4-FFF2-40B4-BE49-F238E27FC236}">
                  <a16:creationId xmlns:a16="http://schemas.microsoft.com/office/drawing/2014/main" id="{3315990C-666F-496C-AF82-771EAD85A6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8013" y="4767263"/>
              <a:ext cx="120650" cy="120650"/>
            </a:xfrm>
            <a:custGeom>
              <a:avLst/>
              <a:gdLst>
                <a:gd name="T0" fmla="*/ 102 w 203"/>
                <a:gd name="T1" fmla="*/ 32 h 202"/>
                <a:gd name="T2" fmla="*/ 171 w 203"/>
                <a:gd name="T3" fmla="*/ 101 h 202"/>
                <a:gd name="T4" fmla="*/ 171 w 203"/>
                <a:gd name="T5" fmla="*/ 101 h 202"/>
                <a:gd name="T6" fmla="*/ 102 w 203"/>
                <a:gd name="T7" fmla="*/ 170 h 202"/>
                <a:gd name="T8" fmla="*/ 32 w 203"/>
                <a:gd name="T9" fmla="*/ 101 h 202"/>
                <a:gd name="T10" fmla="*/ 102 w 203"/>
                <a:gd name="T11" fmla="*/ 32 h 202"/>
                <a:gd name="T12" fmla="*/ 102 w 203"/>
                <a:gd name="T13" fmla="*/ 0 h 202"/>
                <a:gd name="T14" fmla="*/ 0 w 203"/>
                <a:gd name="T15" fmla="*/ 101 h 202"/>
                <a:gd name="T16" fmla="*/ 102 w 203"/>
                <a:gd name="T17" fmla="*/ 202 h 202"/>
                <a:gd name="T18" fmla="*/ 203 w 203"/>
                <a:gd name="T19" fmla="*/ 101 h 202"/>
                <a:gd name="T20" fmla="*/ 203 w 203"/>
                <a:gd name="T21" fmla="*/ 101 h 202"/>
                <a:gd name="T22" fmla="*/ 102 w 203"/>
                <a:gd name="T2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2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39"/>
                    <a:pt x="140" y="170"/>
                    <a:pt x="102" y="170"/>
                  </a:cubicBezTo>
                  <a:cubicBezTo>
                    <a:pt x="63" y="170"/>
                    <a:pt x="32" y="139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2"/>
                    <a:pt x="102" y="202"/>
                  </a:cubicBezTo>
                  <a:cubicBezTo>
                    <a:pt x="158" y="202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30">
              <a:extLst>
                <a:ext uri="{FF2B5EF4-FFF2-40B4-BE49-F238E27FC236}">
                  <a16:creationId xmlns:a16="http://schemas.microsoft.com/office/drawing/2014/main" id="{112610E1-7D38-48A6-9829-436B3C89C4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6350" y="5659438"/>
              <a:ext cx="122238" cy="120650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1 h 203"/>
                <a:gd name="T4" fmla="*/ 171 w 203"/>
                <a:gd name="T5" fmla="*/ 101 h 203"/>
                <a:gd name="T6" fmla="*/ 102 w 203"/>
                <a:gd name="T7" fmla="*/ 171 h 203"/>
                <a:gd name="T8" fmla="*/ 32 w 203"/>
                <a:gd name="T9" fmla="*/ 101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1 h 203"/>
                <a:gd name="T16" fmla="*/ 102 w 203"/>
                <a:gd name="T17" fmla="*/ 203 h 203"/>
                <a:gd name="T18" fmla="*/ 203 w 203"/>
                <a:gd name="T19" fmla="*/ 101 h 203"/>
                <a:gd name="T20" fmla="*/ 203 w 203"/>
                <a:gd name="T21" fmla="*/ 101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58" y="203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31">
              <a:extLst>
                <a:ext uri="{FF2B5EF4-FFF2-40B4-BE49-F238E27FC236}">
                  <a16:creationId xmlns:a16="http://schemas.microsoft.com/office/drawing/2014/main" id="{AD97E0A5-2217-4934-BFB6-682ECE06FF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0188" y="5667375"/>
              <a:ext cx="120650" cy="120650"/>
            </a:xfrm>
            <a:custGeom>
              <a:avLst/>
              <a:gdLst>
                <a:gd name="T0" fmla="*/ 101 w 203"/>
                <a:gd name="T1" fmla="*/ 32 h 203"/>
                <a:gd name="T2" fmla="*/ 171 w 203"/>
                <a:gd name="T3" fmla="*/ 101 h 203"/>
                <a:gd name="T4" fmla="*/ 171 w 203"/>
                <a:gd name="T5" fmla="*/ 101 h 203"/>
                <a:gd name="T6" fmla="*/ 101 w 203"/>
                <a:gd name="T7" fmla="*/ 171 h 203"/>
                <a:gd name="T8" fmla="*/ 32 w 203"/>
                <a:gd name="T9" fmla="*/ 101 h 203"/>
                <a:gd name="T10" fmla="*/ 101 w 203"/>
                <a:gd name="T11" fmla="*/ 32 h 203"/>
                <a:gd name="T12" fmla="*/ 101 w 203"/>
                <a:gd name="T13" fmla="*/ 0 h 203"/>
                <a:gd name="T14" fmla="*/ 0 w 203"/>
                <a:gd name="T15" fmla="*/ 101 h 203"/>
                <a:gd name="T16" fmla="*/ 101 w 203"/>
                <a:gd name="T17" fmla="*/ 203 h 203"/>
                <a:gd name="T18" fmla="*/ 203 w 203"/>
                <a:gd name="T19" fmla="*/ 101 h 203"/>
                <a:gd name="T20" fmla="*/ 203 w 203"/>
                <a:gd name="T21" fmla="*/ 101 h 203"/>
                <a:gd name="T22" fmla="*/ 101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1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40"/>
                    <a:pt x="140" y="171"/>
                    <a:pt x="101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32">
              <a:extLst>
                <a:ext uri="{FF2B5EF4-FFF2-40B4-BE49-F238E27FC236}">
                  <a16:creationId xmlns:a16="http://schemas.microsoft.com/office/drawing/2014/main" id="{984F8E00-9450-4336-814F-354755AA08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4025" y="5686425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1 h 203"/>
                <a:gd name="T4" fmla="*/ 170 w 202"/>
                <a:gd name="T5" fmla="*/ 101 h 203"/>
                <a:gd name="T6" fmla="*/ 101 w 202"/>
                <a:gd name="T7" fmla="*/ 171 h 203"/>
                <a:gd name="T8" fmla="*/ 32 w 202"/>
                <a:gd name="T9" fmla="*/ 101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1 h 203"/>
                <a:gd name="T16" fmla="*/ 101 w 202"/>
                <a:gd name="T17" fmla="*/ 203 h 203"/>
                <a:gd name="T18" fmla="*/ 202 w 202"/>
                <a:gd name="T19" fmla="*/ 101 h 203"/>
                <a:gd name="T20" fmla="*/ 202 w 202"/>
                <a:gd name="T21" fmla="*/ 101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1"/>
                  </a:cubicBezTo>
                  <a:lnTo>
                    <a:pt x="170" y="101"/>
                  </a:lnTo>
                  <a:cubicBezTo>
                    <a:pt x="170" y="139"/>
                    <a:pt x="139" y="171"/>
                    <a:pt x="101" y="171"/>
                  </a:cubicBezTo>
                  <a:cubicBezTo>
                    <a:pt x="63" y="171"/>
                    <a:pt x="32" y="139"/>
                    <a:pt x="32" y="101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7"/>
                    <a:pt x="45" y="203"/>
                    <a:pt x="101" y="203"/>
                  </a:cubicBezTo>
                  <a:cubicBezTo>
                    <a:pt x="157" y="203"/>
                    <a:pt x="202" y="157"/>
                    <a:pt x="202" y="101"/>
                  </a:cubicBezTo>
                  <a:lnTo>
                    <a:pt x="202" y="101"/>
                  </a:lnTo>
                  <a:cubicBezTo>
                    <a:pt x="202" y="45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33">
              <a:extLst>
                <a:ext uri="{FF2B5EF4-FFF2-40B4-BE49-F238E27FC236}">
                  <a16:creationId xmlns:a16="http://schemas.microsoft.com/office/drawing/2014/main" id="{A6E5D84D-D41E-4619-B5F7-F4B79A375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6275" y="5688013"/>
              <a:ext cx="122238" cy="122238"/>
            </a:xfrm>
            <a:custGeom>
              <a:avLst/>
              <a:gdLst>
                <a:gd name="T0" fmla="*/ 102 w 203"/>
                <a:gd name="T1" fmla="*/ 32 h 203"/>
                <a:gd name="T2" fmla="*/ 171 w 203"/>
                <a:gd name="T3" fmla="*/ 101 h 203"/>
                <a:gd name="T4" fmla="*/ 171 w 203"/>
                <a:gd name="T5" fmla="*/ 101 h 203"/>
                <a:gd name="T6" fmla="*/ 102 w 203"/>
                <a:gd name="T7" fmla="*/ 171 h 203"/>
                <a:gd name="T8" fmla="*/ 32 w 203"/>
                <a:gd name="T9" fmla="*/ 101 h 203"/>
                <a:gd name="T10" fmla="*/ 102 w 203"/>
                <a:gd name="T11" fmla="*/ 32 h 203"/>
                <a:gd name="T12" fmla="*/ 102 w 203"/>
                <a:gd name="T13" fmla="*/ 0 h 203"/>
                <a:gd name="T14" fmla="*/ 0 w 203"/>
                <a:gd name="T15" fmla="*/ 101 h 203"/>
                <a:gd name="T16" fmla="*/ 102 w 203"/>
                <a:gd name="T17" fmla="*/ 203 h 203"/>
                <a:gd name="T18" fmla="*/ 203 w 203"/>
                <a:gd name="T19" fmla="*/ 101 h 203"/>
                <a:gd name="T20" fmla="*/ 203 w 203"/>
                <a:gd name="T21" fmla="*/ 101 h 203"/>
                <a:gd name="T22" fmla="*/ 102 w 203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203">
                  <a:moveTo>
                    <a:pt x="102" y="32"/>
                  </a:moveTo>
                  <a:cubicBezTo>
                    <a:pt x="140" y="32"/>
                    <a:pt x="171" y="63"/>
                    <a:pt x="171" y="101"/>
                  </a:cubicBezTo>
                  <a:lnTo>
                    <a:pt x="171" y="101"/>
                  </a:lnTo>
                  <a:cubicBezTo>
                    <a:pt x="171" y="140"/>
                    <a:pt x="140" y="171"/>
                    <a:pt x="102" y="171"/>
                  </a:cubicBezTo>
                  <a:cubicBezTo>
                    <a:pt x="63" y="171"/>
                    <a:pt x="32" y="140"/>
                    <a:pt x="32" y="101"/>
                  </a:cubicBezTo>
                  <a:cubicBezTo>
                    <a:pt x="32" y="63"/>
                    <a:pt x="63" y="32"/>
                    <a:pt x="102" y="32"/>
                  </a:cubicBez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58" y="203"/>
                    <a:pt x="203" y="157"/>
                    <a:pt x="203" y="101"/>
                  </a:cubicBezTo>
                  <a:lnTo>
                    <a:pt x="203" y="101"/>
                  </a:lnTo>
                  <a:cubicBezTo>
                    <a:pt x="203" y="45"/>
                    <a:pt x="158" y="0"/>
                    <a:pt x="102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34">
              <a:extLst>
                <a:ext uri="{FF2B5EF4-FFF2-40B4-BE49-F238E27FC236}">
                  <a16:creationId xmlns:a16="http://schemas.microsoft.com/office/drawing/2014/main" id="{8C21CAD6-1088-4F2B-8E2B-E3E57ABC67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8913" y="5240338"/>
              <a:ext cx="120650" cy="120650"/>
            </a:xfrm>
            <a:custGeom>
              <a:avLst/>
              <a:gdLst>
                <a:gd name="T0" fmla="*/ 101 w 202"/>
                <a:gd name="T1" fmla="*/ 32 h 203"/>
                <a:gd name="T2" fmla="*/ 170 w 202"/>
                <a:gd name="T3" fmla="*/ 102 h 203"/>
                <a:gd name="T4" fmla="*/ 170 w 202"/>
                <a:gd name="T5" fmla="*/ 102 h 203"/>
                <a:gd name="T6" fmla="*/ 101 w 202"/>
                <a:gd name="T7" fmla="*/ 171 h 203"/>
                <a:gd name="T8" fmla="*/ 32 w 202"/>
                <a:gd name="T9" fmla="*/ 102 h 203"/>
                <a:gd name="T10" fmla="*/ 101 w 202"/>
                <a:gd name="T11" fmla="*/ 32 h 203"/>
                <a:gd name="T12" fmla="*/ 101 w 202"/>
                <a:gd name="T13" fmla="*/ 0 h 203"/>
                <a:gd name="T14" fmla="*/ 0 w 202"/>
                <a:gd name="T15" fmla="*/ 102 h 203"/>
                <a:gd name="T16" fmla="*/ 101 w 202"/>
                <a:gd name="T17" fmla="*/ 203 h 203"/>
                <a:gd name="T18" fmla="*/ 202 w 202"/>
                <a:gd name="T19" fmla="*/ 102 h 203"/>
                <a:gd name="T20" fmla="*/ 202 w 202"/>
                <a:gd name="T21" fmla="*/ 102 h 203"/>
                <a:gd name="T22" fmla="*/ 101 w 202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203">
                  <a:moveTo>
                    <a:pt x="101" y="32"/>
                  </a:moveTo>
                  <a:cubicBezTo>
                    <a:pt x="139" y="32"/>
                    <a:pt x="170" y="63"/>
                    <a:pt x="170" y="102"/>
                  </a:cubicBezTo>
                  <a:lnTo>
                    <a:pt x="170" y="102"/>
                  </a:lnTo>
                  <a:cubicBezTo>
                    <a:pt x="170" y="140"/>
                    <a:pt x="139" y="171"/>
                    <a:pt x="101" y="171"/>
                  </a:cubicBezTo>
                  <a:cubicBezTo>
                    <a:pt x="63" y="171"/>
                    <a:pt x="32" y="140"/>
                    <a:pt x="32" y="102"/>
                  </a:cubicBezTo>
                  <a:cubicBezTo>
                    <a:pt x="32" y="63"/>
                    <a:pt x="63" y="32"/>
                    <a:pt x="101" y="32"/>
                  </a:cubicBezTo>
                  <a:close/>
                  <a:moveTo>
                    <a:pt x="101" y="0"/>
                  </a:move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1" y="203"/>
                  </a:cubicBezTo>
                  <a:cubicBezTo>
                    <a:pt x="157" y="203"/>
                    <a:pt x="202" y="158"/>
                    <a:pt x="202" y="102"/>
                  </a:cubicBezTo>
                  <a:lnTo>
                    <a:pt x="202" y="102"/>
                  </a:lnTo>
                  <a:cubicBezTo>
                    <a:pt x="202" y="46"/>
                    <a:pt x="157" y="0"/>
                    <a:pt x="101" y="0"/>
                  </a:cubicBezTo>
                  <a:close/>
                </a:path>
              </a:pathLst>
            </a:custGeom>
            <a:solidFill>
              <a:srgbClr val="00B0F0"/>
            </a:solidFill>
            <a:ln w="0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2" name="Rectangle 135">
            <a:extLst>
              <a:ext uri="{FF2B5EF4-FFF2-40B4-BE49-F238E27FC236}">
                <a16:creationId xmlns:a16="http://schemas.microsoft.com/office/drawing/2014/main" id="{617213A0-DD28-4DBD-99E5-11843710E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372225"/>
            <a:ext cx="29845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std, coordinate order: Hermundstad and Xu plot order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9" name="Rectangle 136">
            <a:extLst>
              <a:ext uri="{FF2B5EF4-FFF2-40B4-BE49-F238E27FC236}">
                <a16:creationId xmlns:a16="http://schemas.microsoft.com/office/drawing/2014/main" id="{ED06F113-6E01-4A0D-81C5-3343EEC68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638925"/>
            <a:ext cx="53673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NIstats std pad=1 whiten=global (patch wtd) marg=0 pxlmean 0 roimean 0 cosbell 0 gen NO rand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157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36">
            <a:extLst>
              <a:ext uri="{FF2B5EF4-FFF2-40B4-BE49-F238E27FC236}">
                <a16:creationId xmlns:a16="http://schemas.microsoft.com/office/drawing/2014/main" id="{0304C8A2-CAA9-4156-BB6E-8CDDC8A3E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638925"/>
            <a:ext cx="60912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bone_btc_prelim std pad=2 whiten=global (patch wtd) marg=1 pxlmean 0 roimean 1 cosbell 1 gen Frozen rand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DBE588-E5FD-4633-9E6D-FB14694CEC3D}"/>
              </a:ext>
            </a:extLst>
          </p:cNvPr>
          <p:cNvGrpSpPr>
            <a:grpSpLocks noChangeAspect="1"/>
          </p:cNvGrpSpPr>
          <p:nvPr/>
        </p:nvGrpSpPr>
        <p:grpSpPr>
          <a:xfrm>
            <a:off x="575960" y="689429"/>
            <a:ext cx="11040080" cy="5065939"/>
            <a:chOff x="609600" y="0"/>
            <a:chExt cx="14218960" cy="6524625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C184C496-3444-4673-85EF-45887708097C}"/>
                </a:ext>
              </a:extLst>
            </p:cNvPr>
            <p:cNvGrpSpPr/>
            <p:nvPr/>
          </p:nvGrpSpPr>
          <p:grpSpPr>
            <a:xfrm>
              <a:off x="1363663" y="525463"/>
              <a:ext cx="4337050" cy="2803525"/>
              <a:chOff x="1363663" y="525463"/>
              <a:chExt cx="4337050" cy="2803525"/>
            </a:xfrm>
          </p:grpSpPr>
          <p:sp>
            <p:nvSpPr>
              <p:cNvPr id="11" name="Line 8">
                <a:extLst>
                  <a:ext uri="{FF2B5EF4-FFF2-40B4-BE49-F238E27FC236}">
                    <a16:creationId xmlns:a16="http://schemas.microsoft.com/office/drawing/2014/main" id="{6CBF9ADF-E431-429E-AC09-99C19BA431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2871788"/>
                <a:ext cx="3832225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Line 9">
                <a:extLst>
                  <a:ext uri="{FF2B5EF4-FFF2-40B4-BE49-F238E27FC236}">
                    <a16:creationId xmlns:a16="http://schemas.microsoft.com/office/drawing/2014/main" id="{6888746D-198B-451A-B53C-921B35B512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590550"/>
                <a:ext cx="3832225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10">
                <a:extLst>
                  <a:ext uri="{FF2B5EF4-FFF2-40B4-BE49-F238E27FC236}">
                    <a16:creationId xmlns:a16="http://schemas.microsoft.com/office/drawing/2014/main" id="{65F23402-C5D0-4102-BB5D-F606B8F7D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9963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Line 11">
                <a:extLst>
                  <a:ext uri="{FF2B5EF4-FFF2-40B4-BE49-F238E27FC236}">
                    <a16:creationId xmlns:a16="http://schemas.microsoft.com/office/drawing/2014/main" id="{CB204F44-15C4-4410-AC70-755BC73E8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3800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BAFC47D3-3BBD-48AC-8953-A79AB2859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4500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A2999AAB-D322-4F92-BB41-2D774ED3D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08338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F02033FD-706C-4239-BF39-BED62FFE8A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8263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Line 15">
                <a:extLst>
                  <a:ext uri="{FF2B5EF4-FFF2-40B4-BE49-F238E27FC236}">
                    <a16:creationId xmlns:a16="http://schemas.microsoft.com/office/drawing/2014/main" id="{7057B657-016E-46FB-9DEE-E695A7A988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00513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Line 16">
                <a:extLst>
                  <a:ext uri="{FF2B5EF4-FFF2-40B4-BE49-F238E27FC236}">
                    <a16:creationId xmlns:a16="http://schemas.microsoft.com/office/drawing/2014/main" id="{EED6CC35-C736-4FD0-8288-F7602F8EF2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4350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Line 17">
                <a:extLst>
                  <a:ext uri="{FF2B5EF4-FFF2-40B4-BE49-F238E27FC236}">
                    <a16:creationId xmlns:a16="http://schemas.microsoft.com/office/drawing/2014/main" id="{DFF1C2B3-2FDF-462C-B291-BC69F7D029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48188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Line 18">
                <a:extLst>
                  <a:ext uri="{FF2B5EF4-FFF2-40B4-BE49-F238E27FC236}">
                    <a16:creationId xmlns:a16="http://schemas.microsoft.com/office/drawing/2014/main" id="{5CBB1178-E8DF-46CC-92BC-7B0832B0DA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29238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Line 19">
                <a:extLst>
                  <a:ext uri="{FF2B5EF4-FFF2-40B4-BE49-F238E27FC236}">
                    <a16:creationId xmlns:a16="http://schemas.microsoft.com/office/drawing/2014/main" id="{EEFF4444-953B-4DC0-AADA-668F9A9B6F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9963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Line 20">
                <a:extLst>
                  <a:ext uri="{FF2B5EF4-FFF2-40B4-BE49-F238E27FC236}">
                    <a16:creationId xmlns:a16="http://schemas.microsoft.com/office/drawing/2014/main" id="{0A2CA433-DF25-461D-BCB7-B055D0D721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3800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Line 21">
                <a:extLst>
                  <a:ext uri="{FF2B5EF4-FFF2-40B4-BE49-F238E27FC236}">
                    <a16:creationId xmlns:a16="http://schemas.microsoft.com/office/drawing/2014/main" id="{8D6A620C-FD11-4FAE-B540-35FEB6965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4500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Line 22">
                <a:extLst>
                  <a:ext uri="{FF2B5EF4-FFF2-40B4-BE49-F238E27FC236}">
                    <a16:creationId xmlns:a16="http://schemas.microsoft.com/office/drawing/2014/main" id="{E3B045E1-59F5-438A-B701-CEBAB6AB05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8338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Line 23">
                <a:extLst>
                  <a:ext uri="{FF2B5EF4-FFF2-40B4-BE49-F238E27FC236}">
                    <a16:creationId xmlns:a16="http://schemas.microsoft.com/office/drawing/2014/main" id="{D483E653-7D92-4EFA-9882-8E9E768C73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263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Line 24">
                <a:extLst>
                  <a:ext uri="{FF2B5EF4-FFF2-40B4-BE49-F238E27FC236}">
                    <a16:creationId xmlns:a16="http://schemas.microsoft.com/office/drawing/2014/main" id="{CA07CC30-00A2-4416-81C1-B2189413C0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0513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Line 25">
                <a:extLst>
                  <a:ext uri="{FF2B5EF4-FFF2-40B4-BE49-F238E27FC236}">
                    <a16:creationId xmlns:a16="http://schemas.microsoft.com/office/drawing/2014/main" id="{BE9C3D46-6C4F-470A-BFDE-AF84FE9177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4350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Line 26">
                <a:extLst>
                  <a:ext uri="{FF2B5EF4-FFF2-40B4-BE49-F238E27FC236}">
                    <a16:creationId xmlns:a16="http://schemas.microsoft.com/office/drawing/2014/main" id="{8C8E2282-439A-49AC-997D-765215925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8188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Line 27">
                <a:extLst>
                  <a:ext uri="{FF2B5EF4-FFF2-40B4-BE49-F238E27FC236}">
                    <a16:creationId xmlns:a16="http://schemas.microsoft.com/office/drawing/2014/main" id="{D2CDB38F-06AF-4A05-B40C-1B3A3ACEE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9238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Rectangle 28">
                <a:extLst>
                  <a:ext uri="{FF2B5EF4-FFF2-40B4-BE49-F238E27FC236}">
                    <a16:creationId xmlns:a16="http://schemas.microsoft.com/office/drawing/2014/main" id="{93B9C635-D2A3-4378-8DB3-F460D2147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1388" y="2938463"/>
                <a:ext cx="1143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" name="Rectangle 29">
                <a:extLst>
                  <a:ext uri="{FF2B5EF4-FFF2-40B4-BE49-F238E27FC236}">
                    <a16:creationId xmlns:a16="http://schemas.microsoft.com/office/drawing/2014/main" id="{C8D37605-BB3D-4C37-AB43-85D308EEB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0938" y="2938463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" name="Rectangle 30">
                <a:extLst>
                  <a:ext uri="{FF2B5EF4-FFF2-40B4-BE49-F238E27FC236}">
                    <a16:creationId xmlns:a16="http://schemas.microsoft.com/office/drawing/2014/main" id="{75B0F9E0-D1D7-4878-8FFC-75C1CB226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4813" y="2938463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" name="Rectangle 31">
                <a:extLst>
                  <a:ext uri="{FF2B5EF4-FFF2-40B4-BE49-F238E27FC236}">
                    <a16:creationId xmlns:a16="http://schemas.microsoft.com/office/drawing/2014/main" id="{9DC6BC28-039C-4D9C-9320-6224432F8D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3413" y="2938463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" name="Rectangle 32">
                <a:extLst>
                  <a:ext uri="{FF2B5EF4-FFF2-40B4-BE49-F238E27FC236}">
                    <a16:creationId xmlns:a16="http://schemas.microsoft.com/office/drawing/2014/main" id="{98D271E1-C792-41D1-9A89-4F1765502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275" y="2938463"/>
                <a:ext cx="1143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" name="Rectangle 33">
                <a:extLst>
                  <a:ext uri="{FF2B5EF4-FFF2-40B4-BE49-F238E27FC236}">
                    <a16:creationId xmlns:a16="http://schemas.microsoft.com/office/drawing/2014/main" id="{5A01CC07-930D-4DC2-B77A-4CA70AE4C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1300" y="2938463"/>
                <a:ext cx="1428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w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" name="Rectangle 34">
                <a:extLst>
                  <a:ext uri="{FF2B5EF4-FFF2-40B4-BE49-F238E27FC236}">
                    <a16:creationId xmlns:a16="http://schemas.microsoft.com/office/drawing/2014/main" id="{064310C1-BD57-4CA3-8471-7DB1E9CAB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938463"/>
                <a:ext cx="9525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8" name="Rectangle 35">
                <a:extLst>
                  <a:ext uri="{FF2B5EF4-FFF2-40B4-BE49-F238E27FC236}">
                    <a16:creationId xmlns:a16="http://schemas.microsoft.com/office/drawing/2014/main" id="{DAE8337D-04EE-4F4B-AF89-2176F3908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8500" y="2938463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9" name="Rectangle 36">
                <a:extLst>
                  <a:ext uri="{FF2B5EF4-FFF2-40B4-BE49-F238E27FC236}">
                    <a16:creationId xmlns:a16="http://schemas.microsoft.com/office/drawing/2014/main" id="{359DBC62-F36E-4F71-BACC-006B49FBB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1138" y="2938463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0" name="Rectangle 37">
                <a:extLst>
                  <a:ext uri="{FF2B5EF4-FFF2-40B4-BE49-F238E27FC236}">
                    <a16:creationId xmlns:a16="http://schemas.microsoft.com/office/drawing/2014/main" id="{1FB651D3-39FA-4904-9C72-E76585188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8850" y="3119438"/>
                <a:ext cx="69532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btc coord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1" name="Line 38">
                <a:extLst>
                  <a:ext uri="{FF2B5EF4-FFF2-40B4-BE49-F238E27FC236}">
                    <a16:creationId xmlns:a16="http://schemas.microsoft.com/office/drawing/2014/main" id="{A713D726-2F45-49D7-A577-F5443E1E05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68488" y="590550"/>
                <a:ext cx="0" cy="228123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Line 39">
                <a:extLst>
                  <a:ext uri="{FF2B5EF4-FFF2-40B4-BE49-F238E27FC236}">
                    <a16:creationId xmlns:a16="http://schemas.microsoft.com/office/drawing/2014/main" id="{D8F41FD9-5BD0-4ECC-9F1D-60FD89AC93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00713" y="590550"/>
                <a:ext cx="0" cy="228123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Line 40">
                <a:extLst>
                  <a:ext uri="{FF2B5EF4-FFF2-40B4-BE49-F238E27FC236}">
                    <a16:creationId xmlns:a16="http://schemas.microsoft.com/office/drawing/2014/main" id="{F8131097-5CE1-41DE-B2FC-3F3D8AF4F0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266382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Line 41">
                <a:extLst>
                  <a:ext uri="{FF2B5EF4-FFF2-40B4-BE49-F238E27FC236}">
                    <a16:creationId xmlns:a16="http://schemas.microsoft.com/office/drawing/2014/main" id="{5C6F1F20-6751-498C-8EA1-0812A0AEC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214630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Line 42">
                <a:extLst>
                  <a:ext uri="{FF2B5EF4-FFF2-40B4-BE49-F238E27FC236}">
                    <a16:creationId xmlns:a16="http://schemas.microsoft.com/office/drawing/2014/main" id="{6B450E57-3F7A-4FBC-A348-D3B5B9F2E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162877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Line 43">
                <a:extLst>
                  <a:ext uri="{FF2B5EF4-FFF2-40B4-BE49-F238E27FC236}">
                    <a16:creationId xmlns:a16="http://schemas.microsoft.com/office/drawing/2014/main" id="{185F2032-410C-4394-8FCA-3F1138294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1109663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Line 44">
                <a:extLst>
                  <a:ext uri="{FF2B5EF4-FFF2-40B4-BE49-F238E27FC236}">
                    <a16:creationId xmlns:a16="http://schemas.microsoft.com/office/drawing/2014/main" id="{2065F4A3-41CE-4CC1-A49E-2D79CD64B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59055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Line 45">
                <a:extLst>
                  <a:ext uri="{FF2B5EF4-FFF2-40B4-BE49-F238E27FC236}">
                    <a16:creationId xmlns:a16="http://schemas.microsoft.com/office/drawing/2014/main" id="{83988BA4-7084-4022-BFEB-2B41F973E3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266382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Line 46">
                <a:extLst>
                  <a:ext uri="{FF2B5EF4-FFF2-40B4-BE49-F238E27FC236}">
                    <a16:creationId xmlns:a16="http://schemas.microsoft.com/office/drawing/2014/main" id="{0C7D8CEF-74FC-484C-8115-8FD88FBC82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214630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Line 47">
                <a:extLst>
                  <a:ext uri="{FF2B5EF4-FFF2-40B4-BE49-F238E27FC236}">
                    <a16:creationId xmlns:a16="http://schemas.microsoft.com/office/drawing/2014/main" id="{AB87517A-0945-434B-8C81-358665DE3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162877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Line 48">
                <a:extLst>
                  <a:ext uri="{FF2B5EF4-FFF2-40B4-BE49-F238E27FC236}">
                    <a16:creationId xmlns:a16="http://schemas.microsoft.com/office/drawing/2014/main" id="{6F7681CB-3ED5-44F8-8F6C-20FE799C7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1109663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Line 49">
                <a:extLst>
                  <a:ext uri="{FF2B5EF4-FFF2-40B4-BE49-F238E27FC236}">
                    <a16:creationId xmlns:a16="http://schemas.microsoft.com/office/drawing/2014/main" id="{64DE7BB4-CD16-4391-A7EF-D3C47D55F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59055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Rectangle 50">
                <a:extLst>
                  <a:ext uri="{FF2B5EF4-FFF2-40B4-BE49-F238E27FC236}">
                    <a16:creationId xmlns:a16="http://schemas.microsoft.com/office/drawing/2014/main" id="{458E210D-DE23-474E-B73B-218892568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4663" y="259397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4" name="Rectangle 51">
                <a:extLst>
                  <a:ext uri="{FF2B5EF4-FFF2-40B4-BE49-F238E27FC236}">
                    <a16:creationId xmlns:a16="http://schemas.microsoft.com/office/drawing/2014/main" id="{578ACE49-ED96-4482-84F5-BFBEAD463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3213" y="2079625"/>
                <a:ext cx="2952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0.05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5" name="Rectangle 52">
                <a:extLst>
                  <a:ext uri="{FF2B5EF4-FFF2-40B4-BE49-F238E27FC236}">
                    <a16:creationId xmlns:a16="http://schemas.microsoft.com/office/drawing/2014/main" id="{CB6E1750-AB61-4F23-A5A5-3EA5169022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9888" y="1563688"/>
                <a:ext cx="2286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0.1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6" name="Rectangle 53">
                <a:extLst>
                  <a:ext uri="{FF2B5EF4-FFF2-40B4-BE49-F238E27FC236}">
                    <a16:creationId xmlns:a16="http://schemas.microsoft.com/office/drawing/2014/main" id="{7E8BD87E-3731-48C1-BAB8-F449D7266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3213" y="1039813"/>
                <a:ext cx="2952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0.15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7" name="Rectangle 54">
                <a:extLst>
                  <a:ext uri="{FF2B5EF4-FFF2-40B4-BE49-F238E27FC236}">
                    <a16:creationId xmlns:a16="http://schemas.microsoft.com/office/drawing/2014/main" id="{CFAEA5E4-9A98-427D-99C9-91CFF003A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9888" y="525463"/>
                <a:ext cx="2286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8" name="Rectangle 55">
                <a:extLst>
                  <a:ext uri="{FF2B5EF4-FFF2-40B4-BE49-F238E27FC236}">
                    <a16:creationId xmlns:a16="http://schemas.microsoft.com/office/drawing/2014/main" id="{E5FC34E0-5724-4222-9908-A5604CDFD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68425" y="1701800"/>
                <a:ext cx="20002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9" name="Rectangle 56">
                <a:extLst>
                  <a:ext uri="{FF2B5EF4-FFF2-40B4-BE49-F238E27FC236}">
                    <a16:creationId xmlns:a16="http://schemas.microsoft.com/office/drawing/2014/main" id="{7571DE9D-1385-4698-A9BE-0E818E5F2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1601788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0" name="Rectangle 57">
                <a:extLst>
                  <a:ext uri="{FF2B5EF4-FFF2-40B4-BE49-F238E27FC236}">
                    <a16:creationId xmlns:a16="http://schemas.microsoft.com/office/drawing/2014/main" id="{152CB591-CEFD-45C0-A94D-775CE6BB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1525588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1" name="Rectangle 58">
                <a:extLst>
                  <a:ext uri="{FF2B5EF4-FFF2-40B4-BE49-F238E27FC236}">
                    <a16:creationId xmlns:a16="http://schemas.microsoft.com/office/drawing/2014/main" id="{7958D72C-4624-46D6-B85A-0F18218B0B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1449388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3" name="Freeform 60">
                <a:extLst>
                  <a:ext uri="{FF2B5EF4-FFF2-40B4-BE49-F238E27FC236}">
                    <a16:creationId xmlns:a16="http://schemas.microsoft.com/office/drawing/2014/main" id="{B85BDEB2-7260-43E9-A288-A6113B55B1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79638" y="1941513"/>
                <a:ext cx="120650" cy="120650"/>
              </a:xfrm>
              <a:custGeom>
                <a:avLst/>
                <a:gdLst>
                  <a:gd name="T0" fmla="*/ 101 w 202"/>
                  <a:gd name="T1" fmla="*/ 32 h 203"/>
                  <a:gd name="T2" fmla="*/ 170 w 202"/>
                  <a:gd name="T3" fmla="*/ 102 h 203"/>
                  <a:gd name="T4" fmla="*/ 170 w 202"/>
                  <a:gd name="T5" fmla="*/ 102 h 203"/>
                  <a:gd name="T6" fmla="*/ 101 w 202"/>
                  <a:gd name="T7" fmla="*/ 171 h 203"/>
                  <a:gd name="T8" fmla="*/ 32 w 202"/>
                  <a:gd name="T9" fmla="*/ 102 h 203"/>
                  <a:gd name="T10" fmla="*/ 101 w 202"/>
                  <a:gd name="T11" fmla="*/ 32 h 203"/>
                  <a:gd name="T12" fmla="*/ 101 w 202"/>
                  <a:gd name="T13" fmla="*/ 0 h 203"/>
                  <a:gd name="T14" fmla="*/ 0 w 202"/>
                  <a:gd name="T15" fmla="*/ 102 h 203"/>
                  <a:gd name="T16" fmla="*/ 101 w 202"/>
                  <a:gd name="T17" fmla="*/ 203 h 203"/>
                  <a:gd name="T18" fmla="*/ 202 w 202"/>
                  <a:gd name="T19" fmla="*/ 102 h 203"/>
                  <a:gd name="T20" fmla="*/ 202 w 202"/>
                  <a:gd name="T21" fmla="*/ 102 h 203"/>
                  <a:gd name="T22" fmla="*/ 101 w 202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3">
                    <a:moveTo>
                      <a:pt x="101" y="32"/>
                    </a:moveTo>
                    <a:cubicBezTo>
                      <a:pt x="139" y="32"/>
                      <a:pt x="170" y="63"/>
                      <a:pt x="170" y="102"/>
                    </a:cubicBezTo>
                    <a:lnTo>
                      <a:pt x="170" y="102"/>
                    </a:lnTo>
                    <a:cubicBezTo>
                      <a:pt x="170" y="140"/>
                      <a:pt x="139" y="171"/>
                      <a:pt x="101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6"/>
                      <a:pt x="0" y="102"/>
                    </a:cubicBezTo>
                    <a:cubicBezTo>
                      <a:pt x="0" y="158"/>
                      <a:pt x="45" y="203"/>
                      <a:pt x="101" y="203"/>
                    </a:cubicBezTo>
                    <a:cubicBezTo>
                      <a:pt x="157" y="203"/>
                      <a:pt x="202" y="158"/>
                      <a:pt x="202" y="102"/>
                    </a:cubicBezTo>
                    <a:lnTo>
                      <a:pt x="202" y="102"/>
                    </a:lnTo>
                    <a:cubicBezTo>
                      <a:pt x="202" y="46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61">
                <a:extLst>
                  <a:ext uri="{FF2B5EF4-FFF2-40B4-BE49-F238E27FC236}">
                    <a16:creationId xmlns:a16="http://schemas.microsoft.com/office/drawing/2014/main" id="{77B48F0E-EDBB-47F1-81A2-2B86057E01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3475" y="1863725"/>
                <a:ext cx="120650" cy="120650"/>
              </a:xfrm>
              <a:custGeom>
                <a:avLst/>
                <a:gdLst>
                  <a:gd name="T0" fmla="*/ 102 w 203"/>
                  <a:gd name="T1" fmla="*/ 32 h 203"/>
                  <a:gd name="T2" fmla="*/ 171 w 203"/>
                  <a:gd name="T3" fmla="*/ 102 h 203"/>
                  <a:gd name="T4" fmla="*/ 171 w 203"/>
                  <a:gd name="T5" fmla="*/ 102 h 203"/>
                  <a:gd name="T6" fmla="*/ 102 w 203"/>
                  <a:gd name="T7" fmla="*/ 171 h 203"/>
                  <a:gd name="T8" fmla="*/ 32 w 203"/>
                  <a:gd name="T9" fmla="*/ 102 h 203"/>
                  <a:gd name="T10" fmla="*/ 102 w 203"/>
                  <a:gd name="T11" fmla="*/ 32 h 203"/>
                  <a:gd name="T12" fmla="*/ 102 w 203"/>
                  <a:gd name="T13" fmla="*/ 0 h 203"/>
                  <a:gd name="T14" fmla="*/ 0 w 203"/>
                  <a:gd name="T15" fmla="*/ 102 h 203"/>
                  <a:gd name="T16" fmla="*/ 102 w 203"/>
                  <a:gd name="T17" fmla="*/ 203 h 203"/>
                  <a:gd name="T18" fmla="*/ 203 w 203"/>
                  <a:gd name="T19" fmla="*/ 102 h 203"/>
                  <a:gd name="T20" fmla="*/ 203 w 203"/>
                  <a:gd name="T21" fmla="*/ 102 h 203"/>
                  <a:gd name="T22" fmla="*/ 102 w 203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3">
                    <a:moveTo>
                      <a:pt x="102" y="32"/>
                    </a:moveTo>
                    <a:cubicBezTo>
                      <a:pt x="140" y="32"/>
                      <a:pt x="171" y="63"/>
                      <a:pt x="171" y="102"/>
                    </a:cubicBezTo>
                    <a:lnTo>
                      <a:pt x="171" y="102"/>
                    </a:lnTo>
                    <a:cubicBezTo>
                      <a:pt x="171" y="140"/>
                      <a:pt x="140" y="171"/>
                      <a:pt x="102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6"/>
                      <a:pt x="0" y="102"/>
                    </a:cubicBezTo>
                    <a:cubicBezTo>
                      <a:pt x="0" y="157"/>
                      <a:pt x="46" y="203"/>
                      <a:pt x="102" y="203"/>
                    </a:cubicBezTo>
                    <a:cubicBezTo>
                      <a:pt x="158" y="203"/>
                      <a:pt x="203" y="157"/>
                      <a:pt x="203" y="102"/>
                    </a:cubicBezTo>
                    <a:lnTo>
                      <a:pt x="203" y="102"/>
                    </a:lnTo>
                    <a:cubicBezTo>
                      <a:pt x="203" y="46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Freeform 62">
                <a:extLst>
                  <a:ext uri="{FF2B5EF4-FFF2-40B4-BE49-F238E27FC236}">
                    <a16:creationId xmlns:a16="http://schemas.microsoft.com/office/drawing/2014/main" id="{42857FEE-1775-4378-A955-A2C166559E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24175" y="1557338"/>
                <a:ext cx="120650" cy="120650"/>
              </a:xfrm>
              <a:custGeom>
                <a:avLst/>
                <a:gdLst>
                  <a:gd name="T0" fmla="*/ 101 w 202"/>
                  <a:gd name="T1" fmla="*/ 32 h 203"/>
                  <a:gd name="T2" fmla="*/ 170 w 202"/>
                  <a:gd name="T3" fmla="*/ 101 h 203"/>
                  <a:gd name="T4" fmla="*/ 170 w 202"/>
                  <a:gd name="T5" fmla="*/ 101 h 203"/>
                  <a:gd name="T6" fmla="*/ 101 w 202"/>
                  <a:gd name="T7" fmla="*/ 171 h 203"/>
                  <a:gd name="T8" fmla="*/ 32 w 202"/>
                  <a:gd name="T9" fmla="*/ 101 h 203"/>
                  <a:gd name="T10" fmla="*/ 101 w 202"/>
                  <a:gd name="T11" fmla="*/ 32 h 203"/>
                  <a:gd name="T12" fmla="*/ 101 w 202"/>
                  <a:gd name="T13" fmla="*/ 0 h 203"/>
                  <a:gd name="T14" fmla="*/ 0 w 202"/>
                  <a:gd name="T15" fmla="*/ 101 h 203"/>
                  <a:gd name="T16" fmla="*/ 101 w 202"/>
                  <a:gd name="T17" fmla="*/ 203 h 203"/>
                  <a:gd name="T18" fmla="*/ 202 w 202"/>
                  <a:gd name="T19" fmla="*/ 101 h 203"/>
                  <a:gd name="T20" fmla="*/ 202 w 202"/>
                  <a:gd name="T21" fmla="*/ 101 h 203"/>
                  <a:gd name="T22" fmla="*/ 101 w 202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3">
                    <a:moveTo>
                      <a:pt x="101" y="32"/>
                    </a:moveTo>
                    <a:cubicBezTo>
                      <a:pt x="139" y="32"/>
                      <a:pt x="170" y="63"/>
                      <a:pt x="170" y="101"/>
                    </a:cubicBezTo>
                    <a:lnTo>
                      <a:pt x="170" y="101"/>
                    </a:lnTo>
                    <a:cubicBezTo>
                      <a:pt x="170" y="140"/>
                      <a:pt x="139" y="171"/>
                      <a:pt x="101" y="171"/>
                    </a:cubicBezTo>
                    <a:cubicBezTo>
                      <a:pt x="63" y="171"/>
                      <a:pt x="32" y="140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3"/>
                      <a:pt x="101" y="203"/>
                    </a:cubicBezTo>
                    <a:cubicBezTo>
                      <a:pt x="157" y="203"/>
                      <a:pt x="202" y="157"/>
                      <a:pt x="202" y="101"/>
                    </a:cubicBezTo>
                    <a:lnTo>
                      <a:pt x="202" y="101"/>
                    </a:lnTo>
                    <a:cubicBezTo>
                      <a:pt x="202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63">
                <a:extLst>
                  <a:ext uri="{FF2B5EF4-FFF2-40B4-BE49-F238E27FC236}">
                    <a16:creationId xmlns:a16="http://schemas.microsoft.com/office/drawing/2014/main" id="{558BBDDD-2A78-4236-B4F7-DDA33FBC07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48013" y="1506538"/>
                <a:ext cx="120650" cy="120650"/>
              </a:xfrm>
              <a:custGeom>
                <a:avLst/>
                <a:gdLst>
                  <a:gd name="T0" fmla="*/ 102 w 203"/>
                  <a:gd name="T1" fmla="*/ 32 h 203"/>
                  <a:gd name="T2" fmla="*/ 171 w 203"/>
                  <a:gd name="T3" fmla="*/ 102 h 203"/>
                  <a:gd name="T4" fmla="*/ 171 w 203"/>
                  <a:gd name="T5" fmla="*/ 102 h 203"/>
                  <a:gd name="T6" fmla="*/ 102 w 203"/>
                  <a:gd name="T7" fmla="*/ 171 h 203"/>
                  <a:gd name="T8" fmla="*/ 32 w 203"/>
                  <a:gd name="T9" fmla="*/ 102 h 203"/>
                  <a:gd name="T10" fmla="*/ 102 w 203"/>
                  <a:gd name="T11" fmla="*/ 32 h 203"/>
                  <a:gd name="T12" fmla="*/ 102 w 203"/>
                  <a:gd name="T13" fmla="*/ 0 h 203"/>
                  <a:gd name="T14" fmla="*/ 0 w 203"/>
                  <a:gd name="T15" fmla="*/ 102 h 203"/>
                  <a:gd name="T16" fmla="*/ 102 w 203"/>
                  <a:gd name="T17" fmla="*/ 203 h 203"/>
                  <a:gd name="T18" fmla="*/ 203 w 203"/>
                  <a:gd name="T19" fmla="*/ 102 h 203"/>
                  <a:gd name="T20" fmla="*/ 203 w 203"/>
                  <a:gd name="T21" fmla="*/ 102 h 203"/>
                  <a:gd name="T22" fmla="*/ 102 w 203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3">
                    <a:moveTo>
                      <a:pt x="102" y="32"/>
                    </a:moveTo>
                    <a:cubicBezTo>
                      <a:pt x="140" y="32"/>
                      <a:pt x="171" y="63"/>
                      <a:pt x="171" y="102"/>
                    </a:cubicBezTo>
                    <a:lnTo>
                      <a:pt x="171" y="102"/>
                    </a:lnTo>
                    <a:cubicBezTo>
                      <a:pt x="171" y="140"/>
                      <a:pt x="140" y="171"/>
                      <a:pt x="102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6"/>
                      <a:pt x="0" y="102"/>
                    </a:cubicBezTo>
                    <a:cubicBezTo>
                      <a:pt x="0" y="158"/>
                      <a:pt x="46" y="203"/>
                      <a:pt x="102" y="203"/>
                    </a:cubicBezTo>
                    <a:cubicBezTo>
                      <a:pt x="158" y="203"/>
                      <a:pt x="203" y="158"/>
                      <a:pt x="203" y="102"/>
                    </a:cubicBezTo>
                    <a:lnTo>
                      <a:pt x="203" y="102"/>
                    </a:lnTo>
                    <a:cubicBezTo>
                      <a:pt x="203" y="46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64">
                <a:extLst>
                  <a:ext uri="{FF2B5EF4-FFF2-40B4-BE49-F238E27FC236}">
                    <a16:creationId xmlns:a16="http://schemas.microsoft.com/office/drawing/2014/main" id="{AC8D0BB4-9225-4F86-84B4-5129605372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16350" y="2608263"/>
                <a:ext cx="122238" cy="119063"/>
              </a:xfrm>
              <a:custGeom>
                <a:avLst/>
                <a:gdLst>
                  <a:gd name="T0" fmla="*/ 102 w 203"/>
                  <a:gd name="T1" fmla="*/ 32 h 202"/>
                  <a:gd name="T2" fmla="*/ 171 w 203"/>
                  <a:gd name="T3" fmla="*/ 101 h 202"/>
                  <a:gd name="T4" fmla="*/ 171 w 203"/>
                  <a:gd name="T5" fmla="*/ 101 h 202"/>
                  <a:gd name="T6" fmla="*/ 102 w 203"/>
                  <a:gd name="T7" fmla="*/ 170 h 202"/>
                  <a:gd name="T8" fmla="*/ 32 w 203"/>
                  <a:gd name="T9" fmla="*/ 101 h 202"/>
                  <a:gd name="T10" fmla="*/ 102 w 203"/>
                  <a:gd name="T11" fmla="*/ 32 h 202"/>
                  <a:gd name="T12" fmla="*/ 102 w 203"/>
                  <a:gd name="T13" fmla="*/ 0 h 202"/>
                  <a:gd name="T14" fmla="*/ 0 w 203"/>
                  <a:gd name="T15" fmla="*/ 101 h 202"/>
                  <a:gd name="T16" fmla="*/ 102 w 203"/>
                  <a:gd name="T17" fmla="*/ 202 h 202"/>
                  <a:gd name="T18" fmla="*/ 203 w 203"/>
                  <a:gd name="T19" fmla="*/ 101 h 202"/>
                  <a:gd name="T20" fmla="*/ 203 w 203"/>
                  <a:gd name="T21" fmla="*/ 101 h 202"/>
                  <a:gd name="T22" fmla="*/ 102 w 203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2">
                    <a:moveTo>
                      <a:pt x="102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39"/>
                      <a:pt x="140" y="170"/>
                      <a:pt x="102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5"/>
                      <a:pt x="0" y="101"/>
                    </a:cubicBezTo>
                    <a:cubicBezTo>
                      <a:pt x="0" y="157"/>
                      <a:pt x="46" y="202"/>
                      <a:pt x="102" y="202"/>
                    </a:cubicBezTo>
                    <a:cubicBezTo>
                      <a:pt x="158" y="202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65">
                <a:extLst>
                  <a:ext uri="{FF2B5EF4-FFF2-40B4-BE49-F238E27FC236}">
                    <a16:creationId xmlns:a16="http://schemas.microsoft.com/office/drawing/2014/main" id="{393512F4-1904-4D0B-AE05-2DF3C9D83E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40188" y="2608263"/>
                <a:ext cx="120650" cy="120650"/>
              </a:xfrm>
              <a:custGeom>
                <a:avLst/>
                <a:gdLst>
                  <a:gd name="T0" fmla="*/ 101 w 203"/>
                  <a:gd name="T1" fmla="*/ 32 h 203"/>
                  <a:gd name="T2" fmla="*/ 171 w 203"/>
                  <a:gd name="T3" fmla="*/ 101 h 203"/>
                  <a:gd name="T4" fmla="*/ 171 w 203"/>
                  <a:gd name="T5" fmla="*/ 101 h 203"/>
                  <a:gd name="T6" fmla="*/ 101 w 203"/>
                  <a:gd name="T7" fmla="*/ 171 h 203"/>
                  <a:gd name="T8" fmla="*/ 32 w 203"/>
                  <a:gd name="T9" fmla="*/ 101 h 203"/>
                  <a:gd name="T10" fmla="*/ 101 w 203"/>
                  <a:gd name="T11" fmla="*/ 32 h 203"/>
                  <a:gd name="T12" fmla="*/ 101 w 203"/>
                  <a:gd name="T13" fmla="*/ 0 h 203"/>
                  <a:gd name="T14" fmla="*/ 0 w 203"/>
                  <a:gd name="T15" fmla="*/ 101 h 203"/>
                  <a:gd name="T16" fmla="*/ 101 w 203"/>
                  <a:gd name="T17" fmla="*/ 203 h 203"/>
                  <a:gd name="T18" fmla="*/ 203 w 203"/>
                  <a:gd name="T19" fmla="*/ 101 h 203"/>
                  <a:gd name="T20" fmla="*/ 203 w 203"/>
                  <a:gd name="T21" fmla="*/ 101 h 203"/>
                  <a:gd name="T22" fmla="*/ 101 w 203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3">
                    <a:moveTo>
                      <a:pt x="101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40"/>
                      <a:pt x="140" y="171"/>
                      <a:pt x="101" y="171"/>
                    </a:cubicBezTo>
                    <a:cubicBezTo>
                      <a:pt x="63" y="171"/>
                      <a:pt x="32" y="140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3"/>
                      <a:pt x="101" y="203"/>
                    </a:cubicBezTo>
                    <a:cubicBezTo>
                      <a:pt x="157" y="203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66">
                <a:extLst>
                  <a:ext uri="{FF2B5EF4-FFF2-40B4-BE49-F238E27FC236}">
                    <a16:creationId xmlns:a16="http://schemas.microsoft.com/office/drawing/2014/main" id="{E676FBFF-CDBE-4E53-96D2-7B75C06D48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64025" y="2603500"/>
                <a:ext cx="120650" cy="120650"/>
              </a:xfrm>
              <a:custGeom>
                <a:avLst/>
                <a:gdLst>
                  <a:gd name="T0" fmla="*/ 101 w 202"/>
                  <a:gd name="T1" fmla="*/ 32 h 203"/>
                  <a:gd name="T2" fmla="*/ 170 w 202"/>
                  <a:gd name="T3" fmla="*/ 101 h 203"/>
                  <a:gd name="T4" fmla="*/ 170 w 202"/>
                  <a:gd name="T5" fmla="*/ 101 h 203"/>
                  <a:gd name="T6" fmla="*/ 101 w 202"/>
                  <a:gd name="T7" fmla="*/ 171 h 203"/>
                  <a:gd name="T8" fmla="*/ 32 w 202"/>
                  <a:gd name="T9" fmla="*/ 101 h 203"/>
                  <a:gd name="T10" fmla="*/ 101 w 202"/>
                  <a:gd name="T11" fmla="*/ 32 h 203"/>
                  <a:gd name="T12" fmla="*/ 101 w 202"/>
                  <a:gd name="T13" fmla="*/ 0 h 203"/>
                  <a:gd name="T14" fmla="*/ 0 w 202"/>
                  <a:gd name="T15" fmla="*/ 101 h 203"/>
                  <a:gd name="T16" fmla="*/ 101 w 202"/>
                  <a:gd name="T17" fmla="*/ 203 h 203"/>
                  <a:gd name="T18" fmla="*/ 202 w 202"/>
                  <a:gd name="T19" fmla="*/ 101 h 203"/>
                  <a:gd name="T20" fmla="*/ 202 w 202"/>
                  <a:gd name="T21" fmla="*/ 101 h 203"/>
                  <a:gd name="T22" fmla="*/ 101 w 202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3">
                    <a:moveTo>
                      <a:pt x="101" y="32"/>
                    </a:moveTo>
                    <a:cubicBezTo>
                      <a:pt x="139" y="32"/>
                      <a:pt x="170" y="63"/>
                      <a:pt x="170" y="101"/>
                    </a:cubicBezTo>
                    <a:lnTo>
                      <a:pt x="170" y="101"/>
                    </a:lnTo>
                    <a:cubicBezTo>
                      <a:pt x="170" y="140"/>
                      <a:pt x="139" y="171"/>
                      <a:pt x="101" y="171"/>
                    </a:cubicBezTo>
                    <a:cubicBezTo>
                      <a:pt x="63" y="171"/>
                      <a:pt x="32" y="140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3"/>
                      <a:pt x="101" y="203"/>
                    </a:cubicBezTo>
                    <a:cubicBezTo>
                      <a:pt x="157" y="203"/>
                      <a:pt x="202" y="157"/>
                      <a:pt x="202" y="101"/>
                    </a:cubicBezTo>
                    <a:lnTo>
                      <a:pt x="202" y="101"/>
                    </a:lnTo>
                    <a:cubicBezTo>
                      <a:pt x="202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67">
                <a:extLst>
                  <a:ext uri="{FF2B5EF4-FFF2-40B4-BE49-F238E27FC236}">
                    <a16:creationId xmlns:a16="http://schemas.microsoft.com/office/drawing/2014/main" id="{84FA9EAA-768E-4CD1-9895-0BBECAAB10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86275" y="2608263"/>
                <a:ext cx="122238" cy="120650"/>
              </a:xfrm>
              <a:custGeom>
                <a:avLst/>
                <a:gdLst>
                  <a:gd name="T0" fmla="*/ 102 w 203"/>
                  <a:gd name="T1" fmla="*/ 32 h 203"/>
                  <a:gd name="T2" fmla="*/ 171 w 203"/>
                  <a:gd name="T3" fmla="*/ 101 h 203"/>
                  <a:gd name="T4" fmla="*/ 171 w 203"/>
                  <a:gd name="T5" fmla="*/ 101 h 203"/>
                  <a:gd name="T6" fmla="*/ 102 w 203"/>
                  <a:gd name="T7" fmla="*/ 171 h 203"/>
                  <a:gd name="T8" fmla="*/ 32 w 203"/>
                  <a:gd name="T9" fmla="*/ 101 h 203"/>
                  <a:gd name="T10" fmla="*/ 102 w 203"/>
                  <a:gd name="T11" fmla="*/ 32 h 203"/>
                  <a:gd name="T12" fmla="*/ 102 w 203"/>
                  <a:gd name="T13" fmla="*/ 0 h 203"/>
                  <a:gd name="T14" fmla="*/ 0 w 203"/>
                  <a:gd name="T15" fmla="*/ 101 h 203"/>
                  <a:gd name="T16" fmla="*/ 102 w 203"/>
                  <a:gd name="T17" fmla="*/ 203 h 203"/>
                  <a:gd name="T18" fmla="*/ 203 w 203"/>
                  <a:gd name="T19" fmla="*/ 101 h 203"/>
                  <a:gd name="T20" fmla="*/ 203 w 203"/>
                  <a:gd name="T21" fmla="*/ 101 h 203"/>
                  <a:gd name="T22" fmla="*/ 102 w 203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3">
                    <a:moveTo>
                      <a:pt x="102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40"/>
                      <a:pt x="140" y="171"/>
                      <a:pt x="102" y="171"/>
                    </a:cubicBezTo>
                    <a:cubicBezTo>
                      <a:pt x="63" y="171"/>
                      <a:pt x="32" y="140"/>
                      <a:pt x="32" y="101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5"/>
                      <a:pt x="0" y="101"/>
                    </a:cubicBezTo>
                    <a:cubicBezTo>
                      <a:pt x="0" y="157"/>
                      <a:pt x="46" y="203"/>
                      <a:pt x="102" y="203"/>
                    </a:cubicBezTo>
                    <a:cubicBezTo>
                      <a:pt x="158" y="203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68">
                <a:extLst>
                  <a:ext uri="{FF2B5EF4-FFF2-40B4-BE49-F238E27FC236}">
                    <a16:creationId xmlns:a16="http://schemas.microsoft.com/office/drawing/2014/main" id="{08B12144-EA2A-44AE-AB8F-35CABFC501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68913" y="1111250"/>
                <a:ext cx="120650" cy="120650"/>
              </a:xfrm>
              <a:custGeom>
                <a:avLst/>
                <a:gdLst>
                  <a:gd name="T0" fmla="*/ 101 w 202"/>
                  <a:gd name="T1" fmla="*/ 32 h 202"/>
                  <a:gd name="T2" fmla="*/ 170 w 202"/>
                  <a:gd name="T3" fmla="*/ 101 h 202"/>
                  <a:gd name="T4" fmla="*/ 170 w 202"/>
                  <a:gd name="T5" fmla="*/ 101 h 202"/>
                  <a:gd name="T6" fmla="*/ 101 w 202"/>
                  <a:gd name="T7" fmla="*/ 170 h 202"/>
                  <a:gd name="T8" fmla="*/ 32 w 202"/>
                  <a:gd name="T9" fmla="*/ 101 h 202"/>
                  <a:gd name="T10" fmla="*/ 101 w 202"/>
                  <a:gd name="T11" fmla="*/ 32 h 202"/>
                  <a:gd name="T12" fmla="*/ 101 w 202"/>
                  <a:gd name="T13" fmla="*/ 0 h 202"/>
                  <a:gd name="T14" fmla="*/ 0 w 202"/>
                  <a:gd name="T15" fmla="*/ 101 h 202"/>
                  <a:gd name="T16" fmla="*/ 101 w 202"/>
                  <a:gd name="T17" fmla="*/ 202 h 202"/>
                  <a:gd name="T18" fmla="*/ 202 w 202"/>
                  <a:gd name="T19" fmla="*/ 101 h 202"/>
                  <a:gd name="T20" fmla="*/ 202 w 202"/>
                  <a:gd name="T21" fmla="*/ 101 h 202"/>
                  <a:gd name="T22" fmla="*/ 101 w 202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2">
                    <a:moveTo>
                      <a:pt x="101" y="32"/>
                    </a:moveTo>
                    <a:cubicBezTo>
                      <a:pt x="139" y="32"/>
                      <a:pt x="170" y="63"/>
                      <a:pt x="170" y="101"/>
                    </a:cubicBezTo>
                    <a:lnTo>
                      <a:pt x="170" y="101"/>
                    </a:lnTo>
                    <a:cubicBezTo>
                      <a:pt x="170" y="139"/>
                      <a:pt x="139" y="170"/>
                      <a:pt x="101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2"/>
                      <a:pt x="101" y="202"/>
                    </a:cubicBezTo>
                    <a:cubicBezTo>
                      <a:pt x="157" y="202"/>
                      <a:pt x="202" y="157"/>
                      <a:pt x="202" y="101"/>
                    </a:cubicBezTo>
                    <a:lnTo>
                      <a:pt x="202" y="101"/>
                    </a:lnTo>
                    <a:cubicBezTo>
                      <a:pt x="202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69">
                <a:extLst>
                  <a:ext uri="{FF2B5EF4-FFF2-40B4-BE49-F238E27FC236}">
                    <a16:creationId xmlns:a16="http://schemas.microsoft.com/office/drawing/2014/main" id="{D5D75833-EBE7-4E3D-9492-90A52742DF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68488" y="2660650"/>
                <a:ext cx="3832225" cy="6350"/>
              </a:xfrm>
              <a:custGeom>
                <a:avLst/>
                <a:gdLst>
                  <a:gd name="T0" fmla="*/ 156 w 2414"/>
                  <a:gd name="T1" fmla="*/ 0 h 4"/>
                  <a:gd name="T2" fmla="*/ 192 w 2414"/>
                  <a:gd name="T3" fmla="*/ 4 h 4"/>
                  <a:gd name="T4" fmla="*/ 192 w 2414"/>
                  <a:gd name="T5" fmla="*/ 0 h 4"/>
                  <a:gd name="T6" fmla="*/ 348 w 2414"/>
                  <a:gd name="T7" fmla="*/ 4 h 4"/>
                  <a:gd name="T8" fmla="*/ 288 w 2414"/>
                  <a:gd name="T9" fmla="*/ 4 h 4"/>
                  <a:gd name="T10" fmla="*/ 444 w 2414"/>
                  <a:gd name="T11" fmla="*/ 0 h 4"/>
                  <a:gd name="T12" fmla="*/ 480 w 2414"/>
                  <a:gd name="T13" fmla="*/ 4 h 4"/>
                  <a:gd name="T14" fmla="*/ 480 w 2414"/>
                  <a:gd name="T15" fmla="*/ 0 h 4"/>
                  <a:gd name="T16" fmla="*/ 636 w 2414"/>
                  <a:gd name="T17" fmla="*/ 4 h 4"/>
                  <a:gd name="T18" fmla="*/ 576 w 2414"/>
                  <a:gd name="T19" fmla="*/ 4 h 4"/>
                  <a:gd name="T20" fmla="*/ 732 w 2414"/>
                  <a:gd name="T21" fmla="*/ 0 h 4"/>
                  <a:gd name="T22" fmla="*/ 768 w 2414"/>
                  <a:gd name="T23" fmla="*/ 4 h 4"/>
                  <a:gd name="T24" fmla="*/ 768 w 2414"/>
                  <a:gd name="T25" fmla="*/ 0 h 4"/>
                  <a:gd name="T26" fmla="*/ 925 w 2414"/>
                  <a:gd name="T27" fmla="*/ 4 h 4"/>
                  <a:gd name="T28" fmla="*/ 865 w 2414"/>
                  <a:gd name="T29" fmla="*/ 4 h 4"/>
                  <a:gd name="T30" fmla="*/ 1021 w 2414"/>
                  <a:gd name="T31" fmla="*/ 0 h 4"/>
                  <a:gd name="T32" fmla="*/ 1057 w 2414"/>
                  <a:gd name="T33" fmla="*/ 4 h 4"/>
                  <a:gd name="T34" fmla="*/ 1057 w 2414"/>
                  <a:gd name="T35" fmla="*/ 0 h 4"/>
                  <a:gd name="T36" fmla="*/ 1213 w 2414"/>
                  <a:gd name="T37" fmla="*/ 4 h 4"/>
                  <a:gd name="T38" fmla="*/ 1153 w 2414"/>
                  <a:gd name="T39" fmla="*/ 4 h 4"/>
                  <a:gd name="T40" fmla="*/ 1309 w 2414"/>
                  <a:gd name="T41" fmla="*/ 0 h 4"/>
                  <a:gd name="T42" fmla="*/ 1345 w 2414"/>
                  <a:gd name="T43" fmla="*/ 4 h 4"/>
                  <a:gd name="T44" fmla="*/ 1345 w 2414"/>
                  <a:gd name="T45" fmla="*/ 0 h 4"/>
                  <a:gd name="T46" fmla="*/ 1501 w 2414"/>
                  <a:gd name="T47" fmla="*/ 4 h 4"/>
                  <a:gd name="T48" fmla="*/ 1441 w 2414"/>
                  <a:gd name="T49" fmla="*/ 4 h 4"/>
                  <a:gd name="T50" fmla="*/ 1597 w 2414"/>
                  <a:gd name="T51" fmla="*/ 0 h 4"/>
                  <a:gd name="T52" fmla="*/ 1633 w 2414"/>
                  <a:gd name="T53" fmla="*/ 4 h 4"/>
                  <a:gd name="T54" fmla="*/ 1633 w 2414"/>
                  <a:gd name="T55" fmla="*/ 0 h 4"/>
                  <a:gd name="T56" fmla="*/ 1789 w 2414"/>
                  <a:gd name="T57" fmla="*/ 4 h 4"/>
                  <a:gd name="T58" fmla="*/ 1729 w 2414"/>
                  <a:gd name="T59" fmla="*/ 4 h 4"/>
                  <a:gd name="T60" fmla="*/ 1885 w 2414"/>
                  <a:gd name="T61" fmla="*/ 0 h 4"/>
                  <a:gd name="T62" fmla="*/ 1921 w 2414"/>
                  <a:gd name="T63" fmla="*/ 4 h 4"/>
                  <a:gd name="T64" fmla="*/ 1921 w 2414"/>
                  <a:gd name="T65" fmla="*/ 0 h 4"/>
                  <a:gd name="T66" fmla="*/ 2078 w 2414"/>
                  <a:gd name="T67" fmla="*/ 4 h 4"/>
                  <a:gd name="T68" fmla="*/ 2017 w 2414"/>
                  <a:gd name="T69" fmla="*/ 4 h 4"/>
                  <a:gd name="T70" fmla="*/ 2174 w 2414"/>
                  <a:gd name="T71" fmla="*/ 0 h 4"/>
                  <a:gd name="T72" fmla="*/ 2210 w 2414"/>
                  <a:gd name="T73" fmla="*/ 4 h 4"/>
                  <a:gd name="T74" fmla="*/ 2210 w 2414"/>
                  <a:gd name="T75" fmla="*/ 0 h 4"/>
                  <a:gd name="T76" fmla="*/ 2366 w 2414"/>
                  <a:gd name="T77" fmla="*/ 4 h 4"/>
                  <a:gd name="T78" fmla="*/ 2306 w 2414"/>
                  <a:gd name="T79" fmla="*/ 4 h 4"/>
                  <a:gd name="T80" fmla="*/ 2414 w 2414"/>
                  <a:gd name="T81" fmla="*/ 0 h 4"/>
                  <a:gd name="T82" fmla="*/ 0 w 2414"/>
                  <a:gd name="T83" fmla="*/ 4 h 4"/>
                  <a:gd name="T84" fmla="*/ 0 w 2414"/>
                  <a:gd name="T8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414" h="4">
                    <a:moveTo>
                      <a:pt x="96" y="4"/>
                    </a:moveTo>
                    <a:lnTo>
                      <a:pt x="156" y="4"/>
                    </a:lnTo>
                    <a:lnTo>
                      <a:pt x="156" y="0"/>
                    </a:lnTo>
                    <a:lnTo>
                      <a:pt x="96" y="0"/>
                    </a:lnTo>
                    <a:lnTo>
                      <a:pt x="96" y="4"/>
                    </a:lnTo>
                    <a:close/>
                    <a:moveTo>
                      <a:pt x="192" y="4"/>
                    </a:moveTo>
                    <a:lnTo>
                      <a:pt x="252" y="4"/>
                    </a:lnTo>
                    <a:lnTo>
                      <a:pt x="252" y="0"/>
                    </a:lnTo>
                    <a:lnTo>
                      <a:pt x="192" y="0"/>
                    </a:lnTo>
                    <a:lnTo>
                      <a:pt x="192" y="4"/>
                    </a:lnTo>
                    <a:close/>
                    <a:moveTo>
                      <a:pt x="288" y="4"/>
                    </a:moveTo>
                    <a:lnTo>
                      <a:pt x="348" y="4"/>
                    </a:lnTo>
                    <a:lnTo>
                      <a:pt x="348" y="0"/>
                    </a:lnTo>
                    <a:lnTo>
                      <a:pt x="288" y="0"/>
                    </a:lnTo>
                    <a:lnTo>
                      <a:pt x="288" y="4"/>
                    </a:lnTo>
                    <a:close/>
                    <a:moveTo>
                      <a:pt x="384" y="4"/>
                    </a:moveTo>
                    <a:lnTo>
                      <a:pt x="444" y="4"/>
                    </a:lnTo>
                    <a:lnTo>
                      <a:pt x="444" y="0"/>
                    </a:lnTo>
                    <a:lnTo>
                      <a:pt x="384" y="0"/>
                    </a:lnTo>
                    <a:lnTo>
                      <a:pt x="384" y="4"/>
                    </a:lnTo>
                    <a:close/>
                    <a:moveTo>
                      <a:pt x="480" y="4"/>
                    </a:moveTo>
                    <a:lnTo>
                      <a:pt x="540" y="4"/>
                    </a:lnTo>
                    <a:lnTo>
                      <a:pt x="540" y="0"/>
                    </a:lnTo>
                    <a:lnTo>
                      <a:pt x="480" y="0"/>
                    </a:lnTo>
                    <a:lnTo>
                      <a:pt x="480" y="4"/>
                    </a:lnTo>
                    <a:close/>
                    <a:moveTo>
                      <a:pt x="576" y="4"/>
                    </a:moveTo>
                    <a:lnTo>
                      <a:pt x="636" y="4"/>
                    </a:lnTo>
                    <a:lnTo>
                      <a:pt x="636" y="0"/>
                    </a:lnTo>
                    <a:lnTo>
                      <a:pt x="576" y="0"/>
                    </a:lnTo>
                    <a:lnTo>
                      <a:pt x="576" y="4"/>
                    </a:lnTo>
                    <a:close/>
                    <a:moveTo>
                      <a:pt x="672" y="4"/>
                    </a:moveTo>
                    <a:lnTo>
                      <a:pt x="732" y="4"/>
                    </a:lnTo>
                    <a:lnTo>
                      <a:pt x="732" y="0"/>
                    </a:lnTo>
                    <a:lnTo>
                      <a:pt x="672" y="0"/>
                    </a:lnTo>
                    <a:lnTo>
                      <a:pt x="672" y="4"/>
                    </a:lnTo>
                    <a:close/>
                    <a:moveTo>
                      <a:pt x="768" y="4"/>
                    </a:moveTo>
                    <a:lnTo>
                      <a:pt x="829" y="4"/>
                    </a:lnTo>
                    <a:lnTo>
                      <a:pt x="829" y="0"/>
                    </a:lnTo>
                    <a:lnTo>
                      <a:pt x="768" y="0"/>
                    </a:lnTo>
                    <a:lnTo>
                      <a:pt x="768" y="4"/>
                    </a:lnTo>
                    <a:close/>
                    <a:moveTo>
                      <a:pt x="865" y="4"/>
                    </a:moveTo>
                    <a:lnTo>
                      <a:pt x="925" y="4"/>
                    </a:lnTo>
                    <a:lnTo>
                      <a:pt x="925" y="0"/>
                    </a:lnTo>
                    <a:lnTo>
                      <a:pt x="865" y="0"/>
                    </a:lnTo>
                    <a:lnTo>
                      <a:pt x="865" y="4"/>
                    </a:lnTo>
                    <a:close/>
                    <a:moveTo>
                      <a:pt x="961" y="4"/>
                    </a:moveTo>
                    <a:lnTo>
                      <a:pt x="1021" y="4"/>
                    </a:lnTo>
                    <a:lnTo>
                      <a:pt x="1021" y="0"/>
                    </a:lnTo>
                    <a:lnTo>
                      <a:pt x="961" y="0"/>
                    </a:lnTo>
                    <a:lnTo>
                      <a:pt x="961" y="4"/>
                    </a:lnTo>
                    <a:close/>
                    <a:moveTo>
                      <a:pt x="1057" y="4"/>
                    </a:moveTo>
                    <a:lnTo>
                      <a:pt x="1117" y="4"/>
                    </a:lnTo>
                    <a:lnTo>
                      <a:pt x="1117" y="0"/>
                    </a:lnTo>
                    <a:lnTo>
                      <a:pt x="1057" y="0"/>
                    </a:lnTo>
                    <a:lnTo>
                      <a:pt x="1057" y="4"/>
                    </a:lnTo>
                    <a:close/>
                    <a:moveTo>
                      <a:pt x="1153" y="4"/>
                    </a:moveTo>
                    <a:lnTo>
                      <a:pt x="1213" y="4"/>
                    </a:lnTo>
                    <a:lnTo>
                      <a:pt x="1213" y="0"/>
                    </a:lnTo>
                    <a:lnTo>
                      <a:pt x="1153" y="0"/>
                    </a:lnTo>
                    <a:lnTo>
                      <a:pt x="1153" y="4"/>
                    </a:lnTo>
                    <a:close/>
                    <a:moveTo>
                      <a:pt x="1249" y="4"/>
                    </a:moveTo>
                    <a:lnTo>
                      <a:pt x="1309" y="4"/>
                    </a:lnTo>
                    <a:lnTo>
                      <a:pt x="1309" y="0"/>
                    </a:lnTo>
                    <a:lnTo>
                      <a:pt x="1249" y="0"/>
                    </a:lnTo>
                    <a:lnTo>
                      <a:pt x="1249" y="4"/>
                    </a:lnTo>
                    <a:close/>
                    <a:moveTo>
                      <a:pt x="1345" y="4"/>
                    </a:moveTo>
                    <a:lnTo>
                      <a:pt x="1405" y="4"/>
                    </a:lnTo>
                    <a:lnTo>
                      <a:pt x="1405" y="0"/>
                    </a:lnTo>
                    <a:lnTo>
                      <a:pt x="1345" y="0"/>
                    </a:lnTo>
                    <a:lnTo>
                      <a:pt x="1345" y="4"/>
                    </a:lnTo>
                    <a:close/>
                    <a:moveTo>
                      <a:pt x="1441" y="4"/>
                    </a:moveTo>
                    <a:lnTo>
                      <a:pt x="1501" y="4"/>
                    </a:lnTo>
                    <a:lnTo>
                      <a:pt x="1501" y="0"/>
                    </a:lnTo>
                    <a:lnTo>
                      <a:pt x="1441" y="0"/>
                    </a:lnTo>
                    <a:lnTo>
                      <a:pt x="1441" y="4"/>
                    </a:lnTo>
                    <a:close/>
                    <a:moveTo>
                      <a:pt x="1537" y="4"/>
                    </a:moveTo>
                    <a:lnTo>
                      <a:pt x="1597" y="4"/>
                    </a:lnTo>
                    <a:lnTo>
                      <a:pt x="1597" y="0"/>
                    </a:lnTo>
                    <a:lnTo>
                      <a:pt x="1537" y="0"/>
                    </a:lnTo>
                    <a:lnTo>
                      <a:pt x="1537" y="4"/>
                    </a:lnTo>
                    <a:close/>
                    <a:moveTo>
                      <a:pt x="1633" y="4"/>
                    </a:moveTo>
                    <a:lnTo>
                      <a:pt x="1693" y="4"/>
                    </a:lnTo>
                    <a:lnTo>
                      <a:pt x="1693" y="0"/>
                    </a:lnTo>
                    <a:lnTo>
                      <a:pt x="1633" y="0"/>
                    </a:lnTo>
                    <a:lnTo>
                      <a:pt x="1633" y="4"/>
                    </a:lnTo>
                    <a:close/>
                    <a:moveTo>
                      <a:pt x="1729" y="4"/>
                    </a:moveTo>
                    <a:lnTo>
                      <a:pt x="1789" y="4"/>
                    </a:lnTo>
                    <a:lnTo>
                      <a:pt x="1789" y="0"/>
                    </a:lnTo>
                    <a:lnTo>
                      <a:pt x="1729" y="0"/>
                    </a:lnTo>
                    <a:lnTo>
                      <a:pt x="1729" y="4"/>
                    </a:lnTo>
                    <a:close/>
                    <a:moveTo>
                      <a:pt x="1825" y="4"/>
                    </a:moveTo>
                    <a:lnTo>
                      <a:pt x="1885" y="4"/>
                    </a:lnTo>
                    <a:lnTo>
                      <a:pt x="1885" y="0"/>
                    </a:lnTo>
                    <a:lnTo>
                      <a:pt x="1825" y="0"/>
                    </a:lnTo>
                    <a:lnTo>
                      <a:pt x="1825" y="4"/>
                    </a:lnTo>
                    <a:close/>
                    <a:moveTo>
                      <a:pt x="1921" y="4"/>
                    </a:moveTo>
                    <a:lnTo>
                      <a:pt x="1981" y="4"/>
                    </a:lnTo>
                    <a:lnTo>
                      <a:pt x="1981" y="0"/>
                    </a:lnTo>
                    <a:lnTo>
                      <a:pt x="1921" y="0"/>
                    </a:lnTo>
                    <a:lnTo>
                      <a:pt x="1921" y="4"/>
                    </a:lnTo>
                    <a:close/>
                    <a:moveTo>
                      <a:pt x="2017" y="4"/>
                    </a:moveTo>
                    <a:lnTo>
                      <a:pt x="2078" y="4"/>
                    </a:lnTo>
                    <a:lnTo>
                      <a:pt x="2078" y="0"/>
                    </a:lnTo>
                    <a:lnTo>
                      <a:pt x="2017" y="0"/>
                    </a:lnTo>
                    <a:lnTo>
                      <a:pt x="2017" y="4"/>
                    </a:lnTo>
                    <a:close/>
                    <a:moveTo>
                      <a:pt x="2114" y="4"/>
                    </a:moveTo>
                    <a:lnTo>
                      <a:pt x="2174" y="4"/>
                    </a:lnTo>
                    <a:lnTo>
                      <a:pt x="2174" y="0"/>
                    </a:lnTo>
                    <a:lnTo>
                      <a:pt x="2114" y="0"/>
                    </a:lnTo>
                    <a:lnTo>
                      <a:pt x="2114" y="4"/>
                    </a:lnTo>
                    <a:close/>
                    <a:moveTo>
                      <a:pt x="2210" y="4"/>
                    </a:moveTo>
                    <a:lnTo>
                      <a:pt x="2270" y="4"/>
                    </a:lnTo>
                    <a:lnTo>
                      <a:pt x="2270" y="0"/>
                    </a:lnTo>
                    <a:lnTo>
                      <a:pt x="2210" y="0"/>
                    </a:lnTo>
                    <a:lnTo>
                      <a:pt x="2210" y="4"/>
                    </a:lnTo>
                    <a:close/>
                    <a:moveTo>
                      <a:pt x="2306" y="4"/>
                    </a:moveTo>
                    <a:lnTo>
                      <a:pt x="2366" y="4"/>
                    </a:lnTo>
                    <a:lnTo>
                      <a:pt x="2366" y="0"/>
                    </a:lnTo>
                    <a:lnTo>
                      <a:pt x="2306" y="0"/>
                    </a:lnTo>
                    <a:lnTo>
                      <a:pt x="2306" y="4"/>
                    </a:lnTo>
                    <a:close/>
                    <a:moveTo>
                      <a:pt x="2402" y="4"/>
                    </a:moveTo>
                    <a:lnTo>
                      <a:pt x="2414" y="4"/>
                    </a:lnTo>
                    <a:lnTo>
                      <a:pt x="2414" y="0"/>
                    </a:lnTo>
                    <a:lnTo>
                      <a:pt x="2402" y="0"/>
                    </a:lnTo>
                    <a:lnTo>
                      <a:pt x="2402" y="4"/>
                    </a:lnTo>
                    <a:close/>
                    <a:moveTo>
                      <a:pt x="0" y="4"/>
                    </a:moveTo>
                    <a:lnTo>
                      <a:pt x="60" y="4"/>
                    </a:lnTo>
                    <a:lnTo>
                      <a:pt x="60" y="0"/>
                    </a:lnTo>
                    <a:lnTo>
                      <a:pt x="0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9D221638-02D4-4ACA-854B-3475A48C1BEB}"/>
                </a:ext>
              </a:extLst>
            </p:cNvPr>
            <p:cNvGrpSpPr/>
            <p:nvPr/>
          </p:nvGrpSpPr>
          <p:grpSpPr>
            <a:xfrm>
              <a:off x="609600" y="3757613"/>
              <a:ext cx="5091113" cy="2767012"/>
              <a:chOff x="609600" y="3757613"/>
              <a:chExt cx="5091113" cy="2767012"/>
            </a:xfrm>
          </p:grpSpPr>
          <p:sp>
            <p:nvSpPr>
              <p:cNvPr id="74" name="Line 71">
                <a:extLst>
                  <a:ext uri="{FF2B5EF4-FFF2-40B4-BE49-F238E27FC236}">
                    <a16:creationId xmlns:a16="http://schemas.microsoft.com/office/drawing/2014/main" id="{611C03DC-5828-4DEC-8780-75C5AA3EB5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6037263"/>
                <a:ext cx="3832225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Line 72">
                <a:extLst>
                  <a:ext uri="{FF2B5EF4-FFF2-40B4-BE49-F238E27FC236}">
                    <a16:creationId xmlns:a16="http://schemas.microsoft.com/office/drawing/2014/main" id="{45A206CB-BAB5-4B49-A94F-1C64CA2BEB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3757613"/>
                <a:ext cx="3832225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Line 73">
                <a:extLst>
                  <a:ext uri="{FF2B5EF4-FFF2-40B4-BE49-F238E27FC236}">
                    <a16:creationId xmlns:a16="http://schemas.microsoft.com/office/drawing/2014/main" id="{5D6620CF-C421-41EA-9B5A-B3AB40AC5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9963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Line 74">
                <a:extLst>
                  <a:ext uri="{FF2B5EF4-FFF2-40B4-BE49-F238E27FC236}">
                    <a16:creationId xmlns:a16="http://schemas.microsoft.com/office/drawing/2014/main" id="{F112CC5B-F00D-4CA5-BEF6-E3031D0211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3800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Line 75">
                <a:extLst>
                  <a:ext uri="{FF2B5EF4-FFF2-40B4-BE49-F238E27FC236}">
                    <a16:creationId xmlns:a16="http://schemas.microsoft.com/office/drawing/2014/main" id="{9DD6EDE8-6C77-4BBE-A212-47044C0439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4500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Line 76">
                <a:extLst>
                  <a:ext uri="{FF2B5EF4-FFF2-40B4-BE49-F238E27FC236}">
                    <a16:creationId xmlns:a16="http://schemas.microsoft.com/office/drawing/2014/main" id="{EDF251E3-D898-4EEB-91FE-DF2939314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08338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Line 77">
                <a:extLst>
                  <a:ext uri="{FF2B5EF4-FFF2-40B4-BE49-F238E27FC236}">
                    <a16:creationId xmlns:a16="http://schemas.microsoft.com/office/drawing/2014/main" id="{EEC023E8-A721-4806-94D7-8E104DF96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8263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Line 78">
                <a:extLst>
                  <a:ext uri="{FF2B5EF4-FFF2-40B4-BE49-F238E27FC236}">
                    <a16:creationId xmlns:a16="http://schemas.microsoft.com/office/drawing/2014/main" id="{FCFEF3E9-E0C9-496C-9DC1-A4A04F9EF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00513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Line 79">
                <a:extLst>
                  <a:ext uri="{FF2B5EF4-FFF2-40B4-BE49-F238E27FC236}">
                    <a16:creationId xmlns:a16="http://schemas.microsoft.com/office/drawing/2014/main" id="{F28A798E-DC30-4D37-9887-A80A20212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4350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Line 80">
                <a:extLst>
                  <a:ext uri="{FF2B5EF4-FFF2-40B4-BE49-F238E27FC236}">
                    <a16:creationId xmlns:a16="http://schemas.microsoft.com/office/drawing/2014/main" id="{25E82909-C5E8-4DB3-84E2-1754B090AF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48188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Line 81">
                <a:extLst>
                  <a:ext uri="{FF2B5EF4-FFF2-40B4-BE49-F238E27FC236}">
                    <a16:creationId xmlns:a16="http://schemas.microsoft.com/office/drawing/2014/main" id="{F2A1B570-E234-4B85-9CDA-EB6C52895C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29238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Line 82">
                <a:extLst>
                  <a:ext uri="{FF2B5EF4-FFF2-40B4-BE49-F238E27FC236}">
                    <a16:creationId xmlns:a16="http://schemas.microsoft.com/office/drawing/2014/main" id="{C5419A92-9CC6-4515-981D-02F1625DE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9963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Line 83">
                <a:extLst>
                  <a:ext uri="{FF2B5EF4-FFF2-40B4-BE49-F238E27FC236}">
                    <a16:creationId xmlns:a16="http://schemas.microsoft.com/office/drawing/2014/main" id="{1ABAFE02-DAD3-46BC-8A1B-361C5AE80D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3800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Line 84">
                <a:extLst>
                  <a:ext uri="{FF2B5EF4-FFF2-40B4-BE49-F238E27FC236}">
                    <a16:creationId xmlns:a16="http://schemas.microsoft.com/office/drawing/2014/main" id="{3BDB7CCA-EE69-4642-9A2C-A8A674F2D7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4500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Line 85">
                <a:extLst>
                  <a:ext uri="{FF2B5EF4-FFF2-40B4-BE49-F238E27FC236}">
                    <a16:creationId xmlns:a16="http://schemas.microsoft.com/office/drawing/2014/main" id="{66898DCB-2020-4747-800A-AFABE15D43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8338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Line 86">
                <a:extLst>
                  <a:ext uri="{FF2B5EF4-FFF2-40B4-BE49-F238E27FC236}">
                    <a16:creationId xmlns:a16="http://schemas.microsoft.com/office/drawing/2014/main" id="{05FA6464-A099-4371-B783-7EEDCC5809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263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Line 87">
                <a:extLst>
                  <a:ext uri="{FF2B5EF4-FFF2-40B4-BE49-F238E27FC236}">
                    <a16:creationId xmlns:a16="http://schemas.microsoft.com/office/drawing/2014/main" id="{48A90FE0-84AC-473D-B38C-4A2590A59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0513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Line 88">
                <a:extLst>
                  <a:ext uri="{FF2B5EF4-FFF2-40B4-BE49-F238E27FC236}">
                    <a16:creationId xmlns:a16="http://schemas.microsoft.com/office/drawing/2014/main" id="{CA115D5A-4214-49F4-B763-09A8C1B5C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4350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Line 89">
                <a:extLst>
                  <a:ext uri="{FF2B5EF4-FFF2-40B4-BE49-F238E27FC236}">
                    <a16:creationId xmlns:a16="http://schemas.microsoft.com/office/drawing/2014/main" id="{5ABBC978-6833-41F7-BC17-1121CCAC04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8188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Line 90">
                <a:extLst>
                  <a:ext uri="{FF2B5EF4-FFF2-40B4-BE49-F238E27FC236}">
                    <a16:creationId xmlns:a16="http://schemas.microsoft.com/office/drawing/2014/main" id="{C29F3B67-8744-4743-8FC5-365DED7DFA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9238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91">
                <a:extLst>
                  <a:ext uri="{FF2B5EF4-FFF2-40B4-BE49-F238E27FC236}">
                    <a16:creationId xmlns:a16="http://schemas.microsoft.com/office/drawing/2014/main" id="{4E4ACF4C-8304-440A-97CD-9E7E4CFBB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1388" y="6105525"/>
                <a:ext cx="1143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5" name="Rectangle 92">
                <a:extLst>
                  <a:ext uri="{FF2B5EF4-FFF2-40B4-BE49-F238E27FC236}">
                    <a16:creationId xmlns:a16="http://schemas.microsoft.com/office/drawing/2014/main" id="{9E6C6EF0-79E4-4E1C-9CBF-FABB03B10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0938" y="610552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6" name="Rectangle 93">
                <a:extLst>
                  <a:ext uri="{FF2B5EF4-FFF2-40B4-BE49-F238E27FC236}">
                    <a16:creationId xmlns:a16="http://schemas.microsoft.com/office/drawing/2014/main" id="{BBF14124-86BF-4AD6-AFE1-63FFAC982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4813" y="610552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7" name="Rectangle 94">
                <a:extLst>
                  <a:ext uri="{FF2B5EF4-FFF2-40B4-BE49-F238E27FC236}">
                    <a16:creationId xmlns:a16="http://schemas.microsoft.com/office/drawing/2014/main" id="{E83F27AE-BF84-4958-B6DE-5793C4B92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3413" y="610552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8" name="Rectangle 95">
                <a:extLst>
                  <a:ext uri="{FF2B5EF4-FFF2-40B4-BE49-F238E27FC236}">
                    <a16:creationId xmlns:a16="http://schemas.microsoft.com/office/drawing/2014/main" id="{8E6A0202-7051-474A-AC53-43A3EC0E2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275" y="6105525"/>
                <a:ext cx="1143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9" name="Rectangle 96">
                <a:extLst>
                  <a:ext uri="{FF2B5EF4-FFF2-40B4-BE49-F238E27FC236}">
                    <a16:creationId xmlns:a16="http://schemas.microsoft.com/office/drawing/2014/main" id="{E062A673-A657-4211-BF04-0CCB183B8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1300" y="6105525"/>
                <a:ext cx="1428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w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0" name="Rectangle 97">
                <a:extLst>
                  <a:ext uri="{FF2B5EF4-FFF2-40B4-BE49-F238E27FC236}">
                    <a16:creationId xmlns:a16="http://schemas.microsoft.com/office/drawing/2014/main" id="{A9B090C1-EAB3-407B-8CEE-4CCFB3C44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6105525"/>
                <a:ext cx="9525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1" name="Rectangle 98">
                <a:extLst>
                  <a:ext uri="{FF2B5EF4-FFF2-40B4-BE49-F238E27FC236}">
                    <a16:creationId xmlns:a16="http://schemas.microsoft.com/office/drawing/2014/main" id="{6B9F6684-F38B-4718-8642-04BFC90A3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8500" y="610552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2" name="Rectangle 99">
                <a:extLst>
                  <a:ext uri="{FF2B5EF4-FFF2-40B4-BE49-F238E27FC236}">
                    <a16:creationId xmlns:a16="http://schemas.microsoft.com/office/drawing/2014/main" id="{B14F2158-CB2E-409A-AB7D-059F97587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1138" y="610552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" name="Rectangle 100">
                <a:extLst>
                  <a:ext uri="{FF2B5EF4-FFF2-40B4-BE49-F238E27FC236}">
                    <a16:creationId xmlns:a16="http://schemas.microsoft.com/office/drawing/2014/main" id="{A9678FD1-5791-455F-849E-A12CF9AB4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8850" y="6286500"/>
                <a:ext cx="69532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btc coord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" name="Line 101">
                <a:extLst>
                  <a:ext uri="{FF2B5EF4-FFF2-40B4-BE49-F238E27FC236}">
                    <a16:creationId xmlns:a16="http://schemas.microsoft.com/office/drawing/2014/main" id="{19DA6F57-3B9B-48F8-B441-BC117C6C2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68488" y="3757613"/>
                <a:ext cx="0" cy="227965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Line 102">
                <a:extLst>
                  <a:ext uri="{FF2B5EF4-FFF2-40B4-BE49-F238E27FC236}">
                    <a16:creationId xmlns:a16="http://schemas.microsoft.com/office/drawing/2014/main" id="{9FA2751E-5553-415C-AF3E-B28506953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00713" y="3757613"/>
                <a:ext cx="0" cy="227965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Line 103">
                <a:extLst>
                  <a:ext uri="{FF2B5EF4-FFF2-40B4-BE49-F238E27FC236}">
                    <a16:creationId xmlns:a16="http://schemas.microsoft.com/office/drawing/2014/main" id="{4D350933-8F7E-417E-8FFC-8C43EECFAD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6037263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Line 104">
                <a:extLst>
                  <a:ext uri="{FF2B5EF4-FFF2-40B4-BE49-F238E27FC236}">
                    <a16:creationId xmlns:a16="http://schemas.microsoft.com/office/drawing/2014/main" id="{EA1B41E4-D1EF-48B6-A699-29C1E53996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549592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Line 105">
                <a:extLst>
                  <a:ext uri="{FF2B5EF4-FFF2-40B4-BE49-F238E27FC236}">
                    <a16:creationId xmlns:a16="http://schemas.microsoft.com/office/drawing/2014/main" id="{30B3445A-B7ED-4897-8AE2-9C7ABD513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495300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Line 106">
                <a:extLst>
                  <a:ext uri="{FF2B5EF4-FFF2-40B4-BE49-F238E27FC236}">
                    <a16:creationId xmlns:a16="http://schemas.microsoft.com/office/drawing/2014/main" id="{EECE71F0-8471-46AA-887B-E721895A4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441007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Line 107">
                <a:extLst>
                  <a:ext uri="{FF2B5EF4-FFF2-40B4-BE49-F238E27FC236}">
                    <a16:creationId xmlns:a16="http://schemas.microsoft.com/office/drawing/2014/main" id="{135801BB-8C3F-45D7-AAF2-DCF4DC0FF1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386715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Line 108">
                <a:extLst>
                  <a:ext uri="{FF2B5EF4-FFF2-40B4-BE49-F238E27FC236}">
                    <a16:creationId xmlns:a16="http://schemas.microsoft.com/office/drawing/2014/main" id="{DF622236-AED5-4056-80FD-E483B63A2A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6037263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Line 109">
                <a:extLst>
                  <a:ext uri="{FF2B5EF4-FFF2-40B4-BE49-F238E27FC236}">
                    <a16:creationId xmlns:a16="http://schemas.microsoft.com/office/drawing/2014/main" id="{E1F0EF21-C408-4BFA-8C32-F4E7262DD3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549592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Line 110">
                <a:extLst>
                  <a:ext uri="{FF2B5EF4-FFF2-40B4-BE49-F238E27FC236}">
                    <a16:creationId xmlns:a16="http://schemas.microsoft.com/office/drawing/2014/main" id="{74DD245F-9089-488C-90DC-DA605160E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495300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Line 111">
                <a:extLst>
                  <a:ext uri="{FF2B5EF4-FFF2-40B4-BE49-F238E27FC236}">
                    <a16:creationId xmlns:a16="http://schemas.microsoft.com/office/drawing/2014/main" id="{71BC8D7C-285C-4D81-AC28-B9AEEA792C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441007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Line 112">
                <a:extLst>
                  <a:ext uri="{FF2B5EF4-FFF2-40B4-BE49-F238E27FC236}">
                    <a16:creationId xmlns:a16="http://schemas.microsoft.com/office/drawing/2014/main" id="{5787F859-ED09-4B3B-91B5-6C418520D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386715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Rectangle 113">
                <a:extLst>
                  <a:ext uri="{FF2B5EF4-FFF2-40B4-BE49-F238E27FC236}">
                    <a16:creationId xmlns:a16="http://schemas.microsoft.com/office/drawing/2014/main" id="{7DCC050F-329E-48F5-803A-32D8AED94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4663" y="5970588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" name="Rectangle 114">
                <a:extLst>
                  <a:ext uri="{FF2B5EF4-FFF2-40B4-BE49-F238E27FC236}">
                    <a16:creationId xmlns:a16="http://schemas.microsoft.com/office/drawing/2014/main" id="{86D27FA5-E049-45B3-850F-BB9EA881F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3213" y="5427663"/>
                <a:ext cx="2952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0.05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" name="Rectangle 115">
                <a:extLst>
                  <a:ext uri="{FF2B5EF4-FFF2-40B4-BE49-F238E27FC236}">
                    <a16:creationId xmlns:a16="http://schemas.microsoft.com/office/drawing/2014/main" id="{DA3C335C-BBEC-43E8-924A-D98F1A869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9888" y="4883150"/>
                <a:ext cx="2286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0.1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" name="Rectangle 116">
                <a:extLst>
                  <a:ext uri="{FF2B5EF4-FFF2-40B4-BE49-F238E27FC236}">
                    <a16:creationId xmlns:a16="http://schemas.microsoft.com/office/drawing/2014/main" id="{081E0A8D-9997-409C-A790-EFE8E2578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3213" y="4340225"/>
                <a:ext cx="2952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0.15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0" name="Rectangle 117">
                <a:extLst>
                  <a:ext uri="{FF2B5EF4-FFF2-40B4-BE49-F238E27FC236}">
                    <a16:creationId xmlns:a16="http://schemas.microsoft.com/office/drawing/2014/main" id="{6D180E2D-747E-445A-AF8E-B9617C51CB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9888" y="3795713"/>
                <a:ext cx="2286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1" name="Rectangle 118">
                <a:extLst>
                  <a:ext uri="{FF2B5EF4-FFF2-40B4-BE49-F238E27FC236}">
                    <a16:creationId xmlns:a16="http://schemas.microsoft.com/office/drawing/2014/main" id="{995BCD34-F248-429F-A91B-C0270AF39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7000" y="4946650"/>
                <a:ext cx="14287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2" name="Rectangle 119">
                <a:extLst>
                  <a:ext uri="{FF2B5EF4-FFF2-40B4-BE49-F238E27FC236}">
                    <a16:creationId xmlns:a16="http://schemas.microsoft.com/office/drawing/2014/main" id="{187A095B-B7F6-4471-B8D6-F9BAE1DCD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416050" y="4897438"/>
                <a:ext cx="10477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3" name="Rectangle 120">
                <a:extLst>
                  <a:ext uri="{FF2B5EF4-FFF2-40B4-BE49-F238E27FC236}">
                    <a16:creationId xmlns:a16="http://schemas.microsoft.com/office/drawing/2014/main" id="{47B72A73-1049-4B11-8AB4-10D22C9E6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4826000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4" name="Rectangle 121">
                <a:extLst>
                  <a:ext uri="{FF2B5EF4-FFF2-40B4-BE49-F238E27FC236}">
                    <a16:creationId xmlns:a16="http://schemas.microsoft.com/office/drawing/2014/main" id="{2518D71A-AAE6-49E6-958C-D5DFA2743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416050" y="4773613"/>
                <a:ext cx="10477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5" name="Rectangle 122">
                <a:extLst>
                  <a:ext uri="{FF2B5EF4-FFF2-40B4-BE49-F238E27FC236}">
                    <a16:creationId xmlns:a16="http://schemas.microsoft.com/office/drawing/2014/main" id="{35174064-8A35-4524-8A32-ECA552899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4711700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6" name="Rectangle 123">
                <a:extLst>
                  <a:ext uri="{FF2B5EF4-FFF2-40B4-BE49-F238E27FC236}">
                    <a16:creationId xmlns:a16="http://schemas.microsoft.com/office/drawing/2014/main" id="{2394A8DE-2C10-40B6-A765-DB262664A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4635500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7" name="Rectangle 124">
                <a:extLst>
                  <a:ext uri="{FF2B5EF4-FFF2-40B4-BE49-F238E27FC236}">
                    <a16:creationId xmlns:a16="http://schemas.microsoft.com/office/drawing/2014/main" id="{01B06667-CDB5-4D8C-973F-A6BBB8B72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7000" y="4564063"/>
                <a:ext cx="14287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9" name="Freeform 126">
                <a:extLst>
                  <a:ext uri="{FF2B5EF4-FFF2-40B4-BE49-F238E27FC236}">
                    <a16:creationId xmlns:a16="http://schemas.microsoft.com/office/drawing/2014/main" id="{3FF16E41-6685-4A39-93D4-4BF14A093F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79638" y="4648200"/>
                <a:ext cx="120650" cy="122238"/>
              </a:xfrm>
              <a:custGeom>
                <a:avLst/>
                <a:gdLst>
                  <a:gd name="T0" fmla="*/ 101 w 202"/>
                  <a:gd name="T1" fmla="*/ 32 h 203"/>
                  <a:gd name="T2" fmla="*/ 170 w 202"/>
                  <a:gd name="T3" fmla="*/ 101 h 203"/>
                  <a:gd name="T4" fmla="*/ 170 w 202"/>
                  <a:gd name="T5" fmla="*/ 101 h 203"/>
                  <a:gd name="T6" fmla="*/ 101 w 202"/>
                  <a:gd name="T7" fmla="*/ 171 h 203"/>
                  <a:gd name="T8" fmla="*/ 32 w 202"/>
                  <a:gd name="T9" fmla="*/ 101 h 203"/>
                  <a:gd name="T10" fmla="*/ 101 w 202"/>
                  <a:gd name="T11" fmla="*/ 32 h 203"/>
                  <a:gd name="T12" fmla="*/ 101 w 202"/>
                  <a:gd name="T13" fmla="*/ 0 h 203"/>
                  <a:gd name="T14" fmla="*/ 0 w 202"/>
                  <a:gd name="T15" fmla="*/ 101 h 203"/>
                  <a:gd name="T16" fmla="*/ 101 w 202"/>
                  <a:gd name="T17" fmla="*/ 203 h 203"/>
                  <a:gd name="T18" fmla="*/ 202 w 202"/>
                  <a:gd name="T19" fmla="*/ 101 h 203"/>
                  <a:gd name="T20" fmla="*/ 202 w 202"/>
                  <a:gd name="T21" fmla="*/ 101 h 203"/>
                  <a:gd name="T22" fmla="*/ 101 w 202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3">
                    <a:moveTo>
                      <a:pt x="101" y="32"/>
                    </a:moveTo>
                    <a:cubicBezTo>
                      <a:pt x="139" y="32"/>
                      <a:pt x="170" y="63"/>
                      <a:pt x="170" y="101"/>
                    </a:cubicBezTo>
                    <a:lnTo>
                      <a:pt x="170" y="101"/>
                    </a:lnTo>
                    <a:cubicBezTo>
                      <a:pt x="170" y="140"/>
                      <a:pt x="139" y="171"/>
                      <a:pt x="101" y="171"/>
                    </a:cubicBezTo>
                    <a:cubicBezTo>
                      <a:pt x="63" y="171"/>
                      <a:pt x="32" y="140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3"/>
                      <a:pt x="101" y="203"/>
                    </a:cubicBezTo>
                    <a:cubicBezTo>
                      <a:pt x="157" y="203"/>
                      <a:pt x="202" y="157"/>
                      <a:pt x="202" y="101"/>
                    </a:cubicBezTo>
                    <a:lnTo>
                      <a:pt x="202" y="101"/>
                    </a:lnTo>
                    <a:cubicBezTo>
                      <a:pt x="202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127">
                <a:extLst>
                  <a:ext uri="{FF2B5EF4-FFF2-40B4-BE49-F238E27FC236}">
                    <a16:creationId xmlns:a16="http://schemas.microsoft.com/office/drawing/2014/main" id="{7DF3F624-65A1-4E26-AB05-FBD8E77A5F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3475" y="4675188"/>
                <a:ext cx="120650" cy="120650"/>
              </a:xfrm>
              <a:custGeom>
                <a:avLst/>
                <a:gdLst>
                  <a:gd name="T0" fmla="*/ 102 w 203"/>
                  <a:gd name="T1" fmla="*/ 32 h 202"/>
                  <a:gd name="T2" fmla="*/ 171 w 203"/>
                  <a:gd name="T3" fmla="*/ 101 h 202"/>
                  <a:gd name="T4" fmla="*/ 171 w 203"/>
                  <a:gd name="T5" fmla="*/ 101 h 202"/>
                  <a:gd name="T6" fmla="*/ 102 w 203"/>
                  <a:gd name="T7" fmla="*/ 170 h 202"/>
                  <a:gd name="T8" fmla="*/ 32 w 203"/>
                  <a:gd name="T9" fmla="*/ 101 h 202"/>
                  <a:gd name="T10" fmla="*/ 102 w 203"/>
                  <a:gd name="T11" fmla="*/ 32 h 202"/>
                  <a:gd name="T12" fmla="*/ 102 w 203"/>
                  <a:gd name="T13" fmla="*/ 0 h 202"/>
                  <a:gd name="T14" fmla="*/ 0 w 203"/>
                  <a:gd name="T15" fmla="*/ 101 h 202"/>
                  <a:gd name="T16" fmla="*/ 102 w 203"/>
                  <a:gd name="T17" fmla="*/ 202 h 202"/>
                  <a:gd name="T18" fmla="*/ 203 w 203"/>
                  <a:gd name="T19" fmla="*/ 101 h 202"/>
                  <a:gd name="T20" fmla="*/ 203 w 203"/>
                  <a:gd name="T21" fmla="*/ 101 h 202"/>
                  <a:gd name="T22" fmla="*/ 102 w 203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2">
                    <a:moveTo>
                      <a:pt x="102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39"/>
                      <a:pt x="140" y="170"/>
                      <a:pt x="102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5"/>
                      <a:pt x="0" y="101"/>
                    </a:cubicBezTo>
                    <a:cubicBezTo>
                      <a:pt x="0" y="157"/>
                      <a:pt x="46" y="202"/>
                      <a:pt x="102" y="202"/>
                    </a:cubicBezTo>
                    <a:cubicBezTo>
                      <a:pt x="158" y="202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128">
                <a:extLst>
                  <a:ext uri="{FF2B5EF4-FFF2-40B4-BE49-F238E27FC236}">
                    <a16:creationId xmlns:a16="http://schemas.microsoft.com/office/drawing/2014/main" id="{313380BD-6140-496B-B450-7680AFC798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24175" y="4949825"/>
                <a:ext cx="120650" cy="120650"/>
              </a:xfrm>
              <a:custGeom>
                <a:avLst/>
                <a:gdLst>
                  <a:gd name="T0" fmla="*/ 101 w 202"/>
                  <a:gd name="T1" fmla="*/ 32 h 203"/>
                  <a:gd name="T2" fmla="*/ 170 w 202"/>
                  <a:gd name="T3" fmla="*/ 101 h 203"/>
                  <a:gd name="T4" fmla="*/ 170 w 202"/>
                  <a:gd name="T5" fmla="*/ 101 h 203"/>
                  <a:gd name="T6" fmla="*/ 101 w 202"/>
                  <a:gd name="T7" fmla="*/ 171 h 203"/>
                  <a:gd name="T8" fmla="*/ 32 w 202"/>
                  <a:gd name="T9" fmla="*/ 101 h 203"/>
                  <a:gd name="T10" fmla="*/ 101 w 202"/>
                  <a:gd name="T11" fmla="*/ 32 h 203"/>
                  <a:gd name="T12" fmla="*/ 101 w 202"/>
                  <a:gd name="T13" fmla="*/ 0 h 203"/>
                  <a:gd name="T14" fmla="*/ 0 w 202"/>
                  <a:gd name="T15" fmla="*/ 101 h 203"/>
                  <a:gd name="T16" fmla="*/ 101 w 202"/>
                  <a:gd name="T17" fmla="*/ 203 h 203"/>
                  <a:gd name="T18" fmla="*/ 202 w 202"/>
                  <a:gd name="T19" fmla="*/ 101 h 203"/>
                  <a:gd name="T20" fmla="*/ 202 w 202"/>
                  <a:gd name="T21" fmla="*/ 101 h 203"/>
                  <a:gd name="T22" fmla="*/ 101 w 202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3">
                    <a:moveTo>
                      <a:pt x="101" y="32"/>
                    </a:moveTo>
                    <a:cubicBezTo>
                      <a:pt x="139" y="32"/>
                      <a:pt x="170" y="63"/>
                      <a:pt x="170" y="101"/>
                    </a:cubicBezTo>
                    <a:lnTo>
                      <a:pt x="170" y="101"/>
                    </a:lnTo>
                    <a:cubicBezTo>
                      <a:pt x="170" y="140"/>
                      <a:pt x="139" y="171"/>
                      <a:pt x="101" y="171"/>
                    </a:cubicBezTo>
                    <a:cubicBezTo>
                      <a:pt x="63" y="171"/>
                      <a:pt x="32" y="140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3"/>
                      <a:pt x="101" y="203"/>
                    </a:cubicBezTo>
                    <a:cubicBezTo>
                      <a:pt x="157" y="203"/>
                      <a:pt x="202" y="157"/>
                      <a:pt x="202" y="101"/>
                    </a:cubicBezTo>
                    <a:lnTo>
                      <a:pt x="202" y="101"/>
                    </a:lnTo>
                    <a:cubicBezTo>
                      <a:pt x="202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129">
                <a:extLst>
                  <a:ext uri="{FF2B5EF4-FFF2-40B4-BE49-F238E27FC236}">
                    <a16:creationId xmlns:a16="http://schemas.microsoft.com/office/drawing/2014/main" id="{3C57395E-C097-4DD4-89BD-1524F9C214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48013" y="4948238"/>
                <a:ext cx="120650" cy="119063"/>
              </a:xfrm>
              <a:custGeom>
                <a:avLst/>
                <a:gdLst>
                  <a:gd name="T0" fmla="*/ 102 w 203"/>
                  <a:gd name="T1" fmla="*/ 32 h 202"/>
                  <a:gd name="T2" fmla="*/ 171 w 203"/>
                  <a:gd name="T3" fmla="*/ 101 h 202"/>
                  <a:gd name="T4" fmla="*/ 171 w 203"/>
                  <a:gd name="T5" fmla="*/ 101 h 202"/>
                  <a:gd name="T6" fmla="*/ 102 w 203"/>
                  <a:gd name="T7" fmla="*/ 170 h 202"/>
                  <a:gd name="T8" fmla="*/ 32 w 203"/>
                  <a:gd name="T9" fmla="*/ 101 h 202"/>
                  <a:gd name="T10" fmla="*/ 102 w 203"/>
                  <a:gd name="T11" fmla="*/ 32 h 202"/>
                  <a:gd name="T12" fmla="*/ 102 w 203"/>
                  <a:gd name="T13" fmla="*/ 0 h 202"/>
                  <a:gd name="T14" fmla="*/ 0 w 203"/>
                  <a:gd name="T15" fmla="*/ 101 h 202"/>
                  <a:gd name="T16" fmla="*/ 102 w 203"/>
                  <a:gd name="T17" fmla="*/ 202 h 202"/>
                  <a:gd name="T18" fmla="*/ 203 w 203"/>
                  <a:gd name="T19" fmla="*/ 101 h 202"/>
                  <a:gd name="T20" fmla="*/ 203 w 203"/>
                  <a:gd name="T21" fmla="*/ 101 h 202"/>
                  <a:gd name="T22" fmla="*/ 102 w 203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2">
                    <a:moveTo>
                      <a:pt x="102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39"/>
                      <a:pt x="140" y="170"/>
                      <a:pt x="102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5"/>
                      <a:pt x="0" y="101"/>
                    </a:cubicBezTo>
                    <a:cubicBezTo>
                      <a:pt x="0" y="157"/>
                      <a:pt x="46" y="202"/>
                      <a:pt x="102" y="202"/>
                    </a:cubicBezTo>
                    <a:cubicBezTo>
                      <a:pt x="158" y="202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130">
                <a:extLst>
                  <a:ext uri="{FF2B5EF4-FFF2-40B4-BE49-F238E27FC236}">
                    <a16:creationId xmlns:a16="http://schemas.microsoft.com/office/drawing/2014/main" id="{ADDEC95D-3813-405C-96E8-4F04BFC999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16350" y="5830888"/>
                <a:ext cx="122238" cy="120650"/>
              </a:xfrm>
              <a:custGeom>
                <a:avLst/>
                <a:gdLst>
                  <a:gd name="T0" fmla="*/ 102 w 203"/>
                  <a:gd name="T1" fmla="*/ 32 h 203"/>
                  <a:gd name="T2" fmla="*/ 171 w 203"/>
                  <a:gd name="T3" fmla="*/ 102 h 203"/>
                  <a:gd name="T4" fmla="*/ 171 w 203"/>
                  <a:gd name="T5" fmla="*/ 102 h 203"/>
                  <a:gd name="T6" fmla="*/ 102 w 203"/>
                  <a:gd name="T7" fmla="*/ 171 h 203"/>
                  <a:gd name="T8" fmla="*/ 32 w 203"/>
                  <a:gd name="T9" fmla="*/ 102 h 203"/>
                  <a:gd name="T10" fmla="*/ 102 w 203"/>
                  <a:gd name="T11" fmla="*/ 32 h 203"/>
                  <a:gd name="T12" fmla="*/ 102 w 203"/>
                  <a:gd name="T13" fmla="*/ 0 h 203"/>
                  <a:gd name="T14" fmla="*/ 0 w 203"/>
                  <a:gd name="T15" fmla="*/ 102 h 203"/>
                  <a:gd name="T16" fmla="*/ 102 w 203"/>
                  <a:gd name="T17" fmla="*/ 203 h 203"/>
                  <a:gd name="T18" fmla="*/ 203 w 203"/>
                  <a:gd name="T19" fmla="*/ 102 h 203"/>
                  <a:gd name="T20" fmla="*/ 203 w 203"/>
                  <a:gd name="T21" fmla="*/ 102 h 203"/>
                  <a:gd name="T22" fmla="*/ 102 w 203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3">
                    <a:moveTo>
                      <a:pt x="102" y="32"/>
                    </a:moveTo>
                    <a:cubicBezTo>
                      <a:pt x="140" y="32"/>
                      <a:pt x="171" y="63"/>
                      <a:pt x="171" y="102"/>
                    </a:cubicBezTo>
                    <a:lnTo>
                      <a:pt x="171" y="102"/>
                    </a:lnTo>
                    <a:cubicBezTo>
                      <a:pt x="171" y="140"/>
                      <a:pt x="140" y="171"/>
                      <a:pt x="102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6"/>
                      <a:pt x="0" y="102"/>
                    </a:cubicBezTo>
                    <a:cubicBezTo>
                      <a:pt x="0" y="158"/>
                      <a:pt x="46" y="203"/>
                      <a:pt x="102" y="203"/>
                    </a:cubicBezTo>
                    <a:cubicBezTo>
                      <a:pt x="158" y="203"/>
                      <a:pt x="203" y="158"/>
                      <a:pt x="203" y="102"/>
                    </a:cubicBezTo>
                    <a:lnTo>
                      <a:pt x="203" y="102"/>
                    </a:lnTo>
                    <a:cubicBezTo>
                      <a:pt x="203" y="46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131">
                <a:extLst>
                  <a:ext uri="{FF2B5EF4-FFF2-40B4-BE49-F238E27FC236}">
                    <a16:creationId xmlns:a16="http://schemas.microsoft.com/office/drawing/2014/main" id="{7C99E631-DF44-4253-8983-D21C2581C7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40188" y="5830888"/>
                <a:ext cx="120650" cy="120650"/>
              </a:xfrm>
              <a:custGeom>
                <a:avLst/>
                <a:gdLst>
                  <a:gd name="T0" fmla="*/ 101 w 203"/>
                  <a:gd name="T1" fmla="*/ 32 h 202"/>
                  <a:gd name="T2" fmla="*/ 171 w 203"/>
                  <a:gd name="T3" fmla="*/ 101 h 202"/>
                  <a:gd name="T4" fmla="*/ 171 w 203"/>
                  <a:gd name="T5" fmla="*/ 101 h 202"/>
                  <a:gd name="T6" fmla="*/ 101 w 203"/>
                  <a:gd name="T7" fmla="*/ 170 h 202"/>
                  <a:gd name="T8" fmla="*/ 32 w 203"/>
                  <a:gd name="T9" fmla="*/ 101 h 202"/>
                  <a:gd name="T10" fmla="*/ 101 w 203"/>
                  <a:gd name="T11" fmla="*/ 32 h 202"/>
                  <a:gd name="T12" fmla="*/ 101 w 203"/>
                  <a:gd name="T13" fmla="*/ 0 h 202"/>
                  <a:gd name="T14" fmla="*/ 0 w 203"/>
                  <a:gd name="T15" fmla="*/ 101 h 202"/>
                  <a:gd name="T16" fmla="*/ 101 w 203"/>
                  <a:gd name="T17" fmla="*/ 202 h 202"/>
                  <a:gd name="T18" fmla="*/ 203 w 203"/>
                  <a:gd name="T19" fmla="*/ 101 h 202"/>
                  <a:gd name="T20" fmla="*/ 203 w 203"/>
                  <a:gd name="T21" fmla="*/ 101 h 202"/>
                  <a:gd name="T22" fmla="*/ 101 w 203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2">
                    <a:moveTo>
                      <a:pt x="101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39"/>
                      <a:pt x="140" y="170"/>
                      <a:pt x="101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2"/>
                      <a:pt x="101" y="202"/>
                    </a:cubicBezTo>
                    <a:cubicBezTo>
                      <a:pt x="157" y="202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132">
                <a:extLst>
                  <a:ext uri="{FF2B5EF4-FFF2-40B4-BE49-F238E27FC236}">
                    <a16:creationId xmlns:a16="http://schemas.microsoft.com/office/drawing/2014/main" id="{213EFB71-E513-4F03-B78A-674D1F5F55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64025" y="5835650"/>
                <a:ext cx="120650" cy="120650"/>
              </a:xfrm>
              <a:custGeom>
                <a:avLst/>
                <a:gdLst>
                  <a:gd name="T0" fmla="*/ 101 w 202"/>
                  <a:gd name="T1" fmla="*/ 32 h 202"/>
                  <a:gd name="T2" fmla="*/ 170 w 202"/>
                  <a:gd name="T3" fmla="*/ 101 h 202"/>
                  <a:gd name="T4" fmla="*/ 170 w 202"/>
                  <a:gd name="T5" fmla="*/ 101 h 202"/>
                  <a:gd name="T6" fmla="*/ 101 w 202"/>
                  <a:gd name="T7" fmla="*/ 170 h 202"/>
                  <a:gd name="T8" fmla="*/ 32 w 202"/>
                  <a:gd name="T9" fmla="*/ 101 h 202"/>
                  <a:gd name="T10" fmla="*/ 101 w 202"/>
                  <a:gd name="T11" fmla="*/ 32 h 202"/>
                  <a:gd name="T12" fmla="*/ 101 w 202"/>
                  <a:gd name="T13" fmla="*/ 0 h 202"/>
                  <a:gd name="T14" fmla="*/ 0 w 202"/>
                  <a:gd name="T15" fmla="*/ 101 h 202"/>
                  <a:gd name="T16" fmla="*/ 101 w 202"/>
                  <a:gd name="T17" fmla="*/ 202 h 202"/>
                  <a:gd name="T18" fmla="*/ 202 w 202"/>
                  <a:gd name="T19" fmla="*/ 101 h 202"/>
                  <a:gd name="T20" fmla="*/ 202 w 202"/>
                  <a:gd name="T21" fmla="*/ 101 h 202"/>
                  <a:gd name="T22" fmla="*/ 101 w 202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2">
                    <a:moveTo>
                      <a:pt x="101" y="32"/>
                    </a:moveTo>
                    <a:cubicBezTo>
                      <a:pt x="139" y="32"/>
                      <a:pt x="170" y="63"/>
                      <a:pt x="170" y="101"/>
                    </a:cubicBezTo>
                    <a:lnTo>
                      <a:pt x="170" y="101"/>
                    </a:lnTo>
                    <a:cubicBezTo>
                      <a:pt x="170" y="139"/>
                      <a:pt x="139" y="170"/>
                      <a:pt x="101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2"/>
                      <a:pt x="101" y="202"/>
                    </a:cubicBezTo>
                    <a:cubicBezTo>
                      <a:pt x="157" y="202"/>
                      <a:pt x="202" y="157"/>
                      <a:pt x="202" y="101"/>
                    </a:cubicBezTo>
                    <a:lnTo>
                      <a:pt x="202" y="101"/>
                    </a:lnTo>
                    <a:cubicBezTo>
                      <a:pt x="202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133">
                <a:extLst>
                  <a:ext uri="{FF2B5EF4-FFF2-40B4-BE49-F238E27FC236}">
                    <a16:creationId xmlns:a16="http://schemas.microsoft.com/office/drawing/2014/main" id="{E545E7AA-AB51-4F0B-94C2-B05AAF691E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86275" y="5834063"/>
                <a:ext cx="122238" cy="120650"/>
              </a:xfrm>
              <a:custGeom>
                <a:avLst/>
                <a:gdLst>
                  <a:gd name="T0" fmla="*/ 102 w 203"/>
                  <a:gd name="T1" fmla="*/ 32 h 203"/>
                  <a:gd name="T2" fmla="*/ 171 w 203"/>
                  <a:gd name="T3" fmla="*/ 102 h 203"/>
                  <a:gd name="T4" fmla="*/ 171 w 203"/>
                  <a:gd name="T5" fmla="*/ 102 h 203"/>
                  <a:gd name="T6" fmla="*/ 102 w 203"/>
                  <a:gd name="T7" fmla="*/ 171 h 203"/>
                  <a:gd name="T8" fmla="*/ 32 w 203"/>
                  <a:gd name="T9" fmla="*/ 102 h 203"/>
                  <a:gd name="T10" fmla="*/ 102 w 203"/>
                  <a:gd name="T11" fmla="*/ 32 h 203"/>
                  <a:gd name="T12" fmla="*/ 102 w 203"/>
                  <a:gd name="T13" fmla="*/ 0 h 203"/>
                  <a:gd name="T14" fmla="*/ 0 w 203"/>
                  <a:gd name="T15" fmla="*/ 102 h 203"/>
                  <a:gd name="T16" fmla="*/ 102 w 203"/>
                  <a:gd name="T17" fmla="*/ 203 h 203"/>
                  <a:gd name="T18" fmla="*/ 203 w 203"/>
                  <a:gd name="T19" fmla="*/ 102 h 203"/>
                  <a:gd name="T20" fmla="*/ 203 w 203"/>
                  <a:gd name="T21" fmla="*/ 102 h 203"/>
                  <a:gd name="T22" fmla="*/ 102 w 203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3">
                    <a:moveTo>
                      <a:pt x="102" y="32"/>
                    </a:moveTo>
                    <a:cubicBezTo>
                      <a:pt x="140" y="32"/>
                      <a:pt x="171" y="63"/>
                      <a:pt x="171" y="102"/>
                    </a:cubicBezTo>
                    <a:lnTo>
                      <a:pt x="171" y="102"/>
                    </a:lnTo>
                    <a:cubicBezTo>
                      <a:pt x="171" y="140"/>
                      <a:pt x="140" y="171"/>
                      <a:pt x="102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6"/>
                      <a:pt x="0" y="102"/>
                    </a:cubicBezTo>
                    <a:cubicBezTo>
                      <a:pt x="0" y="158"/>
                      <a:pt x="46" y="203"/>
                      <a:pt x="102" y="203"/>
                    </a:cubicBezTo>
                    <a:cubicBezTo>
                      <a:pt x="158" y="203"/>
                      <a:pt x="203" y="158"/>
                      <a:pt x="203" y="102"/>
                    </a:cubicBezTo>
                    <a:lnTo>
                      <a:pt x="203" y="102"/>
                    </a:lnTo>
                    <a:cubicBezTo>
                      <a:pt x="203" y="46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134">
                <a:extLst>
                  <a:ext uri="{FF2B5EF4-FFF2-40B4-BE49-F238E27FC236}">
                    <a16:creationId xmlns:a16="http://schemas.microsoft.com/office/drawing/2014/main" id="{F43B28B8-15E4-43FA-9566-7E1E28BAB2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68913" y="5184775"/>
                <a:ext cx="120650" cy="120650"/>
              </a:xfrm>
              <a:custGeom>
                <a:avLst/>
                <a:gdLst>
                  <a:gd name="T0" fmla="*/ 101 w 202"/>
                  <a:gd name="T1" fmla="*/ 32 h 203"/>
                  <a:gd name="T2" fmla="*/ 170 w 202"/>
                  <a:gd name="T3" fmla="*/ 102 h 203"/>
                  <a:gd name="T4" fmla="*/ 170 w 202"/>
                  <a:gd name="T5" fmla="*/ 102 h 203"/>
                  <a:gd name="T6" fmla="*/ 101 w 202"/>
                  <a:gd name="T7" fmla="*/ 171 h 203"/>
                  <a:gd name="T8" fmla="*/ 32 w 202"/>
                  <a:gd name="T9" fmla="*/ 102 h 203"/>
                  <a:gd name="T10" fmla="*/ 101 w 202"/>
                  <a:gd name="T11" fmla="*/ 32 h 203"/>
                  <a:gd name="T12" fmla="*/ 101 w 202"/>
                  <a:gd name="T13" fmla="*/ 0 h 203"/>
                  <a:gd name="T14" fmla="*/ 0 w 202"/>
                  <a:gd name="T15" fmla="*/ 102 h 203"/>
                  <a:gd name="T16" fmla="*/ 101 w 202"/>
                  <a:gd name="T17" fmla="*/ 203 h 203"/>
                  <a:gd name="T18" fmla="*/ 202 w 202"/>
                  <a:gd name="T19" fmla="*/ 102 h 203"/>
                  <a:gd name="T20" fmla="*/ 202 w 202"/>
                  <a:gd name="T21" fmla="*/ 102 h 203"/>
                  <a:gd name="T22" fmla="*/ 101 w 202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3">
                    <a:moveTo>
                      <a:pt x="101" y="32"/>
                    </a:moveTo>
                    <a:cubicBezTo>
                      <a:pt x="139" y="32"/>
                      <a:pt x="170" y="64"/>
                      <a:pt x="170" y="102"/>
                    </a:cubicBezTo>
                    <a:lnTo>
                      <a:pt x="170" y="102"/>
                    </a:lnTo>
                    <a:cubicBezTo>
                      <a:pt x="170" y="140"/>
                      <a:pt x="139" y="171"/>
                      <a:pt x="101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4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6"/>
                      <a:pt x="0" y="102"/>
                    </a:cubicBezTo>
                    <a:cubicBezTo>
                      <a:pt x="0" y="158"/>
                      <a:pt x="45" y="203"/>
                      <a:pt x="101" y="203"/>
                    </a:cubicBezTo>
                    <a:cubicBezTo>
                      <a:pt x="157" y="203"/>
                      <a:pt x="202" y="158"/>
                      <a:pt x="202" y="102"/>
                    </a:cubicBezTo>
                    <a:lnTo>
                      <a:pt x="202" y="102"/>
                    </a:lnTo>
                    <a:cubicBezTo>
                      <a:pt x="202" y="46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0">
                <a:solidFill>
                  <a:srgbClr val="C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Rectangle 135">
                <a:extLst>
                  <a:ext uri="{FF2B5EF4-FFF2-40B4-BE49-F238E27FC236}">
                    <a16:creationId xmlns:a16="http://schemas.microsoft.com/office/drawing/2014/main" id="{511FFFCD-931D-4446-94EB-ADDA26F942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6372225"/>
                <a:ext cx="29845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std, coordinate order: Hermundstad and Xu plot order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1E78444-E6DD-4965-8188-6E1B6DF7F76A}"/>
                </a:ext>
              </a:extLst>
            </p:cNvPr>
            <p:cNvSpPr txBox="1"/>
            <p:nvPr/>
          </p:nvSpPr>
          <p:spPr>
            <a:xfrm>
              <a:off x="2116945" y="135216"/>
              <a:ext cx="3076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Bone Radiographs, N=1, R=128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D14F9074-6E5A-455B-A00C-7BDE240B9D28}"/>
                </a:ext>
              </a:extLst>
            </p:cNvPr>
            <p:cNvSpPr txBox="1"/>
            <p:nvPr/>
          </p:nvSpPr>
          <p:spPr>
            <a:xfrm>
              <a:off x="6596593" y="135216"/>
              <a:ext cx="2991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Bone Scintigrams, N=1, R=128</a:t>
              </a:r>
            </a:p>
          </p:txBody>
        </p: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DDE2A1C5-1E4B-4D5D-9CBD-D94C8986812D}"/>
                </a:ext>
              </a:extLst>
            </p:cNvPr>
            <p:cNvGrpSpPr/>
            <p:nvPr/>
          </p:nvGrpSpPr>
          <p:grpSpPr>
            <a:xfrm>
              <a:off x="5843311" y="525463"/>
              <a:ext cx="4337050" cy="2803525"/>
              <a:chOff x="1363663" y="525463"/>
              <a:chExt cx="4337050" cy="2803525"/>
            </a:xfrm>
          </p:grpSpPr>
          <p:sp>
            <p:nvSpPr>
              <p:cNvPr id="208" name="Line 8">
                <a:extLst>
                  <a:ext uri="{FF2B5EF4-FFF2-40B4-BE49-F238E27FC236}">
                    <a16:creationId xmlns:a16="http://schemas.microsoft.com/office/drawing/2014/main" id="{E2285EEA-FFEF-4FAB-AC13-3F4AD4A219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2871788"/>
                <a:ext cx="3832225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9" name="Line 9">
                <a:extLst>
                  <a:ext uri="{FF2B5EF4-FFF2-40B4-BE49-F238E27FC236}">
                    <a16:creationId xmlns:a16="http://schemas.microsoft.com/office/drawing/2014/main" id="{9CA61AAF-35FF-4E20-A891-D6330D11B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590550"/>
                <a:ext cx="3832225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0" name="Line 10">
                <a:extLst>
                  <a:ext uri="{FF2B5EF4-FFF2-40B4-BE49-F238E27FC236}">
                    <a16:creationId xmlns:a16="http://schemas.microsoft.com/office/drawing/2014/main" id="{965404C1-59F2-4EAA-A509-AF228D6AB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9963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Line 11">
                <a:extLst>
                  <a:ext uri="{FF2B5EF4-FFF2-40B4-BE49-F238E27FC236}">
                    <a16:creationId xmlns:a16="http://schemas.microsoft.com/office/drawing/2014/main" id="{D28482E2-9AF6-470A-83AB-DE042FFF3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3800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2" name="Line 12">
                <a:extLst>
                  <a:ext uri="{FF2B5EF4-FFF2-40B4-BE49-F238E27FC236}">
                    <a16:creationId xmlns:a16="http://schemas.microsoft.com/office/drawing/2014/main" id="{38EDFB73-BDC0-436D-B372-27CEAB0A0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4500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Line 13">
                <a:extLst>
                  <a:ext uri="{FF2B5EF4-FFF2-40B4-BE49-F238E27FC236}">
                    <a16:creationId xmlns:a16="http://schemas.microsoft.com/office/drawing/2014/main" id="{A68559C1-E963-4591-B995-316298669E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08338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Line 14">
                <a:extLst>
                  <a:ext uri="{FF2B5EF4-FFF2-40B4-BE49-F238E27FC236}">
                    <a16:creationId xmlns:a16="http://schemas.microsoft.com/office/drawing/2014/main" id="{CF7AB127-EEB6-47E7-96E7-339217A73E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8263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Line 15">
                <a:extLst>
                  <a:ext uri="{FF2B5EF4-FFF2-40B4-BE49-F238E27FC236}">
                    <a16:creationId xmlns:a16="http://schemas.microsoft.com/office/drawing/2014/main" id="{C68DB54F-DB5F-4B9F-8105-905AAD3B8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00513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Line 16">
                <a:extLst>
                  <a:ext uri="{FF2B5EF4-FFF2-40B4-BE49-F238E27FC236}">
                    <a16:creationId xmlns:a16="http://schemas.microsoft.com/office/drawing/2014/main" id="{4CD2B6AA-9EA3-43AC-91DE-FD6E990E3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4350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Line 17">
                <a:extLst>
                  <a:ext uri="{FF2B5EF4-FFF2-40B4-BE49-F238E27FC236}">
                    <a16:creationId xmlns:a16="http://schemas.microsoft.com/office/drawing/2014/main" id="{7869312D-BAF9-471E-B70C-AEC5D66B0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48188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Line 18">
                <a:extLst>
                  <a:ext uri="{FF2B5EF4-FFF2-40B4-BE49-F238E27FC236}">
                    <a16:creationId xmlns:a16="http://schemas.microsoft.com/office/drawing/2014/main" id="{05A34BFA-868B-4100-935E-B32BC8F6C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29238" y="283210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Line 19">
                <a:extLst>
                  <a:ext uri="{FF2B5EF4-FFF2-40B4-BE49-F238E27FC236}">
                    <a16:creationId xmlns:a16="http://schemas.microsoft.com/office/drawing/2014/main" id="{0D6F8F2B-FFEE-467A-AC22-F9E639F7CD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9963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Line 20">
                <a:extLst>
                  <a:ext uri="{FF2B5EF4-FFF2-40B4-BE49-F238E27FC236}">
                    <a16:creationId xmlns:a16="http://schemas.microsoft.com/office/drawing/2014/main" id="{E2950745-9DFA-4A4C-B0EE-36D462B8B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3800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Line 21">
                <a:extLst>
                  <a:ext uri="{FF2B5EF4-FFF2-40B4-BE49-F238E27FC236}">
                    <a16:creationId xmlns:a16="http://schemas.microsoft.com/office/drawing/2014/main" id="{7FD026F9-EE04-4175-AEA3-7DF2ECC956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4500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Line 22">
                <a:extLst>
                  <a:ext uri="{FF2B5EF4-FFF2-40B4-BE49-F238E27FC236}">
                    <a16:creationId xmlns:a16="http://schemas.microsoft.com/office/drawing/2014/main" id="{79F69954-7953-4A9A-A439-C082A6CDA2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8338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Line 23">
                <a:extLst>
                  <a:ext uri="{FF2B5EF4-FFF2-40B4-BE49-F238E27FC236}">
                    <a16:creationId xmlns:a16="http://schemas.microsoft.com/office/drawing/2014/main" id="{FBCF1F2E-DD9F-463A-BABD-445D9549BA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263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Line 24">
                <a:extLst>
                  <a:ext uri="{FF2B5EF4-FFF2-40B4-BE49-F238E27FC236}">
                    <a16:creationId xmlns:a16="http://schemas.microsoft.com/office/drawing/2014/main" id="{7D7DD17C-B28B-4DA0-935C-D31FEB07B9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0513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Line 25">
                <a:extLst>
                  <a:ext uri="{FF2B5EF4-FFF2-40B4-BE49-F238E27FC236}">
                    <a16:creationId xmlns:a16="http://schemas.microsoft.com/office/drawing/2014/main" id="{D0D0F8C6-94F5-465D-B8F8-4B2BC3150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4350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Line 26">
                <a:extLst>
                  <a:ext uri="{FF2B5EF4-FFF2-40B4-BE49-F238E27FC236}">
                    <a16:creationId xmlns:a16="http://schemas.microsoft.com/office/drawing/2014/main" id="{9EB4851D-D04F-48F8-B52B-26065B6ED2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8188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Line 27">
                <a:extLst>
                  <a:ext uri="{FF2B5EF4-FFF2-40B4-BE49-F238E27FC236}">
                    <a16:creationId xmlns:a16="http://schemas.microsoft.com/office/drawing/2014/main" id="{C9991790-6BF9-4233-8735-C8A19CF25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9238" y="590550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Rectangle 28">
                <a:extLst>
                  <a:ext uri="{FF2B5EF4-FFF2-40B4-BE49-F238E27FC236}">
                    <a16:creationId xmlns:a16="http://schemas.microsoft.com/office/drawing/2014/main" id="{D1DA60F1-CD97-48D0-9CE0-BB330E4A5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1388" y="2938463"/>
                <a:ext cx="1143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9" name="Rectangle 29">
                <a:extLst>
                  <a:ext uri="{FF2B5EF4-FFF2-40B4-BE49-F238E27FC236}">
                    <a16:creationId xmlns:a16="http://schemas.microsoft.com/office/drawing/2014/main" id="{5988E923-356A-4E1A-9A5C-4ED3DD487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0938" y="2938463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0" name="Rectangle 30">
                <a:extLst>
                  <a:ext uri="{FF2B5EF4-FFF2-40B4-BE49-F238E27FC236}">
                    <a16:creationId xmlns:a16="http://schemas.microsoft.com/office/drawing/2014/main" id="{BB15BF60-3C1C-4351-A127-C6707085D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4813" y="2938463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1" name="Rectangle 31">
                <a:extLst>
                  <a:ext uri="{FF2B5EF4-FFF2-40B4-BE49-F238E27FC236}">
                    <a16:creationId xmlns:a16="http://schemas.microsoft.com/office/drawing/2014/main" id="{20324F44-9D64-4DDB-A8A1-FA9D37C6B4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3413" y="2938463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Rectangle 32">
                <a:extLst>
                  <a:ext uri="{FF2B5EF4-FFF2-40B4-BE49-F238E27FC236}">
                    <a16:creationId xmlns:a16="http://schemas.microsoft.com/office/drawing/2014/main" id="{E6EEDDA2-8538-4711-BCF0-99EE919F3F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275" y="2938463"/>
                <a:ext cx="1143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3" name="Rectangle 33">
                <a:extLst>
                  <a:ext uri="{FF2B5EF4-FFF2-40B4-BE49-F238E27FC236}">
                    <a16:creationId xmlns:a16="http://schemas.microsoft.com/office/drawing/2014/main" id="{89B3CD95-C588-44F6-82BA-97FF56C4C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1300" y="2938463"/>
                <a:ext cx="1428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w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Rectangle 34">
                <a:extLst>
                  <a:ext uri="{FF2B5EF4-FFF2-40B4-BE49-F238E27FC236}">
                    <a16:creationId xmlns:a16="http://schemas.microsoft.com/office/drawing/2014/main" id="{5F68F7C1-F8E4-4041-9070-6A5AD394D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938463"/>
                <a:ext cx="9525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5" name="Rectangle 35">
                <a:extLst>
                  <a:ext uri="{FF2B5EF4-FFF2-40B4-BE49-F238E27FC236}">
                    <a16:creationId xmlns:a16="http://schemas.microsoft.com/office/drawing/2014/main" id="{C20782C9-A663-4B56-8748-8B416E23F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8500" y="2938463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Rectangle 36">
                <a:extLst>
                  <a:ext uri="{FF2B5EF4-FFF2-40B4-BE49-F238E27FC236}">
                    <a16:creationId xmlns:a16="http://schemas.microsoft.com/office/drawing/2014/main" id="{B4F06D21-09B0-4185-88BD-5738777AF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1138" y="2938463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7" name="Rectangle 37">
                <a:extLst>
                  <a:ext uri="{FF2B5EF4-FFF2-40B4-BE49-F238E27FC236}">
                    <a16:creationId xmlns:a16="http://schemas.microsoft.com/office/drawing/2014/main" id="{D1385653-E12B-4F3A-B829-04A8F4597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8850" y="3119438"/>
                <a:ext cx="69532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btc coord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Line 38">
                <a:extLst>
                  <a:ext uri="{FF2B5EF4-FFF2-40B4-BE49-F238E27FC236}">
                    <a16:creationId xmlns:a16="http://schemas.microsoft.com/office/drawing/2014/main" id="{27F2504F-5F0F-4697-BB78-2D8BC7AD0B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68488" y="590550"/>
                <a:ext cx="0" cy="228123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Line 39">
                <a:extLst>
                  <a:ext uri="{FF2B5EF4-FFF2-40B4-BE49-F238E27FC236}">
                    <a16:creationId xmlns:a16="http://schemas.microsoft.com/office/drawing/2014/main" id="{05881BEF-B512-4C9E-96BD-B0AAFE5755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00713" y="590550"/>
                <a:ext cx="0" cy="228123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Line 40">
                <a:extLst>
                  <a:ext uri="{FF2B5EF4-FFF2-40B4-BE49-F238E27FC236}">
                    <a16:creationId xmlns:a16="http://schemas.microsoft.com/office/drawing/2014/main" id="{BD7DA6E9-6CF9-4333-AC3F-4A7E43B459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266382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Line 41">
                <a:extLst>
                  <a:ext uri="{FF2B5EF4-FFF2-40B4-BE49-F238E27FC236}">
                    <a16:creationId xmlns:a16="http://schemas.microsoft.com/office/drawing/2014/main" id="{42AADC65-83E2-4065-A776-713D9CDD4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214630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Line 42">
                <a:extLst>
                  <a:ext uri="{FF2B5EF4-FFF2-40B4-BE49-F238E27FC236}">
                    <a16:creationId xmlns:a16="http://schemas.microsoft.com/office/drawing/2014/main" id="{AE38AC1C-EF41-4514-BC8E-6CADE98C71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162877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Line 43">
                <a:extLst>
                  <a:ext uri="{FF2B5EF4-FFF2-40B4-BE49-F238E27FC236}">
                    <a16:creationId xmlns:a16="http://schemas.microsoft.com/office/drawing/2014/main" id="{B1FB9BB6-3184-4CAF-8431-5EA191C8EA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1109663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Line 44">
                <a:extLst>
                  <a:ext uri="{FF2B5EF4-FFF2-40B4-BE49-F238E27FC236}">
                    <a16:creationId xmlns:a16="http://schemas.microsoft.com/office/drawing/2014/main" id="{748A46F5-05F5-404F-AE24-F339CA3DF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59055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Line 45">
                <a:extLst>
                  <a:ext uri="{FF2B5EF4-FFF2-40B4-BE49-F238E27FC236}">
                    <a16:creationId xmlns:a16="http://schemas.microsoft.com/office/drawing/2014/main" id="{225EAB94-F96F-4DA3-BFB2-DB8DC2D58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266382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6" name="Line 46">
                <a:extLst>
                  <a:ext uri="{FF2B5EF4-FFF2-40B4-BE49-F238E27FC236}">
                    <a16:creationId xmlns:a16="http://schemas.microsoft.com/office/drawing/2014/main" id="{7C8AFD69-9520-4AFA-84AB-CB9A783CAC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214630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7" name="Line 47">
                <a:extLst>
                  <a:ext uri="{FF2B5EF4-FFF2-40B4-BE49-F238E27FC236}">
                    <a16:creationId xmlns:a16="http://schemas.microsoft.com/office/drawing/2014/main" id="{60DC03DC-A12B-4EA3-8090-1FEBB34E0D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162877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8" name="Line 48">
                <a:extLst>
                  <a:ext uri="{FF2B5EF4-FFF2-40B4-BE49-F238E27FC236}">
                    <a16:creationId xmlns:a16="http://schemas.microsoft.com/office/drawing/2014/main" id="{94E5C93D-1DDA-4BD7-A245-6203E0D3BC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1109663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Line 49">
                <a:extLst>
                  <a:ext uri="{FF2B5EF4-FFF2-40B4-BE49-F238E27FC236}">
                    <a16:creationId xmlns:a16="http://schemas.microsoft.com/office/drawing/2014/main" id="{1965FD48-74A8-459E-BF84-0E85ED1492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59055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0" name="Rectangle 50">
                <a:extLst>
                  <a:ext uri="{FF2B5EF4-FFF2-40B4-BE49-F238E27FC236}">
                    <a16:creationId xmlns:a16="http://schemas.microsoft.com/office/drawing/2014/main" id="{FBB43849-5B33-44D9-8BB6-9B259B690C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4663" y="259397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1" name="Rectangle 51">
                <a:extLst>
                  <a:ext uri="{FF2B5EF4-FFF2-40B4-BE49-F238E27FC236}">
                    <a16:creationId xmlns:a16="http://schemas.microsoft.com/office/drawing/2014/main" id="{B0F5086B-2277-4543-8D3C-1AEAE5636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3213" y="2079625"/>
                <a:ext cx="2952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0.05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2" name="Rectangle 52">
                <a:extLst>
                  <a:ext uri="{FF2B5EF4-FFF2-40B4-BE49-F238E27FC236}">
                    <a16:creationId xmlns:a16="http://schemas.microsoft.com/office/drawing/2014/main" id="{C539868E-3F1A-410D-A2E2-FB096A13F6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9888" y="1563688"/>
                <a:ext cx="2286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0.1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3" name="Rectangle 53">
                <a:extLst>
                  <a:ext uri="{FF2B5EF4-FFF2-40B4-BE49-F238E27FC236}">
                    <a16:creationId xmlns:a16="http://schemas.microsoft.com/office/drawing/2014/main" id="{386509EC-005B-4228-A0B6-ACB70331F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3213" y="1039813"/>
                <a:ext cx="2952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0.15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4" name="Rectangle 54">
                <a:extLst>
                  <a:ext uri="{FF2B5EF4-FFF2-40B4-BE49-F238E27FC236}">
                    <a16:creationId xmlns:a16="http://schemas.microsoft.com/office/drawing/2014/main" id="{90FA65DE-819B-4B17-A54B-70C8FE38B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9888" y="525463"/>
                <a:ext cx="2286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5" name="Rectangle 55">
                <a:extLst>
                  <a:ext uri="{FF2B5EF4-FFF2-40B4-BE49-F238E27FC236}">
                    <a16:creationId xmlns:a16="http://schemas.microsoft.com/office/drawing/2014/main" id="{1D5AC03E-7646-4A24-B4CD-73C42E4BD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68425" y="1701800"/>
                <a:ext cx="20002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6" name="Rectangle 56">
                <a:extLst>
                  <a:ext uri="{FF2B5EF4-FFF2-40B4-BE49-F238E27FC236}">
                    <a16:creationId xmlns:a16="http://schemas.microsoft.com/office/drawing/2014/main" id="{8D5571D3-C1F3-4777-9ABF-A88606800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1601788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7" name="Rectangle 57">
                <a:extLst>
                  <a:ext uri="{FF2B5EF4-FFF2-40B4-BE49-F238E27FC236}">
                    <a16:creationId xmlns:a16="http://schemas.microsoft.com/office/drawing/2014/main" id="{5F4DACA2-CC77-4E0A-92F8-620928E29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1525588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8" name="Rectangle 58">
                <a:extLst>
                  <a:ext uri="{FF2B5EF4-FFF2-40B4-BE49-F238E27FC236}">
                    <a16:creationId xmlns:a16="http://schemas.microsoft.com/office/drawing/2014/main" id="{B358AF8C-6A93-4000-842A-43EEF7BA2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1449388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9" name="Freeform 60">
                <a:extLst>
                  <a:ext uri="{FF2B5EF4-FFF2-40B4-BE49-F238E27FC236}">
                    <a16:creationId xmlns:a16="http://schemas.microsoft.com/office/drawing/2014/main" id="{F8A61020-E772-45C1-A255-4B9898842D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79638" y="2701925"/>
                <a:ext cx="120650" cy="119063"/>
              </a:xfrm>
              <a:custGeom>
                <a:avLst/>
                <a:gdLst>
                  <a:gd name="T0" fmla="*/ 101 w 202"/>
                  <a:gd name="T1" fmla="*/ 32 h 202"/>
                  <a:gd name="T2" fmla="*/ 170 w 202"/>
                  <a:gd name="T3" fmla="*/ 101 h 202"/>
                  <a:gd name="T4" fmla="*/ 170 w 202"/>
                  <a:gd name="T5" fmla="*/ 101 h 202"/>
                  <a:gd name="T6" fmla="*/ 101 w 202"/>
                  <a:gd name="T7" fmla="*/ 170 h 202"/>
                  <a:gd name="T8" fmla="*/ 32 w 202"/>
                  <a:gd name="T9" fmla="*/ 101 h 202"/>
                  <a:gd name="T10" fmla="*/ 101 w 202"/>
                  <a:gd name="T11" fmla="*/ 32 h 202"/>
                  <a:gd name="T12" fmla="*/ 101 w 202"/>
                  <a:gd name="T13" fmla="*/ 0 h 202"/>
                  <a:gd name="T14" fmla="*/ 0 w 202"/>
                  <a:gd name="T15" fmla="*/ 101 h 202"/>
                  <a:gd name="T16" fmla="*/ 101 w 202"/>
                  <a:gd name="T17" fmla="*/ 202 h 202"/>
                  <a:gd name="T18" fmla="*/ 202 w 202"/>
                  <a:gd name="T19" fmla="*/ 101 h 202"/>
                  <a:gd name="T20" fmla="*/ 202 w 202"/>
                  <a:gd name="T21" fmla="*/ 101 h 202"/>
                  <a:gd name="T22" fmla="*/ 101 w 202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2">
                    <a:moveTo>
                      <a:pt x="101" y="32"/>
                    </a:moveTo>
                    <a:cubicBezTo>
                      <a:pt x="139" y="32"/>
                      <a:pt x="170" y="63"/>
                      <a:pt x="170" y="101"/>
                    </a:cubicBezTo>
                    <a:lnTo>
                      <a:pt x="170" y="101"/>
                    </a:lnTo>
                    <a:cubicBezTo>
                      <a:pt x="170" y="139"/>
                      <a:pt x="139" y="170"/>
                      <a:pt x="101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2"/>
                      <a:pt x="101" y="202"/>
                    </a:cubicBezTo>
                    <a:cubicBezTo>
                      <a:pt x="157" y="202"/>
                      <a:pt x="202" y="157"/>
                      <a:pt x="202" y="101"/>
                    </a:cubicBezTo>
                    <a:lnTo>
                      <a:pt x="202" y="101"/>
                    </a:lnTo>
                    <a:cubicBezTo>
                      <a:pt x="202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0" name="Freeform 61">
                <a:extLst>
                  <a:ext uri="{FF2B5EF4-FFF2-40B4-BE49-F238E27FC236}">
                    <a16:creationId xmlns:a16="http://schemas.microsoft.com/office/drawing/2014/main" id="{4A3E44FF-4879-4BDB-A026-886117414A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3475" y="2398713"/>
                <a:ext cx="120650" cy="120650"/>
              </a:xfrm>
              <a:custGeom>
                <a:avLst/>
                <a:gdLst>
                  <a:gd name="T0" fmla="*/ 102 w 203"/>
                  <a:gd name="T1" fmla="*/ 32 h 202"/>
                  <a:gd name="T2" fmla="*/ 171 w 203"/>
                  <a:gd name="T3" fmla="*/ 101 h 202"/>
                  <a:gd name="T4" fmla="*/ 171 w 203"/>
                  <a:gd name="T5" fmla="*/ 101 h 202"/>
                  <a:gd name="T6" fmla="*/ 102 w 203"/>
                  <a:gd name="T7" fmla="*/ 170 h 202"/>
                  <a:gd name="T8" fmla="*/ 32 w 203"/>
                  <a:gd name="T9" fmla="*/ 101 h 202"/>
                  <a:gd name="T10" fmla="*/ 102 w 203"/>
                  <a:gd name="T11" fmla="*/ 32 h 202"/>
                  <a:gd name="T12" fmla="*/ 102 w 203"/>
                  <a:gd name="T13" fmla="*/ 0 h 202"/>
                  <a:gd name="T14" fmla="*/ 0 w 203"/>
                  <a:gd name="T15" fmla="*/ 101 h 202"/>
                  <a:gd name="T16" fmla="*/ 102 w 203"/>
                  <a:gd name="T17" fmla="*/ 202 h 202"/>
                  <a:gd name="T18" fmla="*/ 203 w 203"/>
                  <a:gd name="T19" fmla="*/ 101 h 202"/>
                  <a:gd name="T20" fmla="*/ 203 w 203"/>
                  <a:gd name="T21" fmla="*/ 101 h 202"/>
                  <a:gd name="T22" fmla="*/ 102 w 203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2">
                    <a:moveTo>
                      <a:pt x="102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39"/>
                      <a:pt x="140" y="170"/>
                      <a:pt x="102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5"/>
                      <a:pt x="0" y="101"/>
                    </a:cubicBezTo>
                    <a:cubicBezTo>
                      <a:pt x="0" y="157"/>
                      <a:pt x="46" y="202"/>
                      <a:pt x="102" y="202"/>
                    </a:cubicBezTo>
                    <a:cubicBezTo>
                      <a:pt x="158" y="202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Freeform 62">
                <a:extLst>
                  <a:ext uri="{FF2B5EF4-FFF2-40B4-BE49-F238E27FC236}">
                    <a16:creationId xmlns:a16="http://schemas.microsoft.com/office/drawing/2014/main" id="{38E55120-F594-4CCE-B67B-81C468A22C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24175" y="1954213"/>
                <a:ext cx="120650" cy="120650"/>
              </a:xfrm>
              <a:custGeom>
                <a:avLst/>
                <a:gdLst>
                  <a:gd name="T0" fmla="*/ 101 w 202"/>
                  <a:gd name="T1" fmla="*/ 32 h 202"/>
                  <a:gd name="T2" fmla="*/ 170 w 202"/>
                  <a:gd name="T3" fmla="*/ 101 h 202"/>
                  <a:gd name="T4" fmla="*/ 170 w 202"/>
                  <a:gd name="T5" fmla="*/ 101 h 202"/>
                  <a:gd name="T6" fmla="*/ 101 w 202"/>
                  <a:gd name="T7" fmla="*/ 170 h 202"/>
                  <a:gd name="T8" fmla="*/ 32 w 202"/>
                  <a:gd name="T9" fmla="*/ 101 h 202"/>
                  <a:gd name="T10" fmla="*/ 101 w 202"/>
                  <a:gd name="T11" fmla="*/ 32 h 202"/>
                  <a:gd name="T12" fmla="*/ 101 w 202"/>
                  <a:gd name="T13" fmla="*/ 0 h 202"/>
                  <a:gd name="T14" fmla="*/ 0 w 202"/>
                  <a:gd name="T15" fmla="*/ 101 h 202"/>
                  <a:gd name="T16" fmla="*/ 101 w 202"/>
                  <a:gd name="T17" fmla="*/ 202 h 202"/>
                  <a:gd name="T18" fmla="*/ 202 w 202"/>
                  <a:gd name="T19" fmla="*/ 101 h 202"/>
                  <a:gd name="T20" fmla="*/ 202 w 202"/>
                  <a:gd name="T21" fmla="*/ 101 h 202"/>
                  <a:gd name="T22" fmla="*/ 101 w 202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2">
                    <a:moveTo>
                      <a:pt x="101" y="32"/>
                    </a:moveTo>
                    <a:cubicBezTo>
                      <a:pt x="139" y="32"/>
                      <a:pt x="170" y="63"/>
                      <a:pt x="170" y="101"/>
                    </a:cubicBezTo>
                    <a:lnTo>
                      <a:pt x="170" y="101"/>
                    </a:lnTo>
                    <a:cubicBezTo>
                      <a:pt x="170" y="139"/>
                      <a:pt x="139" y="170"/>
                      <a:pt x="101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2"/>
                      <a:pt x="101" y="202"/>
                    </a:cubicBezTo>
                    <a:cubicBezTo>
                      <a:pt x="157" y="202"/>
                      <a:pt x="202" y="157"/>
                      <a:pt x="202" y="101"/>
                    </a:cubicBezTo>
                    <a:lnTo>
                      <a:pt x="202" y="101"/>
                    </a:lnTo>
                    <a:cubicBezTo>
                      <a:pt x="202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Freeform 63">
                <a:extLst>
                  <a:ext uri="{FF2B5EF4-FFF2-40B4-BE49-F238E27FC236}">
                    <a16:creationId xmlns:a16="http://schemas.microsoft.com/office/drawing/2014/main" id="{BA06D4AB-25EB-49D5-BCDF-C9B7B5D961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48013" y="2000250"/>
                <a:ext cx="120650" cy="120650"/>
              </a:xfrm>
              <a:custGeom>
                <a:avLst/>
                <a:gdLst>
                  <a:gd name="T0" fmla="*/ 102 w 203"/>
                  <a:gd name="T1" fmla="*/ 32 h 203"/>
                  <a:gd name="T2" fmla="*/ 171 w 203"/>
                  <a:gd name="T3" fmla="*/ 101 h 203"/>
                  <a:gd name="T4" fmla="*/ 171 w 203"/>
                  <a:gd name="T5" fmla="*/ 101 h 203"/>
                  <a:gd name="T6" fmla="*/ 102 w 203"/>
                  <a:gd name="T7" fmla="*/ 171 h 203"/>
                  <a:gd name="T8" fmla="*/ 32 w 203"/>
                  <a:gd name="T9" fmla="*/ 101 h 203"/>
                  <a:gd name="T10" fmla="*/ 102 w 203"/>
                  <a:gd name="T11" fmla="*/ 32 h 203"/>
                  <a:gd name="T12" fmla="*/ 102 w 203"/>
                  <a:gd name="T13" fmla="*/ 0 h 203"/>
                  <a:gd name="T14" fmla="*/ 0 w 203"/>
                  <a:gd name="T15" fmla="*/ 101 h 203"/>
                  <a:gd name="T16" fmla="*/ 102 w 203"/>
                  <a:gd name="T17" fmla="*/ 203 h 203"/>
                  <a:gd name="T18" fmla="*/ 203 w 203"/>
                  <a:gd name="T19" fmla="*/ 101 h 203"/>
                  <a:gd name="T20" fmla="*/ 203 w 203"/>
                  <a:gd name="T21" fmla="*/ 101 h 203"/>
                  <a:gd name="T22" fmla="*/ 102 w 203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3">
                    <a:moveTo>
                      <a:pt x="102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40"/>
                      <a:pt x="140" y="171"/>
                      <a:pt x="102" y="171"/>
                    </a:cubicBezTo>
                    <a:cubicBezTo>
                      <a:pt x="63" y="171"/>
                      <a:pt x="32" y="140"/>
                      <a:pt x="32" y="101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5"/>
                      <a:pt x="0" y="101"/>
                    </a:cubicBezTo>
                    <a:cubicBezTo>
                      <a:pt x="0" y="157"/>
                      <a:pt x="46" y="203"/>
                      <a:pt x="102" y="203"/>
                    </a:cubicBezTo>
                    <a:cubicBezTo>
                      <a:pt x="158" y="203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64">
                <a:extLst>
                  <a:ext uri="{FF2B5EF4-FFF2-40B4-BE49-F238E27FC236}">
                    <a16:creationId xmlns:a16="http://schemas.microsoft.com/office/drawing/2014/main" id="{20A4D228-6715-42C8-8D71-029EAEA8B6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16350" y="2627313"/>
                <a:ext cx="122238" cy="120650"/>
              </a:xfrm>
              <a:custGeom>
                <a:avLst/>
                <a:gdLst>
                  <a:gd name="T0" fmla="*/ 102 w 203"/>
                  <a:gd name="T1" fmla="*/ 32 h 203"/>
                  <a:gd name="T2" fmla="*/ 171 w 203"/>
                  <a:gd name="T3" fmla="*/ 101 h 203"/>
                  <a:gd name="T4" fmla="*/ 171 w 203"/>
                  <a:gd name="T5" fmla="*/ 101 h 203"/>
                  <a:gd name="T6" fmla="*/ 102 w 203"/>
                  <a:gd name="T7" fmla="*/ 171 h 203"/>
                  <a:gd name="T8" fmla="*/ 32 w 203"/>
                  <a:gd name="T9" fmla="*/ 101 h 203"/>
                  <a:gd name="T10" fmla="*/ 102 w 203"/>
                  <a:gd name="T11" fmla="*/ 32 h 203"/>
                  <a:gd name="T12" fmla="*/ 102 w 203"/>
                  <a:gd name="T13" fmla="*/ 0 h 203"/>
                  <a:gd name="T14" fmla="*/ 0 w 203"/>
                  <a:gd name="T15" fmla="*/ 101 h 203"/>
                  <a:gd name="T16" fmla="*/ 102 w 203"/>
                  <a:gd name="T17" fmla="*/ 203 h 203"/>
                  <a:gd name="T18" fmla="*/ 203 w 203"/>
                  <a:gd name="T19" fmla="*/ 101 h 203"/>
                  <a:gd name="T20" fmla="*/ 203 w 203"/>
                  <a:gd name="T21" fmla="*/ 101 h 203"/>
                  <a:gd name="T22" fmla="*/ 102 w 203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3">
                    <a:moveTo>
                      <a:pt x="102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40"/>
                      <a:pt x="140" y="171"/>
                      <a:pt x="102" y="171"/>
                    </a:cubicBezTo>
                    <a:cubicBezTo>
                      <a:pt x="63" y="171"/>
                      <a:pt x="32" y="140"/>
                      <a:pt x="32" y="101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5"/>
                      <a:pt x="0" y="101"/>
                    </a:cubicBezTo>
                    <a:cubicBezTo>
                      <a:pt x="0" y="157"/>
                      <a:pt x="46" y="203"/>
                      <a:pt x="102" y="203"/>
                    </a:cubicBezTo>
                    <a:cubicBezTo>
                      <a:pt x="158" y="203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Freeform 65">
                <a:extLst>
                  <a:ext uri="{FF2B5EF4-FFF2-40B4-BE49-F238E27FC236}">
                    <a16:creationId xmlns:a16="http://schemas.microsoft.com/office/drawing/2014/main" id="{6D9787DC-96BD-46AA-85B7-E97EDBED8C6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40188" y="2622550"/>
                <a:ext cx="120650" cy="122238"/>
              </a:xfrm>
              <a:custGeom>
                <a:avLst/>
                <a:gdLst>
                  <a:gd name="T0" fmla="*/ 101 w 203"/>
                  <a:gd name="T1" fmla="*/ 32 h 203"/>
                  <a:gd name="T2" fmla="*/ 171 w 203"/>
                  <a:gd name="T3" fmla="*/ 102 h 203"/>
                  <a:gd name="T4" fmla="*/ 171 w 203"/>
                  <a:gd name="T5" fmla="*/ 102 h 203"/>
                  <a:gd name="T6" fmla="*/ 101 w 203"/>
                  <a:gd name="T7" fmla="*/ 171 h 203"/>
                  <a:gd name="T8" fmla="*/ 32 w 203"/>
                  <a:gd name="T9" fmla="*/ 102 h 203"/>
                  <a:gd name="T10" fmla="*/ 101 w 203"/>
                  <a:gd name="T11" fmla="*/ 32 h 203"/>
                  <a:gd name="T12" fmla="*/ 101 w 203"/>
                  <a:gd name="T13" fmla="*/ 0 h 203"/>
                  <a:gd name="T14" fmla="*/ 0 w 203"/>
                  <a:gd name="T15" fmla="*/ 102 h 203"/>
                  <a:gd name="T16" fmla="*/ 101 w 203"/>
                  <a:gd name="T17" fmla="*/ 203 h 203"/>
                  <a:gd name="T18" fmla="*/ 203 w 203"/>
                  <a:gd name="T19" fmla="*/ 102 h 203"/>
                  <a:gd name="T20" fmla="*/ 203 w 203"/>
                  <a:gd name="T21" fmla="*/ 102 h 203"/>
                  <a:gd name="T22" fmla="*/ 101 w 203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3">
                    <a:moveTo>
                      <a:pt x="101" y="32"/>
                    </a:moveTo>
                    <a:cubicBezTo>
                      <a:pt x="140" y="32"/>
                      <a:pt x="171" y="63"/>
                      <a:pt x="171" y="102"/>
                    </a:cubicBezTo>
                    <a:lnTo>
                      <a:pt x="171" y="102"/>
                    </a:lnTo>
                    <a:cubicBezTo>
                      <a:pt x="171" y="140"/>
                      <a:pt x="140" y="171"/>
                      <a:pt x="101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6"/>
                      <a:pt x="0" y="102"/>
                    </a:cubicBezTo>
                    <a:cubicBezTo>
                      <a:pt x="0" y="158"/>
                      <a:pt x="45" y="203"/>
                      <a:pt x="101" y="203"/>
                    </a:cubicBezTo>
                    <a:cubicBezTo>
                      <a:pt x="157" y="203"/>
                      <a:pt x="203" y="158"/>
                      <a:pt x="203" y="102"/>
                    </a:cubicBezTo>
                    <a:lnTo>
                      <a:pt x="203" y="102"/>
                    </a:lnTo>
                    <a:cubicBezTo>
                      <a:pt x="203" y="46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Freeform 66">
                <a:extLst>
                  <a:ext uri="{FF2B5EF4-FFF2-40B4-BE49-F238E27FC236}">
                    <a16:creationId xmlns:a16="http://schemas.microsoft.com/office/drawing/2014/main" id="{FE3ACC8C-9C40-4DA6-A5AE-5BFA69ED9D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64025" y="2622550"/>
                <a:ext cx="120650" cy="120650"/>
              </a:xfrm>
              <a:custGeom>
                <a:avLst/>
                <a:gdLst>
                  <a:gd name="T0" fmla="*/ 101 w 202"/>
                  <a:gd name="T1" fmla="*/ 32 h 203"/>
                  <a:gd name="T2" fmla="*/ 170 w 202"/>
                  <a:gd name="T3" fmla="*/ 101 h 203"/>
                  <a:gd name="T4" fmla="*/ 170 w 202"/>
                  <a:gd name="T5" fmla="*/ 101 h 203"/>
                  <a:gd name="T6" fmla="*/ 101 w 202"/>
                  <a:gd name="T7" fmla="*/ 171 h 203"/>
                  <a:gd name="T8" fmla="*/ 32 w 202"/>
                  <a:gd name="T9" fmla="*/ 101 h 203"/>
                  <a:gd name="T10" fmla="*/ 101 w 202"/>
                  <a:gd name="T11" fmla="*/ 32 h 203"/>
                  <a:gd name="T12" fmla="*/ 101 w 202"/>
                  <a:gd name="T13" fmla="*/ 0 h 203"/>
                  <a:gd name="T14" fmla="*/ 0 w 202"/>
                  <a:gd name="T15" fmla="*/ 101 h 203"/>
                  <a:gd name="T16" fmla="*/ 101 w 202"/>
                  <a:gd name="T17" fmla="*/ 203 h 203"/>
                  <a:gd name="T18" fmla="*/ 202 w 202"/>
                  <a:gd name="T19" fmla="*/ 101 h 203"/>
                  <a:gd name="T20" fmla="*/ 202 w 202"/>
                  <a:gd name="T21" fmla="*/ 101 h 203"/>
                  <a:gd name="T22" fmla="*/ 101 w 202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3">
                    <a:moveTo>
                      <a:pt x="101" y="32"/>
                    </a:moveTo>
                    <a:cubicBezTo>
                      <a:pt x="139" y="32"/>
                      <a:pt x="170" y="63"/>
                      <a:pt x="170" y="101"/>
                    </a:cubicBezTo>
                    <a:lnTo>
                      <a:pt x="170" y="101"/>
                    </a:lnTo>
                    <a:cubicBezTo>
                      <a:pt x="170" y="140"/>
                      <a:pt x="139" y="171"/>
                      <a:pt x="101" y="171"/>
                    </a:cubicBezTo>
                    <a:cubicBezTo>
                      <a:pt x="63" y="171"/>
                      <a:pt x="32" y="140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3"/>
                      <a:pt x="101" y="203"/>
                    </a:cubicBezTo>
                    <a:cubicBezTo>
                      <a:pt x="157" y="203"/>
                      <a:pt x="202" y="157"/>
                      <a:pt x="202" y="101"/>
                    </a:cubicBezTo>
                    <a:lnTo>
                      <a:pt x="202" y="101"/>
                    </a:lnTo>
                    <a:cubicBezTo>
                      <a:pt x="202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6" name="Freeform 67">
                <a:extLst>
                  <a:ext uri="{FF2B5EF4-FFF2-40B4-BE49-F238E27FC236}">
                    <a16:creationId xmlns:a16="http://schemas.microsoft.com/office/drawing/2014/main" id="{E2F8D7C5-38B6-4505-B5D8-1652CE9891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86275" y="2614613"/>
                <a:ext cx="122238" cy="120650"/>
              </a:xfrm>
              <a:custGeom>
                <a:avLst/>
                <a:gdLst>
                  <a:gd name="T0" fmla="*/ 102 w 203"/>
                  <a:gd name="T1" fmla="*/ 32 h 202"/>
                  <a:gd name="T2" fmla="*/ 171 w 203"/>
                  <a:gd name="T3" fmla="*/ 101 h 202"/>
                  <a:gd name="T4" fmla="*/ 171 w 203"/>
                  <a:gd name="T5" fmla="*/ 101 h 202"/>
                  <a:gd name="T6" fmla="*/ 102 w 203"/>
                  <a:gd name="T7" fmla="*/ 170 h 202"/>
                  <a:gd name="T8" fmla="*/ 32 w 203"/>
                  <a:gd name="T9" fmla="*/ 101 h 202"/>
                  <a:gd name="T10" fmla="*/ 102 w 203"/>
                  <a:gd name="T11" fmla="*/ 32 h 202"/>
                  <a:gd name="T12" fmla="*/ 102 w 203"/>
                  <a:gd name="T13" fmla="*/ 0 h 202"/>
                  <a:gd name="T14" fmla="*/ 0 w 203"/>
                  <a:gd name="T15" fmla="*/ 101 h 202"/>
                  <a:gd name="T16" fmla="*/ 102 w 203"/>
                  <a:gd name="T17" fmla="*/ 202 h 202"/>
                  <a:gd name="T18" fmla="*/ 203 w 203"/>
                  <a:gd name="T19" fmla="*/ 101 h 202"/>
                  <a:gd name="T20" fmla="*/ 203 w 203"/>
                  <a:gd name="T21" fmla="*/ 101 h 202"/>
                  <a:gd name="T22" fmla="*/ 102 w 203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2">
                    <a:moveTo>
                      <a:pt x="102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39"/>
                      <a:pt x="140" y="170"/>
                      <a:pt x="102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5"/>
                      <a:pt x="0" y="101"/>
                    </a:cubicBezTo>
                    <a:cubicBezTo>
                      <a:pt x="0" y="157"/>
                      <a:pt x="46" y="202"/>
                      <a:pt x="102" y="202"/>
                    </a:cubicBezTo>
                    <a:cubicBezTo>
                      <a:pt x="158" y="202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7" name="Freeform 68">
                <a:extLst>
                  <a:ext uri="{FF2B5EF4-FFF2-40B4-BE49-F238E27FC236}">
                    <a16:creationId xmlns:a16="http://schemas.microsoft.com/office/drawing/2014/main" id="{73FD75A1-AA36-48FE-8E7F-3400A09A2A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68913" y="1568450"/>
                <a:ext cx="120650" cy="120650"/>
              </a:xfrm>
              <a:custGeom>
                <a:avLst/>
                <a:gdLst>
                  <a:gd name="T0" fmla="*/ 101 w 202"/>
                  <a:gd name="T1" fmla="*/ 32 h 203"/>
                  <a:gd name="T2" fmla="*/ 170 w 202"/>
                  <a:gd name="T3" fmla="*/ 102 h 203"/>
                  <a:gd name="T4" fmla="*/ 170 w 202"/>
                  <a:gd name="T5" fmla="*/ 102 h 203"/>
                  <a:gd name="T6" fmla="*/ 101 w 202"/>
                  <a:gd name="T7" fmla="*/ 171 h 203"/>
                  <a:gd name="T8" fmla="*/ 32 w 202"/>
                  <a:gd name="T9" fmla="*/ 102 h 203"/>
                  <a:gd name="T10" fmla="*/ 101 w 202"/>
                  <a:gd name="T11" fmla="*/ 32 h 203"/>
                  <a:gd name="T12" fmla="*/ 101 w 202"/>
                  <a:gd name="T13" fmla="*/ 0 h 203"/>
                  <a:gd name="T14" fmla="*/ 0 w 202"/>
                  <a:gd name="T15" fmla="*/ 102 h 203"/>
                  <a:gd name="T16" fmla="*/ 101 w 202"/>
                  <a:gd name="T17" fmla="*/ 203 h 203"/>
                  <a:gd name="T18" fmla="*/ 202 w 202"/>
                  <a:gd name="T19" fmla="*/ 102 h 203"/>
                  <a:gd name="T20" fmla="*/ 202 w 202"/>
                  <a:gd name="T21" fmla="*/ 102 h 203"/>
                  <a:gd name="T22" fmla="*/ 101 w 202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3">
                    <a:moveTo>
                      <a:pt x="101" y="32"/>
                    </a:moveTo>
                    <a:cubicBezTo>
                      <a:pt x="139" y="32"/>
                      <a:pt x="170" y="63"/>
                      <a:pt x="170" y="102"/>
                    </a:cubicBezTo>
                    <a:lnTo>
                      <a:pt x="170" y="102"/>
                    </a:lnTo>
                    <a:cubicBezTo>
                      <a:pt x="170" y="140"/>
                      <a:pt x="139" y="171"/>
                      <a:pt x="101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6"/>
                      <a:pt x="0" y="102"/>
                    </a:cubicBezTo>
                    <a:cubicBezTo>
                      <a:pt x="0" y="158"/>
                      <a:pt x="45" y="203"/>
                      <a:pt x="101" y="203"/>
                    </a:cubicBezTo>
                    <a:cubicBezTo>
                      <a:pt x="157" y="203"/>
                      <a:pt x="202" y="158"/>
                      <a:pt x="202" y="102"/>
                    </a:cubicBezTo>
                    <a:lnTo>
                      <a:pt x="202" y="102"/>
                    </a:lnTo>
                    <a:cubicBezTo>
                      <a:pt x="202" y="46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Freeform 69">
                <a:extLst>
                  <a:ext uri="{FF2B5EF4-FFF2-40B4-BE49-F238E27FC236}">
                    <a16:creationId xmlns:a16="http://schemas.microsoft.com/office/drawing/2014/main" id="{78758FAC-B08E-4831-833C-03BEA886B1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68488" y="2660650"/>
                <a:ext cx="3832225" cy="6350"/>
              </a:xfrm>
              <a:custGeom>
                <a:avLst/>
                <a:gdLst>
                  <a:gd name="T0" fmla="*/ 156 w 2414"/>
                  <a:gd name="T1" fmla="*/ 0 h 4"/>
                  <a:gd name="T2" fmla="*/ 192 w 2414"/>
                  <a:gd name="T3" fmla="*/ 4 h 4"/>
                  <a:gd name="T4" fmla="*/ 192 w 2414"/>
                  <a:gd name="T5" fmla="*/ 0 h 4"/>
                  <a:gd name="T6" fmla="*/ 348 w 2414"/>
                  <a:gd name="T7" fmla="*/ 4 h 4"/>
                  <a:gd name="T8" fmla="*/ 288 w 2414"/>
                  <a:gd name="T9" fmla="*/ 4 h 4"/>
                  <a:gd name="T10" fmla="*/ 444 w 2414"/>
                  <a:gd name="T11" fmla="*/ 0 h 4"/>
                  <a:gd name="T12" fmla="*/ 480 w 2414"/>
                  <a:gd name="T13" fmla="*/ 4 h 4"/>
                  <a:gd name="T14" fmla="*/ 480 w 2414"/>
                  <a:gd name="T15" fmla="*/ 0 h 4"/>
                  <a:gd name="T16" fmla="*/ 636 w 2414"/>
                  <a:gd name="T17" fmla="*/ 4 h 4"/>
                  <a:gd name="T18" fmla="*/ 576 w 2414"/>
                  <a:gd name="T19" fmla="*/ 4 h 4"/>
                  <a:gd name="T20" fmla="*/ 732 w 2414"/>
                  <a:gd name="T21" fmla="*/ 0 h 4"/>
                  <a:gd name="T22" fmla="*/ 768 w 2414"/>
                  <a:gd name="T23" fmla="*/ 4 h 4"/>
                  <a:gd name="T24" fmla="*/ 768 w 2414"/>
                  <a:gd name="T25" fmla="*/ 0 h 4"/>
                  <a:gd name="T26" fmla="*/ 925 w 2414"/>
                  <a:gd name="T27" fmla="*/ 4 h 4"/>
                  <a:gd name="T28" fmla="*/ 865 w 2414"/>
                  <a:gd name="T29" fmla="*/ 4 h 4"/>
                  <a:gd name="T30" fmla="*/ 1021 w 2414"/>
                  <a:gd name="T31" fmla="*/ 0 h 4"/>
                  <a:gd name="T32" fmla="*/ 1057 w 2414"/>
                  <a:gd name="T33" fmla="*/ 4 h 4"/>
                  <a:gd name="T34" fmla="*/ 1057 w 2414"/>
                  <a:gd name="T35" fmla="*/ 0 h 4"/>
                  <a:gd name="T36" fmla="*/ 1213 w 2414"/>
                  <a:gd name="T37" fmla="*/ 4 h 4"/>
                  <a:gd name="T38" fmla="*/ 1153 w 2414"/>
                  <a:gd name="T39" fmla="*/ 4 h 4"/>
                  <a:gd name="T40" fmla="*/ 1309 w 2414"/>
                  <a:gd name="T41" fmla="*/ 0 h 4"/>
                  <a:gd name="T42" fmla="*/ 1345 w 2414"/>
                  <a:gd name="T43" fmla="*/ 4 h 4"/>
                  <a:gd name="T44" fmla="*/ 1345 w 2414"/>
                  <a:gd name="T45" fmla="*/ 0 h 4"/>
                  <a:gd name="T46" fmla="*/ 1501 w 2414"/>
                  <a:gd name="T47" fmla="*/ 4 h 4"/>
                  <a:gd name="T48" fmla="*/ 1441 w 2414"/>
                  <a:gd name="T49" fmla="*/ 4 h 4"/>
                  <a:gd name="T50" fmla="*/ 1597 w 2414"/>
                  <a:gd name="T51" fmla="*/ 0 h 4"/>
                  <a:gd name="T52" fmla="*/ 1633 w 2414"/>
                  <a:gd name="T53" fmla="*/ 4 h 4"/>
                  <a:gd name="T54" fmla="*/ 1633 w 2414"/>
                  <a:gd name="T55" fmla="*/ 0 h 4"/>
                  <a:gd name="T56" fmla="*/ 1789 w 2414"/>
                  <a:gd name="T57" fmla="*/ 4 h 4"/>
                  <a:gd name="T58" fmla="*/ 1729 w 2414"/>
                  <a:gd name="T59" fmla="*/ 4 h 4"/>
                  <a:gd name="T60" fmla="*/ 1885 w 2414"/>
                  <a:gd name="T61" fmla="*/ 0 h 4"/>
                  <a:gd name="T62" fmla="*/ 1921 w 2414"/>
                  <a:gd name="T63" fmla="*/ 4 h 4"/>
                  <a:gd name="T64" fmla="*/ 1921 w 2414"/>
                  <a:gd name="T65" fmla="*/ 0 h 4"/>
                  <a:gd name="T66" fmla="*/ 2078 w 2414"/>
                  <a:gd name="T67" fmla="*/ 4 h 4"/>
                  <a:gd name="T68" fmla="*/ 2017 w 2414"/>
                  <a:gd name="T69" fmla="*/ 4 h 4"/>
                  <a:gd name="T70" fmla="*/ 2174 w 2414"/>
                  <a:gd name="T71" fmla="*/ 0 h 4"/>
                  <a:gd name="T72" fmla="*/ 2210 w 2414"/>
                  <a:gd name="T73" fmla="*/ 4 h 4"/>
                  <a:gd name="T74" fmla="*/ 2210 w 2414"/>
                  <a:gd name="T75" fmla="*/ 0 h 4"/>
                  <a:gd name="T76" fmla="*/ 2366 w 2414"/>
                  <a:gd name="T77" fmla="*/ 4 h 4"/>
                  <a:gd name="T78" fmla="*/ 2306 w 2414"/>
                  <a:gd name="T79" fmla="*/ 4 h 4"/>
                  <a:gd name="T80" fmla="*/ 2414 w 2414"/>
                  <a:gd name="T81" fmla="*/ 0 h 4"/>
                  <a:gd name="T82" fmla="*/ 0 w 2414"/>
                  <a:gd name="T83" fmla="*/ 4 h 4"/>
                  <a:gd name="T84" fmla="*/ 0 w 2414"/>
                  <a:gd name="T8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414" h="4">
                    <a:moveTo>
                      <a:pt x="96" y="4"/>
                    </a:moveTo>
                    <a:lnTo>
                      <a:pt x="156" y="4"/>
                    </a:lnTo>
                    <a:lnTo>
                      <a:pt x="156" y="0"/>
                    </a:lnTo>
                    <a:lnTo>
                      <a:pt x="96" y="0"/>
                    </a:lnTo>
                    <a:lnTo>
                      <a:pt x="96" y="4"/>
                    </a:lnTo>
                    <a:close/>
                    <a:moveTo>
                      <a:pt x="192" y="4"/>
                    </a:moveTo>
                    <a:lnTo>
                      <a:pt x="252" y="4"/>
                    </a:lnTo>
                    <a:lnTo>
                      <a:pt x="252" y="0"/>
                    </a:lnTo>
                    <a:lnTo>
                      <a:pt x="192" y="0"/>
                    </a:lnTo>
                    <a:lnTo>
                      <a:pt x="192" y="4"/>
                    </a:lnTo>
                    <a:close/>
                    <a:moveTo>
                      <a:pt x="288" y="4"/>
                    </a:moveTo>
                    <a:lnTo>
                      <a:pt x="348" y="4"/>
                    </a:lnTo>
                    <a:lnTo>
                      <a:pt x="348" y="0"/>
                    </a:lnTo>
                    <a:lnTo>
                      <a:pt x="288" y="0"/>
                    </a:lnTo>
                    <a:lnTo>
                      <a:pt x="288" y="4"/>
                    </a:lnTo>
                    <a:close/>
                    <a:moveTo>
                      <a:pt x="384" y="4"/>
                    </a:moveTo>
                    <a:lnTo>
                      <a:pt x="444" y="4"/>
                    </a:lnTo>
                    <a:lnTo>
                      <a:pt x="444" y="0"/>
                    </a:lnTo>
                    <a:lnTo>
                      <a:pt x="384" y="0"/>
                    </a:lnTo>
                    <a:lnTo>
                      <a:pt x="384" y="4"/>
                    </a:lnTo>
                    <a:close/>
                    <a:moveTo>
                      <a:pt x="480" y="4"/>
                    </a:moveTo>
                    <a:lnTo>
                      <a:pt x="540" y="4"/>
                    </a:lnTo>
                    <a:lnTo>
                      <a:pt x="540" y="0"/>
                    </a:lnTo>
                    <a:lnTo>
                      <a:pt x="480" y="0"/>
                    </a:lnTo>
                    <a:lnTo>
                      <a:pt x="480" y="4"/>
                    </a:lnTo>
                    <a:close/>
                    <a:moveTo>
                      <a:pt x="576" y="4"/>
                    </a:moveTo>
                    <a:lnTo>
                      <a:pt x="636" y="4"/>
                    </a:lnTo>
                    <a:lnTo>
                      <a:pt x="636" y="0"/>
                    </a:lnTo>
                    <a:lnTo>
                      <a:pt x="576" y="0"/>
                    </a:lnTo>
                    <a:lnTo>
                      <a:pt x="576" y="4"/>
                    </a:lnTo>
                    <a:close/>
                    <a:moveTo>
                      <a:pt x="672" y="4"/>
                    </a:moveTo>
                    <a:lnTo>
                      <a:pt x="732" y="4"/>
                    </a:lnTo>
                    <a:lnTo>
                      <a:pt x="732" y="0"/>
                    </a:lnTo>
                    <a:lnTo>
                      <a:pt x="672" y="0"/>
                    </a:lnTo>
                    <a:lnTo>
                      <a:pt x="672" y="4"/>
                    </a:lnTo>
                    <a:close/>
                    <a:moveTo>
                      <a:pt x="768" y="4"/>
                    </a:moveTo>
                    <a:lnTo>
                      <a:pt x="829" y="4"/>
                    </a:lnTo>
                    <a:lnTo>
                      <a:pt x="829" y="0"/>
                    </a:lnTo>
                    <a:lnTo>
                      <a:pt x="768" y="0"/>
                    </a:lnTo>
                    <a:lnTo>
                      <a:pt x="768" y="4"/>
                    </a:lnTo>
                    <a:close/>
                    <a:moveTo>
                      <a:pt x="865" y="4"/>
                    </a:moveTo>
                    <a:lnTo>
                      <a:pt x="925" y="4"/>
                    </a:lnTo>
                    <a:lnTo>
                      <a:pt x="925" y="0"/>
                    </a:lnTo>
                    <a:lnTo>
                      <a:pt x="865" y="0"/>
                    </a:lnTo>
                    <a:lnTo>
                      <a:pt x="865" y="4"/>
                    </a:lnTo>
                    <a:close/>
                    <a:moveTo>
                      <a:pt x="961" y="4"/>
                    </a:moveTo>
                    <a:lnTo>
                      <a:pt x="1021" y="4"/>
                    </a:lnTo>
                    <a:lnTo>
                      <a:pt x="1021" y="0"/>
                    </a:lnTo>
                    <a:lnTo>
                      <a:pt x="961" y="0"/>
                    </a:lnTo>
                    <a:lnTo>
                      <a:pt x="961" y="4"/>
                    </a:lnTo>
                    <a:close/>
                    <a:moveTo>
                      <a:pt x="1057" y="4"/>
                    </a:moveTo>
                    <a:lnTo>
                      <a:pt x="1117" y="4"/>
                    </a:lnTo>
                    <a:lnTo>
                      <a:pt x="1117" y="0"/>
                    </a:lnTo>
                    <a:lnTo>
                      <a:pt x="1057" y="0"/>
                    </a:lnTo>
                    <a:lnTo>
                      <a:pt x="1057" y="4"/>
                    </a:lnTo>
                    <a:close/>
                    <a:moveTo>
                      <a:pt x="1153" y="4"/>
                    </a:moveTo>
                    <a:lnTo>
                      <a:pt x="1213" y="4"/>
                    </a:lnTo>
                    <a:lnTo>
                      <a:pt x="1213" y="0"/>
                    </a:lnTo>
                    <a:lnTo>
                      <a:pt x="1153" y="0"/>
                    </a:lnTo>
                    <a:lnTo>
                      <a:pt x="1153" y="4"/>
                    </a:lnTo>
                    <a:close/>
                    <a:moveTo>
                      <a:pt x="1249" y="4"/>
                    </a:moveTo>
                    <a:lnTo>
                      <a:pt x="1309" y="4"/>
                    </a:lnTo>
                    <a:lnTo>
                      <a:pt x="1309" y="0"/>
                    </a:lnTo>
                    <a:lnTo>
                      <a:pt x="1249" y="0"/>
                    </a:lnTo>
                    <a:lnTo>
                      <a:pt x="1249" y="4"/>
                    </a:lnTo>
                    <a:close/>
                    <a:moveTo>
                      <a:pt x="1345" y="4"/>
                    </a:moveTo>
                    <a:lnTo>
                      <a:pt x="1405" y="4"/>
                    </a:lnTo>
                    <a:lnTo>
                      <a:pt x="1405" y="0"/>
                    </a:lnTo>
                    <a:lnTo>
                      <a:pt x="1345" y="0"/>
                    </a:lnTo>
                    <a:lnTo>
                      <a:pt x="1345" y="4"/>
                    </a:lnTo>
                    <a:close/>
                    <a:moveTo>
                      <a:pt x="1441" y="4"/>
                    </a:moveTo>
                    <a:lnTo>
                      <a:pt x="1501" y="4"/>
                    </a:lnTo>
                    <a:lnTo>
                      <a:pt x="1501" y="0"/>
                    </a:lnTo>
                    <a:lnTo>
                      <a:pt x="1441" y="0"/>
                    </a:lnTo>
                    <a:lnTo>
                      <a:pt x="1441" y="4"/>
                    </a:lnTo>
                    <a:close/>
                    <a:moveTo>
                      <a:pt x="1537" y="4"/>
                    </a:moveTo>
                    <a:lnTo>
                      <a:pt x="1597" y="4"/>
                    </a:lnTo>
                    <a:lnTo>
                      <a:pt x="1597" y="0"/>
                    </a:lnTo>
                    <a:lnTo>
                      <a:pt x="1537" y="0"/>
                    </a:lnTo>
                    <a:lnTo>
                      <a:pt x="1537" y="4"/>
                    </a:lnTo>
                    <a:close/>
                    <a:moveTo>
                      <a:pt x="1633" y="4"/>
                    </a:moveTo>
                    <a:lnTo>
                      <a:pt x="1693" y="4"/>
                    </a:lnTo>
                    <a:lnTo>
                      <a:pt x="1693" y="0"/>
                    </a:lnTo>
                    <a:lnTo>
                      <a:pt x="1633" y="0"/>
                    </a:lnTo>
                    <a:lnTo>
                      <a:pt x="1633" y="4"/>
                    </a:lnTo>
                    <a:close/>
                    <a:moveTo>
                      <a:pt x="1729" y="4"/>
                    </a:moveTo>
                    <a:lnTo>
                      <a:pt x="1789" y="4"/>
                    </a:lnTo>
                    <a:lnTo>
                      <a:pt x="1789" y="0"/>
                    </a:lnTo>
                    <a:lnTo>
                      <a:pt x="1729" y="0"/>
                    </a:lnTo>
                    <a:lnTo>
                      <a:pt x="1729" y="4"/>
                    </a:lnTo>
                    <a:close/>
                    <a:moveTo>
                      <a:pt x="1825" y="4"/>
                    </a:moveTo>
                    <a:lnTo>
                      <a:pt x="1885" y="4"/>
                    </a:lnTo>
                    <a:lnTo>
                      <a:pt x="1885" y="0"/>
                    </a:lnTo>
                    <a:lnTo>
                      <a:pt x="1825" y="0"/>
                    </a:lnTo>
                    <a:lnTo>
                      <a:pt x="1825" y="4"/>
                    </a:lnTo>
                    <a:close/>
                    <a:moveTo>
                      <a:pt x="1921" y="4"/>
                    </a:moveTo>
                    <a:lnTo>
                      <a:pt x="1981" y="4"/>
                    </a:lnTo>
                    <a:lnTo>
                      <a:pt x="1981" y="0"/>
                    </a:lnTo>
                    <a:lnTo>
                      <a:pt x="1921" y="0"/>
                    </a:lnTo>
                    <a:lnTo>
                      <a:pt x="1921" y="4"/>
                    </a:lnTo>
                    <a:close/>
                    <a:moveTo>
                      <a:pt x="2017" y="4"/>
                    </a:moveTo>
                    <a:lnTo>
                      <a:pt x="2078" y="4"/>
                    </a:lnTo>
                    <a:lnTo>
                      <a:pt x="2078" y="0"/>
                    </a:lnTo>
                    <a:lnTo>
                      <a:pt x="2017" y="0"/>
                    </a:lnTo>
                    <a:lnTo>
                      <a:pt x="2017" y="4"/>
                    </a:lnTo>
                    <a:close/>
                    <a:moveTo>
                      <a:pt x="2114" y="4"/>
                    </a:moveTo>
                    <a:lnTo>
                      <a:pt x="2174" y="4"/>
                    </a:lnTo>
                    <a:lnTo>
                      <a:pt x="2174" y="0"/>
                    </a:lnTo>
                    <a:lnTo>
                      <a:pt x="2114" y="0"/>
                    </a:lnTo>
                    <a:lnTo>
                      <a:pt x="2114" y="4"/>
                    </a:lnTo>
                    <a:close/>
                    <a:moveTo>
                      <a:pt x="2210" y="4"/>
                    </a:moveTo>
                    <a:lnTo>
                      <a:pt x="2270" y="4"/>
                    </a:lnTo>
                    <a:lnTo>
                      <a:pt x="2270" y="0"/>
                    </a:lnTo>
                    <a:lnTo>
                      <a:pt x="2210" y="0"/>
                    </a:lnTo>
                    <a:lnTo>
                      <a:pt x="2210" y="4"/>
                    </a:lnTo>
                    <a:close/>
                    <a:moveTo>
                      <a:pt x="2306" y="4"/>
                    </a:moveTo>
                    <a:lnTo>
                      <a:pt x="2366" y="4"/>
                    </a:lnTo>
                    <a:lnTo>
                      <a:pt x="2366" y="0"/>
                    </a:lnTo>
                    <a:lnTo>
                      <a:pt x="2306" y="0"/>
                    </a:lnTo>
                    <a:lnTo>
                      <a:pt x="2306" y="4"/>
                    </a:lnTo>
                    <a:close/>
                    <a:moveTo>
                      <a:pt x="2402" y="4"/>
                    </a:moveTo>
                    <a:lnTo>
                      <a:pt x="2414" y="4"/>
                    </a:lnTo>
                    <a:lnTo>
                      <a:pt x="2414" y="0"/>
                    </a:lnTo>
                    <a:lnTo>
                      <a:pt x="2402" y="0"/>
                    </a:lnTo>
                    <a:lnTo>
                      <a:pt x="2402" y="4"/>
                    </a:lnTo>
                    <a:close/>
                    <a:moveTo>
                      <a:pt x="0" y="4"/>
                    </a:moveTo>
                    <a:lnTo>
                      <a:pt x="60" y="4"/>
                    </a:lnTo>
                    <a:lnTo>
                      <a:pt x="60" y="0"/>
                    </a:lnTo>
                    <a:lnTo>
                      <a:pt x="0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C51099E4-48B4-4BE1-9351-46456DA9D049}"/>
                </a:ext>
              </a:extLst>
            </p:cNvPr>
            <p:cNvGrpSpPr/>
            <p:nvPr/>
          </p:nvGrpSpPr>
          <p:grpSpPr>
            <a:xfrm>
              <a:off x="5843311" y="3757613"/>
              <a:ext cx="4337050" cy="2738437"/>
              <a:chOff x="1363663" y="3757613"/>
              <a:chExt cx="4337050" cy="2738437"/>
            </a:xfrm>
          </p:grpSpPr>
          <p:sp>
            <p:nvSpPr>
              <p:cNvPr id="270" name="Line 71">
                <a:extLst>
                  <a:ext uri="{FF2B5EF4-FFF2-40B4-BE49-F238E27FC236}">
                    <a16:creationId xmlns:a16="http://schemas.microsoft.com/office/drawing/2014/main" id="{3BC754B4-2F71-470E-B1BC-8957CB8C1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6037263"/>
                <a:ext cx="3832225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Line 72">
                <a:extLst>
                  <a:ext uri="{FF2B5EF4-FFF2-40B4-BE49-F238E27FC236}">
                    <a16:creationId xmlns:a16="http://schemas.microsoft.com/office/drawing/2014/main" id="{5FEE32C2-9A1C-46E2-962A-9980DB30D5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3757613"/>
                <a:ext cx="3832225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2" name="Line 73">
                <a:extLst>
                  <a:ext uri="{FF2B5EF4-FFF2-40B4-BE49-F238E27FC236}">
                    <a16:creationId xmlns:a16="http://schemas.microsoft.com/office/drawing/2014/main" id="{68502366-4C69-4D62-AA81-25F4279A75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9963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008D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Line 74">
                <a:extLst>
                  <a:ext uri="{FF2B5EF4-FFF2-40B4-BE49-F238E27FC236}">
                    <a16:creationId xmlns:a16="http://schemas.microsoft.com/office/drawing/2014/main" id="{6DA1153C-1A3F-49BB-ACB4-293F851DD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3800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008D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Line 75">
                <a:extLst>
                  <a:ext uri="{FF2B5EF4-FFF2-40B4-BE49-F238E27FC236}">
                    <a16:creationId xmlns:a16="http://schemas.microsoft.com/office/drawing/2014/main" id="{EE476723-CB44-4729-A0FC-1D5A89F5F4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4500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008D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5" name="Line 76">
                <a:extLst>
                  <a:ext uri="{FF2B5EF4-FFF2-40B4-BE49-F238E27FC236}">
                    <a16:creationId xmlns:a16="http://schemas.microsoft.com/office/drawing/2014/main" id="{457C3288-25CB-4F4F-B716-D197C520F1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08338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008D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Line 77">
                <a:extLst>
                  <a:ext uri="{FF2B5EF4-FFF2-40B4-BE49-F238E27FC236}">
                    <a16:creationId xmlns:a16="http://schemas.microsoft.com/office/drawing/2014/main" id="{5885B178-82A4-43CF-9F6F-CB083A3DE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8263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008D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7" name="Line 78">
                <a:extLst>
                  <a:ext uri="{FF2B5EF4-FFF2-40B4-BE49-F238E27FC236}">
                    <a16:creationId xmlns:a16="http://schemas.microsoft.com/office/drawing/2014/main" id="{013114A7-0C9A-4CB8-B7F0-7E71250FD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00513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008D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8" name="Line 79">
                <a:extLst>
                  <a:ext uri="{FF2B5EF4-FFF2-40B4-BE49-F238E27FC236}">
                    <a16:creationId xmlns:a16="http://schemas.microsoft.com/office/drawing/2014/main" id="{F9D05B67-1977-4B71-82CD-DB3186528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4350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008D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9" name="Line 80">
                <a:extLst>
                  <a:ext uri="{FF2B5EF4-FFF2-40B4-BE49-F238E27FC236}">
                    <a16:creationId xmlns:a16="http://schemas.microsoft.com/office/drawing/2014/main" id="{C8BD239E-D42F-47FB-9262-8C1AD89CC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48188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008D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0" name="Line 81">
                <a:extLst>
                  <a:ext uri="{FF2B5EF4-FFF2-40B4-BE49-F238E27FC236}">
                    <a16:creationId xmlns:a16="http://schemas.microsoft.com/office/drawing/2014/main" id="{282B0C16-6602-46B8-BD49-89701C436C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29238" y="5999163"/>
                <a:ext cx="0" cy="38100"/>
              </a:xfrm>
              <a:prstGeom prst="line">
                <a:avLst/>
              </a:prstGeom>
              <a:noFill/>
              <a:ln w="6350" cap="flat">
                <a:solidFill>
                  <a:srgbClr val="008D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1" name="Line 82">
                <a:extLst>
                  <a:ext uri="{FF2B5EF4-FFF2-40B4-BE49-F238E27FC236}">
                    <a16:creationId xmlns:a16="http://schemas.microsoft.com/office/drawing/2014/main" id="{9F1BD238-8170-4A6A-8C26-A639DCC04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9963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2" name="Line 83">
                <a:extLst>
                  <a:ext uri="{FF2B5EF4-FFF2-40B4-BE49-F238E27FC236}">
                    <a16:creationId xmlns:a16="http://schemas.microsoft.com/office/drawing/2014/main" id="{28C437A4-28F1-46C9-85BF-CACCF523C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3800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3" name="Line 84">
                <a:extLst>
                  <a:ext uri="{FF2B5EF4-FFF2-40B4-BE49-F238E27FC236}">
                    <a16:creationId xmlns:a16="http://schemas.microsoft.com/office/drawing/2014/main" id="{AA8EEF91-1391-454D-A051-D91EDB7C87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4500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4" name="Line 85">
                <a:extLst>
                  <a:ext uri="{FF2B5EF4-FFF2-40B4-BE49-F238E27FC236}">
                    <a16:creationId xmlns:a16="http://schemas.microsoft.com/office/drawing/2014/main" id="{6AA8A7C1-3281-43AC-8951-1A48D8BAA1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8338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5" name="Line 86">
                <a:extLst>
                  <a:ext uri="{FF2B5EF4-FFF2-40B4-BE49-F238E27FC236}">
                    <a16:creationId xmlns:a16="http://schemas.microsoft.com/office/drawing/2014/main" id="{C2E31594-B211-4615-A2D3-C8E4C8D832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263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" name="Line 87">
                <a:extLst>
                  <a:ext uri="{FF2B5EF4-FFF2-40B4-BE49-F238E27FC236}">
                    <a16:creationId xmlns:a16="http://schemas.microsoft.com/office/drawing/2014/main" id="{38B63FA2-62B3-4330-ABE7-1C7938E3F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0513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7" name="Line 88">
                <a:extLst>
                  <a:ext uri="{FF2B5EF4-FFF2-40B4-BE49-F238E27FC236}">
                    <a16:creationId xmlns:a16="http://schemas.microsoft.com/office/drawing/2014/main" id="{DF2C2602-3045-4C38-A855-0C8A1CBFE0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4350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8" name="Line 89">
                <a:extLst>
                  <a:ext uri="{FF2B5EF4-FFF2-40B4-BE49-F238E27FC236}">
                    <a16:creationId xmlns:a16="http://schemas.microsoft.com/office/drawing/2014/main" id="{B348014A-1856-4910-B69A-6EFC506F5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8188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9" name="Line 90">
                <a:extLst>
                  <a:ext uri="{FF2B5EF4-FFF2-40B4-BE49-F238E27FC236}">
                    <a16:creationId xmlns:a16="http://schemas.microsoft.com/office/drawing/2014/main" id="{2CD0DB89-B331-4A9C-AE9A-605CBE590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9238" y="3757613"/>
                <a:ext cx="0" cy="39688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0" name="Rectangle 91">
                <a:extLst>
                  <a:ext uri="{FF2B5EF4-FFF2-40B4-BE49-F238E27FC236}">
                    <a16:creationId xmlns:a16="http://schemas.microsoft.com/office/drawing/2014/main" id="{0A689026-3941-47D0-B6EA-FBEA406B3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1388" y="6105525"/>
                <a:ext cx="1143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1" name="Rectangle 92">
                <a:extLst>
                  <a:ext uri="{FF2B5EF4-FFF2-40B4-BE49-F238E27FC236}">
                    <a16:creationId xmlns:a16="http://schemas.microsoft.com/office/drawing/2014/main" id="{5C81C331-4892-4449-9F8A-8230247E24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0938" y="610552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2" name="Rectangle 93">
                <a:extLst>
                  <a:ext uri="{FF2B5EF4-FFF2-40B4-BE49-F238E27FC236}">
                    <a16:creationId xmlns:a16="http://schemas.microsoft.com/office/drawing/2014/main" id="{06E77191-2C9B-4499-A949-C1292D782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4813" y="610552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3" name="Rectangle 94">
                <a:extLst>
                  <a:ext uri="{FF2B5EF4-FFF2-40B4-BE49-F238E27FC236}">
                    <a16:creationId xmlns:a16="http://schemas.microsoft.com/office/drawing/2014/main" id="{A5F21986-E24B-4A32-8F09-F220955A9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3413" y="610552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4" name="Rectangle 95">
                <a:extLst>
                  <a:ext uri="{FF2B5EF4-FFF2-40B4-BE49-F238E27FC236}">
                    <a16:creationId xmlns:a16="http://schemas.microsoft.com/office/drawing/2014/main" id="{B8A23E5D-9EE6-4DC2-A98E-C781602AD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275" y="6105525"/>
                <a:ext cx="1143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5" name="Rectangle 96">
                <a:extLst>
                  <a:ext uri="{FF2B5EF4-FFF2-40B4-BE49-F238E27FC236}">
                    <a16:creationId xmlns:a16="http://schemas.microsoft.com/office/drawing/2014/main" id="{B82DA08D-C4CB-4C20-BFDD-572B1B759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1300" y="6105525"/>
                <a:ext cx="1428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w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6" name="Rectangle 97">
                <a:extLst>
                  <a:ext uri="{FF2B5EF4-FFF2-40B4-BE49-F238E27FC236}">
                    <a16:creationId xmlns:a16="http://schemas.microsoft.com/office/drawing/2014/main" id="{6046B10C-47ED-472B-AB18-D7268BA29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6105525"/>
                <a:ext cx="9525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7" name="Rectangle 98">
                <a:extLst>
                  <a:ext uri="{FF2B5EF4-FFF2-40B4-BE49-F238E27FC236}">
                    <a16:creationId xmlns:a16="http://schemas.microsoft.com/office/drawing/2014/main" id="{1BFEFBDD-5E73-4507-B38B-25D6DB2B7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8500" y="610552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8" name="Rectangle 99">
                <a:extLst>
                  <a:ext uri="{FF2B5EF4-FFF2-40B4-BE49-F238E27FC236}">
                    <a16:creationId xmlns:a16="http://schemas.microsoft.com/office/drawing/2014/main" id="{F392D9AB-E549-4942-89D4-1E6FE170C8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1138" y="6105525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9" name="Rectangle 100">
                <a:extLst>
                  <a:ext uri="{FF2B5EF4-FFF2-40B4-BE49-F238E27FC236}">
                    <a16:creationId xmlns:a16="http://schemas.microsoft.com/office/drawing/2014/main" id="{96114F24-1FD3-4D00-95C4-58E1AA92A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8850" y="6286500"/>
                <a:ext cx="69532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btc coord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0" name="Line 101">
                <a:extLst>
                  <a:ext uri="{FF2B5EF4-FFF2-40B4-BE49-F238E27FC236}">
                    <a16:creationId xmlns:a16="http://schemas.microsoft.com/office/drawing/2014/main" id="{8F8E6C17-E819-468C-AD1B-78E42A721F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68488" y="3757613"/>
                <a:ext cx="0" cy="227965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1" name="Line 102">
                <a:extLst>
                  <a:ext uri="{FF2B5EF4-FFF2-40B4-BE49-F238E27FC236}">
                    <a16:creationId xmlns:a16="http://schemas.microsoft.com/office/drawing/2014/main" id="{2F231BBD-AD9F-4D11-97CA-75C0912DB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00713" y="3757613"/>
                <a:ext cx="0" cy="227965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2" name="Line 103">
                <a:extLst>
                  <a:ext uri="{FF2B5EF4-FFF2-40B4-BE49-F238E27FC236}">
                    <a16:creationId xmlns:a16="http://schemas.microsoft.com/office/drawing/2014/main" id="{65EE32E6-F49D-4D06-91CB-620F1FC802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6037263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3" name="Line 104">
                <a:extLst>
                  <a:ext uri="{FF2B5EF4-FFF2-40B4-BE49-F238E27FC236}">
                    <a16:creationId xmlns:a16="http://schemas.microsoft.com/office/drawing/2014/main" id="{379BD86E-E611-4BF7-956E-E371C72FA1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549592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4" name="Line 105">
                <a:extLst>
                  <a:ext uri="{FF2B5EF4-FFF2-40B4-BE49-F238E27FC236}">
                    <a16:creationId xmlns:a16="http://schemas.microsoft.com/office/drawing/2014/main" id="{084CC910-D363-4486-8924-262A69BC64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495300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5" name="Line 106">
                <a:extLst>
                  <a:ext uri="{FF2B5EF4-FFF2-40B4-BE49-F238E27FC236}">
                    <a16:creationId xmlns:a16="http://schemas.microsoft.com/office/drawing/2014/main" id="{C10BDA21-1541-451D-AD56-F1D34AF0EB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441007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6" name="Line 107">
                <a:extLst>
                  <a:ext uri="{FF2B5EF4-FFF2-40B4-BE49-F238E27FC236}">
                    <a16:creationId xmlns:a16="http://schemas.microsoft.com/office/drawing/2014/main" id="{449FF75A-F2E5-4014-AFFD-418169796B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488" y="386715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7" name="Line 108">
                <a:extLst>
                  <a:ext uri="{FF2B5EF4-FFF2-40B4-BE49-F238E27FC236}">
                    <a16:creationId xmlns:a16="http://schemas.microsoft.com/office/drawing/2014/main" id="{C8187960-CB26-4F40-862B-E45862E74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6037263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" name="Line 109">
                <a:extLst>
                  <a:ext uri="{FF2B5EF4-FFF2-40B4-BE49-F238E27FC236}">
                    <a16:creationId xmlns:a16="http://schemas.microsoft.com/office/drawing/2014/main" id="{61609754-9C3C-4601-AEF5-42999F44CA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549592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9" name="Line 110">
                <a:extLst>
                  <a:ext uri="{FF2B5EF4-FFF2-40B4-BE49-F238E27FC236}">
                    <a16:creationId xmlns:a16="http://schemas.microsoft.com/office/drawing/2014/main" id="{DBB94C89-DC20-4E00-9D89-7172C8895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495300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0" name="Line 111">
                <a:extLst>
                  <a:ext uri="{FF2B5EF4-FFF2-40B4-BE49-F238E27FC236}">
                    <a16:creationId xmlns:a16="http://schemas.microsoft.com/office/drawing/2014/main" id="{6EECBCBB-7F1D-4481-9DDA-ADEFF7627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4410075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1" name="Line 112">
                <a:extLst>
                  <a:ext uri="{FF2B5EF4-FFF2-40B4-BE49-F238E27FC236}">
                    <a16:creationId xmlns:a16="http://schemas.microsoft.com/office/drawing/2014/main" id="{284E1CAB-E3E5-415F-B3A0-7B6FC662B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62613" y="3867150"/>
                <a:ext cx="38100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2" name="Rectangle 113">
                <a:extLst>
                  <a:ext uri="{FF2B5EF4-FFF2-40B4-BE49-F238E27FC236}">
                    <a16:creationId xmlns:a16="http://schemas.microsoft.com/office/drawing/2014/main" id="{E394D563-E865-4ED8-BDB5-3A39238EC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4663" y="5970588"/>
                <a:ext cx="12382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3" name="Rectangle 114">
                <a:extLst>
                  <a:ext uri="{FF2B5EF4-FFF2-40B4-BE49-F238E27FC236}">
                    <a16:creationId xmlns:a16="http://schemas.microsoft.com/office/drawing/2014/main" id="{5914C577-876B-4596-A0B1-E4AB0AF06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3213" y="5427663"/>
                <a:ext cx="2952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0.05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4" name="Rectangle 115">
                <a:extLst>
                  <a:ext uri="{FF2B5EF4-FFF2-40B4-BE49-F238E27FC236}">
                    <a16:creationId xmlns:a16="http://schemas.microsoft.com/office/drawing/2014/main" id="{BC786AEF-96ED-4A85-9C63-B40E20E6A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9888" y="4883150"/>
                <a:ext cx="2286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0.1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5" name="Rectangle 116">
                <a:extLst>
                  <a:ext uri="{FF2B5EF4-FFF2-40B4-BE49-F238E27FC236}">
                    <a16:creationId xmlns:a16="http://schemas.microsoft.com/office/drawing/2014/main" id="{319EF216-5219-4D5F-BFD4-F03BAD20A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3213" y="4340225"/>
                <a:ext cx="295275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0.15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6" name="Rectangle 117">
                <a:extLst>
                  <a:ext uri="{FF2B5EF4-FFF2-40B4-BE49-F238E27FC236}">
                    <a16:creationId xmlns:a16="http://schemas.microsoft.com/office/drawing/2014/main" id="{5BE4F782-2435-43B5-827D-3B44EEB7D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9888" y="3795713"/>
                <a:ext cx="228600" cy="15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7" name="Rectangle 118">
                <a:extLst>
                  <a:ext uri="{FF2B5EF4-FFF2-40B4-BE49-F238E27FC236}">
                    <a16:creationId xmlns:a16="http://schemas.microsoft.com/office/drawing/2014/main" id="{DAADA33C-E220-49E9-B50D-3E3D68973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7000" y="4946650"/>
                <a:ext cx="14287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8" name="Rectangle 119">
                <a:extLst>
                  <a:ext uri="{FF2B5EF4-FFF2-40B4-BE49-F238E27FC236}">
                    <a16:creationId xmlns:a16="http://schemas.microsoft.com/office/drawing/2014/main" id="{978D7ECD-5C24-4D2E-975E-FF9A66E8C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416050" y="4897438"/>
                <a:ext cx="10477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9" name="Rectangle 120">
                <a:extLst>
                  <a:ext uri="{FF2B5EF4-FFF2-40B4-BE49-F238E27FC236}">
                    <a16:creationId xmlns:a16="http://schemas.microsoft.com/office/drawing/2014/main" id="{FEB8BA56-1E37-4538-A4DB-F7446C14A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4826000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0" name="Rectangle 121">
                <a:extLst>
                  <a:ext uri="{FF2B5EF4-FFF2-40B4-BE49-F238E27FC236}">
                    <a16:creationId xmlns:a16="http://schemas.microsoft.com/office/drawing/2014/main" id="{434159D6-70B1-4D24-81C3-B871979E0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416050" y="4773613"/>
                <a:ext cx="10477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1" name="Rectangle 122">
                <a:extLst>
                  <a:ext uri="{FF2B5EF4-FFF2-40B4-BE49-F238E27FC236}">
                    <a16:creationId xmlns:a16="http://schemas.microsoft.com/office/drawing/2014/main" id="{34AEF768-C30D-45C8-8494-AD191ADC8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4711700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2" name="Rectangle 123">
                <a:extLst>
                  <a:ext uri="{FF2B5EF4-FFF2-40B4-BE49-F238E27FC236}">
                    <a16:creationId xmlns:a16="http://schemas.microsoft.com/office/drawing/2014/main" id="{941AB871-98E7-4926-8D7B-CE62311537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2238" y="4635500"/>
                <a:ext cx="152400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3" name="Rectangle 124">
                <a:extLst>
                  <a:ext uri="{FF2B5EF4-FFF2-40B4-BE49-F238E27FC236}">
                    <a16:creationId xmlns:a16="http://schemas.microsoft.com/office/drawing/2014/main" id="{180139EB-1373-461B-9B94-0534C9F2F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97000" y="4564063"/>
                <a:ext cx="142875" cy="209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4" name="Freeform 126">
                <a:extLst>
                  <a:ext uri="{FF2B5EF4-FFF2-40B4-BE49-F238E27FC236}">
                    <a16:creationId xmlns:a16="http://schemas.microsoft.com/office/drawing/2014/main" id="{6513D359-F9C8-4B1B-97FF-7FED218213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79638" y="4849813"/>
                <a:ext cx="120650" cy="120650"/>
              </a:xfrm>
              <a:custGeom>
                <a:avLst/>
                <a:gdLst>
                  <a:gd name="T0" fmla="*/ 101 w 202"/>
                  <a:gd name="T1" fmla="*/ 32 h 203"/>
                  <a:gd name="T2" fmla="*/ 170 w 202"/>
                  <a:gd name="T3" fmla="*/ 102 h 203"/>
                  <a:gd name="T4" fmla="*/ 170 w 202"/>
                  <a:gd name="T5" fmla="*/ 102 h 203"/>
                  <a:gd name="T6" fmla="*/ 101 w 202"/>
                  <a:gd name="T7" fmla="*/ 171 h 203"/>
                  <a:gd name="T8" fmla="*/ 32 w 202"/>
                  <a:gd name="T9" fmla="*/ 102 h 203"/>
                  <a:gd name="T10" fmla="*/ 101 w 202"/>
                  <a:gd name="T11" fmla="*/ 32 h 203"/>
                  <a:gd name="T12" fmla="*/ 101 w 202"/>
                  <a:gd name="T13" fmla="*/ 0 h 203"/>
                  <a:gd name="T14" fmla="*/ 0 w 202"/>
                  <a:gd name="T15" fmla="*/ 102 h 203"/>
                  <a:gd name="T16" fmla="*/ 101 w 202"/>
                  <a:gd name="T17" fmla="*/ 203 h 203"/>
                  <a:gd name="T18" fmla="*/ 202 w 202"/>
                  <a:gd name="T19" fmla="*/ 102 h 203"/>
                  <a:gd name="T20" fmla="*/ 202 w 202"/>
                  <a:gd name="T21" fmla="*/ 102 h 203"/>
                  <a:gd name="T22" fmla="*/ 101 w 202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3">
                    <a:moveTo>
                      <a:pt x="101" y="32"/>
                    </a:moveTo>
                    <a:cubicBezTo>
                      <a:pt x="139" y="32"/>
                      <a:pt x="170" y="63"/>
                      <a:pt x="170" y="102"/>
                    </a:cubicBezTo>
                    <a:lnTo>
                      <a:pt x="170" y="102"/>
                    </a:lnTo>
                    <a:cubicBezTo>
                      <a:pt x="170" y="140"/>
                      <a:pt x="139" y="171"/>
                      <a:pt x="101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6"/>
                      <a:pt x="0" y="102"/>
                    </a:cubicBezTo>
                    <a:cubicBezTo>
                      <a:pt x="0" y="158"/>
                      <a:pt x="45" y="203"/>
                      <a:pt x="101" y="203"/>
                    </a:cubicBezTo>
                    <a:cubicBezTo>
                      <a:pt x="157" y="203"/>
                      <a:pt x="202" y="158"/>
                      <a:pt x="202" y="102"/>
                    </a:cubicBezTo>
                    <a:lnTo>
                      <a:pt x="202" y="102"/>
                    </a:lnTo>
                    <a:cubicBezTo>
                      <a:pt x="202" y="46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5" name="Freeform 127">
                <a:extLst>
                  <a:ext uri="{FF2B5EF4-FFF2-40B4-BE49-F238E27FC236}">
                    <a16:creationId xmlns:a16="http://schemas.microsoft.com/office/drawing/2014/main" id="{7A9B5DF5-5341-4A50-BEE9-E9283E916F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3475" y="4991100"/>
                <a:ext cx="120650" cy="122238"/>
              </a:xfrm>
              <a:custGeom>
                <a:avLst/>
                <a:gdLst>
                  <a:gd name="T0" fmla="*/ 102 w 203"/>
                  <a:gd name="T1" fmla="*/ 32 h 203"/>
                  <a:gd name="T2" fmla="*/ 171 w 203"/>
                  <a:gd name="T3" fmla="*/ 102 h 203"/>
                  <a:gd name="T4" fmla="*/ 171 w 203"/>
                  <a:gd name="T5" fmla="*/ 102 h 203"/>
                  <a:gd name="T6" fmla="*/ 102 w 203"/>
                  <a:gd name="T7" fmla="*/ 171 h 203"/>
                  <a:gd name="T8" fmla="*/ 32 w 203"/>
                  <a:gd name="T9" fmla="*/ 102 h 203"/>
                  <a:gd name="T10" fmla="*/ 102 w 203"/>
                  <a:gd name="T11" fmla="*/ 32 h 203"/>
                  <a:gd name="T12" fmla="*/ 102 w 203"/>
                  <a:gd name="T13" fmla="*/ 0 h 203"/>
                  <a:gd name="T14" fmla="*/ 0 w 203"/>
                  <a:gd name="T15" fmla="*/ 102 h 203"/>
                  <a:gd name="T16" fmla="*/ 102 w 203"/>
                  <a:gd name="T17" fmla="*/ 203 h 203"/>
                  <a:gd name="T18" fmla="*/ 203 w 203"/>
                  <a:gd name="T19" fmla="*/ 102 h 203"/>
                  <a:gd name="T20" fmla="*/ 203 w 203"/>
                  <a:gd name="T21" fmla="*/ 102 h 203"/>
                  <a:gd name="T22" fmla="*/ 102 w 203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3">
                    <a:moveTo>
                      <a:pt x="102" y="32"/>
                    </a:moveTo>
                    <a:cubicBezTo>
                      <a:pt x="140" y="32"/>
                      <a:pt x="171" y="63"/>
                      <a:pt x="171" y="102"/>
                    </a:cubicBezTo>
                    <a:lnTo>
                      <a:pt x="171" y="102"/>
                    </a:lnTo>
                    <a:cubicBezTo>
                      <a:pt x="171" y="140"/>
                      <a:pt x="140" y="171"/>
                      <a:pt x="102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6"/>
                      <a:pt x="0" y="102"/>
                    </a:cubicBezTo>
                    <a:cubicBezTo>
                      <a:pt x="0" y="158"/>
                      <a:pt x="46" y="203"/>
                      <a:pt x="102" y="203"/>
                    </a:cubicBezTo>
                    <a:cubicBezTo>
                      <a:pt x="158" y="203"/>
                      <a:pt x="203" y="158"/>
                      <a:pt x="203" y="102"/>
                    </a:cubicBezTo>
                    <a:lnTo>
                      <a:pt x="203" y="102"/>
                    </a:lnTo>
                    <a:cubicBezTo>
                      <a:pt x="203" y="46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6" name="Freeform 128">
                <a:extLst>
                  <a:ext uri="{FF2B5EF4-FFF2-40B4-BE49-F238E27FC236}">
                    <a16:creationId xmlns:a16="http://schemas.microsoft.com/office/drawing/2014/main" id="{DA1B8F37-B861-4AC0-9F7C-5C20F54B1D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24175" y="5403850"/>
                <a:ext cx="120650" cy="120650"/>
              </a:xfrm>
              <a:custGeom>
                <a:avLst/>
                <a:gdLst>
                  <a:gd name="T0" fmla="*/ 101 w 202"/>
                  <a:gd name="T1" fmla="*/ 32 h 203"/>
                  <a:gd name="T2" fmla="*/ 170 w 202"/>
                  <a:gd name="T3" fmla="*/ 102 h 203"/>
                  <a:gd name="T4" fmla="*/ 170 w 202"/>
                  <a:gd name="T5" fmla="*/ 102 h 203"/>
                  <a:gd name="T6" fmla="*/ 101 w 202"/>
                  <a:gd name="T7" fmla="*/ 171 h 203"/>
                  <a:gd name="T8" fmla="*/ 32 w 202"/>
                  <a:gd name="T9" fmla="*/ 102 h 203"/>
                  <a:gd name="T10" fmla="*/ 101 w 202"/>
                  <a:gd name="T11" fmla="*/ 32 h 203"/>
                  <a:gd name="T12" fmla="*/ 101 w 202"/>
                  <a:gd name="T13" fmla="*/ 0 h 203"/>
                  <a:gd name="T14" fmla="*/ 0 w 202"/>
                  <a:gd name="T15" fmla="*/ 102 h 203"/>
                  <a:gd name="T16" fmla="*/ 101 w 202"/>
                  <a:gd name="T17" fmla="*/ 203 h 203"/>
                  <a:gd name="T18" fmla="*/ 202 w 202"/>
                  <a:gd name="T19" fmla="*/ 102 h 203"/>
                  <a:gd name="T20" fmla="*/ 202 w 202"/>
                  <a:gd name="T21" fmla="*/ 102 h 203"/>
                  <a:gd name="T22" fmla="*/ 101 w 202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3">
                    <a:moveTo>
                      <a:pt x="101" y="32"/>
                    </a:moveTo>
                    <a:cubicBezTo>
                      <a:pt x="139" y="32"/>
                      <a:pt x="170" y="63"/>
                      <a:pt x="170" y="102"/>
                    </a:cubicBezTo>
                    <a:lnTo>
                      <a:pt x="170" y="102"/>
                    </a:lnTo>
                    <a:cubicBezTo>
                      <a:pt x="170" y="140"/>
                      <a:pt x="139" y="171"/>
                      <a:pt x="101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6"/>
                      <a:pt x="0" y="102"/>
                    </a:cubicBezTo>
                    <a:cubicBezTo>
                      <a:pt x="0" y="158"/>
                      <a:pt x="45" y="203"/>
                      <a:pt x="101" y="203"/>
                    </a:cubicBezTo>
                    <a:cubicBezTo>
                      <a:pt x="157" y="203"/>
                      <a:pt x="202" y="158"/>
                      <a:pt x="202" y="102"/>
                    </a:cubicBezTo>
                    <a:lnTo>
                      <a:pt x="202" y="102"/>
                    </a:lnTo>
                    <a:cubicBezTo>
                      <a:pt x="202" y="46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7" name="Freeform 129">
                <a:extLst>
                  <a:ext uri="{FF2B5EF4-FFF2-40B4-BE49-F238E27FC236}">
                    <a16:creationId xmlns:a16="http://schemas.microsoft.com/office/drawing/2014/main" id="{FFEDA4D5-343A-4C37-9ABE-E838407B3D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48013" y="5410200"/>
                <a:ext cx="120650" cy="120650"/>
              </a:xfrm>
              <a:custGeom>
                <a:avLst/>
                <a:gdLst>
                  <a:gd name="T0" fmla="*/ 102 w 203"/>
                  <a:gd name="T1" fmla="*/ 32 h 202"/>
                  <a:gd name="T2" fmla="*/ 171 w 203"/>
                  <a:gd name="T3" fmla="*/ 101 h 202"/>
                  <a:gd name="T4" fmla="*/ 171 w 203"/>
                  <a:gd name="T5" fmla="*/ 101 h 202"/>
                  <a:gd name="T6" fmla="*/ 102 w 203"/>
                  <a:gd name="T7" fmla="*/ 170 h 202"/>
                  <a:gd name="T8" fmla="*/ 32 w 203"/>
                  <a:gd name="T9" fmla="*/ 101 h 202"/>
                  <a:gd name="T10" fmla="*/ 102 w 203"/>
                  <a:gd name="T11" fmla="*/ 32 h 202"/>
                  <a:gd name="T12" fmla="*/ 102 w 203"/>
                  <a:gd name="T13" fmla="*/ 0 h 202"/>
                  <a:gd name="T14" fmla="*/ 0 w 203"/>
                  <a:gd name="T15" fmla="*/ 101 h 202"/>
                  <a:gd name="T16" fmla="*/ 102 w 203"/>
                  <a:gd name="T17" fmla="*/ 202 h 202"/>
                  <a:gd name="T18" fmla="*/ 203 w 203"/>
                  <a:gd name="T19" fmla="*/ 101 h 202"/>
                  <a:gd name="T20" fmla="*/ 203 w 203"/>
                  <a:gd name="T21" fmla="*/ 101 h 202"/>
                  <a:gd name="T22" fmla="*/ 102 w 203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2">
                    <a:moveTo>
                      <a:pt x="102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39"/>
                      <a:pt x="140" y="170"/>
                      <a:pt x="102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5"/>
                      <a:pt x="0" y="101"/>
                    </a:cubicBezTo>
                    <a:cubicBezTo>
                      <a:pt x="0" y="157"/>
                      <a:pt x="46" y="202"/>
                      <a:pt x="102" y="202"/>
                    </a:cubicBezTo>
                    <a:cubicBezTo>
                      <a:pt x="158" y="202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" name="Freeform 130">
                <a:extLst>
                  <a:ext uri="{FF2B5EF4-FFF2-40B4-BE49-F238E27FC236}">
                    <a16:creationId xmlns:a16="http://schemas.microsoft.com/office/drawing/2014/main" id="{424A728C-3A6C-4380-9531-FF7948B2928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16350" y="5878513"/>
                <a:ext cx="122238" cy="120650"/>
              </a:xfrm>
              <a:custGeom>
                <a:avLst/>
                <a:gdLst>
                  <a:gd name="T0" fmla="*/ 102 w 203"/>
                  <a:gd name="T1" fmla="*/ 32 h 202"/>
                  <a:gd name="T2" fmla="*/ 171 w 203"/>
                  <a:gd name="T3" fmla="*/ 101 h 202"/>
                  <a:gd name="T4" fmla="*/ 171 w 203"/>
                  <a:gd name="T5" fmla="*/ 101 h 202"/>
                  <a:gd name="T6" fmla="*/ 102 w 203"/>
                  <a:gd name="T7" fmla="*/ 170 h 202"/>
                  <a:gd name="T8" fmla="*/ 32 w 203"/>
                  <a:gd name="T9" fmla="*/ 101 h 202"/>
                  <a:gd name="T10" fmla="*/ 102 w 203"/>
                  <a:gd name="T11" fmla="*/ 32 h 202"/>
                  <a:gd name="T12" fmla="*/ 102 w 203"/>
                  <a:gd name="T13" fmla="*/ 0 h 202"/>
                  <a:gd name="T14" fmla="*/ 0 w 203"/>
                  <a:gd name="T15" fmla="*/ 101 h 202"/>
                  <a:gd name="T16" fmla="*/ 102 w 203"/>
                  <a:gd name="T17" fmla="*/ 202 h 202"/>
                  <a:gd name="T18" fmla="*/ 203 w 203"/>
                  <a:gd name="T19" fmla="*/ 101 h 202"/>
                  <a:gd name="T20" fmla="*/ 203 w 203"/>
                  <a:gd name="T21" fmla="*/ 101 h 202"/>
                  <a:gd name="T22" fmla="*/ 102 w 203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2">
                    <a:moveTo>
                      <a:pt x="102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39"/>
                      <a:pt x="140" y="170"/>
                      <a:pt x="102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5"/>
                      <a:pt x="0" y="101"/>
                    </a:cubicBezTo>
                    <a:cubicBezTo>
                      <a:pt x="0" y="157"/>
                      <a:pt x="46" y="202"/>
                      <a:pt x="102" y="202"/>
                    </a:cubicBezTo>
                    <a:cubicBezTo>
                      <a:pt x="158" y="202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9" name="Freeform 131">
                <a:extLst>
                  <a:ext uri="{FF2B5EF4-FFF2-40B4-BE49-F238E27FC236}">
                    <a16:creationId xmlns:a16="http://schemas.microsoft.com/office/drawing/2014/main" id="{500FA7CB-7DBC-401D-9281-08D26E4683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40188" y="5878513"/>
                <a:ext cx="120650" cy="120650"/>
              </a:xfrm>
              <a:custGeom>
                <a:avLst/>
                <a:gdLst>
                  <a:gd name="T0" fmla="*/ 101 w 203"/>
                  <a:gd name="T1" fmla="*/ 32 h 203"/>
                  <a:gd name="T2" fmla="*/ 171 w 203"/>
                  <a:gd name="T3" fmla="*/ 102 h 203"/>
                  <a:gd name="T4" fmla="*/ 171 w 203"/>
                  <a:gd name="T5" fmla="*/ 102 h 203"/>
                  <a:gd name="T6" fmla="*/ 101 w 203"/>
                  <a:gd name="T7" fmla="*/ 171 h 203"/>
                  <a:gd name="T8" fmla="*/ 32 w 203"/>
                  <a:gd name="T9" fmla="*/ 102 h 203"/>
                  <a:gd name="T10" fmla="*/ 101 w 203"/>
                  <a:gd name="T11" fmla="*/ 32 h 203"/>
                  <a:gd name="T12" fmla="*/ 101 w 203"/>
                  <a:gd name="T13" fmla="*/ 0 h 203"/>
                  <a:gd name="T14" fmla="*/ 0 w 203"/>
                  <a:gd name="T15" fmla="*/ 102 h 203"/>
                  <a:gd name="T16" fmla="*/ 101 w 203"/>
                  <a:gd name="T17" fmla="*/ 203 h 203"/>
                  <a:gd name="T18" fmla="*/ 203 w 203"/>
                  <a:gd name="T19" fmla="*/ 102 h 203"/>
                  <a:gd name="T20" fmla="*/ 203 w 203"/>
                  <a:gd name="T21" fmla="*/ 102 h 203"/>
                  <a:gd name="T22" fmla="*/ 101 w 203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3">
                    <a:moveTo>
                      <a:pt x="101" y="32"/>
                    </a:moveTo>
                    <a:cubicBezTo>
                      <a:pt x="140" y="32"/>
                      <a:pt x="171" y="63"/>
                      <a:pt x="171" y="102"/>
                    </a:cubicBezTo>
                    <a:lnTo>
                      <a:pt x="171" y="102"/>
                    </a:lnTo>
                    <a:cubicBezTo>
                      <a:pt x="171" y="140"/>
                      <a:pt x="140" y="171"/>
                      <a:pt x="101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6"/>
                      <a:pt x="0" y="102"/>
                    </a:cubicBezTo>
                    <a:cubicBezTo>
                      <a:pt x="0" y="158"/>
                      <a:pt x="45" y="203"/>
                      <a:pt x="101" y="203"/>
                    </a:cubicBezTo>
                    <a:cubicBezTo>
                      <a:pt x="157" y="203"/>
                      <a:pt x="203" y="158"/>
                      <a:pt x="203" y="102"/>
                    </a:cubicBezTo>
                    <a:lnTo>
                      <a:pt x="203" y="102"/>
                    </a:lnTo>
                    <a:cubicBezTo>
                      <a:pt x="203" y="46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0" name="Freeform 132">
                <a:extLst>
                  <a:ext uri="{FF2B5EF4-FFF2-40B4-BE49-F238E27FC236}">
                    <a16:creationId xmlns:a16="http://schemas.microsoft.com/office/drawing/2014/main" id="{B5C3ABBE-2828-416E-9E25-8127857C04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64025" y="5867400"/>
                <a:ext cx="120650" cy="120650"/>
              </a:xfrm>
              <a:custGeom>
                <a:avLst/>
                <a:gdLst>
                  <a:gd name="T0" fmla="*/ 101 w 202"/>
                  <a:gd name="T1" fmla="*/ 32 h 202"/>
                  <a:gd name="T2" fmla="*/ 170 w 202"/>
                  <a:gd name="T3" fmla="*/ 101 h 202"/>
                  <a:gd name="T4" fmla="*/ 170 w 202"/>
                  <a:gd name="T5" fmla="*/ 101 h 202"/>
                  <a:gd name="T6" fmla="*/ 101 w 202"/>
                  <a:gd name="T7" fmla="*/ 170 h 202"/>
                  <a:gd name="T8" fmla="*/ 32 w 202"/>
                  <a:gd name="T9" fmla="*/ 101 h 202"/>
                  <a:gd name="T10" fmla="*/ 101 w 202"/>
                  <a:gd name="T11" fmla="*/ 32 h 202"/>
                  <a:gd name="T12" fmla="*/ 101 w 202"/>
                  <a:gd name="T13" fmla="*/ 0 h 202"/>
                  <a:gd name="T14" fmla="*/ 0 w 202"/>
                  <a:gd name="T15" fmla="*/ 101 h 202"/>
                  <a:gd name="T16" fmla="*/ 101 w 202"/>
                  <a:gd name="T17" fmla="*/ 202 h 202"/>
                  <a:gd name="T18" fmla="*/ 202 w 202"/>
                  <a:gd name="T19" fmla="*/ 101 h 202"/>
                  <a:gd name="T20" fmla="*/ 202 w 202"/>
                  <a:gd name="T21" fmla="*/ 101 h 202"/>
                  <a:gd name="T22" fmla="*/ 101 w 202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2">
                    <a:moveTo>
                      <a:pt x="101" y="32"/>
                    </a:moveTo>
                    <a:cubicBezTo>
                      <a:pt x="139" y="32"/>
                      <a:pt x="170" y="63"/>
                      <a:pt x="170" y="101"/>
                    </a:cubicBezTo>
                    <a:lnTo>
                      <a:pt x="170" y="101"/>
                    </a:lnTo>
                    <a:cubicBezTo>
                      <a:pt x="170" y="139"/>
                      <a:pt x="139" y="170"/>
                      <a:pt x="101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5"/>
                      <a:pt x="0" y="101"/>
                    </a:cubicBezTo>
                    <a:cubicBezTo>
                      <a:pt x="0" y="157"/>
                      <a:pt x="45" y="202"/>
                      <a:pt x="101" y="202"/>
                    </a:cubicBezTo>
                    <a:cubicBezTo>
                      <a:pt x="157" y="202"/>
                      <a:pt x="202" y="157"/>
                      <a:pt x="202" y="101"/>
                    </a:cubicBezTo>
                    <a:lnTo>
                      <a:pt x="202" y="101"/>
                    </a:lnTo>
                    <a:cubicBezTo>
                      <a:pt x="202" y="45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1" name="Freeform 133">
                <a:extLst>
                  <a:ext uri="{FF2B5EF4-FFF2-40B4-BE49-F238E27FC236}">
                    <a16:creationId xmlns:a16="http://schemas.microsoft.com/office/drawing/2014/main" id="{DA01ACC4-7B5C-48DE-AFD0-EF0A324542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86275" y="5875338"/>
                <a:ext cx="122238" cy="120650"/>
              </a:xfrm>
              <a:custGeom>
                <a:avLst/>
                <a:gdLst>
                  <a:gd name="T0" fmla="*/ 102 w 203"/>
                  <a:gd name="T1" fmla="*/ 32 h 202"/>
                  <a:gd name="T2" fmla="*/ 171 w 203"/>
                  <a:gd name="T3" fmla="*/ 101 h 202"/>
                  <a:gd name="T4" fmla="*/ 171 w 203"/>
                  <a:gd name="T5" fmla="*/ 101 h 202"/>
                  <a:gd name="T6" fmla="*/ 102 w 203"/>
                  <a:gd name="T7" fmla="*/ 170 h 202"/>
                  <a:gd name="T8" fmla="*/ 32 w 203"/>
                  <a:gd name="T9" fmla="*/ 101 h 202"/>
                  <a:gd name="T10" fmla="*/ 102 w 203"/>
                  <a:gd name="T11" fmla="*/ 32 h 202"/>
                  <a:gd name="T12" fmla="*/ 102 w 203"/>
                  <a:gd name="T13" fmla="*/ 0 h 202"/>
                  <a:gd name="T14" fmla="*/ 0 w 203"/>
                  <a:gd name="T15" fmla="*/ 101 h 202"/>
                  <a:gd name="T16" fmla="*/ 102 w 203"/>
                  <a:gd name="T17" fmla="*/ 202 h 202"/>
                  <a:gd name="T18" fmla="*/ 203 w 203"/>
                  <a:gd name="T19" fmla="*/ 101 h 202"/>
                  <a:gd name="T20" fmla="*/ 203 w 203"/>
                  <a:gd name="T21" fmla="*/ 101 h 202"/>
                  <a:gd name="T22" fmla="*/ 102 w 203"/>
                  <a:gd name="T2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3" h="202">
                    <a:moveTo>
                      <a:pt x="102" y="32"/>
                    </a:moveTo>
                    <a:cubicBezTo>
                      <a:pt x="140" y="32"/>
                      <a:pt x="171" y="63"/>
                      <a:pt x="171" y="101"/>
                    </a:cubicBezTo>
                    <a:lnTo>
                      <a:pt x="171" y="101"/>
                    </a:lnTo>
                    <a:cubicBezTo>
                      <a:pt x="171" y="139"/>
                      <a:pt x="140" y="170"/>
                      <a:pt x="102" y="170"/>
                    </a:cubicBezTo>
                    <a:cubicBezTo>
                      <a:pt x="63" y="170"/>
                      <a:pt x="32" y="139"/>
                      <a:pt x="32" y="101"/>
                    </a:cubicBezTo>
                    <a:cubicBezTo>
                      <a:pt x="32" y="63"/>
                      <a:pt x="63" y="32"/>
                      <a:pt x="102" y="32"/>
                    </a:cubicBezTo>
                    <a:close/>
                    <a:moveTo>
                      <a:pt x="102" y="0"/>
                    </a:moveTo>
                    <a:cubicBezTo>
                      <a:pt x="46" y="0"/>
                      <a:pt x="0" y="45"/>
                      <a:pt x="0" y="101"/>
                    </a:cubicBezTo>
                    <a:cubicBezTo>
                      <a:pt x="0" y="157"/>
                      <a:pt x="46" y="202"/>
                      <a:pt x="102" y="202"/>
                    </a:cubicBezTo>
                    <a:cubicBezTo>
                      <a:pt x="158" y="202"/>
                      <a:pt x="203" y="157"/>
                      <a:pt x="203" y="101"/>
                    </a:cubicBezTo>
                    <a:lnTo>
                      <a:pt x="203" y="101"/>
                    </a:lnTo>
                    <a:cubicBezTo>
                      <a:pt x="203" y="45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2" name="Freeform 134">
                <a:extLst>
                  <a:ext uri="{FF2B5EF4-FFF2-40B4-BE49-F238E27FC236}">
                    <a16:creationId xmlns:a16="http://schemas.microsoft.com/office/drawing/2014/main" id="{FBE16658-7460-4660-8591-D545B33769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68913" y="5580063"/>
                <a:ext cx="120650" cy="120650"/>
              </a:xfrm>
              <a:custGeom>
                <a:avLst/>
                <a:gdLst>
                  <a:gd name="T0" fmla="*/ 101 w 202"/>
                  <a:gd name="T1" fmla="*/ 32 h 203"/>
                  <a:gd name="T2" fmla="*/ 170 w 202"/>
                  <a:gd name="T3" fmla="*/ 102 h 203"/>
                  <a:gd name="T4" fmla="*/ 170 w 202"/>
                  <a:gd name="T5" fmla="*/ 102 h 203"/>
                  <a:gd name="T6" fmla="*/ 101 w 202"/>
                  <a:gd name="T7" fmla="*/ 171 h 203"/>
                  <a:gd name="T8" fmla="*/ 32 w 202"/>
                  <a:gd name="T9" fmla="*/ 102 h 203"/>
                  <a:gd name="T10" fmla="*/ 101 w 202"/>
                  <a:gd name="T11" fmla="*/ 32 h 203"/>
                  <a:gd name="T12" fmla="*/ 101 w 202"/>
                  <a:gd name="T13" fmla="*/ 0 h 203"/>
                  <a:gd name="T14" fmla="*/ 0 w 202"/>
                  <a:gd name="T15" fmla="*/ 102 h 203"/>
                  <a:gd name="T16" fmla="*/ 101 w 202"/>
                  <a:gd name="T17" fmla="*/ 203 h 203"/>
                  <a:gd name="T18" fmla="*/ 202 w 202"/>
                  <a:gd name="T19" fmla="*/ 102 h 203"/>
                  <a:gd name="T20" fmla="*/ 202 w 202"/>
                  <a:gd name="T21" fmla="*/ 102 h 203"/>
                  <a:gd name="T22" fmla="*/ 101 w 202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2" h="203">
                    <a:moveTo>
                      <a:pt x="101" y="32"/>
                    </a:moveTo>
                    <a:cubicBezTo>
                      <a:pt x="139" y="32"/>
                      <a:pt x="170" y="64"/>
                      <a:pt x="170" y="102"/>
                    </a:cubicBezTo>
                    <a:lnTo>
                      <a:pt x="170" y="102"/>
                    </a:lnTo>
                    <a:cubicBezTo>
                      <a:pt x="170" y="140"/>
                      <a:pt x="139" y="171"/>
                      <a:pt x="101" y="171"/>
                    </a:cubicBezTo>
                    <a:cubicBezTo>
                      <a:pt x="63" y="171"/>
                      <a:pt x="32" y="140"/>
                      <a:pt x="32" y="102"/>
                    </a:cubicBezTo>
                    <a:cubicBezTo>
                      <a:pt x="32" y="64"/>
                      <a:pt x="63" y="32"/>
                      <a:pt x="101" y="32"/>
                    </a:cubicBezTo>
                    <a:close/>
                    <a:moveTo>
                      <a:pt x="101" y="0"/>
                    </a:moveTo>
                    <a:cubicBezTo>
                      <a:pt x="45" y="0"/>
                      <a:pt x="0" y="46"/>
                      <a:pt x="0" y="102"/>
                    </a:cubicBezTo>
                    <a:cubicBezTo>
                      <a:pt x="0" y="158"/>
                      <a:pt x="45" y="203"/>
                      <a:pt x="101" y="203"/>
                    </a:cubicBezTo>
                    <a:cubicBezTo>
                      <a:pt x="157" y="203"/>
                      <a:pt x="202" y="158"/>
                      <a:pt x="202" y="102"/>
                    </a:cubicBezTo>
                    <a:lnTo>
                      <a:pt x="202" y="102"/>
                    </a:lnTo>
                    <a:cubicBezTo>
                      <a:pt x="202" y="46"/>
                      <a:pt x="157" y="0"/>
                      <a:pt x="101" y="0"/>
                    </a:cubicBezTo>
                    <a:close/>
                  </a:path>
                </a:pathLst>
              </a:custGeom>
              <a:solidFill>
                <a:srgbClr val="008D50"/>
              </a:solidFill>
              <a:ln w="0">
                <a:solidFill>
                  <a:srgbClr val="008D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6EA5E86-D40D-49E7-8E16-A4CEA65D75AF}"/>
                </a:ext>
              </a:extLst>
            </p:cNvPr>
            <p:cNvGrpSpPr/>
            <p:nvPr/>
          </p:nvGrpSpPr>
          <p:grpSpPr>
            <a:xfrm>
              <a:off x="10491510" y="0"/>
              <a:ext cx="4337050" cy="6360834"/>
              <a:chOff x="6037256" y="135216"/>
              <a:chExt cx="4337050" cy="6360834"/>
            </a:xfrm>
          </p:grpSpPr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90401AC0-D412-4A65-B81D-F7C10A960EBF}"/>
                  </a:ext>
                </a:extLst>
              </p:cNvPr>
              <p:cNvSpPr txBox="1"/>
              <p:nvPr/>
            </p:nvSpPr>
            <p:spPr>
              <a:xfrm>
                <a:off x="6790538" y="135216"/>
                <a:ext cx="27919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Natural Images, N=1, R=128</a:t>
                </a:r>
              </a:p>
            </p:txBody>
          </p: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C918EE62-2C6F-4BEF-9DC0-6B277F86D66F}"/>
                  </a:ext>
                </a:extLst>
              </p:cNvPr>
              <p:cNvGrpSpPr/>
              <p:nvPr/>
            </p:nvGrpSpPr>
            <p:grpSpPr>
              <a:xfrm>
                <a:off x="6037256" y="525463"/>
                <a:ext cx="4337050" cy="2803525"/>
                <a:chOff x="1363663" y="525463"/>
                <a:chExt cx="4337050" cy="2803525"/>
              </a:xfrm>
            </p:grpSpPr>
            <p:sp>
              <p:nvSpPr>
                <p:cNvPr id="335" name="Line 8">
                  <a:extLst>
                    <a:ext uri="{FF2B5EF4-FFF2-40B4-BE49-F238E27FC236}">
                      <a16:creationId xmlns:a16="http://schemas.microsoft.com/office/drawing/2014/main" id="{D28D1C1E-E85B-403C-9ED1-2B41041C2B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2871788"/>
                  <a:ext cx="3832225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6" name="Line 9">
                  <a:extLst>
                    <a:ext uri="{FF2B5EF4-FFF2-40B4-BE49-F238E27FC236}">
                      <a16:creationId xmlns:a16="http://schemas.microsoft.com/office/drawing/2014/main" id="{2F869FD7-542B-4BD6-B8C9-4B632F3E87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590550"/>
                  <a:ext cx="3832225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7" name="Line 10">
                  <a:extLst>
                    <a:ext uri="{FF2B5EF4-FFF2-40B4-BE49-F238E27FC236}">
                      <a16:creationId xmlns:a16="http://schemas.microsoft.com/office/drawing/2014/main" id="{64453E68-7917-4237-A982-A34A8D3EC8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39963" y="283210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8" name="Line 11">
                  <a:extLst>
                    <a:ext uri="{FF2B5EF4-FFF2-40B4-BE49-F238E27FC236}">
                      <a16:creationId xmlns:a16="http://schemas.microsoft.com/office/drawing/2014/main" id="{1BD42DC0-6DC8-4F6D-8D08-CE3EAE9AB1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63800" y="283210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9" name="Line 12">
                  <a:extLst>
                    <a:ext uri="{FF2B5EF4-FFF2-40B4-BE49-F238E27FC236}">
                      <a16:creationId xmlns:a16="http://schemas.microsoft.com/office/drawing/2014/main" id="{9FC77D92-199A-4069-98D6-01D6ED2C4C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84500" y="283210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0" name="Line 13">
                  <a:extLst>
                    <a:ext uri="{FF2B5EF4-FFF2-40B4-BE49-F238E27FC236}">
                      <a16:creationId xmlns:a16="http://schemas.microsoft.com/office/drawing/2014/main" id="{A1729DA8-642C-440E-876E-142DD1BF15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08338" y="283210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1" name="Line 14">
                  <a:extLst>
                    <a:ext uri="{FF2B5EF4-FFF2-40B4-BE49-F238E27FC236}">
                      <a16:creationId xmlns:a16="http://schemas.microsoft.com/office/drawing/2014/main" id="{971B29EE-B5A2-4FAF-B26B-7EF5F58297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78263" y="283210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2" name="Line 15">
                  <a:extLst>
                    <a:ext uri="{FF2B5EF4-FFF2-40B4-BE49-F238E27FC236}">
                      <a16:creationId xmlns:a16="http://schemas.microsoft.com/office/drawing/2014/main" id="{ABDE8954-3873-46CF-9140-78FE6248B0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0513" y="283210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3" name="Line 16">
                  <a:extLst>
                    <a:ext uri="{FF2B5EF4-FFF2-40B4-BE49-F238E27FC236}">
                      <a16:creationId xmlns:a16="http://schemas.microsoft.com/office/drawing/2014/main" id="{5A5AE365-6139-4DB4-84D3-D97FDD1EAB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24350" y="283210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4" name="Line 17">
                  <a:extLst>
                    <a:ext uri="{FF2B5EF4-FFF2-40B4-BE49-F238E27FC236}">
                      <a16:creationId xmlns:a16="http://schemas.microsoft.com/office/drawing/2014/main" id="{864B9857-16CE-4EA6-8315-A3513AF6DC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48188" y="283210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5" name="Line 18">
                  <a:extLst>
                    <a:ext uri="{FF2B5EF4-FFF2-40B4-BE49-F238E27FC236}">
                      <a16:creationId xmlns:a16="http://schemas.microsoft.com/office/drawing/2014/main" id="{698E2905-F0AA-4FEF-AA3F-83F7F79272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29238" y="283210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6" name="Line 19">
                  <a:extLst>
                    <a:ext uri="{FF2B5EF4-FFF2-40B4-BE49-F238E27FC236}">
                      <a16:creationId xmlns:a16="http://schemas.microsoft.com/office/drawing/2014/main" id="{03507D16-E0E3-45CA-A79E-70EECDB35E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963" y="59055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7" name="Line 20">
                  <a:extLst>
                    <a:ext uri="{FF2B5EF4-FFF2-40B4-BE49-F238E27FC236}">
                      <a16:creationId xmlns:a16="http://schemas.microsoft.com/office/drawing/2014/main" id="{F81B466C-4A7A-4E03-AB31-7A0F47A0C3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3800" y="59055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8" name="Line 21">
                  <a:extLst>
                    <a:ext uri="{FF2B5EF4-FFF2-40B4-BE49-F238E27FC236}">
                      <a16:creationId xmlns:a16="http://schemas.microsoft.com/office/drawing/2014/main" id="{C4524A86-0B1B-40B5-B075-48BD82FF3E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4500" y="59055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9" name="Line 22">
                  <a:extLst>
                    <a:ext uri="{FF2B5EF4-FFF2-40B4-BE49-F238E27FC236}">
                      <a16:creationId xmlns:a16="http://schemas.microsoft.com/office/drawing/2014/main" id="{AAA856DF-92B3-4A37-95DD-E315C6FE24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8338" y="59055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0" name="Line 23">
                  <a:extLst>
                    <a:ext uri="{FF2B5EF4-FFF2-40B4-BE49-F238E27FC236}">
                      <a16:creationId xmlns:a16="http://schemas.microsoft.com/office/drawing/2014/main" id="{4AE6230C-90AC-4686-950C-DC486BFD73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78263" y="59055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1" name="Line 24">
                  <a:extLst>
                    <a:ext uri="{FF2B5EF4-FFF2-40B4-BE49-F238E27FC236}">
                      <a16:creationId xmlns:a16="http://schemas.microsoft.com/office/drawing/2014/main" id="{30236B05-33B1-4D2D-A015-22CC7DE3A1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0513" y="59055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2" name="Line 25">
                  <a:extLst>
                    <a:ext uri="{FF2B5EF4-FFF2-40B4-BE49-F238E27FC236}">
                      <a16:creationId xmlns:a16="http://schemas.microsoft.com/office/drawing/2014/main" id="{3B70C2E0-722C-45E0-8F92-B2FE5D6EBA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4350" y="59055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3" name="Line 26">
                  <a:extLst>
                    <a:ext uri="{FF2B5EF4-FFF2-40B4-BE49-F238E27FC236}">
                      <a16:creationId xmlns:a16="http://schemas.microsoft.com/office/drawing/2014/main" id="{BC4C3672-0211-405E-BF84-B44698FE39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48188" y="59055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4" name="Line 27">
                  <a:extLst>
                    <a:ext uri="{FF2B5EF4-FFF2-40B4-BE49-F238E27FC236}">
                      <a16:creationId xmlns:a16="http://schemas.microsoft.com/office/drawing/2014/main" id="{6E1D3892-D1F4-4D9F-8F3F-6D8B527A30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29238" y="590550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5" name="Rectangle 28">
                  <a:extLst>
                    <a:ext uri="{FF2B5EF4-FFF2-40B4-BE49-F238E27FC236}">
                      <a16:creationId xmlns:a16="http://schemas.microsoft.com/office/drawing/2014/main" id="{F456442B-4544-4697-A775-C272ED7F22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1388" y="2938463"/>
                  <a:ext cx="114300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c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6" name="Rectangle 29">
                  <a:extLst>
                    <a:ext uri="{FF2B5EF4-FFF2-40B4-BE49-F238E27FC236}">
                      <a16:creationId xmlns:a16="http://schemas.microsoft.com/office/drawing/2014/main" id="{B48DA2A2-3B82-47ED-AC47-48211D4F8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0938" y="2938463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" name="Rectangle 30">
                  <a:extLst>
                    <a:ext uri="{FF2B5EF4-FFF2-40B4-BE49-F238E27FC236}">
                      <a16:creationId xmlns:a16="http://schemas.microsoft.com/office/drawing/2014/main" id="{6F64C149-72EC-4850-A141-2DD3B73870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4813" y="2938463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8" name="Rectangle 31">
                  <a:extLst>
                    <a:ext uri="{FF2B5EF4-FFF2-40B4-BE49-F238E27FC236}">
                      <a16:creationId xmlns:a16="http://schemas.microsoft.com/office/drawing/2014/main" id="{9836192D-B8D3-4313-A4C0-CF593BA099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3413" y="2938463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9" name="Rectangle 32">
                  <a:extLst>
                    <a:ext uri="{FF2B5EF4-FFF2-40B4-BE49-F238E27FC236}">
                      <a16:creationId xmlns:a16="http://schemas.microsoft.com/office/drawing/2014/main" id="{57D6BB7D-CE7E-4948-9CAB-B59DF57128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1275" y="2938463"/>
                  <a:ext cx="114300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v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0" name="Rectangle 33">
                  <a:extLst>
                    <a:ext uri="{FF2B5EF4-FFF2-40B4-BE49-F238E27FC236}">
                      <a16:creationId xmlns:a16="http://schemas.microsoft.com/office/drawing/2014/main" id="{1ADABC44-65E5-4594-AD0B-182BB36F18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1300" y="2938463"/>
                  <a:ext cx="14287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w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1" name="Rectangle 34">
                  <a:extLst>
                    <a:ext uri="{FF2B5EF4-FFF2-40B4-BE49-F238E27FC236}">
                      <a16:creationId xmlns:a16="http://schemas.microsoft.com/office/drawing/2014/main" id="{953C6455-6255-452A-ABE7-BDF74D9518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475" y="2938463"/>
                  <a:ext cx="95250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2" name="Rectangle 35">
                  <a:extLst>
                    <a:ext uri="{FF2B5EF4-FFF2-40B4-BE49-F238E27FC236}">
                      <a16:creationId xmlns:a16="http://schemas.microsoft.com/office/drawing/2014/main" id="{A224C32A-5CA8-4BA7-9A5F-C8B6213013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8500" y="2938463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u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3" name="Rectangle 36">
                  <a:extLst>
                    <a:ext uri="{FF2B5EF4-FFF2-40B4-BE49-F238E27FC236}">
                      <a16:creationId xmlns:a16="http://schemas.microsoft.com/office/drawing/2014/main" id="{1771A693-2B70-4836-BA21-15895E539B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91138" y="2938463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4" name="Rectangle 37">
                  <a:extLst>
                    <a:ext uri="{FF2B5EF4-FFF2-40B4-BE49-F238E27FC236}">
                      <a16:creationId xmlns:a16="http://schemas.microsoft.com/office/drawing/2014/main" id="{8542F165-D5F0-4189-A95F-C1F7070ABA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8850" y="3119438"/>
                  <a:ext cx="695325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btc coord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5" name="Line 38">
                  <a:extLst>
                    <a:ext uri="{FF2B5EF4-FFF2-40B4-BE49-F238E27FC236}">
                      <a16:creationId xmlns:a16="http://schemas.microsoft.com/office/drawing/2014/main" id="{B933BAC9-94D7-475B-9534-217E9FD9DF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68488" y="590550"/>
                  <a:ext cx="0" cy="228123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6" name="Line 39">
                  <a:extLst>
                    <a:ext uri="{FF2B5EF4-FFF2-40B4-BE49-F238E27FC236}">
                      <a16:creationId xmlns:a16="http://schemas.microsoft.com/office/drawing/2014/main" id="{2830AC42-1F7B-4AA3-AEB0-44E48708E9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00713" y="590550"/>
                  <a:ext cx="0" cy="228123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7" name="Line 40">
                  <a:extLst>
                    <a:ext uri="{FF2B5EF4-FFF2-40B4-BE49-F238E27FC236}">
                      <a16:creationId xmlns:a16="http://schemas.microsoft.com/office/drawing/2014/main" id="{CFC3E152-A765-4508-ABCE-AC1A984684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2663825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8" name="Line 41">
                  <a:extLst>
                    <a:ext uri="{FF2B5EF4-FFF2-40B4-BE49-F238E27FC236}">
                      <a16:creationId xmlns:a16="http://schemas.microsoft.com/office/drawing/2014/main" id="{7E006B06-4564-4919-900A-51E7A7DD02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2146300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9" name="Line 42">
                  <a:extLst>
                    <a:ext uri="{FF2B5EF4-FFF2-40B4-BE49-F238E27FC236}">
                      <a16:creationId xmlns:a16="http://schemas.microsoft.com/office/drawing/2014/main" id="{338237FC-3417-46CE-9793-A6F98076B4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1628775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0" name="Line 43">
                  <a:extLst>
                    <a:ext uri="{FF2B5EF4-FFF2-40B4-BE49-F238E27FC236}">
                      <a16:creationId xmlns:a16="http://schemas.microsoft.com/office/drawing/2014/main" id="{1A60C363-37CD-4CDD-891E-E86A2C610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1109663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1" name="Line 44">
                  <a:extLst>
                    <a:ext uri="{FF2B5EF4-FFF2-40B4-BE49-F238E27FC236}">
                      <a16:creationId xmlns:a16="http://schemas.microsoft.com/office/drawing/2014/main" id="{AAD912A1-30F5-4B5A-8336-BB69ED9A28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590550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2" name="Line 45">
                  <a:extLst>
                    <a:ext uri="{FF2B5EF4-FFF2-40B4-BE49-F238E27FC236}">
                      <a16:creationId xmlns:a16="http://schemas.microsoft.com/office/drawing/2014/main" id="{5DB8698A-14CA-42D3-94D6-EB4D46B5F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62613" y="2663825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3" name="Line 46">
                  <a:extLst>
                    <a:ext uri="{FF2B5EF4-FFF2-40B4-BE49-F238E27FC236}">
                      <a16:creationId xmlns:a16="http://schemas.microsoft.com/office/drawing/2014/main" id="{48C42C31-F627-4BE6-B3C0-CC2CA33766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62613" y="2146300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4" name="Line 47">
                  <a:extLst>
                    <a:ext uri="{FF2B5EF4-FFF2-40B4-BE49-F238E27FC236}">
                      <a16:creationId xmlns:a16="http://schemas.microsoft.com/office/drawing/2014/main" id="{175BFAE2-7F89-4F13-B320-D046006E70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62613" y="1628775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5" name="Line 48">
                  <a:extLst>
                    <a:ext uri="{FF2B5EF4-FFF2-40B4-BE49-F238E27FC236}">
                      <a16:creationId xmlns:a16="http://schemas.microsoft.com/office/drawing/2014/main" id="{088BE99E-BC70-4977-8F32-2880E7503F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62613" y="1109663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6" name="Line 49">
                  <a:extLst>
                    <a:ext uri="{FF2B5EF4-FFF2-40B4-BE49-F238E27FC236}">
                      <a16:creationId xmlns:a16="http://schemas.microsoft.com/office/drawing/2014/main" id="{BAE0B603-9B70-4971-8BAF-C9F69D39AD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62613" y="590550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7" name="Rectangle 50">
                  <a:extLst>
                    <a:ext uri="{FF2B5EF4-FFF2-40B4-BE49-F238E27FC236}">
                      <a16:creationId xmlns:a16="http://schemas.microsoft.com/office/drawing/2014/main" id="{27E75D69-C2EF-4045-A0C8-BA3D185994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4663" y="2593975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8" name="Rectangle 51">
                  <a:extLst>
                    <a:ext uri="{FF2B5EF4-FFF2-40B4-BE49-F238E27FC236}">
                      <a16:creationId xmlns:a16="http://schemas.microsoft.com/office/drawing/2014/main" id="{FF40E280-B764-49F2-B69B-2B83109B3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3213" y="2079625"/>
                  <a:ext cx="29527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0.05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9" name="Rectangle 52">
                  <a:extLst>
                    <a:ext uri="{FF2B5EF4-FFF2-40B4-BE49-F238E27FC236}">
                      <a16:creationId xmlns:a16="http://schemas.microsoft.com/office/drawing/2014/main" id="{19092AA1-515B-4105-B345-60243694E0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9888" y="1563688"/>
                  <a:ext cx="228600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0.1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0" name="Rectangle 53">
                  <a:extLst>
                    <a:ext uri="{FF2B5EF4-FFF2-40B4-BE49-F238E27FC236}">
                      <a16:creationId xmlns:a16="http://schemas.microsoft.com/office/drawing/2014/main" id="{50851DA0-542C-4893-A349-F21F3B7F9E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3213" y="1039813"/>
                  <a:ext cx="29527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0.15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1" name="Rectangle 54">
                  <a:extLst>
                    <a:ext uri="{FF2B5EF4-FFF2-40B4-BE49-F238E27FC236}">
                      <a16:creationId xmlns:a16="http://schemas.microsoft.com/office/drawing/2014/main" id="{0B3709EB-012B-4B54-AC19-A553F2C051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9888" y="525463"/>
                  <a:ext cx="228600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0.2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2" name="Rectangle 55">
                  <a:extLst>
                    <a:ext uri="{FF2B5EF4-FFF2-40B4-BE49-F238E27FC236}">
                      <a16:creationId xmlns:a16="http://schemas.microsoft.com/office/drawing/2014/main" id="{3628C681-0C5B-441C-A81A-9D3600626C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368425" y="1701800"/>
                  <a:ext cx="200025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3" name="Rectangle 56">
                  <a:extLst>
                    <a:ext uri="{FF2B5EF4-FFF2-40B4-BE49-F238E27FC236}">
                      <a16:creationId xmlns:a16="http://schemas.microsoft.com/office/drawing/2014/main" id="{FEEFCD76-2535-448C-95EE-DCEB0775E0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392238" y="1601788"/>
                  <a:ext cx="152400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4" name="Rectangle 57">
                  <a:extLst>
                    <a:ext uri="{FF2B5EF4-FFF2-40B4-BE49-F238E27FC236}">
                      <a16:creationId xmlns:a16="http://schemas.microsoft.com/office/drawing/2014/main" id="{42D8A549-366C-4F34-9C5B-63764DAFD5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392238" y="1525588"/>
                  <a:ext cx="152400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5" name="Rectangle 58">
                  <a:extLst>
                    <a:ext uri="{FF2B5EF4-FFF2-40B4-BE49-F238E27FC236}">
                      <a16:creationId xmlns:a16="http://schemas.microsoft.com/office/drawing/2014/main" id="{1E37D479-995B-4101-8670-B9411C580F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392238" y="1449388"/>
                  <a:ext cx="152400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6" name="Freeform 60">
                  <a:extLst>
                    <a:ext uri="{FF2B5EF4-FFF2-40B4-BE49-F238E27FC236}">
                      <a16:creationId xmlns:a16="http://schemas.microsoft.com/office/drawing/2014/main" id="{BAED33F6-8CBE-4C31-96C8-38254A3E969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79638" y="1757363"/>
                  <a:ext cx="120650" cy="122238"/>
                </a:xfrm>
                <a:custGeom>
                  <a:avLst/>
                  <a:gdLst>
                    <a:gd name="T0" fmla="*/ 101 w 202"/>
                    <a:gd name="T1" fmla="*/ 32 h 203"/>
                    <a:gd name="T2" fmla="*/ 170 w 202"/>
                    <a:gd name="T3" fmla="*/ 101 h 203"/>
                    <a:gd name="T4" fmla="*/ 170 w 202"/>
                    <a:gd name="T5" fmla="*/ 101 h 203"/>
                    <a:gd name="T6" fmla="*/ 101 w 202"/>
                    <a:gd name="T7" fmla="*/ 171 h 203"/>
                    <a:gd name="T8" fmla="*/ 32 w 202"/>
                    <a:gd name="T9" fmla="*/ 101 h 203"/>
                    <a:gd name="T10" fmla="*/ 101 w 202"/>
                    <a:gd name="T11" fmla="*/ 32 h 203"/>
                    <a:gd name="T12" fmla="*/ 101 w 202"/>
                    <a:gd name="T13" fmla="*/ 0 h 203"/>
                    <a:gd name="T14" fmla="*/ 0 w 202"/>
                    <a:gd name="T15" fmla="*/ 101 h 203"/>
                    <a:gd name="T16" fmla="*/ 101 w 202"/>
                    <a:gd name="T17" fmla="*/ 203 h 203"/>
                    <a:gd name="T18" fmla="*/ 202 w 202"/>
                    <a:gd name="T19" fmla="*/ 101 h 203"/>
                    <a:gd name="T20" fmla="*/ 202 w 202"/>
                    <a:gd name="T21" fmla="*/ 101 h 203"/>
                    <a:gd name="T22" fmla="*/ 101 w 202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2" h="203">
                      <a:moveTo>
                        <a:pt x="101" y="32"/>
                      </a:moveTo>
                      <a:cubicBezTo>
                        <a:pt x="139" y="32"/>
                        <a:pt x="170" y="63"/>
                        <a:pt x="170" y="101"/>
                      </a:cubicBezTo>
                      <a:lnTo>
                        <a:pt x="170" y="101"/>
                      </a:lnTo>
                      <a:cubicBezTo>
                        <a:pt x="170" y="140"/>
                        <a:pt x="139" y="171"/>
                        <a:pt x="101" y="171"/>
                      </a:cubicBezTo>
                      <a:cubicBezTo>
                        <a:pt x="63" y="171"/>
                        <a:pt x="32" y="140"/>
                        <a:pt x="32" y="101"/>
                      </a:cubicBezTo>
                      <a:cubicBezTo>
                        <a:pt x="32" y="63"/>
                        <a:pt x="63" y="32"/>
                        <a:pt x="101" y="32"/>
                      </a:cubicBezTo>
                      <a:close/>
                      <a:moveTo>
                        <a:pt x="101" y="0"/>
                      </a:moveTo>
                      <a:cubicBezTo>
                        <a:pt x="45" y="0"/>
                        <a:pt x="0" y="45"/>
                        <a:pt x="0" y="101"/>
                      </a:cubicBezTo>
                      <a:cubicBezTo>
                        <a:pt x="0" y="157"/>
                        <a:pt x="45" y="203"/>
                        <a:pt x="101" y="203"/>
                      </a:cubicBezTo>
                      <a:cubicBezTo>
                        <a:pt x="157" y="203"/>
                        <a:pt x="202" y="157"/>
                        <a:pt x="202" y="101"/>
                      </a:cubicBezTo>
                      <a:lnTo>
                        <a:pt x="202" y="101"/>
                      </a:lnTo>
                      <a:cubicBezTo>
                        <a:pt x="202" y="45"/>
                        <a:pt x="157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7" name="Freeform 61">
                  <a:extLst>
                    <a:ext uri="{FF2B5EF4-FFF2-40B4-BE49-F238E27FC236}">
                      <a16:creationId xmlns:a16="http://schemas.microsoft.com/office/drawing/2014/main" id="{29613863-CC6E-4C0D-B889-FD44B6DD921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03475" y="1844675"/>
                  <a:ext cx="120650" cy="120650"/>
                </a:xfrm>
                <a:custGeom>
                  <a:avLst/>
                  <a:gdLst>
                    <a:gd name="T0" fmla="*/ 102 w 203"/>
                    <a:gd name="T1" fmla="*/ 32 h 203"/>
                    <a:gd name="T2" fmla="*/ 171 w 203"/>
                    <a:gd name="T3" fmla="*/ 101 h 203"/>
                    <a:gd name="T4" fmla="*/ 171 w 203"/>
                    <a:gd name="T5" fmla="*/ 101 h 203"/>
                    <a:gd name="T6" fmla="*/ 102 w 203"/>
                    <a:gd name="T7" fmla="*/ 171 h 203"/>
                    <a:gd name="T8" fmla="*/ 32 w 203"/>
                    <a:gd name="T9" fmla="*/ 101 h 203"/>
                    <a:gd name="T10" fmla="*/ 102 w 203"/>
                    <a:gd name="T11" fmla="*/ 32 h 203"/>
                    <a:gd name="T12" fmla="*/ 102 w 203"/>
                    <a:gd name="T13" fmla="*/ 0 h 203"/>
                    <a:gd name="T14" fmla="*/ 0 w 203"/>
                    <a:gd name="T15" fmla="*/ 101 h 203"/>
                    <a:gd name="T16" fmla="*/ 102 w 203"/>
                    <a:gd name="T17" fmla="*/ 203 h 203"/>
                    <a:gd name="T18" fmla="*/ 203 w 203"/>
                    <a:gd name="T19" fmla="*/ 101 h 203"/>
                    <a:gd name="T20" fmla="*/ 203 w 203"/>
                    <a:gd name="T21" fmla="*/ 101 h 203"/>
                    <a:gd name="T22" fmla="*/ 102 w 203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3" h="203">
                      <a:moveTo>
                        <a:pt x="102" y="32"/>
                      </a:moveTo>
                      <a:cubicBezTo>
                        <a:pt x="140" y="32"/>
                        <a:pt x="171" y="63"/>
                        <a:pt x="171" y="101"/>
                      </a:cubicBezTo>
                      <a:lnTo>
                        <a:pt x="171" y="101"/>
                      </a:lnTo>
                      <a:cubicBezTo>
                        <a:pt x="171" y="140"/>
                        <a:pt x="140" y="171"/>
                        <a:pt x="102" y="171"/>
                      </a:cubicBezTo>
                      <a:cubicBezTo>
                        <a:pt x="63" y="171"/>
                        <a:pt x="32" y="140"/>
                        <a:pt x="32" y="101"/>
                      </a:cubicBezTo>
                      <a:cubicBezTo>
                        <a:pt x="32" y="63"/>
                        <a:pt x="63" y="32"/>
                        <a:pt x="102" y="32"/>
                      </a:cubicBezTo>
                      <a:close/>
                      <a:moveTo>
                        <a:pt x="102" y="0"/>
                      </a:moveTo>
                      <a:cubicBezTo>
                        <a:pt x="46" y="0"/>
                        <a:pt x="0" y="45"/>
                        <a:pt x="0" y="101"/>
                      </a:cubicBezTo>
                      <a:cubicBezTo>
                        <a:pt x="0" y="157"/>
                        <a:pt x="46" y="203"/>
                        <a:pt x="102" y="203"/>
                      </a:cubicBezTo>
                      <a:cubicBezTo>
                        <a:pt x="158" y="203"/>
                        <a:pt x="203" y="157"/>
                        <a:pt x="203" y="101"/>
                      </a:cubicBezTo>
                      <a:lnTo>
                        <a:pt x="203" y="101"/>
                      </a:lnTo>
                      <a:cubicBezTo>
                        <a:pt x="203" y="45"/>
                        <a:pt x="158" y="0"/>
                        <a:pt x="102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8" name="Freeform 62">
                  <a:extLst>
                    <a:ext uri="{FF2B5EF4-FFF2-40B4-BE49-F238E27FC236}">
                      <a16:creationId xmlns:a16="http://schemas.microsoft.com/office/drawing/2014/main" id="{D92EF0E6-C6D7-4F3A-8D6C-51DC91BD2B5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924175" y="1581150"/>
                  <a:ext cx="120650" cy="120650"/>
                </a:xfrm>
                <a:custGeom>
                  <a:avLst/>
                  <a:gdLst>
                    <a:gd name="T0" fmla="*/ 101 w 202"/>
                    <a:gd name="T1" fmla="*/ 32 h 203"/>
                    <a:gd name="T2" fmla="*/ 170 w 202"/>
                    <a:gd name="T3" fmla="*/ 101 h 203"/>
                    <a:gd name="T4" fmla="*/ 170 w 202"/>
                    <a:gd name="T5" fmla="*/ 101 h 203"/>
                    <a:gd name="T6" fmla="*/ 101 w 202"/>
                    <a:gd name="T7" fmla="*/ 171 h 203"/>
                    <a:gd name="T8" fmla="*/ 32 w 202"/>
                    <a:gd name="T9" fmla="*/ 101 h 203"/>
                    <a:gd name="T10" fmla="*/ 101 w 202"/>
                    <a:gd name="T11" fmla="*/ 32 h 203"/>
                    <a:gd name="T12" fmla="*/ 101 w 202"/>
                    <a:gd name="T13" fmla="*/ 0 h 203"/>
                    <a:gd name="T14" fmla="*/ 0 w 202"/>
                    <a:gd name="T15" fmla="*/ 101 h 203"/>
                    <a:gd name="T16" fmla="*/ 101 w 202"/>
                    <a:gd name="T17" fmla="*/ 203 h 203"/>
                    <a:gd name="T18" fmla="*/ 202 w 202"/>
                    <a:gd name="T19" fmla="*/ 101 h 203"/>
                    <a:gd name="T20" fmla="*/ 202 w 202"/>
                    <a:gd name="T21" fmla="*/ 101 h 203"/>
                    <a:gd name="T22" fmla="*/ 101 w 202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2" h="203">
                      <a:moveTo>
                        <a:pt x="101" y="32"/>
                      </a:moveTo>
                      <a:cubicBezTo>
                        <a:pt x="139" y="32"/>
                        <a:pt x="170" y="63"/>
                        <a:pt x="170" y="101"/>
                      </a:cubicBezTo>
                      <a:lnTo>
                        <a:pt x="170" y="101"/>
                      </a:lnTo>
                      <a:cubicBezTo>
                        <a:pt x="170" y="140"/>
                        <a:pt x="139" y="171"/>
                        <a:pt x="101" y="171"/>
                      </a:cubicBezTo>
                      <a:cubicBezTo>
                        <a:pt x="63" y="171"/>
                        <a:pt x="32" y="140"/>
                        <a:pt x="32" y="101"/>
                      </a:cubicBezTo>
                      <a:cubicBezTo>
                        <a:pt x="32" y="63"/>
                        <a:pt x="63" y="32"/>
                        <a:pt x="101" y="32"/>
                      </a:cubicBezTo>
                      <a:close/>
                      <a:moveTo>
                        <a:pt x="101" y="0"/>
                      </a:moveTo>
                      <a:cubicBezTo>
                        <a:pt x="45" y="0"/>
                        <a:pt x="0" y="46"/>
                        <a:pt x="0" y="101"/>
                      </a:cubicBezTo>
                      <a:cubicBezTo>
                        <a:pt x="0" y="157"/>
                        <a:pt x="45" y="203"/>
                        <a:pt x="101" y="203"/>
                      </a:cubicBezTo>
                      <a:cubicBezTo>
                        <a:pt x="157" y="203"/>
                        <a:pt x="202" y="157"/>
                        <a:pt x="202" y="101"/>
                      </a:cubicBezTo>
                      <a:lnTo>
                        <a:pt x="202" y="101"/>
                      </a:lnTo>
                      <a:cubicBezTo>
                        <a:pt x="202" y="46"/>
                        <a:pt x="157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" name="Freeform 63">
                  <a:extLst>
                    <a:ext uri="{FF2B5EF4-FFF2-40B4-BE49-F238E27FC236}">
                      <a16:creationId xmlns:a16="http://schemas.microsoft.com/office/drawing/2014/main" id="{4727896F-508B-41F5-B8ED-21EEBB5AFB0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148013" y="1776413"/>
                  <a:ext cx="120650" cy="120650"/>
                </a:xfrm>
                <a:custGeom>
                  <a:avLst/>
                  <a:gdLst>
                    <a:gd name="T0" fmla="*/ 102 w 203"/>
                    <a:gd name="T1" fmla="*/ 32 h 202"/>
                    <a:gd name="T2" fmla="*/ 171 w 203"/>
                    <a:gd name="T3" fmla="*/ 101 h 202"/>
                    <a:gd name="T4" fmla="*/ 171 w 203"/>
                    <a:gd name="T5" fmla="*/ 101 h 202"/>
                    <a:gd name="T6" fmla="*/ 102 w 203"/>
                    <a:gd name="T7" fmla="*/ 170 h 202"/>
                    <a:gd name="T8" fmla="*/ 32 w 203"/>
                    <a:gd name="T9" fmla="*/ 101 h 202"/>
                    <a:gd name="T10" fmla="*/ 102 w 203"/>
                    <a:gd name="T11" fmla="*/ 32 h 202"/>
                    <a:gd name="T12" fmla="*/ 102 w 203"/>
                    <a:gd name="T13" fmla="*/ 0 h 202"/>
                    <a:gd name="T14" fmla="*/ 0 w 203"/>
                    <a:gd name="T15" fmla="*/ 101 h 202"/>
                    <a:gd name="T16" fmla="*/ 102 w 203"/>
                    <a:gd name="T17" fmla="*/ 202 h 202"/>
                    <a:gd name="T18" fmla="*/ 203 w 203"/>
                    <a:gd name="T19" fmla="*/ 101 h 202"/>
                    <a:gd name="T20" fmla="*/ 203 w 203"/>
                    <a:gd name="T21" fmla="*/ 101 h 202"/>
                    <a:gd name="T22" fmla="*/ 102 w 203"/>
                    <a:gd name="T23" fmla="*/ 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3" h="202">
                      <a:moveTo>
                        <a:pt x="102" y="32"/>
                      </a:moveTo>
                      <a:cubicBezTo>
                        <a:pt x="140" y="32"/>
                        <a:pt x="171" y="63"/>
                        <a:pt x="171" y="101"/>
                      </a:cubicBezTo>
                      <a:lnTo>
                        <a:pt x="171" y="101"/>
                      </a:lnTo>
                      <a:cubicBezTo>
                        <a:pt x="171" y="139"/>
                        <a:pt x="140" y="170"/>
                        <a:pt x="102" y="170"/>
                      </a:cubicBezTo>
                      <a:cubicBezTo>
                        <a:pt x="63" y="170"/>
                        <a:pt x="32" y="139"/>
                        <a:pt x="32" y="101"/>
                      </a:cubicBezTo>
                      <a:cubicBezTo>
                        <a:pt x="32" y="63"/>
                        <a:pt x="63" y="32"/>
                        <a:pt x="102" y="32"/>
                      </a:cubicBezTo>
                      <a:close/>
                      <a:moveTo>
                        <a:pt x="102" y="0"/>
                      </a:moveTo>
                      <a:cubicBezTo>
                        <a:pt x="46" y="0"/>
                        <a:pt x="0" y="45"/>
                        <a:pt x="0" y="101"/>
                      </a:cubicBezTo>
                      <a:cubicBezTo>
                        <a:pt x="0" y="157"/>
                        <a:pt x="46" y="202"/>
                        <a:pt x="102" y="202"/>
                      </a:cubicBezTo>
                      <a:cubicBezTo>
                        <a:pt x="158" y="202"/>
                        <a:pt x="203" y="157"/>
                        <a:pt x="203" y="101"/>
                      </a:cubicBezTo>
                      <a:lnTo>
                        <a:pt x="203" y="101"/>
                      </a:lnTo>
                      <a:cubicBezTo>
                        <a:pt x="203" y="45"/>
                        <a:pt x="158" y="0"/>
                        <a:pt x="102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" name="Freeform 64">
                  <a:extLst>
                    <a:ext uri="{FF2B5EF4-FFF2-40B4-BE49-F238E27FC236}">
                      <a16:creationId xmlns:a16="http://schemas.microsoft.com/office/drawing/2014/main" id="{933C0B61-3AA7-43F7-957C-B9CF0B61721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816350" y="2298700"/>
                  <a:ext cx="122238" cy="122238"/>
                </a:xfrm>
                <a:custGeom>
                  <a:avLst/>
                  <a:gdLst>
                    <a:gd name="T0" fmla="*/ 102 w 203"/>
                    <a:gd name="T1" fmla="*/ 32 h 203"/>
                    <a:gd name="T2" fmla="*/ 171 w 203"/>
                    <a:gd name="T3" fmla="*/ 101 h 203"/>
                    <a:gd name="T4" fmla="*/ 171 w 203"/>
                    <a:gd name="T5" fmla="*/ 101 h 203"/>
                    <a:gd name="T6" fmla="*/ 102 w 203"/>
                    <a:gd name="T7" fmla="*/ 171 h 203"/>
                    <a:gd name="T8" fmla="*/ 32 w 203"/>
                    <a:gd name="T9" fmla="*/ 101 h 203"/>
                    <a:gd name="T10" fmla="*/ 102 w 203"/>
                    <a:gd name="T11" fmla="*/ 32 h 203"/>
                    <a:gd name="T12" fmla="*/ 102 w 203"/>
                    <a:gd name="T13" fmla="*/ 0 h 203"/>
                    <a:gd name="T14" fmla="*/ 0 w 203"/>
                    <a:gd name="T15" fmla="*/ 101 h 203"/>
                    <a:gd name="T16" fmla="*/ 102 w 203"/>
                    <a:gd name="T17" fmla="*/ 203 h 203"/>
                    <a:gd name="T18" fmla="*/ 203 w 203"/>
                    <a:gd name="T19" fmla="*/ 101 h 203"/>
                    <a:gd name="T20" fmla="*/ 203 w 203"/>
                    <a:gd name="T21" fmla="*/ 101 h 203"/>
                    <a:gd name="T22" fmla="*/ 102 w 203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3" h="203">
                      <a:moveTo>
                        <a:pt x="102" y="32"/>
                      </a:moveTo>
                      <a:cubicBezTo>
                        <a:pt x="140" y="32"/>
                        <a:pt x="171" y="63"/>
                        <a:pt x="171" y="101"/>
                      </a:cubicBezTo>
                      <a:lnTo>
                        <a:pt x="171" y="101"/>
                      </a:lnTo>
                      <a:cubicBezTo>
                        <a:pt x="171" y="140"/>
                        <a:pt x="140" y="171"/>
                        <a:pt x="102" y="171"/>
                      </a:cubicBezTo>
                      <a:cubicBezTo>
                        <a:pt x="63" y="171"/>
                        <a:pt x="32" y="140"/>
                        <a:pt x="32" y="101"/>
                      </a:cubicBezTo>
                      <a:cubicBezTo>
                        <a:pt x="32" y="63"/>
                        <a:pt x="63" y="32"/>
                        <a:pt x="102" y="32"/>
                      </a:cubicBezTo>
                      <a:close/>
                      <a:moveTo>
                        <a:pt x="102" y="0"/>
                      </a:moveTo>
                      <a:cubicBezTo>
                        <a:pt x="46" y="0"/>
                        <a:pt x="0" y="45"/>
                        <a:pt x="0" y="101"/>
                      </a:cubicBezTo>
                      <a:cubicBezTo>
                        <a:pt x="0" y="157"/>
                        <a:pt x="46" y="203"/>
                        <a:pt x="102" y="203"/>
                      </a:cubicBezTo>
                      <a:cubicBezTo>
                        <a:pt x="158" y="203"/>
                        <a:pt x="203" y="157"/>
                        <a:pt x="203" y="101"/>
                      </a:cubicBezTo>
                      <a:lnTo>
                        <a:pt x="203" y="101"/>
                      </a:lnTo>
                      <a:cubicBezTo>
                        <a:pt x="203" y="45"/>
                        <a:pt x="158" y="0"/>
                        <a:pt x="102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1" name="Freeform 65">
                  <a:extLst>
                    <a:ext uri="{FF2B5EF4-FFF2-40B4-BE49-F238E27FC236}">
                      <a16:creationId xmlns:a16="http://schemas.microsoft.com/office/drawing/2014/main" id="{B084C652-9DB7-47D2-B4DE-6E0D692DB69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040188" y="2374900"/>
                  <a:ext cx="120650" cy="120650"/>
                </a:xfrm>
                <a:custGeom>
                  <a:avLst/>
                  <a:gdLst>
                    <a:gd name="T0" fmla="*/ 101 w 203"/>
                    <a:gd name="T1" fmla="*/ 32 h 203"/>
                    <a:gd name="T2" fmla="*/ 171 w 203"/>
                    <a:gd name="T3" fmla="*/ 101 h 203"/>
                    <a:gd name="T4" fmla="*/ 171 w 203"/>
                    <a:gd name="T5" fmla="*/ 101 h 203"/>
                    <a:gd name="T6" fmla="*/ 101 w 203"/>
                    <a:gd name="T7" fmla="*/ 171 h 203"/>
                    <a:gd name="T8" fmla="*/ 32 w 203"/>
                    <a:gd name="T9" fmla="*/ 101 h 203"/>
                    <a:gd name="T10" fmla="*/ 101 w 203"/>
                    <a:gd name="T11" fmla="*/ 32 h 203"/>
                    <a:gd name="T12" fmla="*/ 101 w 203"/>
                    <a:gd name="T13" fmla="*/ 0 h 203"/>
                    <a:gd name="T14" fmla="*/ 0 w 203"/>
                    <a:gd name="T15" fmla="*/ 101 h 203"/>
                    <a:gd name="T16" fmla="*/ 101 w 203"/>
                    <a:gd name="T17" fmla="*/ 203 h 203"/>
                    <a:gd name="T18" fmla="*/ 203 w 203"/>
                    <a:gd name="T19" fmla="*/ 101 h 203"/>
                    <a:gd name="T20" fmla="*/ 203 w 203"/>
                    <a:gd name="T21" fmla="*/ 101 h 203"/>
                    <a:gd name="T22" fmla="*/ 101 w 203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3" h="203">
                      <a:moveTo>
                        <a:pt x="101" y="32"/>
                      </a:moveTo>
                      <a:cubicBezTo>
                        <a:pt x="140" y="32"/>
                        <a:pt x="171" y="63"/>
                        <a:pt x="171" y="101"/>
                      </a:cubicBezTo>
                      <a:lnTo>
                        <a:pt x="171" y="101"/>
                      </a:lnTo>
                      <a:cubicBezTo>
                        <a:pt x="171" y="140"/>
                        <a:pt x="140" y="171"/>
                        <a:pt x="101" y="171"/>
                      </a:cubicBezTo>
                      <a:cubicBezTo>
                        <a:pt x="63" y="171"/>
                        <a:pt x="32" y="140"/>
                        <a:pt x="32" y="101"/>
                      </a:cubicBezTo>
                      <a:cubicBezTo>
                        <a:pt x="32" y="63"/>
                        <a:pt x="63" y="32"/>
                        <a:pt x="101" y="32"/>
                      </a:cubicBezTo>
                      <a:close/>
                      <a:moveTo>
                        <a:pt x="101" y="0"/>
                      </a:moveTo>
                      <a:cubicBezTo>
                        <a:pt x="45" y="0"/>
                        <a:pt x="0" y="45"/>
                        <a:pt x="0" y="101"/>
                      </a:cubicBezTo>
                      <a:cubicBezTo>
                        <a:pt x="0" y="157"/>
                        <a:pt x="45" y="203"/>
                        <a:pt x="101" y="203"/>
                      </a:cubicBezTo>
                      <a:cubicBezTo>
                        <a:pt x="157" y="203"/>
                        <a:pt x="203" y="157"/>
                        <a:pt x="203" y="101"/>
                      </a:cubicBezTo>
                      <a:lnTo>
                        <a:pt x="203" y="101"/>
                      </a:lnTo>
                      <a:cubicBezTo>
                        <a:pt x="203" y="45"/>
                        <a:pt x="157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2" name="Freeform 66">
                  <a:extLst>
                    <a:ext uri="{FF2B5EF4-FFF2-40B4-BE49-F238E27FC236}">
                      <a16:creationId xmlns:a16="http://schemas.microsoft.com/office/drawing/2014/main" id="{918AA4CF-5DB6-4B51-80A4-F26BE10EDA9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264025" y="2384425"/>
                  <a:ext cx="120650" cy="120650"/>
                </a:xfrm>
                <a:custGeom>
                  <a:avLst/>
                  <a:gdLst>
                    <a:gd name="T0" fmla="*/ 101 w 202"/>
                    <a:gd name="T1" fmla="*/ 32 h 203"/>
                    <a:gd name="T2" fmla="*/ 170 w 202"/>
                    <a:gd name="T3" fmla="*/ 101 h 203"/>
                    <a:gd name="T4" fmla="*/ 170 w 202"/>
                    <a:gd name="T5" fmla="*/ 101 h 203"/>
                    <a:gd name="T6" fmla="*/ 101 w 202"/>
                    <a:gd name="T7" fmla="*/ 171 h 203"/>
                    <a:gd name="T8" fmla="*/ 32 w 202"/>
                    <a:gd name="T9" fmla="*/ 101 h 203"/>
                    <a:gd name="T10" fmla="*/ 101 w 202"/>
                    <a:gd name="T11" fmla="*/ 32 h 203"/>
                    <a:gd name="T12" fmla="*/ 101 w 202"/>
                    <a:gd name="T13" fmla="*/ 0 h 203"/>
                    <a:gd name="T14" fmla="*/ 0 w 202"/>
                    <a:gd name="T15" fmla="*/ 101 h 203"/>
                    <a:gd name="T16" fmla="*/ 101 w 202"/>
                    <a:gd name="T17" fmla="*/ 203 h 203"/>
                    <a:gd name="T18" fmla="*/ 202 w 202"/>
                    <a:gd name="T19" fmla="*/ 101 h 203"/>
                    <a:gd name="T20" fmla="*/ 202 w 202"/>
                    <a:gd name="T21" fmla="*/ 101 h 203"/>
                    <a:gd name="T22" fmla="*/ 101 w 202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2" h="203">
                      <a:moveTo>
                        <a:pt x="101" y="32"/>
                      </a:moveTo>
                      <a:cubicBezTo>
                        <a:pt x="139" y="32"/>
                        <a:pt x="170" y="63"/>
                        <a:pt x="170" y="101"/>
                      </a:cubicBezTo>
                      <a:lnTo>
                        <a:pt x="170" y="101"/>
                      </a:lnTo>
                      <a:cubicBezTo>
                        <a:pt x="170" y="140"/>
                        <a:pt x="139" y="171"/>
                        <a:pt x="101" y="171"/>
                      </a:cubicBezTo>
                      <a:cubicBezTo>
                        <a:pt x="63" y="171"/>
                        <a:pt x="32" y="140"/>
                        <a:pt x="32" y="101"/>
                      </a:cubicBezTo>
                      <a:cubicBezTo>
                        <a:pt x="32" y="63"/>
                        <a:pt x="63" y="32"/>
                        <a:pt x="101" y="32"/>
                      </a:cubicBezTo>
                      <a:close/>
                      <a:moveTo>
                        <a:pt x="101" y="0"/>
                      </a:moveTo>
                      <a:cubicBezTo>
                        <a:pt x="45" y="0"/>
                        <a:pt x="0" y="46"/>
                        <a:pt x="0" y="101"/>
                      </a:cubicBezTo>
                      <a:cubicBezTo>
                        <a:pt x="0" y="157"/>
                        <a:pt x="45" y="203"/>
                        <a:pt x="101" y="203"/>
                      </a:cubicBezTo>
                      <a:cubicBezTo>
                        <a:pt x="157" y="203"/>
                        <a:pt x="202" y="157"/>
                        <a:pt x="202" y="101"/>
                      </a:cubicBezTo>
                      <a:lnTo>
                        <a:pt x="202" y="101"/>
                      </a:lnTo>
                      <a:cubicBezTo>
                        <a:pt x="202" y="46"/>
                        <a:pt x="157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3" name="Freeform 67">
                  <a:extLst>
                    <a:ext uri="{FF2B5EF4-FFF2-40B4-BE49-F238E27FC236}">
                      <a16:creationId xmlns:a16="http://schemas.microsoft.com/office/drawing/2014/main" id="{43A7F84E-54DB-4AF1-9854-04112805F8D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486275" y="2397125"/>
                  <a:ext cx="122238" cy="122238"/>
                </a:xfrm>
                <a:custGeom>
                  <a:avLst/>
                  <a:gdLst>
                    <a:gd name="T0" fmla="*/ 102 w 203"/>
                    <a:gd name="T1" fmla="*/ 32 h 203"/>
                    <a:gd name="T2" fmla="*/ 171 w 203"/>
                    <a:gd name="T3" fmla="*/ 101 h 203"/>
                    <a:gd name="T4" fmla="*/ 171 w 203"/>
                    <a:gd name="T5" fmla="*/ 101 h 203"/>
                    <a:gd name="T6" fmla="*/ 102 w 203"/>
                    <a:gd name="T7" fmla="*/ 171 h 203"/>
                    <a:gd name="T8" fmla="*/ 32 w 203"/>
                    <a:gd name="T9" fmla="*/ 101 h 203"/>
                    <a:gd name="T10" fmla="*/ 102 w 203"/>
                    <a:gd name="T11" fmla="*/ 32 h 203"/>
                    <a:gd name="T12" fmla="*/ 102 w 203"/>
                    <a:gd name="T13" fmla="*/ 0 h 203"/>
                    <a:gd name="T14" fmla="*/ 0 w 203"/>
                    <a:gd name="T15" fmla="*/ 101 h 203"/>
                    <a:gd name="T16" fmla="*/ 102 w 203"/>
                    <a:gd name="T17" fmla="*/ 203 h 203"/>
                    <a:gd name="T18" fmla="*/ 203 w 203"/>
                    <a:gd name="T19" fmla="*/ 101 h 203"/>
                    <a:gd name="T20" fmla="*/ 203 w 203"/>
                    <a:gd name="T21" fmla="*/ 101 h 203"/>
                    <a:gd name="T22" fmla="*/ 102 w 203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3" h="203">
                      <a:moveTo>
                        <a:pt x="102" y="32"/>
                      </a:moveTo>
                      <a:cubicBezTo>
                        <a:pt x="140" y="32"/>
                        <a:pt x="171" y="63"/>
                        <a:pt x="171" y="101"/>
                      </a:cubicBezTo>
                      <a:lnTo>
                        <a:pt x="171" y="101"/>
                      </a:lnTo>
                      <a:cubicBezTo>
                        <a:pt x="171" y="140"/>
                        <a:pt x="140" y="171"/>
                        <a:pt x="102" y="171"/>
                      </a:cubicBezTo>
                      <a:cubicBezTo>
                        <a:pt x="63" y="171"/>
                        <a:pt x="32" y="140"/>
                        <a:pt x="32" y="101"/>
                      </a:cubicBezTo>
                      <a:cubicBezTo>
                        <a:pt x="32" y="63"/>
                        <a:pt x="63" y="32"/>
                        <a:pt x="102" y="32"/>
                      </a:cubicBezTo>
                      <a:close/>
                      <a:moveTo>
                        <a:pt x="102" y="0"/>
                      </a:moveTo>
                      <a:cubicBezTo>
                        <a:pt x="46" y="0"/>
                        <a:pt x="0" y="45"/>
                        <a:pt x="0" y="101"/>
                      </a:cubicBezTo>
                      <a:cubicBezTo>
                        <a:pt x="0" y="157"/>
                        <a:pt x="46" y="203"/>
                        <a:pt x="102" y="203"/>
                      </a:cubicBezTo>
                      <a:cubicBezTo>
                        <a:pt x="158" y="203"/>
                        <a:pt x="203" y="157"/>
                        <a:pt x="203" y="101"/>
                      </a:cubicBezTo>
                      <a:lnTo>
                        <a:pt x="203" y="101"/>
                      </a:lnTo>
                      <a:cubicBezTo>
                        <a:pt x="203" y="45"/>
                        <a:pt x="158" y="0"/>
                        <a:pt x="102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4" name="Freeform 68">
                  <a:extLst>
                    <a:ext uri="{FF2B5EF4-FFF2-40B4-BE49-F238E27FC236}">
                      <a16:creationId xmlns:a16="http://schemas.microsoft.com/office/drawing/2014/main" id="{C125E9C6-F599-430A-8A1C-AB2D0057F1D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268913" y="1697038"/>
                  <a:ext cx="120650" cy="120650"/>
                </a:xfrm>
                <a:custGeom>
                  <a:avLst/>
                  <a:gdLst>
                    <a:gd name="T0" fmla="*/ 101 w 202"/>
                    <a:gd name="T1" fmla="*/ 32 h 203"/>
                    <a:gd name="T2" fmla="*/ 170 w 202"/>
                    <a:gd name="T3" fmla="*/ 101 h 203"/>
                    <a:gd name="T4" fmla="*/ 170 w 202"/>
                    <a:gd name="T5" fmla="*/ 101 h 203"/>
                    <a:gd name="T6" fmla="*/ 101 w 202"/>
                    <a:gd name="T7" fmla="*/ 171 h 203"/>
                    <a:gd name="T8" fmla="*/ 32 w 202"/>
                    <a:gd name="T9" fmla="*/ 101 h 203"/>
                    <a:gd name="T10" fmla="*/ 101 w 202"/>
                    <a:gd name="T11" fmla="*/ 32 h 203"/>
                    <a:gd name="T12" fmla="*/ 101 w 202"/>
                    <a:gd name="T13" fmla="*/ 0 h 203"/>
                    <a:gd name="T14" fmla="*/ 0 w 202"/>
                    <a:gd name="T15" fmla="*/ 101 h 203"/>
                    <a:gd name="T16" fmla="*/ 101 w 202"/>
                    <a:gd name="T17" fmla="*/ 203 h 203"/>
                    <a:gd name="T18" fmla="*/ 202 w 202"/>
                    <a:gd name="T19" fmla="*/ 101 h 203"/>
                    <a:gd name="T20" fmla="*/ 202 w 202"/>
                    <a:gd name="T21" fmla="*/ 101 h 203"/>
                    <a:gd name="T22" fmla="*/ 101 w 202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2" h="203">
                      <a:moveTo>
                        <a:pt x="101" y="32"/>
                      </a:moveTo>
                      <a:cubicBezTo>
                        <a:pt x="139" y="32"/>
                        <a:pt x="170" y="63"/>
                        <a:pt x="170" y="101"/>
                      </a:cubicBezTo>
                      <a:lnTo>
                        <a:pt x="170" y="101"/>
                      </a:lnTo>
                      <a:cubicBezTo>
                        <a:pt x="170" y="140"/>
                        <a:pt x="139" y="171"/>
                        <a:pt x="101" y="171"/>
                      </a:cubicBezTo>
                      <a:cubicBezTo>
                        <a:pt x="63" y="171"/>
                        <a:pt x="32" y="140"/>
                        <a:pt x="32" y="101"/>
                      </a:cubicBezTo>
                      <a:cubicBezTo>
                        <a:pt x="32" y="63"/>
                        <a:pt x="63" y="32"/>
                        <a:pt x="101" y="32"/>
                      </a:cubicBezTo>
                      <a:close/>
                      <a:moveTo>
                        <a:pt x="101" y="0"/>
                      </a:moveTo>
                      <a:cubicBezTo>
                        <a:pt x="45" y="0"/>
                        <a:pt x="0" y="45"/>
                        <a:pt x="0" y="101"/>
                      </a:cubicBezTo>
                      <a:cubicBezTo>
                        <a:pt x="0" y="157"/>
                        <a:pt x="45" y="203"/>
                        <a:pt x="101" y="203"/>
                      </a:cubicBezTo>
                      <a:cubicBezTo>
                        <a:pt x="157" y="203"/>
                        <a:pt x="202" y="157"/>
                        <a:pt x="202" y="101"/>
                      </a:cubicBezTo>
                      <a:lnTo>
                        <a:pt x="202" y="101"/>
                      </a:lnTo>
                      <a:cubicBezTo>
                        <a:pt x="202" y="45"/>
                        <a:pt x="157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5" name="Freeform 69">
                  <a:extLst>
                    <a:ext uri="{FF2B5EF4-FFF2-40B4-BE49-F238E27FC236}">
                      <a16:creationId xmlns:a16="http://schemas.microsoft.com/office/drawing/2014/main" id="{09FB707C-D8C6-468B-99F5-798781D6B50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868488" y="2660650"/>
                  <a:ext cx="3832225" cy="6350"/>
                </a:xfrm>
                <a:custGeom>
                  <a:avLst/>
                  <a:gdLst>
                    <a:gd name="T0" fmla="*/ 156 w 2414"/>
                    <a:gd name="T1" fmla="*/ 0 h 4"/>
                    <a:gd name="T2" fmla="*/ 192 w 2414"/>
                    <a:gd name="T3" fmla="*/ 4 h 4"/>
                    <a:gd name="T4" fmla="*/ 192 w 2414"/>
                    <a:gd name="T5" fmla="*/ 0 h 4"/>
                    <a:gd name="T6" fmla="*/ 348 w 2414"/>
                    <a:gd name="T7" fmla="*/ 4 h 4"/>
                    <a:gd name="T8" fmla="*/ 288 w 2414"/>
                    <a:gd name="T9" fmla="*/ 4 h 4"/>
                    <a:gd name="T10" fmla="*/ 444 w 2414"/>
                    <a:gd name="T11" fmla="*/ 0 h 4"/>
                    <a:gd name="T12" fmla="*/ 480 w 2414"/>
                    <a:gd name="T13" fmla="*/ 4 h 4"/>
                    <a:gd name="T14" fmla="*/ 480 w 2414"/>
                    <a:gd name="T15" fmla="*/ 0 h 4"/>
                    <a:gd name="T16" fmla="*/ 636 w 2414"/>
                    <a:gd name="T17" fmla="*/ 4 h 4"/>
                    <a:gd name="T18" fmla="*/ 576 w 2414"/>
                    <a:gd name="T19" fmla="*/ 4 h 4"/>
                    <a:gd name="T20" fmla="*/ 732 w 2414"/>
                    <a:gd name="T21" fmla="*/ 0 h 4"/>
                    <a:gd name="T22" fmla="*/ 768 w 2414"/>
                    <a:gd name="T23" fmla="*/ 4 h 4"/>
                    <a:gd name="T24" fmla="*/ 768 w 2414"/>
                    <a:gd name="T25" fmla="*/ 0 h 4"/>
                    <a:gd name="T26" fmla="*/ 925 w 2414"/>
                    <a:gd name="T27" fmla="*/ 4 h 4"/>
                    <a:gd name="T28" fmla="*/ 865 w 2414"/>
                    <a:gd name="T29" fmla="*/ 4 h 4"/>
                    <a:gd name="T30" fmla="*/ 1021 w 2414"/>
                    <a:gd name="T31" fmla="*/ 0 h 4"/>
                    <a:gd name="T32" fmla="*/ 1057 w 2414"/>
                    <a:gd name="T33" fmla="*/ 4 h 4"/>
                    <a:gd name="T34" fmla="*/ 1057 w 2414"/>
                    <a:gd name="T35" fmla="*/ 0 h 4"/>
                    <a:gd name="T36" fmla="*/ 1213 w 2414"/>
                    <a:gd name="T37" fmla="*/ 4 h 4"/>
                    <a:gd name="T38" fmla="*/ 1153 w 2414"/>
                    <a:gd name="T39" fmla="*/ 4 h 4"/>
                    <a:gd name="T40" fmla="*/ 1309 w 2414"/>
                    <a:gd name="T41" fmla="*/ 0 h 4"/>
                    <a:gd name="T42" fmla="*/ 1345 w 2414"/>
                    <a:gd name="T43" fmla="*/ 4 h 4"/>
                    <a:gd name="T44" fmla="*/ 1345 w 2414"/>
                    <a:gd name="T45" fmla="*/ 0 h 4"/>
                    <a:gd name="T46" fmla="*/ 1501 w 2414"/>
                    <a:gd name="T47" fmla="*/ 4 h 4"/>
                    <a:gd name="T48" fmla="*/ 1441 w 2414"/>
                    <a:gd name="T49" fmla="*/ 4 h 4"/>
                    <a:gd name="T50" fmla="*/ 1597 w 2414"/>
                    <a:gd name="T51" fmla="*/ 0 h 4"/>
                    <a:gd name="T52" fmla="*/ 1633 w 2414"/>
                    <a:gd name="T53" fmla="*/ 4 h 4"/>
                    <a:gd name="T54" fmla="*/ 1633 w 2414"/>
                    <a:gd name="T55" fmla="*/ 0 h 4"/>
                    <a:gd name="T56" fmla="*/ 1789 w 2414"/>
                    <a:gd name="T57" fmla="*/ 4 h 4"/>
                    <a:gd name="T58" fmla="*/ 1729 w 2414"/>
                    <a:gd name="T59" fmla="*/ 4 h 4"/>
                    <a:gd name="T60" fmla="*/ 1885 w 2414"/>
                    <a:gd name="T61" fmla="*/ 0 h 4"/>
                    <a:gd name="T62" fmla="*/ 1921 w 2414"/>
                    <a:gd name="T63" fmla="*/ 4 h 4"/>
                    <a:gd name="T64" fmla="*/ 1921 w 2414"/>
                    <a:gd name="T65" fmla="*/ 0 h 4"/>
                    <a:gd name="T66" fmla="*/ 2078 w 2414"/>
                    <a:gd name="T67" fmla="*/ 4 h 4"/>
                    <a:gd name="T68" fmla="*/ 2017 w 2414"/>
                    <a:gd name="T69" fmla="*/ 4 h 4"/>
                    <a:gd name="T70" fmla="*/ 2174 w 2414"/>
                    <a:gd name="T71" fmla="*/ 0 h 4"/>
                    <a:gd name="T72" fmla="*/ 2210 w 2414"/>
                    <a:gd name="T73" fmla="*/ 4 h 4"/>
                    <a:gd name="T74" fmla="*/ 2210 w 2414"/>
                    <a:gd name="T75" fmla="*/ 0 h 4"/>
                    <a:gd name="T76" fmla="*/ 2366 w 2414"/>
                    <a:gd name="T77" fmla="*/ 4 h 4"/>
                    <a:gd name="T78" fmla="*/ 2306 w 2414"/>
                    <a:gd name="T79" fmla="*/ 4 h 4"/>
                    <a:gd name="T80" fmla="*/ 2414 w 2414"/>
                    <a:gd name="T81" fmla="*/ 0 h 4"/>
                    <a:gd name="T82" fmla="*/ 0 w 2414"/>
                    <a:gd name="T83" fmla="*/ 4 h 4"/>
                    <a:gd name="T84" fmla="*/ 0 w 2414"/>
                    <a:gd name="T8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414" h="4">
                      <a:moveTo>
                        <a:pt x="96" y="4"/>
                      </a:moveTo>
                      <a:lnTo>
                        <a:pt x="156" y="4"/>
                      </a:lnTo>
                      <a:lnTo>
                        <a:pt x="156" y="0"/>
                      </a:lnTo>
                      <a:lnTo>
                        <a:pt x="96" y="0"/>
                      </a:lnTo>
                      <a:lnTo>
                        <a:pt x="96" y="4"/>
                      </a:lnTo>
                      <a:close/>
                      <a:moveTo>
                        <a:pt x="192" y="4"/>
                      </a:moveTo>
                      <a:lnTo>
                        <a:pt x="252" y="4"/>
                      </a:lnTo>
                      <a:lnTo>
                        <a:pt x="252" y="0"/>
                      </a:lnTo>
                      <a:lnTo>
                        <a:pt x="192" y="0"/>
                      </a:lnTo>
                      <a:lnTo>
                        <a:pt x="192" y="4"/>
                      </a:lnTo>
                      <a:close/>
                      <a:moveTo>
                        <a:pt x="288" y="4"/>
                      </a:moveTo>
                      <a:lnTo>
                        <a:pt x="348" y="4"/>
                      </a:lnTo>
                      <a:lnTo>
                        <a:pt x="348" y="0"/>
                      </a:lnTo>
                      <a:lnTo>
                        <a:pt x="288" y="0"/>
                      </a:lnTo>
                      <a:lnTo>
                        <a:pt x="288" y="4"/>
                      </a:lnTo>
                      <a:close/>
                      <a:moveTo>
                        <a:pt x="384" y="4"/>
                      </a:moveTo>
                      <a:lnTo>
                        <a:pt x="444" y="4"/>
                      </a:lnTo>
                      <a:lnTo>
                        <a:pt x="444" y="0"/>
                      </a:lnTo>
                      <a:lnTo>
                        <a:pt x="384" y="0"/>
                      </a:lnTo>
                      <a:lnTo>
                        <a:pt x="384" y="4"/>
                      </a:lnTo>
                      <a:close/>
                      <a:moveTo>
                        <a:pt x="480" y="4"/>
                      </a:moveTo>
                      <a:lnTo>
                        <a:pt x="540" y="4"/>
                      </a:lnTo>
                      <a:lnTo>
                        <a:pt x="540" y="0"/>
                      </a:lnTo>
                      <a:lnTo>
                        <a:pt x="480" y="0"/>
                      </a:lnTo>
                      <a:lnTo>
                        <a:pt x="480" y="4"/>
                      </a:lnTo>
                      <a:close/>
                      <a:moveTo>
                        <a:pt x="576" y="4"/>
                      </a:moveTo>
                      <a:lnTo>
                        <a:pt x="636" y="4"/>
                      </a:lnTo>
                      <a:lnTo>
                        <a:pt x="636" y="0"/>
                      </a:lnTo>
                      <a:lnTo>
                        <a:pt x="576" y="0"/>
                      </a:lnTo>
                      <a:lnTo>
                        <a:pt x="576" y="4"/>
                      </a:lnTo>
                      <a:close/>
                      <a:moveTo>
                        <a:pt x="672" y="4"/>
                      </a:moveTo>
                      <a:lnTo>
                        <a:pt x="732" y="4"/>
                      </a:lnTo>
                      <a:lnTo>
                        <a:pt x="732" y="0"/>
                      </a:lnTo>
                      <a:lnTo>
                        <a:pt x="672" y="0"/>
                      </a:lnTo>
                      <a:lnTo>
                        <a:pt x="672" y="4"/>
                      </a:lnTo>
                      <a:close/>
                      <a:moveTo>
                        <a:pt x="768" y="4"/>
                      </a:moveTo>
                      <a:lnTo>
                        <a:pt x="829" y="4"/>
                      </a:lnTo>
                      <a:lnTo>
                        <a:pt x="829" y="0"/>
                      </a:lnTo>
                      <a:lnTo>
                        <a:pt x="768" y="0"/>
                      </a:lnTo>
                      <a:lnTo>
                        <a:pt x="768" y="4"/>
                      </a:lnTo>
                      <a:close/>
                      <a:moveTo>
                        <a:pt x="865" y="4"/>
                      </a:moveTo>
                      <a:lnTo>
                        <a:pt x="925" y="4"/>
                      </a:lnTo>
                      <a:lnTo>
                        <a:pt x="925" y="0"/>
                      </a:lnTo>
                      <a:lnTo>
                        <a:pt x="865" y="0"/>
                      </a:lnTo>
                      <a:lnTo>
                        <a:pt x="865" y="4"/>
                      </a:lnTo>
                      <a:close/>
                      <a:moveTo>
                        <a:pt x="961" y="4"/>
                      </a:moveTo>
                      <a:lnTo>
                        <a:pt x="1021" y="4"/>
                      </a:lnTo>
                      <a:lnTo>
                        <a:pt x="1021" y="0"/>
                      </a:lnTo>
                      <a:lnTo>
                        <a:pt x="961" y="0"/>
                      </a:lnTo>
                      <a:lnTo>
                        <a:pt x="961" y="4"/>
                      </a:lnTo>
                      <a:close/>
                      <a:moveTo>
                        <a:pt x="1057" y="4"/>
                      </a:moveTo>
                      <a:lnTo>
                        <a:pt x="1117" y="4"/>
                      </a:lnTo>
                      <a:lnTo>
                        <a:pt x="1117" y="0"/>
                      </a:lnTo>
                      <a:lnTo>
                        <a:pt x="1057" y="0"/>
                      </a:lnTo>
                      <a:lnTo>
                        <a:pt x="1057" y="4"/>
                      </a:lnTo>
                      <a:close/>
                      <a:moveTo>
                        <a:pt x="1153" y="4"/>
                      </a:moveTo>
                      <a:lnTo>
                        <a:pt x="1213" y="4"/>
                      </a:lnTo>
                      <a:lnTo>
                        <a:pt x="1213" y="0"/>
                      </a:lnTo>
                      <a:lnTo>
                        <a:pt x="1153" y="0"/>
                      </a:lnTo>
                      <a:lnTo>
                        <a:pt x="1153" y="4"/>
                      </a:lnTo>
                      <a:close/>
                      <a:moveTo>
                        <a:pt x="1249" y="4"/>
                      </a:moveTo>
                      <a:lnTo>
                        <a:pt x="1309" y="4"/>
                      </a:lnTo>
                      <a:lnTo>
                        <a:pt x="1309" y="0"/>
                      </a:lnTo>
                      <a:lnTo>
                        <a:pt x="1249" y="0"/>
                      </a:lnTo>
                      <a:lnTo>
                        <a:pt x="1249" y="4"/>
                      </a:lnTo>
                      <a:close/>
                      <a:moveTo>
                        <a:pt x="1345" y="4"/>
                      </a:moveTo>
                      <a:lnTo>
                        <a:pt x="1405" y="4"/>
                      </a:lnTo>
                      <a:lnTo>
                        <a:pt x="1405" y="0"/>
                      </a:lnTo>
                      <a:lnTo>
                        <a:pt x="1345" y="0"/>
                      </a:lnTo>
                      <a:lnTo>
                        <a:pt x="1345" y="4"/>
                      </a:lnTo>
                      <a:close/>
                      <a:moveTo>
                        <a:pt x="1441" y="4"/>
                      </a:moveTo>
                      <a:lnTo>
                        <a:pt x="1501" y="4"/>
                      </a:lnTo>
                      <a:lnTo>
                        <a:pt x="1501" y="0"/>
                      </a:lnTo>
                      <a:lnTo>
                        <a:pt x="1441" y="0"/>
                      </a:lnTo>
                      <a:lnTo>
                        <a:pt x="1441" y="4"/>
                      </a:lnTo>
                      <a:close/>
                      <a:moveTo>
                        <a:pt x="1537" y="4"/>
                      </a:moveTo>
                      <a:lnTo>
                        <a:pt x="1597" y="4"/>
                      </a:lnTo>
                      <a:lnTo>
                        <a:pt x="1597" y="0"/>
                      </a:lnTo>
                      <a:lnTo>
                        <a:pt x="1537" y="0"/>
                      </a:lnTo>
                      <a:lnTo>
                        <a:pt x="1537" y="4"/>
                      </a:lnTo>
                      <a:close/>
                      <a:moveTo>
                        <a:pt x="1633" y="4"/>
                      </a:moveTo>
                      <a:lnTo>
                        <a:pt x="1693" y="4"/>
                      </a:lnTo>
                      <a:lnTo>
                        <a:pt x="1693" y="0"/>
                      </a:lnTo>
                      <a:lnTo>
                        <a:pt x="1633" y="0"/>
                      </a:lnTo>
                      <a:lnTo>
                        <a:pt x="1633" y="4"/>
                      </a:lnTo>
                      <a:close/>
                      <a:moveTo>
                        <a:pt x="1729" y="4"/>
                      </a:moveTo>
                      <a:lnTo>
                        <a:pt x="1789" y="4"/>
                      </a:lnTo>
                      <a:lnTo>
                        <a:pt x="1789" y="0"/>
                      </a:lnTo>
                      <a:lnTo>
                        <a:pt x="1729" y="0"/>
                      </a:lnTo>
                      <a:lnTo>
                        <a:pt x="1729" y="4"/>
                      </a:lnTo>
                      <a:close/>
                      <a:moveTo>
                        <a:pt x="1825" y="4"/>
                      </a:moveTo>
                      <a:lnTo>
                        <a:pt x="1885" y="4"/>
                      </a:lnTo>
                      <a:lnTo>
                        <a:pt x="1885" y="0"/>
                      </a:lnTo>
                      <a:lnTo>
                        <a:pt x="1825" y="0"/>
                      </a:lnTo>
                      <a:lnTo>
                        <a:pt x="1825" y="4"/>
                      </a:lnTo>
                      <a:close/>
                      <a:moveTo>
                        <a:pt x="1921" y="4"/>
                      </a:moveTo>
                      <a:lnTo>
                        <a:pt x="1981" y="4"/>
                      </a:lnTo>
                      <a:lnTo>
                        <a:pt x="1981" y="0"/>
                      </a:lnTo>
                      <a:lnTo>
                        <a:pt x="1921" y="0"/>
                      </a:lnTo>
                      <a:lnTo>
                        <a:pt x="1921" y="4"/>
                      </a:lnTo>
                      <a:close/>
                      <a:moveTo>
                        <a:pt x="2017" y="4"/>
                      </a:moveTo>
                      <a:lnTo>
                        <a:pt x="2078" y="4"/>
                      </a:lnTo>
                      <a:lnTo>
                        <a:pt x="2078" y="0"/>
                      </a:lnTo>
                      <a:lnTo>
                        <a:pt x="2017" y="0"/>
                      </a:lnTo>
                      <a:lnTo>
                        <a:pt x="2017" y="4"/>
                      </a:lnTo>
                      <a:close/>
                      <a:moveTo>
                        <a:pt x="2114" y="4"/>
                      </a:moveTo>
                      <a:lnTo>
                        <a:pt x="2174" y="4"/>
                      </a:lnTo>
                      <a:lnTo>
                        <a:pt x="2174" y="0"/>
                      </a:lnTo>
                      <a:lnTo>
                        <a:pt x="2114" y="0"/>
                      </a:lnTo>
                      <a:lnTo>
                        <a:pt x="2114" y="4"/>
                      </a:lnTo>
                      <a:close/>
                      <a:moveTo>
                        <a:pt x="2210" y="4"/>
                      </a:moveTo>
                      <a:lnTo>
                        <a:pt x="2270" y="4"/>
                      </a:lnTo>
                      <a:lnTo>
                        <a:pt x="2270" y="0"/>
                      </a:lnTo>
                      <a:lnTo>
                        <a:pt x="2210" y="0"/>
                      </a:lnTo>
                      <a:lnTo>
                        <a:pt x="2210" y="4"/>
                      </a:lnTo>
                      <a:close/>
                      <a:moveTo>
                        <a:pt x="2306" y="4"/>
                      </a:moveTo>
                      <a:lnTo>
                        <a:pt x="2366" y="4"/>
                      </a:lnTo>
                      <a:lnTo>
                        <a:pt x="2366" y="0"/>
                      </a:lnTo>
                      <a:lnTo>
                        <a:pt x="2306" y="0"/>
                      </a:lnTo>
                      <a:lnTo>
                        <a:pt x="2306" y="4"/>
                      </a:lnTo>
                      <a:close/>
                      <a:moveTo>
                        <a:pt x="2402" y="4"/>
                      </a:moveTo>
                      <a:lnTo>
                        <a:pt x="2414" y="4"/>
                      </a:lnTo>
                      <a:lnTo>
                        <a:pt x="2414" y="0"/>
                      </a:lnTo>
                      <a:lnTo>
                        <a:pt x="2402" y="0"/>
                      </a:lnTo>
                      <a:lnTo>
                        <a:pt x="2402" y="4"/>
                      </a:lnTo>
                      <a:close/>
                      <a:moveTo>
                        <a:pt x="0" y="4"/>
                      </a:moveTo>
                      <a:lnTo>
                        <a:pt x="60" y="4"/>
                      </a:lnTo>
                      <a:lnTo>
                        <a:pt x="60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96" name="Group 395">
                <a:extLst>
                  <a:ext uri="{FF2B5EF4-FFF2-40B4-BE49-F238E27FC236}">
                    <a16:creationId xmlns:a16="http://schemas.microsoft.com/office/drawing/2014/main" id="{A142DC3D-C115-44C9-9FFF-2E199CD555BD}"/>
                  </a:ext>
                </a:extLst>
              </p:cNvPr>
              <p:cNvGrpSpPr/>
              <p:nvPr/>
            </p:nvGrpSpPr>
            <p:grpSpPr>
              <a:xfrm>
                <a:off x="6037256" y="3757613"/>
                <a:ext cx="4337050" cy="2738437"/>
                <a:chOff x="1363663" y="3757613"/>
                <a:chExt cx="4337050" cy="2738437"/>
              </a:xfrm>
            </p:grpSpPr>
            <p:sp>
              <p:nvSpPr>
                <p:cNvPr id="397" name="Line 71">
                  <a:extLst>
                    <a:ext uri="{FF2B5EF4-FFF2-40B4-BE49-F238E27FC236}">
                      <a16:creationId xmlns:a16="http://schemas.microsoft.com/office/drawing/2014/main" id="{0CAEF018-CD97-4936-9649-3CC4EF703E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6037263"/>
                  <a:ext cx="3832225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8" name="Line 72">
                  <a:extLst>
                    <a:ext uri="{FF2B5EF4-FFF2-40B4-BE49-F238E27FC236}">
                      <a16:creationId xmlns:a16="http://schemas.microsoft.com/office/drawing/2014/main" id="{1069EC1E-E20C-442C-8D54-AB308F7752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3757613"/>
                  <a:ext cx="3832225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9" name="Line 73">
                  <a:extLst>
                    <a:ext uri="{FF2B5EF4-FFF2-40B4-BE49-F238E27FC236}">
                      <a16:creationId xmlns:a16="http://schemas.microsoft.com/office/drawing/2014/main" id="{DE8C7D6A-603A-4C45-A8FB-20828DE071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39963" y="5999163"/>
                  <a:ext cx="0" cy="3810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0" name="Line 74">
                  <a:extLst>
                    <a:ext uri="{FF2B5EF4-FFF2-40B4-BE49-F238E27FC236}">
                      <a16:creationId xmlns:a16="http://schemas.microsoft.com/office/drawing/2014/main" id="{552285CE-3550-4ABB-9DD4-12D793ACC2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63800" y="5999163"/>
                  <a:ext cx="0" cy="3810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1" name="Line 75">
                  <a:extLst>
                    <a:ext uri="{FF2B5EF4-FFF2-40B4-BE49-F238E27FC236}">
                      <a16:creationId xmlns:a16="http://schemas.microsoft.com/office/drawing/2014/main" id="{880D84EE-3E59-4C68-AD08-E527D0AE70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84500" y="5999163"/>
                  <a:ext cx="0" cy="3810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2" name="Line 76">
                  <a:extLst>
                    <a:ext uri="{FF2B5EF4-FFF2-40B4-BE49-F238E27FC236}">
                      <a16:creationId xmlns:a16="http://schemas.microsoft.com/office/drawing/2014/main" id="{8BC57164-A1E3-456D-87CD-73246A8366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08338" y="5999163"/>
                  <a:ext cx="0" cy="3810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3" name="Line 77">
                  <a:extLst>
                    <a:ext uri="{FF2B5EF4-FFF2-40B4-BE49-F238E27FC236}">
                      <a16:creationId xmlns:a16="http://schemas.microsoft.com/office/drawing/2014/main" id="{8403778C-2B83-475E-941C-925C4DB52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78263" y="5999163"/>
                  <a:ext cx="0" cy="3810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4" name="Line 78">
                  <a:extLst>
                    <a:ext uri="{FF2B5EF4-FFF2-40B4-BE49-F238E27FC236}">
                      <a16:creationId xmlns:a16="http://schemas.microsoft.com/office/drawing/2014/main" id="{7E376BCD-73AE-4C72-AF1E-42FA305316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0513" y="5999163"/>
                  <a:ext cx="0" cy="3810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5" name="Line 79">
                  <a:extLst>
                    <a:ext uri="{FF2B5EF4-FFF2-40B4-BE49-F238E27FC236}">
                      <a16:creationId xmlns:a16="http://schemas.microsoft.com/office/drawing/2014/main" id="{82029C18-47B5-40A2-BE9A-86A6D6981F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24350" y="5999163"/>
                  <a:ext cx="0" cy="3810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6" name="Line 80">
                  <a:extLst>
                    <a:ext uri="{FF2B5EF4-FFF2-40B4-BE49-F238E27FC236}">
                      <a16:creationId xmlns:a16="http://schemas.microsoft.com/office/drawing/2014/main" id="{5FAF28C2-2D7A-4649-83E6-44A5C477E0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48188" y="5999163"/>
                  <a:ext cx="0" cy="3810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7" name="Line 81">
                  <a:extLst>
                    <a:ext uri="{FF2B5EF4-FFF2-40B4-BE49-F238E27FC236}">
                      <a16:creationId xmlns:a16="http://schemas.microsoft.com/office/drawing/2014/main" id="{7E51A66A-5A07-48F1-A5C0-0A291C820C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29238" y="5999163"/>
                  <a:ext cx="0" cy="3810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8" name="Line 82">
                  <a:extLst>
                    <a:ext uri="{FF2B5EF4-FFF2-40B4-BE49-F238E27FC236}">
                      <a16:creationId xmlns:a16="http://schemas.microsoft.com/office/drawing/2014/main" id="{FAF5BDDA-79D3-4647-84E7-6400865FEC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963" y="3757613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9" name="Line 83">
                  <a:extLst>
                    <a:ext uri="{FF2B5EF4-FFF2-40B4-BE49-F238E27FC236}">
                      <a16:creationId xmlns:a16="http://schemas.microsoft.com/office/drawing/2014/main" id="{C7FC2EC2-0EDE-4560-85E0-68F74277F7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3800" y="3757613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0" name="Line 84">
                  <a:extLst>
                    <a:ext uri="{FF2B5EF4-FFF2-40B4-BE49-F238E27FC236}">
                      <a16:creationId xmlns:a16="http://schemas.microsoft.com/office/drawing/2014/main" id="{DE48B97B-4631-4A3F-846D-8CA51A265B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4500" y="3757613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1" name="Line 85">
                  <a:extLst>
                    <a:ext uri="{FF2B5EF4-FFF2-40B4-BE49-F238E27FC236}">
                      <a16:creationId xmlns:a16="http://schemas.microsoft.com/office/drawing/2014/main" id="{3059E996-0B32-4D1B-A8CD-4D2046190E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8338" y="3757613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2" name="Line 86">
                  <a:extLst>
                    <a:ext uri="{FF2B5EF4-FFF2-40B4-BE49-F238E27FC236}">
                      <a16:creationId xmlns:a16="http://schemas.microsoft.com/office/drawing/2014/main" id="{00F69C39-7691-4E5B-9C83-2BAF8EEFD4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78263" y="3757613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3" name="Line 87">
                  <a:extLst>
                    <a:ext uri="{FF2B5EF4-FFF2-40B4-BE49-F238E27FC236}">
                      <a16:creationId xmlns:a16="http://schemas.microsoft.com/office/drawing/2014/main" id="{BDA10B15-49C0-4C4B-A643-9C8A86FFBD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0513" y="3757613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4" name="Line 88">
                  <a:extLst>
                    <a:ext uri="{FF2B5EF4-FFF2-40B4-BE49-F238E27FC236}">
                      <a16:creationId xmlns:a16="http://schemas.microsoft.com/office/drawing/2014/main" id="{57C8E291-286E-4C70-8349-5FC1D48F8C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4350" y="3757613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5" name="Line 89">
                  <a:extLst>
                    <a:ext uri="{FF2B5EF4-FFF2-40B4-BE49-F238E27FC236}">
                      <a16:creationId xmlns:a16="http://schemas.microsoft.com/office/drawing/2014/main" id="{C9723AC3-69E5-48ED-8C7D-A85DEC0121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48188" y="3757613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6" name="Line 90">
                  <a:extLst>
                    <a:ext uri="{FF2B5EF4-FFF2-40B4-BE49-F238E27FC236}">
                      <a16:creationId xmlns:a16="http://schemas.microsoft.com/office/drawing/2014/main" id="{088D21C8-7A82-4034-A640-F73C06ACC3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29238" y="3757613"/>
                  <a:ext cx="0" cy="3968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7" name="Rectangle 91">
                  <a:extLst>
                    <a:ext uri="{FF2B5EF4-FFF2-40B4-BE49-F238E27FC236}">
                      <a16:creationId xmlns:a16="http://schemas.microsoft.com/office/drawing/2014/main" id="{3F46450C-E886-4D8F-9C5A-B130B98DF1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1388" y="6105525"/>
                  <a:ext cx="114300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c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8" name="Rectangle 92">
                  <a:extLst>
                    <a:ext uri="{FF2B5EF4-FFF2-40B4-BE49-F238E27FC236}">
                      <a16:creationId xmlns:a16="http://schemas.microsoft.com/office/drawing/2014/main" id="{BC0223A1-24A3-49BB-AC5D-DE5660E71C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0938" y="6105525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9" name="Rectangle 93">
                  <a:extLst>
                    <a:ext uri="{FF2B5EF4-FFF2-40B4-BE49-F238E27FC236}">
                      <a16:creationId xmlns:a16="http://schemas.microsoft.com/office/drawing/2014/main" id="{88B8E6F8-2D75-440E-991E-7150A5A850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4813" y="6105525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0" name="Rectangle 94">
                  <a:extLst>
                    <a:ext uri="{FF2B5EF4-FFF2-40B4-BE49-F238E27FC236}">
                      <a16:creationId xmlns:a16="http://schemas.microsoft.com/office/drawing/2014/main" id="{779C73A8-C65B-4FCB-825B-0F8AB94511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3413" y="6105525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1" name="Rectangle 95">
                  <a:extLst>
                    <a:ext uri="{FF2B5EF4-FFF2-40B4-BE49-F238E27FC236}">
                      <a16:creationId xmlns:a16="http://schemas.microsoft.com/office/drawing/2014/main" id="{93958EE8-46B2-42FC-BAA1-142C3BBCF0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1275" y="6105525"/>
                  <a:ext cx="114300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v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2" name="Rectangle 96">
                  <a:extLst>
                    <a:ext uri="{FF2B5EF4-FFF2-40B4-BE49-F238E27FC236}">
                      <a16:creationId xmlns:a16="http://schemas.microsoft.com/office/drawing/2014/main" id="{E939988F-098B-4A8E-9867-8032DEB66A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1300" y="6105525"/>
                  <a:ext cx="14287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w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3" name="Rectangle 97">
                  <a:extLst>
                    <a:ext uri="{FF2B5EF4-FFF2-40B4-BE49-F238E27FC236}">
                      <a16:creationId xmlns:a16="http://schemas.microsoft.com/office/drawing/2014/main" id="{75B9519B-C988-4FC1-B29B-2E56FD26DB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475" y="6105525"/>
                  <a:ext cx="95250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4" name="Rectangle 98">
                  <a:extLst>
                    <a:ext uri="{FF2B5EF4-FFF2-40B4-BE49-F238E27FC236}">
                      <a16:creationId xmlns:a16="http://schemas.microsoft.com/office/drawing/2014/main" id="{7393B13F-EB72-4046-935C-AA62E88052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8500" y="6105525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u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5" name="Rectangle 99">
                  <a:extLst>
                    <a:ext uri="{FF2B5EF4-FFF2-40B4-BE49-F238E27FC236}">
                      <a16:creationId xmlns:a16="http://schemas.microsoft.com/office/drawing/2014/main" id="{C0AC39C1-96EC-4C0A-A9D3-1DA3B71FC5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91138" y="6105525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6" name="Rectangle 100">
                  <a:extLst>
                    <a:ext uri="{FF2B5EF4-FFF2-40B4-BE49-F238E27FC236}">
                      <a16:creationId xmlns:a16="http://schemas.microsoft.com/office/drawing/2014/main" id="{EAB17734-9F0D-4356-BFCB-0B045F3E53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8850" y="6286500"/>
                  <a:ext cx="695325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btc coord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7" name="Line 101">
                  <a:extLst>
                    <a:ext uri="{FF2B5EF4-FFF2-40B4-BE49-F238E27FC236}">
                      <a16:creationId xmlns:a16="http://schemas.microsoft.com/office/drawing/2014/main" id="{A1F266D8-B6BB-455C-8D6C-3CAA1738D3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68488" y="3757613"/>
                  <a:ext cx="0" cy="227965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8" name="Line 102">
                  <a:extLst>
                    <a:ext uri="{FF2B5EF4-FFF2-40B4-BE49-F238E27FC236}">
                      <a16:creationId xmlns:a16="http://schemas.microsoft.com/office/drawing/2014/main" id="{4D9B4579-31EF-4D76-AA8F-859BB0246D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00713" y="3757613"/>
                  <a:ext cx="0" cy="227965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9" name="Line 103">
                  <a:extLst>
                    <a:ext uri="{FF2B5EF4-FFF2-40B4-BE49-F238E27FC236}">
                      <a16:creationId xmlns:a16="http://schemas.microsoft.com/office/drawing/2014/main" id="{7C00981E-012B-46FF-AD69-39AA811FD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6037263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0" name="Line 104">
                  <a:extLst>
                    <a:ext uri="{FF2B5EF4-FFF2-40B4-BE49-F238E27FC236}">
                      <a16:creationId xmlns:a16="http://schemas.microsoft.com/office/drawing/2014/main" id="{27B0510C-C875-42B8-9BEA-78CB25150E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5495925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1" name="Line 105">
                  <a:extLst>
                    <a:ext uri="{FF2B5EF4-FFF2-40B4-BE49-F238E27FC236}">
                      <a16:creationId xmlns:a16="http://schemas.microsoft.com/office/drawing/2014/main" id="{4810E043-9546-4EA3-B3AC-FB7B3682D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4953000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2" name="Line 106">
                  <a:extLst>
                    <a:ext uri="{FF2B5EF4-FFF2-40B4-BE49-F238E27FC236}">
                      <a16:creationId xmlns:a16="http://schemas.microsoft.com/office/drawing/2014/main" id="{F0AFCE21-B658-44B0-9899-803CBD1A4B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4410075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3" name="Line 107">
                  <a:extLst>
                    <a:ext uri="{FF2B5EF4-FFF2-40B4-BE49-F238E27FC236}">
                      <a16:creationId xmlns:a16="http://schemas.microsoft.com/office/drawing/2014/main" id="{53FA4090-2710-48E5-926A-A7762B6C2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8488" y="3867150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4" name="Line 108">
                  <a:extLst>
                    <a:ext uri="{FF2B5EF4-FFF2-40B4-BE49-F238E27FC236}">
                      <a16:creationId xmlns:a16="http://schemas.microsoft.com/office/drawing/2014/main" id="{BA518D41-7FBB-4C82-A271-43BD0C406D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62613" y="6037263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5" name="Line 109">
                  <a:extLst>
                    <a:ext uri="{FF2B5EF4-FFF2-40B4-BE49-F238E27FC236}">
                      <a16:creationId xmlns:a16="http://schemas.microsoft.com/office/drawing/2014/main" id="{12BFCA6A-3E91-474D-A31D-23E80DD79D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62613" y="5495925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6" name="Line 110">
                  <a:extLst>
                    <a:ext uri="{FF2B5EF4-FFF2-40B4-BE49-F238E27FC236}">
                      <a16:creationId xmlns:a16="http://schemas.microsoft.com/office/drawing/2014/main" id="{94EEC9D3-6793-4CA9-9C6C-9A28E8E530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62613" y="4953000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7" name="Line 111">
                  <a:extLst>
                    <a:ext uri="{FF2B5EF4-FFF2-40B4-BE49-F238E27FC236}">
                      <a16:creationId xmlns:a16="http://schemas.microsoft.com/office/drawing/2014/main" id="{64C9B898-3F1C-485E-8FCC-8308768A84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62613" y="4410075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8" name="Line 112">
                  <a:extLst>
                    <a:ext uri="{FF2B5EF4-FFF2-40B4-BE49-F238E27FC236}">
                      <a16:creationId xmlns:a16="http://schemas.microsoft.com/office/drawing/2014/main" id="{AF3EE1CC-DC00-46B7-AC68-17A0BCFEC5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62613" y="3867150"/>
                  <a:ext cx="38100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9" name="Rectangle 113">
                  <a:extLst>
                    <a:ext uri="{FF2B5EF4-FFF2-40B4-BE49-F238E27FC236}">
                      <a16:creationId xmlns:a16="http://schemas.microsoft.com/office/drawing/2014/main" id="{59E76F33-BD66-482C-83BB-341CE17A90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4663" y="5970588"/>
                  <a:ext cx="12382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" name="Rectangle 114">
                  <a:extLst>
                    <a:ext uri="{FF2B5EF4-FFF2-40B4-BE49-F238E27FC236}">
                      <a16:creationId xmlns:a16="http://schemas.microsoft.com/office/drawing/2014/main" id="{0C357F7A-91D5-439E-8EDB-EEEE9D66B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3213" y="5427663"/>
                  <a:ext cx="29527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0.05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" name="Rectangle 115">
                  <a:extLst>
                    <a:ext uri="{FF2B5EF4-FFF2-40B4-BE49-F238E27FC236}">
                      <a16:creationId xmlns:a16="http://schemas.microsoft.com/office/drawing/2014/main" id="{207EE0BE-B3B7-412A-ADD7-54A7F263CF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9888" y="4883150"/>
                  <a:ext cx="228600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0.1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2" name="Rectangle 116">
                  <a:extLst>
                    <a:ext uri="{FF2B5EF4-FFF2-40B4-BE49-F238E27FC236}">
                      <a16:creationId xmlns:a16="http://schemas.microsoft.com/office/drawing/2014/main" id="{FECA66C7-C19C-4B41-A917-484796C530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3213" y="4340225"/>
                  <a:ext cx="295275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0.15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3" name="Rectangle 117">
                  <a:extLst>
                    <a:ext uri="{FF2B5EF4-FFF2-40B4-BE49-F238E27FC236}">
                      <a16:creationId xmlns:a16="http://schemas.microsoft.com/office/drawing/2014/main" id="{548C9600-CBEF-4BE0-A202-B02FB68088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9888" y="3795713"/>
                  <a:ext cx="228600" cy="15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0.2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4" name="Rectangle 118">
                  <a:extLst>
                    <a:ext uri="{FF2B5EF4-FFF2-40B4-BE49-F238E27FC236}">
                      <a16:creationId xmlns:a16="http://schemas.microsoft.com/office/drawing/2014/main" id="{57D2B94F-9DE0-4393-A2C6-AAB6945E85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397000" y="4946650"/>
                  <a:ext cx="142875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5" name="Rectangle 119">
                  <a:extLst>
                    <a:ext uri="{FF2B5EF4-FFF2-40B4-BE49-F238E27FC236}">
                      <a16:creationId xmlns:a16="http://schemas.microsoft.com/office/drawing/2014/main" id="{52E30DB3-71A3-4208-85A1-DB4DDA3119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416050" y="4897438"/>
                  <a:ext cx="104775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6" name="Rectangle 120">
                  <a:extLst>
                    <a:ext uri="{FF2B5EF4-FFF2-40B4-BE49-F238E27FC236}">
                      <a16:creationId xmlns:a16="http://schemas.microsoft.com/office/drawing/2014/main" id="{FB5EAE95-2663-4EB3-9EC0-AD87530169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392238" y="4826000"/>
                  <a:ext cx="152400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7" name="Rectangle 121">
                  <a:extLst>
                    <a:ext uri="{FF2B5EF4-FFF2-40B4-BE49-F238E27FC236}">
                      <a16:creationId xmlns:a16="http://schemas.microsoft.com/office/drawing/2014/main" id="{DD9EB4E5-C8E8-4824-B4EF-7D63E296CE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416050" y="4773613"/>
                  <a:ext cx="104775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8" name="Rectangle 122">
                  <a:extLst>
                    <a:ext uri="{FF2B5EF4-FFF2-40B4-BE49-F238E27FC236}">
                      <a16:creationId xmlns:a16="http://schemas.microsoft.com/office/drawing/2014/main" id="{0B6D850D-9E77-4DCB-B692-6B910EE5A0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392238" y="4711700"/>
                  <a:ext cx="152400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9" name="Rectangle 123">
                  <a:extLst>
                    <a:ext uri="{FF2B5EF4-FFF2-40B4-BE49-F238E27FC236}">
                      <a16:creationId xmlns:a16="http://schemas.microsoft.com/office/drawing/2014/main" id="{B9F6DF05-2219-45C7-8B66-A1F1841E3E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392238" y="4635500"/>
                  <a:ext cx="152400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0" name="Rectangle 124">
                  <a:extLst>
                    <a:ext uri="{FF2B5EF4-FFF2-40B4-BE49-F238E27FC236}">
                      <a16:creationId xmlns:a16="http://schemas.microsoft.com/office/drawing/2014/main" id="{EDBC1E0E-DA0D-44DD-A8C9-E73410875D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397000" y="4564063"/>
                  <a:ext cx="142875" cy="209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100" b="0" i="0" u="none" strike="noStrike" cap="none" normalizeH="0" baseline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latin typeface="Arial" panose="020B0604020202020204" pitchFamily="34" charset="0"/>
                    </a:rPr>
                    <a:t>v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1" name="Freeform 126">
                  <a:extLst>
                    <a:ext uri="{FF2B5EF4-FFF2-40B4-BE49-F238E27FC236}">
                      <a16:creationId xmlns:a16="http://schemas.microsoft.com/office/drawing/2014/main" id="{EAFAF17A-24E2-4C6E-B924-EB9481A043B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79638" y="4500563"/>
                  <a:ext cx="120650" cy="120650"/>
                </a:xfrm>
                <a:custGeom>
                  <a:avLst/>
                  <a:gdLst>
                    <a:gd name="T0" fmla="*/ 101 w 202"/>
                    <a:gd name="T1" fmla="*/ 32 h 203"/>
                    <a:gd name="T2" fmla="*/ 170 w 202"/>
                    <a:gd name="T3" fmla="*/ 102 h 203"/>
                    <a:gd name="T4" fmla="*/ 170 w 202"/>
                    <a:gd name="T5" fmla="*/ 102 h 203"/>
                    <a:gd name="T6" fmla="*/ 101 w 202"/>
                    <a:gd name="T7" fmla="*/ 171 h 203"/>
                    <a:gd name="T8" fmla="*/ 32 w 202"/>
                    <a:gd name="T9" fmla="*/ 102 h 203"/>
                    <a:gd name="T10" fmla="*/ 101 w 202"/>
                    <a:gd name="T11" fmla="*/ 32 h 203"/>
                    <a:gd name="T12" fmla="*/ 101 w 202"/>
                    <a:gd name="T13" fmla="*/ 0 h 203"/>
                    <a:gd name="T14" fmla="*/ 0 w 202"/>
                    <a:gd name="T15" fmla="*/ 102 h 203"/>
                    <a:gd name="T16" fmla="*/ 101 w 202"/>
                    <a:gd name="T17" fmla="*/ 203 h 203"/>
                    <a:gd name="T18" fmla="*/ 202 w 202"/>
                    <a:gd name="T19" fmla="*/ 102 h 203"/>
                    <a:gd name="T20" fmla="*/ 202 w 202"/>
                    <a:gd name="T21" fmla="*/ 102 h 203"/>
                    <a:gd name="T22" fmla="*/ 101 w 202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2" h="203">
                      <a:moveTo>
                        <a:pt x="101" y="32"/>
                      </a:moveTo>
                      <a:cubicBezTo>
                        <a:pt x="139" y="32"/>
                        <a:pt x="170" y="63"/>
                        <a:pt x="170" y="102"/>
                      </a:cubicBezTo>
                      <a:lnTo>
                        <a:pt x="170" y="102"/>
                      </a:lnTo>
                      <a:cubicBezTo>
                        <a:pt x="170" y="140"/>
                        <a:pt x="139" y="171"/>
                        <a:pt x="101" y="171"/>
                      </a:cubicBezTo>
                      <a:cubicBezTo>
                        <a:pt x="63" y="171"/>
                        <a:pt x="32" y="140"/>
                        <a:pt x="32" y="102"/>
                      </a:cubicBezTo>
                      <a:cubicBezTo>
                        <a:pt x="32" y="63"/>
                        <a:pt x="63" y="32"/>
                        <a:pt x="101" y="32"/>
                      </a:cubicBezTo>
                      <a:close/>
                      <a:moveTo>
                        <a:pt x="101" y="0"/>
                      </a:moveTo>
                      <a:cubicBezTo>
                        <a:pt x="45" y="0"/>
                        <a:pt x="0" y="46"/>
                        <a:pt x="0" y="102"/>
                      </a:cubicBezTo>
                      <a:cubicBezTo>
                        <a:pt x="0" y="158"/>
                        <a:pt x="45" y="203"/>
                        <a:pt x="101" y="203"/>
                      </a:cubicBezTo>
                      <a:cubicBezTo>
                        <a:pt x="157" y="203"/>
                        <a:pt x="202" y="158"/>
                        <a:pt x="202" y="102"/>
                      </a:cubicBezTo>
                      <a:lnTo>
                        <a:pt x="202" y="102"/>
                      </a:lnTo>
                      <a:cubicBezTo>
                        <a:pt x="202" y="46"/>
                        <a:pt x="157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2" name="Freeform 127">
                  <a:extLst>
                    <a:ext uri="{FF2B5EF4-FFF2-40B4-BE49-F238E27FC236}">
                      <a16:creationId xmlns:a16="http://schemas.microsoft.com/office/drawing/2014/main" id="{69F3E487-33C8-4C39-A2A2-7AE254AC559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03475" y="4502150"/>
                  <a:ext cx="120650" cy="120650"/>
                </a:xfrm>
                <a:custGeom>
                  <a:avLst/>
                  <a:gdLst>
                    <a:gd name="T0" fmla="*/ 102 w 203"/>
                    <a:gd name="T1" fmla="*/ 32 h 202"/>
                    <a:gd name="T2" fmla="*/ 171 w 203"/>
                    <a:gd name="T3" fmla="*/ 101 h 202"/>
                    <a:gd name="T4" fmla="*/ 171 w 203"/>
                    <a:gd name="T5" fmla="*/ 101 h 202"/>
                    <a:gd name="T6" fmla="*/ 102 w 203"/>
                    <a:gd name="T7" fmla="*/ 170 h 202"/>
                    <a:gd name="T8" fmla="*/ 32 w 203"/>
                    <a:gd name="T9" fmla="*/ 101 h 202"/>
                    <a:gd name="T10" fmla="*/ 102 w 203"/>
                    <a:gd name="T11" fmla="*/ 32 h 202"/>
                    <a:gd name="T12" fmla="*/ 102 w 203"/>
                    <a:gd name="T13" fmla="*/ 0 h 202"/>
                    <a:gd name="T14" fmla="*/ 0 w 203"/>
                    <a:gd name="T15" fmla="*/ 101 h 202"/>
                    <a:gd name="T16" fmla="*/ 102 w 203"/>
                    <a:gd name="T17" fmla="*/ 202 h 202"/>
                    <a:gd name="T18" fmla="*/ 203 w 203"/>
                    <a:gd name="T19" fmla="*/ 101 h 202"/>
                    <a:gd name="T20" fmla="*/ 203 w 203"/>
                    <a:gd name="T21" fmla="*/ 101 h 202"/>
                    <a:gd name="T22" fmla="*/ 102 w 203"/>
                    <a:gd name="T23" fmla="*/ 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3" h="202">
                      <a:moveTo>
                        <a:pt x="102" y="32"/>
                      </a:moveTo>
                      <a:cubicBezTo>
                        <a:pt x="140" y="32"/>
                        <a:pt x="171" y="63"/>
                        <a:pt x="171" y="101"/>
                      </a:cubicBezTo>
                      <a:lnTo>
                        <a:pt x="171" y="101"/>
                      </a:lnTo>
                      <a:cubicBezTo>
                        <a:pt x="171" y="139"/>
                        <a:pt x="140" y="170"/>
                        <a:pt x="102" y="170"/>
                      </a:cubicBezTo>
                      <a:cubicBezTo>
                        <a:pt x="63" y="170"/>
                        <a:pt x="32" y="139"/>
                        <a:pt x="32" y="101"/>
                      </a:cubicBezTo>
                      <a:cubicBezTo>
                        <a:pt x="32" y="63"/>
                        <a:pt x="63" y="32"/>
                        <a:pt x="102" y="32"/>
                      </a:cubicBezTo>
                      <a:close/>
                      <a:moveTo>
                        <a:pt x="102" y="0"/>
                      </a:moveTo>
                      <a:cubicBezTo>
                        <a:pt x="46" y="0"/>
                        <a:pt x="0" y="45"/>
                        <a:pt x="0" y="101"/>
                      </a:cubicBezTo>
                      <a:cubicBezTo>
                        <a:pt x="0" y="157"/>
                        <a:pt x="46" y="202"/>
                        <a:pt x="102" y="202"/>
                      </a:cubicBezTo>
                      <a:cubicBezTo>
                        <a:pt x="158" y="202"/>
                        <a:pt x="203" y="157"/>
                        <a:pt x="203" y="101"/>
                      </a:cubicBezTo>
                      <a:lnTo>
                        <a:pt x="203" y="101"/>
                      </a:lnTo>
                      <a:cubicBezTo>
                        <a:pt x="203" y="45"/>
                        <a:pt x="158" y="0"/>
                        <a:pt x="102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3" name="Freeform 128">
                  <a:extLst>
                    <a:ext uri="{FF2B5EF4-FFF2-40B4-BE49-F238E27FC236}">
                      <a16:creationId xmlns:a16="http://schemas.microsoft.com/office/drawing/2014/main" id="{AFC30897-F1F7-48C4-9002-3D6E2A8F8F3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924175" y="4778375"/>
                  <a:ext cx="120650" cy="120650"/>
                </a:xfrm>
                <a:custGeom>
                  <a:avLst/>
                  <a:gdLst>
                    <a:gd name="T0" fmla="*/ 101 w 202"/>
                    <a:gd name="T1" fmla="*/ 32 h 203"/>
                    <a:gd name="T2" fmla="*/ 170 w 202"/>
                    <a:gd name="T3" fmla="*/ 102 h 203"/>
                    <a:gd name="T4" fmla="*/ 170 w 202"/>
                    <a:gd name="T5" fmla="*/ 102 h 203"/>
                    <a:gd name="T6" fmla="*/ 101 w 202"/>
                    <a:gd name="T7" fmla="*/ 171 h 203"/>
                    <a:gd name="T8" fmla="*/ 32 w 202"/>
                    <a:gd name="T9" fmla="*/ 102 h 203"/>
                    <a:gd name="T10" fmla="*/ 101 w 202"/>
                    <a:gd name="T11" fmla="*/ 32 h 203"/>
                    <a:gd name="T12" fmla="*/ 101 w 202"/>
                    <a:gd name="T13" fmla="*/ 0 h 203"/>
                    <a:gd name="T14" fmla="*/ 0 w 202"/>
                    <a:gd name="T15" fmla="*/ 102 h 203"/>
                    <a:gd name="T16" fmla="*/ 101 w 202"/>
                    <a:gd name="T17" fmla="*/ 203 h 203"/>
                    <a:gd name="T18" fmla="*/ 202 w 202"/>
                    <a:gd name="T19" fmla="*/ 102 h 203"/>
                    <a:gd name="T20" fmla="*/ 202 w 202"/>
                    <a:gd name="T21" fmla="*/ 102 h 203"/>
                    <a:gd name="T22" fmla="*/ 101 w 202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2" h="203">
                      <a:moveTo>
                        <a:pt x="101" y="32"/>
                      </a:moveTo>
                      <a:cubicBezTo>
                        <a:pt x="139" y="32"/>
                        <a:pt x="170" y="63"/>
                        <a:pt x="170" y="102"/>
                      </a:cubicBezTo>
                      <a:lnTo>
                        <a:pt x="170" y="102"/>
                      </a:lnTo>
                      <a:cubicBezTo>
                        <a:pt x="170" y="140"/>
                        <a:pt x="139" y="171"/>
                        <a:pt x="101" y="171"/>
                      </a:cubicBezTo>
                      <a:cubicBezTo>
                        <a:pt x="63" y="171"/>
                        <a:pt x="32" y="140"/>
                        <a:pt x="32" y="102"/>
                      </a:cubicBezTo>
                      <a:cubicBezTo>
                        <a:pt x="32" y="63"/>
                        <a:pt x="63" y="32"/>
                        <a:pt x="101" y="32"/>
                      </a:cubicBezTo>
                      <a:close/>
                      <a:moveTo>
                        <a:pt x="101" y="0"/>
                      </a:moveTo>
                      <a:cubicBezTo>
                        <a:pt x="45" y="0"/>
                        <a:pt x="0" y="46"/>
                        <a:pt x="0" y="102"/>
                      </a:cubicBezTo>
                      <a:cubicBezTo>
                        <a:pt x="0" y="158"/>
                        <a:pt x="45" y="203"/>
                        <a:pt x="101" y="203"/>
                      </a:cubicBezTo>
                      <a:cubicBezTo>
                        <a:pt x="157" y="203"/>
                        <a:pt x="202" y="158"/>
                        <a:pt x="202" y="102"/>
                      </a:cubicBezTo>
                      <a:lnTo>
                        <a:pt x="202" y="102"/>
                      </a:lnTo>
                      <a:cubicBezTo>
                        <a:pt x="202" y="46"/>
                        <a:pt x="157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4" name="Freeform 129">
                  <a:extLst>
                    <a:ext uri="{FF2B5EF4-FFF2-40B4-BE49-F238E27FC236}">
                      <a16:creationId xmlns:a16="http://schemas.microsoft.com/office/drawing/2014/main" id="{DC17E2E8-CB36-4ADE-B04E-A80190D5142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148013" y="4767263"/>
                  <a:ext cx="120650" cy="120650"/>
                </a:xfrm>
                <a:custGeom>
                  <a:avLst/>
                  <a:gdLst>
                    <a:gd name="T0" fmla="*/ 102 w 203"/>
                    <a:gd name="T1" fmla="*/ 32 h 202"/>
                    <a:gd name="T2" fmla="*/ 171 w 203"/>
                    <a:gd name="T3" fmla="*/ 101 h 202"/>
                    <a:gd name="T4" fmla="*/ 171 w 203"/>
                    <a:gd name="T5" fmla="*/ 101 h 202"/>
                    <a:gd name="T6" fmla="*/ 102 w 203"/>
                    <a:gd name="T7" fmla="*/ 170 h 202"/>
                    <a:gd name="T8" fmla="*/ 32 w 203"/>
                    <a:gd name="T9" fmla="*/ 101 h 202"/>
                    <a:gd name="T10" fmla="*/ 102 w 203"/>
                    <a:gd name="T11" fmla="*/ 32 h 202"/>
                    <a:gd name="T12" fmla="*/ 102 w 203"/>
                    <a:gd name="T13" fmla="*/ 0 h 202"/>
                    <a:gd name="T14" fmla="*/ 0 w 203"/>
                    <a:gd name="T15" fmla="*/ 101 h 202"/>
                    <a:gd name="T16" fmla="*/ 102 w 203"/>
                    <a:gd name="T17" fmla="*/ 202 h 202"/>
                    <a:gd name="T18" fmla="*/ 203 w 203"/>
                    <a:gd name="T19" fmla="*/ 101 h 202"/>
                    <a:gd name="T20" fmla="*/ 203 w 203"/>
                    <a:gd name="T21" fmla="*/ 101 h 202"/>
                    <a:gd name="T22" fmla="*/ 102 w 203"/>
                    <a:gd name="T23" fmla="*/ 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3" h="202">
                      <a:moveTo>
                        <a:pt x="102" y="32"/>
                      </a:moveTo>
                      <a:cubicBezTo>
                        <a:pt x="140" y="32"/>
                        <a:pt x="171" y="63"/>
                        <a:pt x="171" y="101"/>
                      </a:cubicBezTo>
                      <a:lnTo>
                        <a:pt x="171" y="101"/>
                      </a:lnTo>
                      <a:cubicBezTo>
                        <a:pt x="171" y="139"/>
                        <a:pt x="140" y="170"/>
                        <a:pt x="102" y="170"/>
                      </a:cubicBezTo>
                      <a:cubicBezTo>
                        <a:pt x="63" y="170"/>
                        <a:pt x="32" y="139"/>
                        <a:pt x="32" y="101"/>
                      </a:cubicBezTo>
                      <a:cubicBezTo>
                        <a:pt x="32" y="63"/>
                        <a:pt x="63" y="32"/>
                        <a:pt x="102" y="32"/>
                      </a:cubicBezTo>
                      <a:close/>
                      <a:moveTo>
                        <a:pt x="102" y="0"/>
                      </a:moveTo>
                      <a:cubicBezTo>
                        <a:pt x="46" y="0"/>
                        <a:pt x="0" y="45"/>
                        <a:pt x="0" y="101"/>
                      </a:cubicBezTo>
                      <a:cubicBezTo>
                        <a:pt x="0" y="157"/>
                        <a:pt x="46" y="202"/>
                        <a:pt x="102" y="202"/>
                      </a:cubicBezTo>
                      <a:cubicBezTo>
                        <a:pt x="158" y="202"/>
                        <a:pt x="203" y="157"/>
                        <a:pt x="203" y="101"/>
                      </a:cubicBezTo>
                      <a:lnTo>
                        <a:pt x="203" y="101"/>
                      </a:lnTo>
                      <a:cubicBezTo>
                        <a:pt x="203" y="45"/>
                        <a:pt x="158" y="0"/>
                        <a:pt x="102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5" name="Freeform 130">
                  <a:extLst>
                    <a:ext uri="{FF2B5EF4-FFF2-40B4-BE49-F238E27FC236}">
                      <a16:creationId xmlns:a16="http://schemas.microsoft.com/office/drawing/2014/main" id="{D1DBA262-263E-4FC6-8485-330035BBB87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816350" y="5659438"/>
                  <a:ext cx="122238" cy="120650"/>
                </a:xfrm>
                <a:custGeom>
                  <a:avLst/>
                  <a:gdLst>
                    <a:gd name="T0" fmla="*/ 102 w 203"/>
                    <a:gd name="T1" fmla="*/ 32 h 203"/>
                    <a:gd name="T2" fmla="*/ 171 w 203"/>
                    <a:gd name="T3" fmla="*/ 101 h 203"/>
                    <a:gd name="T4" fmla="*/ 171 w 203"/>
                    <a:gd name="T5" fmla="*/ 101 h 203"/>
                    <a:gd name="T6" fmla="*/ 102 w 203"/>
                    <a:gd name="T7" fmla="*/ 171 h 203"/>
                    <a:gd name="T8" fmla="*/ 32 w 203"/>
                    <a:gd name="T9" fmla="*/ 101 h 203"/>
                    <a:gd name="T10" fmla="*/ 102 w 203"/>
                    <a:gd name="T11" fmla="*/ 32 h 203"/>
                    <a:gd name="T12" fmla="*/ 102 w 203"/>
                    <a:gd name="T13" fmla="*/ 0 h 203"/>
                    <a:gd name="T14" fmla="*/ 0 w 203"/>
                    <a:gd name="T15" fmla="*/ 101 h 203"/>
                    <a:gd name="T16" fmla="*/ 102 w 203"/>
                    <a:gd name="T17" fmla="*/ 203 h 203"/>
                    <a:gd name="T18" fmla="*/ 203 w 203"/>
                    <a:gd name="T19" fmla="*/ 101 h 203"/>
                    <a:gd name="T20" fmla="*/ 203 w 203"/>
                    <a:gd name="T21" fmla="*/ 101 h 203"/>
                    <a:gd name="T22" fmla="*/ 102 w 203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3" h="203">
                      <a:moveTo>
                        <a:pt x="102" y="32"/>
                      </a:moveTo>
                      <a:cubicBezTo>
                        <a:pt x="140" y="32"/>
                        <a:pt x="171" y="63"/>
                        <a:pt x="171" y="101"/>
                      </a:cubicBezTo>
                      <a:lnTo>
                        <a:pt x="171" y="101"/>
                      </a:lnTo>
                      <a:cubicBezTo>
                        <a:pt x="171" y="140"/>
                        <a:pt x="140" y="171"/>
                        <a:pt x="102" y="171"/>
                      </a:cubicBezTo>
                      <a:cubicBezTo>
                        <a:pt x="63" y="171"/>
                        <a:pt x="32" y="140"/>
                        <a:pt x="32" y="101"/>
                      </a:cubicBezTo>
                      <a:cubicBezTo>
                        <a:pt x="32" y="63"/>
                        <a:pt x="63" y="32"/>
                        <a:pt x="102" y="32"/>
                      </a:cubicBezTo>
                      <a:close/>
                      <a:moveTo>
                        <a:pt x="102" y="0"/>
                      </a:moveTo>
                      <a:cubicBezTo>
                        <a:pt x="46" y="0"/>
                        <a:pt x="0" y="45"/>
                        <a:pt x="0" y="101"/>
                      </a:cubicBezTo>
                      <a:cubicBezTo>
                        <a:pt x="0" y="157"/>
                        <a:pt x="46" y="203"/>
                        <a:pt x="102" y="203"/>
                      </a:cubicBezTo>
                      <a:cubicBezTo>
                        <a:pt x="158" y="203"/>
                        <a:pt x="203" y="157"/>
                        <a:pt x="203" y="101"/>
                      </a:cubicBezTo>
                      <a:lnTo>
                        <a:pt x="203" y="101"/>
                      </a:lnTo>
                      <a:cubicBezTo>
                        <a:pt x="203" y="45"/>
                        <a:pt x="158" y="0"/>
                        <a:pt x="102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6" name="Freeform 131">
                  <a:extLst>
                    <a:ext uri="{FF2B5EF4-FFF2-40B4-BE49-F238E27FC236}">
                      <a16:creationId xmlns:a16="http://schemas.microsoft.com/office/drawing/2014/main" id="{510DA7F2-B4B1-4C13-9782-AF757687B3C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040188" y="5667375"/>
                  <a:ext cx="120650" cy="120650"/>
                </a:xfrm>
                <a:custGeom>
                  <a:avLst/>
                  <a:gdLst>
                    <a:gd name="T0" fmla="*/ 101 w 203"/>
                    <a:gd name="T1" fmla="*/ 32 h 203"/>
                    <a:gd name="T2" fmla="*/ 171 w 203"/>
                    <a:gd name="T3" fmla="*/ 101 h 203"/>
                    <a:gd name="T4" fmla="*/ 171 w 203"/>
                    <a:gd name="T5" fmla="*/ 101 h 203"/>
                    <a:gd name="T6" fmla="*/ 101 w 203"/>
                    <a:gd name="T7" fmla="*/ 171 h 203"/>
                    <a:gd name="T8" fmla="*/ 32 w 203"/>
                    <a:gd name="T9" fmla="*/ 101 h 203"/>
                    <a:gd name="T10" fmla="*/ 101 w 203"/>
                    <a:gd name="T11" fmla="*/ 32 h 203"/>
                    <a:gd name="T12" fmla="*/ 101 w 203"/>
                    <a:gd name="T13" fmla="*/ 0 h 203"/>
                    <a:gd name="T14" fmla="*/ 0 w 203"/>
                    <a:gd name="T15" fmla="*/ 101 h 203"/>
                    <a:gd name="T16" fmla="*/ 101 w 203"/>
                    <a:gd name="T17" fmla="*/ 203 h 203"/>
                    <a:gd name="T18" fmla="*/ 203 w 203"/>
                    <a:gd name="T19" fmla="*/ 101 h 203"/>
                    <a:gd name="T20" fmla="*/ 203 w 203"/>
                    <a:gd name="T21" fmla="*/ 101 h 203"/>
                    <a:gd name="T22" fmla="*/ 101 w 203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3" h="203">
                      <a:moveTo>
                        <a:pt x="101" y="32"/>
                      </a:moveTo>
                      <a:cubicBezTo>
                        <a:pt x="140" y="32"/>
                        <a:pt x="171" y="63"/>
                        <a:pt x="171" y="101"/>
                      </a:cubicBezTo>
                      <a:lnTo>
                        <a:pt x="171" y="101"/>
                      </a:lnTo>
                      <a:cubicBezTo>
                        <a:pt x="171" y="140"/>
                        <a:pt x="140" y="171"/>
                        <a:pt x="101" y="171"/>
                      </a:cubicBezTo>
                      <a:cubicBezTo>
                        <a:pt x="63" y="171"/>
                        <a:pt x="32" y="140"/>
                        <a:pt x="32" y="101"/>
                      </a:cubicBezTo>
                      <a:cubicBezTo>
                        <a:pt x="32" y="63"/>
                        <a:pt x="63" y="32"/>
                        <a:pt x="101" y="32"/>
                      </a:cubicBezTo>
                      <a:close/>
                      <a:moveTo>
                        <a:pt x="101" y="0"/>
                      </a:moveTo>
                      <a:cubicBezTo>
                        <a:pt x="45" y="0"/>
                        <a:pt x="0" y="45"/>
                        <a:pt x="0" y="101"/>
                      </a:cubicBezTo>
                      <a:cubicBezTo>
                        <a:pt x="0" y="157"/>
                        <a:pt x="45" y="203"/>
                        <a:pt x="101" y="203"/>
                      </a:cubicBezTo>
                      <a:cubicBezTo>
                        <a:pt x="157" y="203"/>
                        <a:pt x="203" y="157"/>
                        <a:pt x="203" y="101"/>
                      </a:cubicBezTo>
                      <a:lnTo>
                        <a:pt x="203" y="101"/>
                      </a:lnTo>
                      <a:cubicBezTo>
                        <a:pt x="203" y="45"/>
                        <a:pt x="157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7" name="Freeform 132">
                  <a:extLst>
                    <a:ext uri="{FF2B5EF4-FFF2-40B4-BE49-F238E27FC236}">
                      <a16:creationId xmlns:a16="http://schemas.microsoft.com/office/drawing/2014/main" id="{1F1FC65F-6E96-4CF2-9164-2367DFE9EC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264025" y="5686425"/>
                  <a:ext cx="120650" cy="120650"/>
                </a:xfrm>
                <a:custGeom>
                  <a:avLst/>
                  <a:gdLst>
                    <a:gd name="T0" fmla="*/ 101 w 202"/>
                    <a:gd name="T1" fmla="*/ 32 h 203"/>
                    <a:gd name="T2" fmla="*/ 170 w 202"/>
                    <a:gd name="T3" fmla="*/ 101 h 203"/>
                    <a:gd name="T4" fmla="*/ 170 w 202"/>
                    <a:gd name="T5" fmla="*/ 101 h 203"/>
                    <a:gd name="T6" fmla="*/ 101 w 202"/>
                    <a:gd name="T7" fmla="*/ 171 h 203"/>
                    <a:gd name="T8" fmla="*/ 32 w 202"/>
                    <a:gd name="T9" fmla="*/ 101 h 203"/>
                    <a:gd name="T10" fmla="*/ 101 w 202"/>
                    <a:gd name="T11" fmla="*/ 32 h 203"/>
                    <a:gd name="T12" fmla="*/ 101 w 202"/>
                    <a:gd name="T13" fmla="*/ 0 h 203"/>
                    <a:gd name="T14" fmla="*/ 0 w 202"/>
                    <a:gd name="T15" fmla="*/ 101 h 203"/>
                    <a:gd name="T16" fmla="*/ 101 w 202"/>
                    <a:gd name="T17" fmla="*/ 203 h 203"/>
                    <a:gd name="T18" fmla="*/ 202 w 202"/>
                    <a:gd name="T19" fmla="*/ 101 h 203"/>
                    <a:gd name="T20" fmla="*/ 202 w 202"/>
                    <a:gd name="T21" fmla="*/ 101 h 203"/>
                    <a:gd name="T22" fmla="*/ 101 w 202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2" h="203">
                      <a:moveTo>
                        <a:pt x="101" y="32"/>
                      </a:moveTo>
                      <a:cubicBezTo>
                        <a:pt x="139" y="32"/>
                        <a:pt x="170" y="63"/>
                        <a:pt x="170" y="101"/>
                      </a:cubicBezTo>
                      <a:lnTo>
                        <a:pt x="170" y="101"/>
                      </a:lnTo>
                      <a:cubicBezTo>
                        <a:pt x="170" y="139"/>
                        <a:pt x="139" y="171"/>
                        <a:pt x="101" y="171"/>
                      </a:cubicBezTo>
                      <a:cubicBezTo>
                        <a:pt x="63" y="171"/>
                        <a:pt x="32" y="139"/>
                        <a:pt x="32" y="101"/>
                      </a:cubicBezTo>
                      <a:cubicBezTo>
                        <a:pt x="32" y="63"/>
                        <a:pt x="63" y="32"/>
                        <a:pt x="101" y="32"/>
                      </a:cubicBezTo>
                      <a:close/>
                      <a:moveTo>
                        <a:pt x="101" y="0"/>
                      </a:moveTo>
                      <a:cubicBezTo>
                        <a:pt x="45" y="0"/>
                        <a:pt x="0" y="45"/>
                        <a:pt x="0" y="101"/>
                      </a:cubicBezTo>
                      <a:cubicBezTo>
                        <a:pt x="0" y="157"/>
                        <a:pt x="45" y="203"/>
                        <a:pt x="101" y="203"/>
                      </a:cubicBezTo>
                      <a:cubicBezTo>
                        <a:pt x="157" y="203"/>
                        <a:pt x="202" y="157"/>
                        <a:pt x="202" y="101"/>
                      </a:cubicBezTo>
                      <a:lnTo>
                        <a:pt x="202" y="101"/>
                      </a:lnTo>
                      <a:cubicBezTo>
                        <a:pt x="202" y="45"/>
                        <a:pt x="157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8" name="Freeform 133">
                  <a:extLst>
                    <a:ext uri="{FF2B5EF4-FFF2-40B4-BE49-F238E27FC236}">
                      <a16:creationId xmlns:a16="http://schemas.microsoft.com/office/drawing/2014/main" id="{EF7C81A3-F735-4940-9406-C83D7712428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486275" y="5688013"/>
                  <a:ext cx="122238" cy="122238"/>
                </a:xfrm>
                <a:custGeom>
                  <a:avLst/>
                  <a:gdLst>
                    <a:gd name="T0" fmla="*/ 102 w 203"/>
                    <a:gd name="T1" fmla="*/ 32 h 203"/>
                    <a:gd name="T2" fmla="*/ 171 w 203"/>
                    <a:gd name="T3" fmla="*/ 101 h 203"/>
                    <a:gd name="T4" fmla="*/ 171 w 203"/>
                    <a:gd name="T5" fmla="*/ 101 h 203"/>
                    <a:gd name="T6" fmla="*/ 102 w 203"/>
                    <a:gd name="T7" fmla="*/ 171 h 203"/>
                    <a:gd name="T8" fmla="*/ 32 w 203"/>
                    <a:gd name="T9" fmla="*/ 101 h 203"/>
                    <a:gd name="T10" fmla="*/ 102 w 203"/>
                    <a:gd name="T11" fmla="*/ 32 h 203"/>
                    <a:gd name="T12" fmla="*/ 102 w 203"/>
                    <a:gd name="T13" fmla="*/ 0 h 203"/>
                    <a:gd name="T14" fmla="*/ 0 w 203"/>
                    <a:gd name="T15" fmla="*/ 101 h 203"/>
                    <a:gd name="T16" fmla="*/ 102 w 203"/>
                    <a:gd name="T17" fmla="*/ 203 h 203"/>
                    <a:gd name="T18" fmla="*/ 203 w 203"/>
                    <a:gd name="T19" fmla="*/ 101 h 203"/>
                    <a:gd name="T20" fmla="*/ 203 w 203"/>
                    <a:gd name="T21" fmla="*/ 101 h 203"/>
                    <a:gd name="T22" fmla="*/ 102 w 203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3" h="203">
                      <a:moveTo>
                        <a:pt x="102" y="32"/>
                      </a:moveTo>
                      <a:cubicBezTo>
                        <a:pt x="140" y="32"/>
                        <a:pt x="171" y="63"/>
                        <a:pt x="171" y="101"/>
                      </a:cubicBezTo>
                      <a:lnTo>
                        <a:pt x="171" y="101"/>
                      </a:lnTo>
                      <a:cubicBezTo>
                        <a:pt x="171" y="140"/>
                        <a:pt x="140" y="171"/>
                        <a:pt x="102" y="171"/>
                      </a:cubicBezTo>
                      <a:cubicBezTo>
                        <a:pt x="63" y="171"/>
                        <a:pt x="32" y="140"/>
                        <a:pt x="32" y="101"/>
                      </a:cubicBezTo>
                      <a:cubicBezTo>
                        <a:pt x="32" y="63"/>
                        <a:pt x="63" y="32"/>
                        <a:pt x="102" y="32"/>
                      </a:cubicBezTo>
                      <a:close/>
                      <a:moveTo>
                        <a:pt x="102" y="0"/>
                      </a:moveTo>
                      <a:cubicBezTo>
                        <a:pt x="46" y="0"/>
                        <a:pt x="0" y="45"/>
                        <a:pt x="0" y="101"/>
                      </a:cubicBezTo>
                      <a:cubicBezTo>
                        <a:pt x="0" y="157"/>
                        <a:pt x="46" y="203"/>
                        <a:pt x="102" y="203"/>
                      </a:cubicBezTo>
                      <a:cubicBezTo>
                        <a:pt x="158" y="203"/>
                        <a:pt x="203" y="157"/>
                        <a:pt x="203" y="101"/>
                      </a:cubicBezTo>
                      <a:lnTo>
                        <a:pt x="203" y="101"/>
                      </a:lnTo>
                      <a:cubicBezTo>
                        <a:pt x="203" y="45"/>
                        <a:pt x="158" y="0"/>
                        <a:pt x="102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9" name="Freeform 134">
                  <a:extLst>
                    <a:ext uri="{FF2B5EF4-FFF2-40B4-BE49-F238E27FC236}">
                      <a16:creationId xmlns:a16="http://schemas.microsoft.com/office/drawing/2014/main" id="{46634D21-1392-41C4-9C4A-E3375CB67C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268913" y="5240338"/>
                  <a:ext cx="120650" cy="120650"/>
                </a:xfrm>
                <a:custGeom>
                  <a:avLst/>
                  <a:gdLst>
                    <a:gd name="T0" fmla="*/ 101 w 202"/>
                    <a:gd name="T1" fmla="*/ 32 h 203"/>
                    <a:gd name="T2" fmla="*/ 170 w 202"/>
                    <a:gd name="T3" fmla="*/ 102 h 203"/>
                    <a:gd name="T4" fmla="*/ 170 w 202"/>
                    <a:gd name="T5" fmla="*/ 102 h 203"/>
                    <a:gd name="T6" fmla="*/ 101 w 202"/>
                    <a:gd name="T7" fmla="*/ 171 h 203"/>
                    <a:gd name="T8" fmla="*/ 32 w 202"/>
                    <a:gd name="T9" fmla="*/ 102 h 203"/>
                    <a:gd name="T10" fmla="*/ 101 w 202"/>
                    <a:gd name="T11" fmla="*/ 32 h 203"/>
                    <a:gd name="T12" fmla="*/ 101 w 202"/>
                    <a:gd name="T13" fmla="*/ 0 h 203"/>
                    <a:gd name="T14" fmla="*/ 0 w 202"/>
                    <a:gd name="T15" fmla="*/ 102 h 203"/>
                    <a:gd name="T16" fmla="*/ 101 w 202"/>
                    <a:gd name="T17" fmla="*/ 203 h 203"/>
                    <a:gd name="T18" fmla="*/ 202 w 202"/>
                    <a:gd name="T19" fmla="*/ 102 h 203"/>
                    <a:gd name="T20" fmla="*/ 202 w 202"/>
                    <a:gd name="T21" fmla="*/ 102 h 203"/>
                    <a:gd name="T22" fmla="*/ 101 w 202"/>
                    <a:gd name="T23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2" h="203">
                      <a:moveTo>
                        <a:pt x="101" y="32"/>
                      </a:moveTo>
                      <a:cubicBezTo>
                        <a:pt x="139" y="32"/>
                        <a:pt x="170" y="63"/>
                        <a:pt x="170" y="102"/>
                      </a:cubicBezTo>
                      <a:lnTo>
                        <a:pt x="170" y="102"/>
                      </a:lnTo>
                      <a:cubicBezTo>
                        <a:pt x="170" y="140"/>
                        <a:pt x="139" y="171"/>
                        <a:pt x="101" y="171"/>
                      </a:cubicBezTo>
                      <a:cubicBezTo>
                        <a:pt x="63" y="171"/>
                        <a:pt x="32" y="140"/>
                        <a:pt x="32" y="102"/>
                      </a:cubicBezTo>
                      <a:cubicBezTo>
                        <a:pt x="32" y="63"/>
                        <a:pt x="63" y="32"/>
                        <a:pt x="101" y="32"/>
                      </a:cubicBezTo>
                      <a:close/>
                      <a:moveTo>
                        <a:pt x="101" y="0"/>
                      </a:moveTo>
                      <a:cubicBezTo>
                        <a:pt x="45" y="0"/>
                        <a:pt x="0" y="46"/>
                        <a:pt x="0" y="102"/>
                      </a:cubicBezTo>
                      <a:cubicBezTo>
                        <a:pt x="0" y="158"/>
                        <a:pt x="45" y="203"/>
                        <a:pt x="101" y="203"/>
                      </a:cubicBezTo>
                      <a:cubicBezTo>
                        <a:pt x="157" y="203"/>
                        <a:pt x="202" y="158"/>
                        <a:pt x="202" y="102"/>
                      </a:cubicBezTo>
                      <a:lnTo>
                        <a:pt x="202" y="102"/>
                      </a:lnTo>
                      <a:cubicBezTo>
                        <a:pt x="202" y="46"/>
                        <a:pt x="157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0">
                  <a:solidFill>
                    <a:srgbClr val="00B0F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555395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868</Words>
  <Application>Microsoft Office PowerPoint</Application>
  <PresentationFormat>Widescreen</PresentationFormat>
  <Paragraphs>524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D Victor</dc:creator>
  <cp:lastModifiedBy>Jonathan D Victor</cp:lastModifiedBy>
  <cp:revision>6</cp:revision>
  <dcterms:created xsi:type="dcterms:W3CDTF">2022-08-09T19:12:03Z</dcterms:created>
  <dcterms:modified xsi:type="dcterms:W3CDTF">2022-08-09T19:36:38Z</dcterms:modified>
</cp:coreProperties>
</file>